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0.xml" ContentType="application/vnd.ms-powerpoint.comments+xml"/>
  <Override PartName="/ppt/notesSlides/notesSlide2.xml" ContentType="application/vnd.openxmlformats-officedocument.presentationml.notesSlide+xml"/>
  <Override PartName="/ppt/comments/modernComment_101_0.xml" ContentType="application/vnd.ms-powerpoint.comments+xml"/>
  <Override PartName="/ppt/notesSlides/notesSlide3.xml" ContentType="application/vnd.openxmlformats-officedocument.presentationml.notesSlide+xml"/>
  <Override PartName="/ppt/comments/modernComment_102_E6EBF9D2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446000" cy="9144000"/>
  <p:notesSz cx="9144000" cy="1244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65274" autoAdjust="0"/>
  </p:normalViewPr>
  <p:slideViewPr>
    <p:cSldViewPr snapToGrid="0" snapToObjects="1">
      <p:cViewPr varScale="1">
        <p:scale>
          <a:sx n="54" d="100"/>
          <a:sy n="54" d="100"/>
        </p:scale>
        <p:origin x="116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10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omments/modernComment_100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BF44A2D-D9E0-49F6-B9A2-180CC31EA7E7}" authorId="{D3F71A66-0C34-DF1A-5236-FECDBC820DCB}" created="2026-10-02T14:55:41.142">
    <pc:sldMkLst xmlns:pc="http://schemas.microsoft.com/office/powerpoint/2013/main/command">
      <pc:docMk/>
      <pc:sldMk cId="0" sldId="256"/>
    </pc:sldMkLst>
    <p188:pos x="101600" y="101600"/>
    <p188:txBody>
      <a:bodyPr/>
      <a:lstStyle/>
      <a:p>
        <a:r>
          <a:rPr lang="zh-CN" altLang="en-US"/>
          <a:t>@@stage3-official-tuned</a:t>
        </a:r>
      </a:p>
    </p188:txBody>
  </p188:cm>
  <p188:cm id="{52FBA44F-8392-46AA-AF08-FF77C7FED7C0}" authorId="{D3F71A66-0C34-DF1A-5236-FECDBC820DCB}" created="2026-10-22T15:53:22.979Z">
    <pc:sldMkLst xmlns:pc="http://schemas.microsoft.com/office/powerpoint/2013/main/command">
      <pc:docMk/>
      <pc:sldMk cId="0" sldId="256"/>
    </pc:sldMkLst>
    <p188:pos x="101600" y="101600"/>
    <p188:txBody>
      <a:bodyPr/>
      <a:lstStyle/>
      <a:p>
        <a:r>
          <a:t>PROVENANCE v1</a:t>
        </a:r>
      </a:p>
      <a:p>
        <a:r>
          <a:t>id: stage3-official-tuned</a:t>
        </a:r>
      </a:p>
      <a:p>
        <a:r>
          <a:t>source: 画图/画图代码/stage3/calculate/图表追溯.md</a:t>
        </a:r>
      </a:p>
      <a:p>
        <a:r>
          <a:t/>
        </a:r>
      </a:p>
      <a:p>
        <a:r>
          <a:t>## stage3-official-tuned｜官方模型与密度引导微调模型</a:t>
        </a:r>
      </a:p>
      <a:p>
        <a:r>
          <a:t/>
        </a:r>
      </a:p>
      <a:p>
        <a:r>
          <a:t>**共享关系与本图选择。** 本图的直接生成逻辑保存在本图长期目录；其冻结来源可能同时被其他实验使用，但当前入口不转发到其他具体图目录。 本次完整入口按稳定图名 `stage3-official-tuned` 选择图或所在共享图组。</a:t>
        </a:r>
      </a:p>
      <a:p>
        <a:r>
          <a:t/>
        </a:r>
      </a:p>
      <a:p>
        <a:r>
          <a:t>**清空temp后的完整重建。** 从仓库根执行 `python -X utf8 -B 转换工具/ops/rebuild_figures.py --figure stage3-official-tuned`。入口顺序运行必要的数据准备、绘图／原生渲染、场景运输和PPT装配，始终屏蔽所有旧temp读取；同一次运行产生的中间文件可以继续使用。冻结实验输入与作者原生素材只从长期目录读取，图稿、命令日志、现场读取记录、`receipt.json`和含本图的`rebuilt.pptx`统一位于新建的 `temp/figure_rebuild/&lt;运行号&gt;/&lt;图名&gt;/`。正式图形不被覆盖；作者双语备注与本条来源说明写入新候选。</a:t>
        </a:r>
      </a:p>
      <a:p>
        <a:r>
          <a:t/>
        </a:r>
      </a:p>
      <a:p>
        <a:r>
          <a:t/>
        </a:r>
      </a:p>
      <a:p>
        <a:r>
          <a:t>**展示内容与当前载体。** 正文及英文正文的同名 `pptfig` 引用 `画图/stage3结果.pptx`。图比较 PocketXMol-official 和 PocketXMol-tuned，分别使用沉积受体 GT、CryoAtom2 重建受体 CA2，以及 Centre pocket（C0）和 Envelope pocket（E）。上排为原 self-ranking 排第一的构象，下排为同一批 50 个候选中的最低 RMSD。这里的真实中心或包络输入与另一张预测区域引导的公平比较不同。</a:t>
        </a:r>
      </a:p>
      <a:p>
        <a:r>
          <a:t/>
        </a:r>
      </a:p>
      <a:p>
        <a:r>
          <a:t>**直接生成链。** `stage3/calculate/stage3-official-tuned/assemble_data.py::main` 读取冻结评价并构造 `stage3/output/stage3-official-tuned/data.json`；`build_editable_deck.mjs` 的 `officialFigure → fullPanel → distribution` 直接生成 PPT 原生散点、箱体和坐标轴。`plot_stage3.py::main → draw_distribution` 从同一输入生成 Matplotlib 预览及 `summary.json`。这两个渲染入口都应保留：Python 预览不等同于原生 PPT 的直接生成函数。PPT 发布曾经保留作者既有图注，当前正式 PPT 的备注和手工版式作为作者维护载体。</a:t>
        </a:r>
      </a:p>
      <a:p>
        <a:r>
          <a:t/>
        </a:r>
      </a:p>
      <a:p>
        <a:r>
          <a:t>从仓库根运行计算、预览和原生候选生成入口：</a:t>
        </a:r>
      </a:p>
      <a:p>
        <a:r>
          <a:t/>
        </a:r>
      </a:p>
      <a:p>
        <a:r>
          <a:t>```powershell</a:t>
        </a:r>
      </a:p>
      <a:p>
        <a:r>
          <a:t>python 画图/画图代码/stage3/calculate/stage3-official-tuned/assemble_data.py --pocket-dir 画图/画图代码/stage3/output/stage3-official-tuned/frozen --build-dir 补充数据/Find-Match-Build_20261018/metadata/emap_original --output 画图/画图代码/stage3/output/stage3-official-tuned/regenerated/data.json</a:t>
        </a:r>
      </a:p>
      <a:p>
        <a:r>
          <a:t>python 画图/画图代码/stage3/calculate/stage3-official-tuned/plot_stage3.py</a:t>
        </a:r>
      </a:p>
      <a:p>
        <a:r>
          <a:t>node 画图/画图代码/stage3/calculate/stage3-official-tuned/build_editable_deck.mjs</a:t>
        </a:r>
      </a:p>
      <a:p>
        <a:r>
          <a:t>```</a:t>
        </a:r>
      </a:p>
      <a:p>
        <a:r>
          <a:t/>
        </a:r>
      </a:p>
      <a:p>
        <a:r>
          <a:t>**冻结输入与连接。** `data.json.series` 有八组，每组 `rows` 含 446 个实例，字段 `pdb_id`、`occurrence_id`、`top1`、`best`、`status` 保留逐实例距离和失败。`source` 是原服务器评价位置，`source_sha256` 是原文件散列。`frozen/` 中八份本地副本逐字节符合这些散列，原位置如下：</a:t>
        </a:r>
      </a:p>
      <a:p>
        <a:r>
          <a:t/>
        </a:r>
      </a:p>
      <a:p>
        <a:r>
          <a:t>| 本地文件 | 原评价来源 |</a:t>
        </a:r>
      </a:p>
      <a:p>
        <a:r>
          <a:t>|---|---|</a:t>
        </a:r>
      </a:p>
      <a:p>
        <a:r>
          <a:t>| `official_GT_C0.json`、`official_GT_E.json` | `/storage/penghongen/PocketXMol/sampling/official-SMILES/test/{C0,E}/occurrences.json` |</a:t>
        </a:r>
      </a:p>
      <a:p>
        <a:r>
          <a:t>| `local_cov_GT_C0.json` | `/storage/penghongen/PocketXMol/sampling/local_cov-C-T0-RA/test/C0/occurrences.json` |</a:t>
        </a:r>
      </a:p>
      <a:p>
        <a:r>
          <a:t>| `local_cov_GT_E.json` | `/storage/penghongen/PocketXMol/sampling/local_cov-E-T0-RA/test/E/occurrences.json` |</a:t>
        </a:r>
      </a:p>
      <a:p>
        <a:r>
          <a:t>| `official_CA2_C0.json`、`official_CA2_E.json` | `/storage/penghongen/PocketXMol/final_evaluation/standard/ca2/official/test/{C0,E}/occurrences.json` |</a:t>
        </a:r>
      </a:p>
      <a:p>
        <a:r>
          <a:t>| `local_cov_CA2_C0.json` | `/storage/penghongen/PocketXMol/final_evaluation/standard/ca2/local_cov-C/test/C0/occurrences.json` |</a:t>
        </a:r>
      </a:p>
      <a:p>
        <a:r>
          <a:t>| `local_cov_CA2_E.json` | `/storage/penghongen/PocketXMol/final_evaluation/standard/ca2/local_cov-E/test/E/occurrences.json` |</a:t>
        </a:r>
      </a:p>
      <a:p>
        <a:r>
          <a:t/>
        </a:r>
      </a:p>
      <a:p>
        <a:r>
          <a:t>大括号明确表示两份独立协议文件。各组都是固定测试集 446 个实例；official GT 的 C0、E 各有 1 个实例无有效距离，所以箱图各有 445 个点，其余组为 446。距离缺失为 `null`，不填替代值；阈值成功率的完整分母仍为 446。输入中的历史 `subset_count=243` 和 `build` 字段属于旧 Find 命中比较，不用于本图完整测试集，也不能替代现用 head-to-head。</a:t>
        </a:r>
      </a:p>
      <a:p>
        <a:r>
          <a:t/>
        </a:r>
      </a:p>
      <a:p>
        <a:r>
          <a:t>**统计与正文数字。** 箱体为第 25–75 百分位，中心线为中位数，须为第 5–95 百分位。大于 50 Å 的点只在显示时置于 `50+` 区，不截断分位数计算。横向哈希抖动只改善重叠显示，不改变距离。严格 `&lt;2 Å`、`&lt;3 Å` 的成功不包括等号。</a:t>
        </a:r>
      </a:p>
      <a:p>
        <a:r>
          <a:t/>
        </a:r>
      </a:p>
      <a:p>
        <a:r>
          <a:t>| 条件 | 官方 top-1 中位数 | 微调 top-1 中位数 | 官方 best 中位数 | 微调 best 中位数 |</a:t>
        </a:r>
      </a:p>
      <a:p>
        <a:r>
          <a:t>|---|---:|---:|---:|---:|</a:t>
        </a:r>
      </a:p>
      <a:p>
        <a:r>
          <a:t>| GT、C0 | 2.312081 | 1.288763 | 1.430835 | 0.770799 |</a:t>
        </a:r>
      </a:p>
      <a:p>
        <a:r>
          <a:t>| CA2、C0 | 3.013660 | 1.438240 | 1.744151 | 0.865590 |</a:t>
        </a:r>
      </a:p>
      <a:p>
        <a:r>
          <a:t>| GT、E | 1.554979 | 1.137006 | 0.943153 | 0.690788 |</a:t>
        </a:r>
      </a:p>
      <a:p>
        <a:r>
          <a:t>| CA2、E | 1.813358 | 1.212400 | 1.152167 | 0.774636 |</a:t>
        </a:r>
      </a:p>
      <a:p>
        <a:r>
          <a:t/>
        </a:r>
      </a:p>
      <a:p>
        <a:r>
          <a:t>正文 C0 段落的 2.31→1.29、1.43→0.77、CA2 的 3.01→1.44 均由对应行四舍五入得到。摘要和 Introduction 的 1.55→1.14 来自 **GT、E**，并不是 CA2 条件的中位数；解释这些数字时必须保留协议含义。原逐实例距离在输出留档中，可复核 44.7%、73.8%、83.4%、61.6%、93.0% 等阈值统计。</a:t>
        </a:r>
      </a:p>
      <a:p>
        <a:r>
          <a:t/>
        </a:r>
      </a:p>
      <a:p>
        <a:r>
          <a:t>**实验版本与核验边界。** `evidence/local_cov本轮实验日志.md` 保存第三次 local_cov 实验的训练、测试命令及不可变 release；`evidence/实现与共同数据准备.md` 保存实例冻结。当前其他仓库 HEAD 不是历史运行版本。八份原评价、本图逐实例输入和统计均已本地核对；本轮未重新执行模型、构象排名或 RMSD 评价。原始 50 个 SDF 候选和模型权重仍依各 `source` 所属服务器实验目录追溯，不能从本图的两列距离还原全部原子坐标。</a:t>
        </a:r>
      </a:p>
      <a:p>
        <a:r>
          <a:t/>
        </a:r>
      </a:p>
      <a:p>
        <a:r>
          <a:t>迁移后的 `plot_stage3.py` 已实际运行，新预览和统计只写 `output/stage3-official-tuned/regenerated/`，生成的完整 `summary.json` 与冻结摘要解析后逐字段完全相等。当前正式PPT未由重绘覆盖。</a:t>
        </a:r>
      </a:p>
    </p188:txBody>
  </p188:cm>
</p188:cmLst>
</file>

<file path=ppt/comments/modernComment_101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9AE10F5-1ADB-4808-A1F8-C40B0DFA5FF8}" authorId="{D3F71A66-0C34-DF1A-5236-FECDBC820DCB}" created="2026-10-02T14:55:41.194">
    <pc:sldMkLst xmlns:pc="http://schemas.microsoft.com/office/powerpoint/2013/main/command">
      <pc:docMk/>
      <pc:sldMk cId="0" sldId="257"/>
    </pc:sldMkLst>
    <p188:pos x="101600" y="101600"/>
    <p188:txBody>
      <a:bodyPr/>
      <a:lstStyle/>
      <a:p>
        <a:r>
          <a:rPr lang="zh-CN" altLang="en-US"/>
          <a:t>@@stage3-find-hit-head-to-head</a:t>
        </a:r>
      </a:p>
    </p188:txBody>
  </p188:cm>
</p188:cmLst>
</file>

<file path=ppt/comments/modernComment_102_E6EBF9D2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5F25589-E830-422A-ACB0-AB3BC75EBFD9}" authorId="{D3F71A66-0C34-DF1A-5236-FECDBC820DCB}" created="2026-10-16T07:02:37.193">
    <pc:sldMkLst xmlns:pc="http://schemas.microsoft.com/office/powerpoint/2013/main/command">
      <pc:docMk/>
      <pc:sldMk cId="1977371646" sldId="257"/>
    </pc:sldMkLst>
    <p188:pos x="0" y="0"/>
    <p188:txBody>
      <a:bodyPr/>
      <a:lstStyle/>
      <a:p>
        <a:r>
          <a:rPr lang="zh-CN" altLang="en-US"/>
          <a:t>@@stage3-predicted-region-head-to-head</a:t>
        </a:r>
      </a:p>
    </p188:txBody>
  </p188:cm>
  <p188:cm id="{EEC7C71A-43AD-4FA3-8ABC-3FB5A13E7E21}" authorId="{D3F71A66-0C34-DF1A-5236-FECDBC820DCB}" created="2026-10-22T15:53:22.979Z">
    <pc:sldMkLst xmlns:pc="http://schemas.microsoft.com/office/powerpoint/2013/main/command">
      <pc:docMk/>
      <pc:sldMk cId="1977371646" sldId="257"/>
    </pc:sldMkLst>
    <p188:pos x="0" y="0"/>
    <p188:txBody>
      <a:bodyPr/>
      <a:lstStyle/>
      <a:p>
        <a:r>
          <a:t>PROVENANCE v1</a:t>
        </a:r>
      </a:p>
      <a:p>
        <a:r>
          <a:t>id: stage3-predicted-region-head-to-head</a:t>
        </a:r>
      </a:p>
      <a:p>
        <a:r>
          <a:t>source: 画图/画图代码/stage3/calculate/图表追溯.md</a:t>
        </a:r>
      </a:p>
      <a:p>
        <a:r>
          <a:t/>
        </a:r>
      </a:p>
      <a:p>
        <a:r>
          <a:t>## stage3-predicted-region-head-to-head｜两种 Find 共同命中的预测区域引导对接</a:t>
        </a:r>
      </a:p>
      <a:p>
        <a:r>
          <a:t/>
        </a:r>
      </a:p>
      <a:p>
        <a:r>
          <a:t>**共享关系与本图选择。** 本图与`@@e2e-find-build-direct-comparison`、`@@find-only-instance-completion`、`@@supp-find-correct-match-build`关联的共享代码位于 `e2e/calculate/find-build-shared/`。Find完成度、预测区域配对和正确身份Find–Build曲线共用冻结data.json与部分图元；直接比较柱图只复用同源SVG运输。各图的面板布局与筛选沿各自plot.py保留，不能把共用运输误说成四图使用同一分母或计费协议。 本次完整入口按稳定图名 `stage3-predicted-region-head-to-head` 选择图或所在共享图组。</a:t>
        </a:r>
      </a:p>
      <a:p>
        <a:r>
          <a:t/>
        </a:r>
      </a:p>
      <a:p>
        <a:r>
          <a:t>**清空temp后的完整重建。** 从仓库根执行 `python -X utf8 -B 转换工具/ops/rebuild_figures.py --figure stage3-predicted-region-head-to-head`。入口顺序运行必要的数据准备、绘图／原生渲染、场景运输和PPT装配，始终屏蔽所有旧temp读取；同一次运行产生的中间文件可以继续使用。冻结实验输入与作者原生素材只从长期目录读取，图稿、命令日志、现场读取记录、`receipt.json`和含本图的`rebuilt.pptx`统一位于新建的 `temp/figure_rebuild/&lt;运行号&gt;/&lt;图名&gt;/`。正式图形不被覆盖；作者双语备注与本条来源说明写入新候选。</a:t>
        </a:r>
      </a:p>
      <a:p>
        <a:r>
          <a:t/>
        </a:r>
      </a:p>
      <a:p>
        <a:r>
          <a:t/>
        </a:r>
      </a:p>
      <a:p>
        <a:r>
          <a:t>**科学问题与载体。** 正文和英文正文引用 `画图/stage3结果.pptx` 中同名图。两种方法均给定正确 SMILES；PocketXMol-tuned 用 LigandSeek-Find 的完整 blob 质心构造 15 Å 中心口袋，Emap2lig-Build 用其 Find 的原生三维 blob。GT、CA2 各自定义一组共同命中实例；不能拿真实配体中心对接的旧 237 实例图代替。</a:t>
        </a:r>
      </a:p>
      <a:p>
        <a:r>
          <a:t/>
        </a:r>
      </a:p>
      <a:p>
        <a:r>
          <a:t>**直接生成链。** `e2e/calculate/find-build-shared/assemble_data.py::main` 读取 `e2e/output/find-build-shared/sources/{GT,CA2,Emap2lig}/docking_results.jsonl`，按 `(pdb_id, matched_occurrence_id)` 连接，写出 `data.json.pairs`、`paired_pose.csv` 和 `summary.json`。直接绘图函数为 `stage3/calculate/stage3-predicted-region-head-to-head/plot.py::draw_rmsd`，由该文件的 `main` 生成唯一的 `02_predicted_pose` 页面；`svg_shapes.py` 展开同源 SVG，`assemble.mjs` 将这些图形装配为原生 PPT。图集归并保留相同稳定图名。</a:t>
        </a:r>
      </a:p>
      <a:p>
        <a:r>
          <a:t/>
        </a:r>
      </a:p>
      <a:p>
        <a:r>
          <a:t>**分母、缺失与统计。** GT 共同命中为 235 个、四项距离齐全为 231 个；CA2 共同命中为 230 个、四项距离齐全为 228 个。`all_rows` 保存全部 465 个共同实例及缺失；`numeric_rows` 只保存两种方法的 top-1、best 四项距离均有效的配对，用于散点、箱体、中位数；成功率分母保留 235／230。`tuned_blob`、`emap_blob` 是各自原 blob 编号，不能当作真实实例编号。RMSD 为 Å，`null` 表示无有效评价。原 self-ranking 和 `consistency_iou` 排名保留，均从 50 个候选取 top-1／best，不按 GT 距离重新挑选 top-1。</a:t>
        </a:r>
      </a:p>
      <a:p>
        <a:r>
          <a:t/>
        </a:r>
      </a:p>
      <a:p>
        <a:r>
          <a:t>图 a/b 对应 GT 的 top-1／best，c/d 对应 CA2。箱体、须和阈值线定义同本文件上一图；纵轴为对数刻度。GT 中位数：tuned top-1 为 0.852578 Å、best 为 0.633977 Å；Emap2lig 分别为 1.826763 Å、1.320193 Å。CA2 中位数分别为 1.020339／0.706682 Å 和 1.826411／1.323884 Å。</a:t>
        </a:r>
      </a:p>
      <a:p>
        <a:r>
          <a:t/>
        </a:r>
      </a:p>
      <a:p>
        <a:r>
          <a:t>**原实验链。** 三域逐 blob 记录来自服务器统一根 `/storage/penghongen/Adaligand_E2E/test/test_0/evaluation/`。原文件散列与服务器位置保存在补充归档 `补充数据/Find-Match-Build_20261018/provenance/source_manifest.json`；相同归档的 `configs/`、`provenance/git_endpoints.json`、`reference_logs/AdaLigand/` 保存配置、源码端点及实际 release／launch，`metadata/pipeline/` 保留原记录。GT／CA2 的中心模型为 `local_cov-C-T0-RA-b72` 的 best checkpoint `step=24800.ckpt`，历史不可变 PocketXMol release 为 `PocketXMol_f4d72bbea387`。Emap2lig 原实验、原 CIF 排名与六例失败见归档的 `metadata/emap_original/` 和 `reference_logs/Emap2lig/`。</a:t>
        </a:r>
      </a:p>
      <a:p>
        <a:r>
          <a:t/>
        </a:r>
      </a:p>
      <a:p>
        <a:r>
          <a:t>**已核验与已知差异。** 本地冻结摘要与直接配对记录一致；旧 Stage3 237 例与当前 GT235／CA2230 的共同集已分清。当前正文将 231／228 描述为“共同预测出的实例”，并把 Emap2lig 的 237 个有效姿态称作合格 blob 数；冻结管线实际保留 Emap2lig 243 个候选目标，其中 237 个有有效姿态。本轮保存作者正文，明确记录这个统计口径差异，不能用正文措辞覆盖冻结分母。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596792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PocketXMol-official 与密度引导的 PocketXMol-tuned 在 446 个小分子对接任务上的比较。</a:t>
            </a:r>
            <a:endParaRPr lang="zh-CN"/>
          </a:p>
          <a:p>
            <a:r>
              <a:rPr lang="zh-CN" dirty="0"/>
              <a:t>a, 按各模型自身评分选出的首选构象的 top-1 RMSD 分布。</a:t>
            </a:r>
            <a:endParaRPr lang="zh-CN"/>
          </a:p>
          <a:p>
            <a:r>
              <a:rPr lang="zh-CN" dirty="0"/>
              <a:t>b, 从 50 个候选中选择 RMSD 最低的构象，得到 best RMSD 分布。左侧为以结合位点中心定义的 15 Å 球形口袋（Centre pocket），右侧为以配体原子周围 10 Å 包络定义的口袋（Envelope pocket）。两种口袋定义均在真实受体和 CryoAtom2 重建受体条件下评估。每个点代表一个配体实例。箱体、中心线和须分别表示第 25–75 百分位数、中位数和第 5–95 百分位数。纵轴采用对数尺度；超过 50 Å 的离群值以顶部三角形表示。官方模型在一个测试实例上失败，原因是选定口袋不含有效蛋白质原子，该实例从其统计中排除。</a:t>
            </a:r>
            <a:endParaRPr lang="zh-CN"/>
          </a:p>
          <a:p>
            <a:r>
              <a:rPr dirty="0"/>
              <a:t>ENGLISH:</a:t>
            </a:r>
          </a:p>
          <a:p>
            <a:r>
              <a:rPr dirty="0"/>
              <a:t>Comparison of </a:t>
            </a:r>
            <a:r>
              <a:rPr dirty="0" err="1"/>
              <a:t>PocketXMol</a:t>
            </a:r>
            <a:r>
              <a:rPr dirty="0"/>
              <a:t>-official and density-guided </a:t>
            </a:r>
            <a:r>
              <a:rPr dirty="0" err="1"/>
              <a:t>PocketXMol</a:t>
            </a:r>
            <a:r>
              <a:rPr dirty="0"/>
              <a:t>-tuned on 446 small-molecule docking tasks.</a:t>
            </a:r>
          </a:p>
          <a:p>
            <a:r>
              <a:rPr dirty="0"/>
              <a:t>a, Distribution of </a:t>
            </a:r>
            <a:r>
              <a:rPr lang="en-US" altLang="zh-CN" dirty="0"/>
              <a:t>top-1 RMSD</a:t>
            </a:r>
            <a:r>
              <a:rPr dirty="0"/>
              <a:t>, </a:t>
            </a:r>
            <a:r>
              <a:rPr lang="zh-CN" altLang="zh-CN" dirty="0"/>
              <a:t>according to each model's own score</a:t>
            </a:r>
            <a:r>
              <a:rPr lang="en-US" altLang="zh-CN" dirty="0"/>
              <a:t>.</a:t>
            </a:r>
          </a:p>
          <a:p>
            <a:r>
              <a:rPr dirty="0"/>
              <a:t>b, Distribution of </a:t>
            </a:r>
            <a:r>
              <a:rPr lang="en-US" dirty="0"/>
              <a:t>best </a:t>
            </a:r>
            <a:r>
              <a:rPr dirty="0"/>
              <a:t>RMSD, selected as the lowest-RMSD pose among 50 candidates. Results for </a:t>
            </a:r>
            <a:r>
              <a:rPr dirty="0" err="1"/>
              <a:t>centre</a:t>
            </a:r>
            <a:r>
              <a:rPr dirty="0"/>
              <a:t>-defined 15 Å spherical pockets (Centre pocket) appear on the left. Results for pockets defined by a 10 Å envelope around ligand atoms (Envelope pocket) appear on the right. Both pocket definitions are evaluated with deposited and CryoAtom2-reconstructed receptors. Each point represents one </a:t>
            </a:r>
            <a:r>
              <a:rPr lang="en-US" dirty="0"/>
              <a:t>ligand</a:t>
            </a:r>
            <a:r>
              <a:rPr dirty="0"/>
              <a:t> instance. Boxes, central lines and whiskers indicate the 25th–75th percentiles, median and 5th–95th percentiles, respectively. The vertical axis is logarithmic; outliers above 50 Å appear as triangles at the top. The official model failed for one test instance because the selected pocket contained no valid protein atoms. This instance was excluded from its statistics.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PocketXMol-tuned 与 Emap2lig-Build 在 Emap2lig-Find 检出的实例上的对接性能（n = 237）。</a:t>
            </a:r>
            <a:endParaRPr lang="zh-CN"/>
          </a:p>
          <a:p>
            <a:r>
              <a:rPr lang="zh-CN" dirty="0"/>
              <a:t>a, 按各模型自身评分选出的首选构象的 top-1 RMSD 分布。</a:t>
            </a:r>
            <a:endParaRPr lang="zh-CN"/>
          </a:p>
          <a:p>
            <a:r>
              <a:rPr lang="zh-CN" dirty="0"/>
              <a:t>b, 从 50 个候选中选择 RMSD 最低的构象，得到 best RMSD 分布。PocketXMol-tuned 使用以结合位点为中心的 15 Å 球形口袋，分别在真实受体和 CryoAtom2 重建受体条件下评估。Emap2lig-Build 使用 Emap2lig-Find 预测的原始三维候选 blob 作为提示区域。每个点代表一个配体实例。箱体、中心线和须分别表示第 25–75 百分位数、中位数和第 5–95 百分位数。纵轴采用对数尺度。</a:t>
            </a:r>
            <a:endParaRPr lang="zh-CN"/>
          </a:p>
          <a:p>
            <a:r>
              <a:rPr dirty="0"/>
              <a:t>ENGLISH:</a:t>
            </a:r>
          </a:p>
          <a:p>
            <a:r>
              <a:rPr dirty="0"/>
              <a:t>Docking performance of </a:t>
            </a:r>
            <a:r>
              <a:rPr dirty="0" err="1"/>
              <a:t>PocketXMol</a:t>
            </a:r>
            <a:r>
              <a:rPr dirty="0"/>
              <a:t>-tuned and Emap2lig-Build on instances detected by Emap2lig-Find (n = 237).</a:t>
            </a:r>
          </a:p>
          <a:p>
            <a:r>
              <a:rPr dirty="0"/>
              <a:t>a, </a:t>
            </a:r>
            <a:r>
              <a:rPr lang="en-US" altLang="zh-CN" dirty="0"/>
              <a:t>Distribution of top-1 RMSD</a:t>
            </a:r>
            <a:r>
              <a:rPr dirty="0"/>
              <a:t>, </a:t>
            </a:r>
            <a:r>
              <a:rPr lang="zh-CN" altLang="zh-CN" dirty="0"/>
              <a:t>according to each model's own score</a:t>
            </a:r>
            <a:r>
              <a:rPr lang="en-US" altLang="zh-CN" dirty="0"/>
              <a:t>.</a:t>
            </a:r>
          </a:p>
          <a:p>
            <a:r>
              <a:rPr dirty="0"/>
              <a:t>b, </a:t>
            </a:r>
            <a:r>
              <a:rPr lang="en-US" altLang="zh-CN" dirty="0"/>
              <a:t>Distribution of best RMSD, selected as the lowest-RMSD pose among 50 candidates. </a:t>
            </a:r>
            <a:r>
              <a:rPr dirty="0" err="1"/>
              <a:t>PocketXMol</a:t>
            </a:r>
            <a:r>
              <a:rPr dirty="0"/>
              <a:t>-tuned is evaluated with deposited and CryoAtom2-reconstructed receptors, using a 15 Å sphere </a:t>
            </a:r>
            <a:r>
              <a:rPr dirty="0" err="1"/>
              <a:t>centred</a:t>
            </a:r>
            <a:r>
              <a:rPr dirty="0"/>
              <a:t> on </a:t>
            </a:r>
            <a:r>
              <a:t>the binding </a:t>
            </a:r>
            <a:r>
              <a:rPr dirty="0"/>
              <a:t>site. Emap2lig-Build uses the native three-dimensional candidate blob predicted by Emap2lig-Find as its guiding region. Each point represents one ligand instance. Boxes, central lines and whiskers indicate the 25th–75th percentiles, median and 5th–95th percentiles, respectively. The vertical axis is logarithmic.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预测配体区域引导下的</a:t>
            </a:r>
            <a:r>
              <a:rPr lang="en-US" altLang="zh-CN" dirty="0" err="1"/>
              <a:t>PocketXMol</a:t>
            </a:r>
            <a:r>
              <a:rPr lang="en-US" altLang="zh-CN" dirty="0"/>
              <a:t>-tuned</a:t>
            </a:r>
            <a:r>
              <a:rPr lang="zh-CN" altLang="en-US" dirty="0"/>
              <a:t>与</a:t>
            </a:r>
            <a:r>
              <a:rPr lang="en-US" altLang="zh-CN" dirty="0"/>
              <a:t>Emap2lig-Build</a:t>
            </a:r>
            <a:r>
              <a:rPr lang="zh-CN" altLang="en-US" dirty="0"/>
              <a:t>对接比较。</a:t>
            </a:r>
            <a:r>
              <a:rPr lang="en-US" altLang="zh-CN" dirty="0" err="1"/>
              <a:t>a,b</a:t>
            </a:r>
            <a:r>
              <a:rPr lang="zh-CN" altLang="en-US" dirty="0"/>
              <a:t>，沉积受体</a:t>
            </a:r>
            <a:r>
              <a:rPr lang="en-US" altLang="zh-CN" dirty="0"/>
              <a:t>(GT)</a:t>
            </a:r>
            <a:r>
              <a:rPr lang="zh-CN" altLang="en-US" dirty="0"/>
              <a:t>条件下</a:t>
            </a:r>
            <a:r>
              <a:rPr lang="en-US" altLang="zh-CN" dirty="0"/>
              <a:t>LigandSeek-Find</a:t>
            </a:r>
            <a:r>
              <a:rPr lang="zh-CN" altLang="en-US" dirty="0"/>
              <a:t>与</a:t>
            </a:r>
            <a:r>
              <a:rPr lang="en-US" altLang="zh-CN" dirty="0"/>
              <a:t>Emap2lig-Find</a:t>
            </a:r>
            <a:r>
              <a:rPr lang="zh-CN" altLang="en-US" dirty="0"/>
              <a:t>共同命中的</a:t>
            </a:r>
            <a:r>
              <a:rPr lang="en-US" altLang="zh-CN" dirty="0"/>
              <a:t>235</a:t>
            </a:r>
            <a:r>
              <a:rPr lang="zh-CN" altLang="en-US" dirty="0"/>
              <a:t>个实例；</a:t>
            </a:r>
            <a:r>
              <a:rPr lang="en-US" altLang="zh-CN" dirty="0" err="1"/>
              <a:t>c,d</a:t>
            </a:r>
            <a:r>
              <a:rPr lang="zh-CN" altLang="en-US" dirty="0"/>
              <a:t>，</a:t>
            </a:r>
            <a:r>
              <a:rPr lang="en-US" altLang="zh-CN" dirty="0"/>
              <a:t>CryoAtom2</a:t>
            </a:r>
            <a:r>
              <a:rPr lang="zh-CN" altLang="en-US" dirty="0"/>
              <a:t>重建受体</a:t>
            </a:r>
            <a:r>
              <a:rPr lang="en-US" altLang="zh-CN" dirty="0"/>
              <a:t>(CA2)</a:t>
            </a:r>
            <a:r>
              <a:rPr lang="zh-CN" altLang="en-US" dirty="0"/>
              <a:t>条件下共同命中的</a:t>
            </a:r>
            <a:r>
              <a:rPr lang="en-US" altLang="zh-CN" dirty="0"/>
              <a:t>230</a:t>
            </a:r>
            <a:r>
              <a:rPr lang="zh-CN" altLang="en-US" dirty="0"/>
              <a:t>个实例。</a:t>
            </a:r>
            <a:r>
              <a:rPr lang="en-US" altLang="zh-CN" dirty="0"/>
              <a:t>RMSD</a:t>
            </a:r>
            <a:r>
              <a:rPr lang="zh-CN" altLang="en-US" dirty="0"/>
              <a:t>分布分别包含</a:t>
            </a:r>
            <a:r>
              <a:rPr lang="en-US" altLang="zh-CN" dirty="0"/>
              <a:t>231</a:t>
            </a:r>
            <a:r>
              <a:rPr lang="zh-CN" altLang="en-US" dirty="0"/>
              <a:t>和</a:t>
            </a:r>
            <a:r>
              <a:rPr lang="en-US" altLang="zh-CN" dirty="0"/>
              <a:t>228</a:t>
            </a:r>
            <a:r>
              <a:rPr lang="zh-CN" altLang="en-US" dirty="0"/>
              <a:t>个配对实例。</a:t>
            </a:r>
            <a:r>
              <a:rPr lang="en-US" altLang="zh-CN" dirty="0" err="1"/>
              <a:t>PocketXMol</a:t>
            </a:r>
            <a:r>
              <a:rPr lang="en-US" altLang="zh-CN" dirty="0"/>
              <a:t>-tuned</a:t>
            </a:r>
            <a:r>
              <a:rPr lang="zh-CN" altLang="en-US" dirty="0"/>
              <a:t>以</a:t>
            </a:r>
            <a:r>
              <a:rPr lang="en-US" altLang="zh-CN" dirty="0"/>
              <a:t>LigandSeek-Find</a:t>
            </a:r>
            <a:r>
              <a:rPr lang="zh-CN" altLang="en-US" dirty="0"/>
              <a:t>完整</a:t>
            </a:r>
            <a:r>
              <a:rPr lang="en-US" altLang="zh-CN" dirty="0"/>
              <a:t>blob</a:t>
            </a:r>
            <a:r>
              <a:rPr lang="zh-CN" altLang="en-US" dirty="0"/>
              <a:t>的质心选取</a:t>
            </a:r>
            <a:r>
              <a:rPr lang="en-US" altLang="zh-CN" dirty="0"/>
              <a:t>$15\,\</a:t>
            </a:r>
            <a:r>
              <a:rPr lang="en-US" altLang="zh-CN" dirty="0" err="1"/>
              <a:t>mathrm</a:t>
            </a:r>
            <a:r>
              <a:rPr lang="en-US" altLang="zh-CN" dirty="0"/>
              <a:t>{Å}$</a:t>
            </a:r>
            <a:r>
              <a:rPr lang="zh-CN" altLang="en-US" dirty="0"/>
              <a:t>中心口袋；</a:t>
            </a:r>
            <a:r>
              <a:rPr lang="en-US" altLang="zh-CN" dirty="0"/>
              <a:t>Emap2lig-Build</a:t>
            </a:r>
            <a:r>
              <a:rPr lang="zh-CN" altLang="en-US" dirty="0"/>
              <a:t>使用其</a:t>
            </a:r>
            <a:r>
              <a:rPr lang="en-US" altLang="zh-CN" dirty="0"/>
              <a:t>Find</a:t>
            </a:r>
            <a:r>
              <a:rPr lang="zh-CN" altLang="en-US" dirty="0"/>
              <a:t>产生的原生三维</a:t>
            </a:r>
            <a:r>
              <a:rPr lang="en-US" altLang="zh-CN" dirty="0"/>
              <a:t>blob</a:t>
            </a:r>
            <a:r>
              <a:rPr lang="zh-CN" altLang="en-US" dirty="0"/>
              <a:t>。两者均给定正确</a:t>
            </a:r>
            <a:r>
              <a:rPr lang="en-US" altLang="zh-CN" dirty="0"/>
              <a:t>SMILES</a:t>
            </a:r>
            <a:r>
              <a:rPr lang="zh-CN" altLang="en-US" dirty="0"/>
              <a:t>，以</a:t>
            </a:r>
            <a:r>
              <a:rPr lang="en-US" altLang="zh-CN" dirty="0"/>
              <a:t>100</a:t>
            </a:r>
            <a:r>
              <a:rPr lang="zh-CN" altLang="en-US" dirty="0"/>
              <a:t>步生成</a:t>
            </a:r>
            <a:r>
              <a:rPr lang="en-US" altLang="zh-CN" dirty="0"/>
              <a:t>50</a:t>
            </a:r>
            <a:r>
              <a:rPr lang="zh-CN" altLang="en-US" dirty="0"/>
              <a:t>个候选。左列为模型评分首选构象，右列为</a:t>
            </a:r>
            <a:r>
              <a:rPr lang="en-US" altLang="zh-CN" dirty="0"/>
              <a:t>50</a:t>
            </a:r>
            <a:r>
              <a:rPr lang="zh-CN" altLang="en-US" dirty="0"/>
              <a:t>个候选中的最低重原子</a:t>
            </a:r>
            <a:r>
              <a:rPr lang="en-US" altLang="zh-CN" dirty="0"/>
              <a:t>RMSD</a:t>
            </a:r>
            <a:r>
              <a:rPr lang="zh-CN" altLang="en-US" dirty="0"/>
              <a:t>。散点表示实例，箱体为</a:t>
            </a:r>
            <a:r>
              <a:rPr lang="en-US" altLang="zh-CN" dirty="0"/>
              <a:t>25–75</a:t>
            </a:r>
            <a:r>
              <a:rPr lang="zh-CN" altLang="en-US" dirty="0"/>
              <a:t>百分位，中线为中位数，须为</a:t>
            </a:r>
            <a:r>
              <a:rPr lang="en-US" altLang="zh-CN" dirty="0"/>
              <a:t>5–95</a:t>
            </a:r>
            <a:r>
              <a:rPr lang="zh-CN" altLang="en-US" dirty="0"/>
              <a:t>百分位。纵轴为对数刻度；细虚线表示</a:t>
            </a:r>
            <a:r>
              <a:rPr lang="en-US" altLang="zh-CN" dirty="0"/>
              <a:t>$2\,\</a:t>
            </a:r>
            <a:r>
              <a:rPr lang="en-US" altLang="zh-CN" dirty="0" err="1"/>
              <a:t>mathrm</a:t>
            </a:r>
            <a:r>
              <a:rPr lang="en-US" altLang="zh-CN" dirty="0"/>
              <a:t>{Å}$</a:t>
            </a:r>
            <a:r>
              <a:rPr lang="zh-CN" altLang="en-US" dirty="0"/>
              <a:t>和</a:t>
            </a:r>
            <a:r>
              <a:rPr lang="en-US" altLang="zh-CN" dirty="0"/>
              <a:t>$3\,\</a:t>
            </a:r>
            <a:r>
              <a:rPr lang="en-US" altLang="zh-CN" dirty="0" err="1"/>
              <a:t>mathrm</a:t>
            </a:r>
            <a:r>
              <a:rPr lang="en-US" altLang="zh-CN" dirty="0"/>
              <a:t>{Å}$</a:t>
            </a:r>
            <a:r>
              <a:rPr lang="zh-CN" altLang="en-US" dirty="0"/>
              <a:t>。</a:t>
            </a:r>
            <a:endParaRPr lang="en-US" altLang="zh-CN" dirty="0"/>
          </a:p>
          <a:p>
            <a:r>
              <a:rPr lang="zh-CN" altLang="en-US" dirty="0"/>
              <a:t>
</a:t>
            </a:r>
            <a:r>
              <a:rPr lang="en-US" altLang="zh-CN" dirty="0"/>
              <a:t>ENGLISH:
</a:t>
            </a:r>
            <a:r>
              <a:rPr lang="en-US" altLang="zh-CN" b="1" dirty="0"/>
              <a:t>Docking performance of </a:t>
            </a:r>
            <a:r>
              <a:rPr lang="en-US" altLang="zh-CN" b="1" dirty="0" err="1"/>
              <a:t>PocketXMol</a:t>
            </a:r>
            <a:r>
              <a:rPr lang="en-US" altLang="zh-CN" b="1" dirty="0"/>
              <a:t>-tuned and Emap2lig-Build using predicted ligand regions. </a:t>
            </a:r>
            <a:r>
              <a:rPr lang="en-US" altLang="zh-CN" sz="1200" b="1" kern="1200" dirty="0" err="1"/>
              <a:t>a,b</a:t>
            </a:r>
            <a:r>
              <a:rPr lang="en-US" altLang="zh-CN" sz="1200" b="1" kern="1200" dirty="0"/>
              <a:t>,</a:t>
            </a:r>
            <a:r>
              <a:rPr lang="en-US" altLang="zh-CN" dirty="0"/>
              <a:t> Deposited receptor (GT) comparison on 231 instances jointly detected by </a:t>
            </a:r>
            <a:r>
              <a:rPr lang="en-US" altLang="zh-CN" dirty="0" err="1"/>
              <a:t>LigandSeek</a:t>
            </a:r>
            <a:r>
              <a:rPr lang="en-US" altLang="zh-CN" dirty="0"/>
              <a:t>-Find and Emap2lig-Find. </a:t>
            </a:r>
            <a:r>
              <a:rPr lang="en-US" altLang="zh-CN" sz="1200" b="1" kern="1200" dirty="0" err="1"/>
              <a:t>c,d</a:t>
            </a:r>
            <a:r>
              <a:rPr lang="en-US" altLang="zh-CN" sz="1200" b="1" kern="1200" dirty="0"/>
              <a:t>,</a:t>
            </a:r>
            <a:r>
              <a:rPr lang="en-US" altLang="zh-CN" dirty="0"/>
              <a:t> CryoAtom2-reconstructed receptor (CA2) comparison on 228 instances jointly detected by both methods. </a:t>
            </a:r>
            <a:r>
              <a:rPr lang="en-US" altLang="zh-CN" dirty="0" err="1"/>
              <a:t>PocketXMol</a:t>
            </a:r>
            <a:r>
              <a:rPr lang="en-US" altLang="zh-CN" dirty="0"/>
              <a:t>-tuned uses the </a:t>
            </a:r>
            <a:r>
              <a:rPr lang="en-US" altLang="zh-CN" dirty="0" err="1"/>
              <a:t>LigandSeek</a:t>
            </a:r>
            <a:r>
              <a:rPr lang="en-US" altLang="zh-CN" dirty="0"/>
              <a:t>-Find blob centroid to define a 15 Å </a:t>
            </a:r>
            <a:r>
              <a:rPr lang="en-US" altLang="zh-CN" dirty="0" err="1"/>
              <a:t>centre</a:t>
            </a:r>
            <a:r>
              <a:rPr lang="en-US" altLang="zh-CN" dirty="0"/>
              <a:t> pocket; Emap2lig-Build uses the Emap2lig-Find predicted blob as its guiding region. Left (</a:t>
            </a:r>
            <a:r>
              <a:rPr lang="en-US" altLang="zh-CN" dirty="0" err="1"/>
              <a:t>a,c</a:t>
            </a:r>
            <a:r>
              <a:rPr lang="en-US" altLang="zh-CN" dirty="0"/>
              <a:t>), top-1 RMSD. Right (</a:t>
            </a:r>
            <a:r>
              <a:rPr lang="en-US" altLang="zh-CN" dirty="0" err="1"/>
              <a:t>b,d</a:t>
            </a:r>
            <a:r>
              <a:rPr lang="en-US" altLang="zh-CN" dirty="0"/>
              <a:t>), best-of-50 RMSD. Points represent ligand instances, boxes span the 25th–75th percentiles, </a:t>
            </a:r>
            <a:r>
              <a:rPr lang="en-US" altLang="zh-CN" dirty="0" err="1"/>
              <a:t>centre</a:t>
            </a:r>
            <a:r>
              <a:rPr lang="en-US" altLang="zh-CN" dirty="0"/>
              <a:t> lines show medians and whiskers span the 5th–95th percentiles. The y-axis is logarithmic. Dashed lines mark 2 Å and 3 Å.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0136832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722550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0_0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1_0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2_E6EBF9D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73500" y="381000"/>
            <a:ext cx="190500" cy="114300"/>
          </a:xfrm>
          <a:prstGeom prst="rect">
            <a:avLst/>
          </a:prstGeom>
          <a:solidFill>
            <a:srgbClr val="2D887E"/>
          </a:solidFill>
          <a:ln w="12700">
            <a:solidFill>
              <a:srgbClr val="2D88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52900" y="279400"/>
            <a:ext cx="2463800" cy="3302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Deposited receptor</a:t>
            </a:r>
          </a:p>
        </p:txBody>
      </p:sp>
      <p:sp>
        <p:nvSpPr>
          <p:cNvPr id="4" name="Shape 2"/>
          <p:cNvSpPr/>
          <p:nvPr/>
        </p:nvSpPr>
        <p:spPr>
          <a:xfrm>
            <a:off x="7112000" y="381000"/>
            <a:ext cx="190500" cy="114300"/>
          </a:xfrm>
          <a:prstGeom prst="rect">
            <a:avLst/>
          </a:prstGeom>
          <a:solidFill>
            <a:srgbClr val="5879BD"/>
          </a:solidFill>
          <a:ln w="12700">
            <a:solidFill>
              <a:srgbClr val="5879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91400" y="279400"/>
            <a:ext cx="2463800" cy="330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CryoAtom2 receptor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38200" y="787400"/>
            <a:ext cx="444500" cy="431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1308100" y="787400"/>
            <a:ext cx="2413000" cy="393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9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Top-1 pose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2032000" y="1168400"/>
            <a:ext cx="407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Centre pocket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985000" y="1168400"/>
            <a:ext cx="407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Envelope pocket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638300" y="1524000"/>
            <a:ext cx="0" cy="261620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38300" y="4140200"/>
            <a:ext cx="9893300" cy="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74800" y="402636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3300" y="391206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574800" y="366378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3300" y="354948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574800" y="3389502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3300" y="3275202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574800" y="3115221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3300" y="3000921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574800" y="2954777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3300" y="2840477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574800" y="2752642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3300" y="2638342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1574800" y="2478361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3300" y="2364061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574800" y="1841500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3300" y="1727200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1574800" y="1574800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27100" y="1447800"/>
            <a:ext cx="584200" cy="241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1574800" y="1701800"/>
            <a:ext cx="88900" cy="63500"/>
          </a:xfrm>
          <a:prstGeom prst="line">
            <a:avLst/>
          </a:prstGeom>
          <a:noFill/>
          <a:ln w="11430">
            <a:solidFill>
              <a:srgbClr val="25323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574800" y="1765300"/>
            <a:ext cx="88900" cy="63500"/>
          </a:xfrm>
          <a:prstGeom prst="line">
            <a:avLst/>
          </a:prstGeom>
          <a:noFill/>
          <a:ln w="11430">
            <a:solidFill>
              <a:srgbClr val="25323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638300" y="3115221"/>
            <a:ext cx="98933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638300" y="2954777"/>
            <a:ext cx="98933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08524" y="1256663"/>
            <a:ext cx="393700" cy="215900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16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Top-1 </a:t>
            </a:r>
            <a:r>
              <a:rPr lang="en-US" sz="16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RMSD (Å)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578600" y="1536700"/>
            <a:ext cx="0" cy="2603500"/>
          </a:xfrm>
          <a:prstGeom prst="line">
            <a:avLst/>
          </a:prstGeom>
          <a:noFill/>
          <a:ln w="10795">
            <a:solidFill>
              <a:srgbClr val="B8C2C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92492" y="34026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749544" y="34786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501558" y="3372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719474" y="34417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384340" y="34603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583156" y="33845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553048" y="3538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608025" y="33660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587188" y="3386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797066" y="3393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598170" y="34538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742717" y="32582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584113" y="34805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785836" y="34697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424428" y="34530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416081" y="3437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441788" y="34147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531588" y="3418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433161" y="34924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742963" y="34319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755945" y="34076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2441852" y="34513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546715" y="34042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2416480" y="34209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2401275" y="34241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569517" y="35703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448853" y="34412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2766052" y="34279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2521126" y="3419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2486404" y="34470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2374344" y="25285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2793253" y="3359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2553729" y="34123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2520387" y="33868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2769455" y="33674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2720394" y="33582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2413330" y="34816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2490111" y="3481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2534377" y="3452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2497429" y="3469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654129" y="33651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2533378" y="3323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431011" y="34699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2454543" y="34371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2373508" y="33014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2579529" y="34846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2515349" y="33884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2370099" y="34698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2578715" y="33453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2589903" y="34216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2498003" y="33996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2483833" y="33712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2640226" y="34399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2399796" y="34355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2514101" y="35795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2726547" y="34773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2612088" y="34482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2674284" y="3358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2552355" y="34591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2752213" y="33679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2433133" y="33509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2579931" y="34137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2646908" y="32957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399442" y="3457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576717" y="34500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504920" y="33698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2376491" y="33697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2644920" y="34728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654341" y="34783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482831" y="3444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2581113" y="35251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2744327" y="33689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610858" y="33861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2561656" y="34150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2424495" y="34701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2591304" y="3419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2689358" y="34706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2536606" y="32180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2765436" y="26550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2605077" y="3367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2397241" y="2906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2531668" y="32586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2678622" y="34608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2759549" y="35160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2508653" y="34960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2754706" y="33414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2511637" y="34209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2628085" y="34814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2780559" y="34633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2388917" y="3539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2389111" y="35938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2776608" y="34516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2478221" y="33779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2614871" y="34598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2369153" y="34631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2603607" y="30739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2563500" y="34211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2723826" y="33724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2704128" y="29979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2394089" y="35003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2492013" y="31365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2557040" y="30734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2749930" y="34244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2749919" y="27782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2402526" y="34977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2561670" y="27709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2631372" y="30788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2677828" y="27499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2584067" y="30523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2511924" y="32139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2780194" y="3408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2673098" y="27550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2683328" y="30399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2699751" y="35092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2387532" y="31517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2698664" y="27773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2653746" y="3534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2606045" y="35021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2791100" y="2728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2391677" y="27671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2791461" y="30540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2534566" y="30418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2532070" y="31244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2647766" y="29896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2581829" y="3069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2709566" y="28574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2740714" y="2949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2506434" y="29508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2451794" y="26260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2555998" y="24461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2577873" y="31244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2660018" y="24875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2381768" y="23813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2683710" y="26677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2680030" y="2538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2627767" y="24661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2772149" y="26258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2433042" y="2531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580706" y="23897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2398575" y="2557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2685292" y="2605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2743512" y="24919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2514839" y="2447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2486049" y="2735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2501319" y="24879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2521505" y="2405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2555168" y="26010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2435912" y="2410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2532633" y="25742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2506249" y="23438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2666949" y="2568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2449272" y="2217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2561239" y="2506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2716273" y="26761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2646783" y="23925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2739684" y="2341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2431636" y="2408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2561487" y="25869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2491634" y="2683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2623797" y="25563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2791438" y="24456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2776007" y="26303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2510709" y="24243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2445143" y="23769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2480702" y="2406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2479093" y="2455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2490145" y="2397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2541037" y="22424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2464016" y="29017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2600078" y="3045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2559127" y="3416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2762330" y="2573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2751047" y="29438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2644092" y="33050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2580496" y="33107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2710389" y="31924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2682248" y="2699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2509786" y="26731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2797906" y="26494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2572574" y="27409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2436391" y="25643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2580348" y="2500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2683143" y="24927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2789024" y="2889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2475846" y="25230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2404076" y="25332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2561060" y="26726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2715818" y="24872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2463148" y="2517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2545554" y="2734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2373746" y="26230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2659741" y="27613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2650375" y="24877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2701124" y="27053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2508806" y="28898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2607952" y="25324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2603593" y="26775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2796485" y="27066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2789455" y="25179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2543667" y="23853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2744273" y="2898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2674953" y="26201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2580762" y="25443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2490817" y="31668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2638229" y="2507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2633271" y="26541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2592057" y="2707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2527068" y="26982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2784918" y="30033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2794268" y="27981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2430686" y="26461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2713026" y="26218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2619429" y="34104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2423243" y="33865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2372904" y="33722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2774663" y="30639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2482036" y="30381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2756657" y="30600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2472486" y="29527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2684729" y="3028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2732749" y="30755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2774475" y="3007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2417607" y="3061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2630574" y="30872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2507886" y="3069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2529713" y="2992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2500192" y="3115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2646417" y="3400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2723045" y="31870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2511090" y="27918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2759353" y="31273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2379224" y="32067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2780492" y="2448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2429623" y="36715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2631255" y="3654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2373270" y="3749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2476507" y="3504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2627605" y="36689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2466914" y="34994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2673768" y="34364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2592688" y="36001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2653580" y="33768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2457019" y="36256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2500228" y="3474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2584571" y="36027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2480625" y="3116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2536716" y="33628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2728567" y="31501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2649435" y="3145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2643285" y="25232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2743367" y="25138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" name="Shape 285"/>
          <p:cNvSpPr/>
          <p:nvPr/>
        </p:nvSpPr>
        <p:spPr>
          <a:xfrm>
            <a:off x="2645648" y="25195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" name="Shape 286"/>
          <p:cNvSpPr/>
          <p:nvPr/>
        </p:nvSpPr>
        <p:spPr>
          <a:xfrm>
            <a:off x="2566043" y="25220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" name="Shape 287"/>
          <p:cNvSpPr/>
          <p:nvPr/>
        </p:nvSpPr>
        <p:spPr>
          <a:xfrm>
            <a:off x="2761630" y="26759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" name="Shape 288"/>
          <p:cNvSpPr/>
          <p:nvPr/>
        </p:nvSpPr>
        <p:spPr>
          <a:xfrm>
            <a:off x="2425152" y="25790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" name="Shape 289"/>
          <p:cNvSpPr/>
          <p:nvPr/>
        </p:nvSpPr>
        <p:spPr>
          <a:xfrm>
            <a:off x="2734374" y="30124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" name="Shape 290"/>
          <p:cNvSpPr/>
          <p:nvPr/>
        </p:nvSpPr>
        <p:spPr>
          <a:xfrm>
            <a:off x="2626621" y="25418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" name="Shape 291"/>
          <p:cNvSpPr/>
          <p:nvPr/>
        </p:nvSpPr>
        <p:spPr>
          <a:xfrm>
            <a:off x="2594631" y="2662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" name="Shape 292"/>
          <p:cNvSpPr/>
          <p:nvPr/>
        </p:nvSpPr>
        <p:spPr>
          <a:xfrm>
            <a:off x="2471417" y="3135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" name="Shape 293"/>
          <p:cNvSpPr/>
          <p:nvPr/>
        </p:nvSpPr>
        <p:spPr>
          <a:xfrm>
            <a:off x="2397361" y="3130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" name="Shape 294"/>
          <p:cNvSpPr/>
          <p:nvPr/>
        </p:nvSpPr>
        <p:spPr>
          <a:xfrm>
            <a:off x="2749447" y="31496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" name="Shape 295"/>
          <p:cNvSpPr/>
          <p:nvPr/>
        </p:nvSpPr>
        <p:spPr>
          <a:xfrm>
            <a:off x="2721515" y="30950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" name="Shape 296"/>
          <p:cNvSpPr/>
          <p:nvPr/>
        </p:nvSpPr>
        <p:spPr>
          <a:xfrm>
            <a:off x="2443740" y="3127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" name="Shape 297"/>
          <p:cNvSpPr/>
          <p:nvPr/>
        </p:nvSpPr>
        <p:spPr>
          <a:xfrm>
            <a:off x="2416472" y="31476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" name="Shape 298"/>
          <p:cNvSpPr/>
          <p:nvPr/>
        </p:nvSpPr>
        <p:spPr>
          <a:xfrm>
            <a:off x="2553443" y="33164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" name="Shape 299"/>
          <p:cNvSpPr/>
          <p:nvPr/>
        </p:nvSpPr>
        <p:spPr>
          <a:xfrm>
            <a:off x="2725813" y="33423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" name="Shape 300"/>
          <p:cNvSpPr/>
          <p:nvPr/>
        </p:nvSpPr>
        <p:spPr>
          <a:xfrm>
            <a:off x="2403212" y="30851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" name="Shape 301"/>
          <p:cNvSpPr/>
          <p:nvPr/>
        </p:nvSpPr>
        <p:spPr>
          <a:xfrm>
            <a:off x="2784213" y="32817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" name="Shape 302"/>
          <p:cNvSpPr/>
          <p:nvPr/>
        </p:nvSpPr>
        <p:spPr>
          <a:xfrm>
            <a:off x="2633379" y="2462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" name="Shape 303"/>
          <p:cNvSpPr/>
          <p:nvPr/>
        </p:nvSpPr>
        <p:spPr>
          <a:xfrm>
            <a:off x="2629456" y="33597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" name="Shape 304"/>
          <p:cNvSpPr/>
          <p:nvPr/>
        </p:nvSpPr>
        <p:spPr>
          <a:xfrm>
            <a:off x="2368847" y="3107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" name="Shape 305"/>
          <p:cNvSpPr/>
          <p:nvPr/>
        </p:nvSpPr>
        <p:spPr>
          <a:xfrm>
            <a:off x="2480038" y="32855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" name="Shape 306"/>
          <p:cNvSpPr/>
          <p:nvPr/>
        </p:nvSpPr>
        <p:spPr>
          <a:xfrm>
            <a:off x="2537559" y="33879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" name="Shape 307"/>
          <p:cNvSpPr/>
          <p:nvPr/>
        </p:nvSpPr>
        <p:spPr>
          <a:xfrm>
            <a:off x="2424918" y="2836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" name="Shape 308"/>
          <p:cNvSpPr/>
          <p:nvPr/>
        </p:nvSpPr>
        <p:spPr>
          <a:xfrm>
            <a:off x="2433658" y="23964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" name="Shape 309"/>
          <p:cNvSpPr/>
          <p:nvPr/>
        </p:nvSpPr>
        <p:spPr>
          <a:xfrm>
            <a:off x="2452029" y="33649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" name="Shape 310"/>
          <p:cNvSpPr/>
          <p:nvPr/>
        </p:nvSpPr>
        <p:spPr>
          <a:xfrm>
            <a:off x="2606782" y="35075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" name="Shape 311"/>
          <p:cNvSpPr/>
          <p:nvPr/>
        </p:nvSpPr>
        <p:spPr>
          <a:xfrm>
            <a:off x="2725490" y="36147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" name="Shape 312"/>
          <p:cNvSpPr/>
          <p:nvPr/>
        </p:nvSpPr>
        <p:spPr>
          <a:xfrm>
            <a:off x="2550401" y="3476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" name="Shape 313"/>
          <p:cNvSpPr/>
          <p:nvPr/>
        </p:nvSpPr>
        <p:spPr>
          <a:xfrm>
            <a:off x="2790399" y="35378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" name="Shape 314"/>
          <p:cNvSpPr/>
          <p:nvPr/>
        </p:nvSpPr>
        <p:spPr>
          <a:xfrm>
            <a:off x="2526021" y="2332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" name="Shape 315"/>
          <p:cNvSpPr/>
          <p:nvPr/>
        </p:nvSpPr>
        <p:spPr>
          <a:xfrm>
            <a:off x="2659457" y="25972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" name="Shape 316"/>
          <p:cNvSpPr/>
          <p:nvPr/>
        </p:nvSpPr>
        <p:spPr>
          <a:xfrm>
            <a:off x="2492301" y="32509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9" name="Shape 317"/>
          <p:cNvSpPr/>
          <p:nvPr/>
        </p:nvSpPr>
        <p:spPr>
          <a:xfrm>
            <a:off x="2465828" y="2978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0" name="Shape 318"/>
          <p:cNvSpPr/>
          <p:nvPr/>
        </p:nvSpPr>
        <p:spPr>
          <a:xfrm>
            <a:off x="2368343" y="2544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1" name="Shape 319"/>
          <p:cNvSpPr/>
          <p:nvPr/>
        </p:nvSpPr>
        <p:spPr>
          <a:xfrm>
            <a:off x="2731728" y="23609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2" name="Shape 320"/>
          <p:cNvSpPr/>
          <p:nvPr/>
        </p:nvSpPr>
        <p:spPr>
          <a:xfrm>
            <a:off x="2486773" y="24712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3" name="Shape 321"/>
          <p:cNvSpPr/>
          <p:nvPr/>
        </p:nvSpPr>
        <p:spPr>
          <a:xfrm>
            <a:off x="2534614" y="27657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4" name="Shape 322"/>
          <p:cNvSpPr/>
          <p:nvPr/>
        </p:nvSpPr>
        <p:spPr>
          <a:xfrm>
            <a:off x="2794239" y="26815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5" name="Shape 323"/>
          <p:cNvSpPr/>
          <p:nvPr/>
        </p:nvSpPr>
        <p:spPr>
          <a:xfrm>
            <a:off x="2643309" y="27309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6" name="Shape 324"/>
          <p:cNvSpPr/>
          <p:nvPr/>
        </p:nvSpPr>
        <p:spPr>
          <a:xfrm>
            <a:off x="2715067" y="28580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7" name="Shape 325"/>
          <p:cNvSpPr/>
          <p:nvPr/>
        </p:nvSpPr>
        <p:spPr>
          <a:xfrm>
            <a:off x="2644240" y="30550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8" name="Shape 326"/>
          <p:cNvSpPr/>
          <p:nvPr/>
        </p:nvSpPr>
        <p:spPr>
          <a:xfrm>
            <a:off x="2433416" y="26472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9" name="Shape 327"/>
          <p:cNvSpPr/>
          <p:nvPr/>
        </p:nvSpPr>
        <p:spPr>
          <a:xfrm>
            <a:off x="2654678" y="27553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0" name="Shape 328"/>
          <p:cNvSpPr/>
          <p:nvPr/>
        </p:nvSpPr>
        <p:spPr>
          <a:xfrm>
            <a:off x="2522604" y="2703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1" name="Shape 329"/>
          <p:cNvSpPr/>
          <p:nvPr/>
        </p:nvSpPr>
        <p:spPr>
          <a:xfrm>
            <a:off x="2479049" y="27879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2" name="Shape 330"/>
          <p:cNvSpPr/>
          <p:nvPr/>
        </p:nvSpPr>
        <p:spPr>
          <a:xfrm>
            <a:off x="2671167" y="32575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3" name="Shape 331"/>
          <p:cNvSpPr/>
          <p:nvPr/>
        </p:nvSpPr>
        <p:spPr>
          <a:xfrm>
            <a:off x="2629583" y="27423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4" name="Shape 332"/>
          <p:cNvSpPr/>
          <p:nvPr/>
        </p:nvSpPr>
        <p:spPr>
          <a:xfrm>
            <a:off x="2424911" y="32151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5" name="Shape 333"/>
          <p:cNvSpPr/>
          <p:nvPr/>
        </p:nvSpPr>
        <p:spPr>
          <a:xfrm>
            <a:off x="2494125" y="3138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6" name="Shape 334"/>
          <p:cNvSpPr/>
          <p:nvPr/>
        </p:nvSpPr>
        <p:spPr>
          <a:xfrm>
            <a:off x="2453403" y="31546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7" name="Shape 335"/>
          <p:cNvSpPr/>
          <p:nvPr/>
        </p:nvSpPr>
        <p:spPr>
          <a:xfrm>
            <a:off x="2671573" y="31448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8" name="Shape 336"/>
          <p:cNvSpPr/>
          <p:nvPr/>
        </p:nvSpPr>
        <p:spPr>
          <a:xfrm>
            <a:off x="2589191" y="31448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9" name="Shape 337"/>
          <p:cNvSpPr/>
          <p:nvPr/>
        </p:nvSpPr>
        <p:spPr>
          <a:xfrm>
            <a:off x="2464058" y="31530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0" name="Shape 338"/>
          <p:cNvSpPr/>
          <p:nvPr/>
        </p:nvSpPr>
        <p:spPr>
          <a:xfrm>
            <a:off x="2621273" y="35426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1" name="Shape 339"/>
          <p:cNvSpPr/>
          <p:nvPr/>
        </p:nvSpPr>
        <p:spPr>
          <a:xfrm>
            <a:off x="2426203" y="35084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2" name="Shape 340"/>
          <p:cNvSpPr/>
          <p:nvPr/>
        </p:nvSpPr>
        <p:spPr>
          <a:xfrm>
            <a:off x="2617193" y="33352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3" name="Shape 341"/>
          <p:cNvSpPr/>
          <p:nvPr/>
        </p:nvSpPr>
        <p:spPr>
          <a:xfrm>
            <a:off x="2595838" y="35431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4" name="Shape 342"/>
          <p:cNvSpPr/>
          <p:nvPr/>
        </p:nvSpPr>
        <p:spPr>
          <a:xfrm>
            <a:off x="2592602" y="26933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5" name="Shape 343"/>
          <p:cNvSpPr/>
          <p:nvPr/>
        </p:nvSpPr>
        <p:spPr>
          <a:xfrm>
            <a:off x="2419043" y="30303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6" name="Shape 344"/>
          <p:cNvSpPr/>
          <p:nvPr/>
        </p:nvSpPr>
        <p:spPr>
          <a:xfrm>
            <a:off x="2649670" y="27344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7" name="Shape 345"/>
          <p:cNvSpPr/>
          <p:nvPr/>
        </p:nvSpPr>
        <p:spPr>
          <a:xfrm>
            <a:off x="2443950" y="28498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8" name="Shape 346"/>
          <p:cNvSpPr/>
          <p:nvPr/>
        </p:nvSpPr>
        <p:spPr>
          <a:xfrm>
            <a:off x="2777451" y="28954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9" name="Shape 347"/>
          <p:cNvSpPr/>
          <p:nvPr/>
        </p:nvSpPr>
        <p:spPr>
          <a:xfrm>
            <a:off x="2448188" y="29524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0" name="Shape 348"/>
          <p:cNvSpPr/>
          <p:nvPr/>
        </p:nvSpPr>
        <p:spPr>
          <a:xfrm>
            <a:off x="2687766" y="28803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1" name="Shape 349"/>
          <p:cNvSpPr/>
          <p:nvPr/>
        </p:nvSpPr>
        <p:spPr>
          <a:xfrm>
            <a:off x="2698535" y="29007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2" name="Shape 350"/>
          <p:cNvSpPr/>
          <p:nvPr/>
        </p:nvSpPr>
        <p:spPr>
          <a:xfrm>
            <a:off x="2669819" y="2605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3" name="Shape 351"/>
          <p:cNvSpPr/>
          <p:nvPr/>
        </p:nvSpPr>
        <p:spPr>
          <a:xfrm>
            <a:off x="2387923" y="3210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4" name="Shape 352"/>
          <p:cNvSpPr/>
          <p:nvPr/>
        </p:nvSpPr>
        <p:spPr>
          <a:xfrm>
            <a:off x="2544211" y="30903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5" name="Shape 353"/>
          <p:cNvSpPr/>
          <p:nvPr/>
        </p:nvSpPr>
        <p:spPr>
          <a:xfrm>
            <a:off x="2628243" y="30685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6" name="Shape 354"/>
          <p:cNvSpPr/>
          <p:nvPr/>
        </p:nvSpPr>
        <p:spPr>
          <a:xfrm>
            <a:off x="2615552" y="3128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7" name="Shape 355"/>
          <p:cNvSpPr/>
          <p:nvPr/>
        </p:nvSpPr>
        <p:spPr>
          <a:xfrm>
            <a:off x="2683935" y="3117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8" name="Shape 356"/>
          <p:cNvSpPr/>
          <p:nvPr/>
        </p:nvSpPr>
        <p:spPr>
          <a:xfrm>
            <a:off x="2420917" y="30794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9" name="Shape 357"/>
          <p:cNvSpPr/>
          <p:nvPr/>
        </p:nvSpPr>
        <p:spPr>
          <a:xfrm>
            <a:off x="2601685" y="27610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0" name="Shape 358"/>
          <p:cNvSpPr/>
          <p:nvPr/>
        </p:nvSpPr>
        <p:spPr>
          <a:xfrm>
            <a:off x="2375054" y="2968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1" name="Shape 359"/>
          <p:cNvSpPr/>
          <p:nvPr/>
        </p:nvSpPr>
        <p:spPr>
          <a:xfrm>
            <a:off x="2780713" y="2711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2" name="Shape 360"/>
          <p:cNvSpPr/>
          <p:nvPr/>
        </p:nvSpPr>
        <p:spPr>
          <a:xfrm>
            <a:off x="2508585" y="31591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3" name="Shape 361"/>
          <p:cNvSpPr/>
          <p:nvPr/>
        </p:nvSpPr>
        <p:spPr>
          <a:xfrm>
            <a:off x="2554950" y="27666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4" name="Shape 362"/>
          <p:cNvSpPr/>
          <p:nvPr/>
        </p:nvSpPr>
        <p:spPr>
          <a:xfrm>
            <a:off x="2641036" y="26304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5" name="Shape 363"/>
          <p:cNvSpPr/>
          <p:nvPr/>
        </p:nvSpPr>
        <p:spPr>
          <a:xfrm>
            <a:off x="2539089" y="31535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6" name="Shape 364"/>
          <p:cNvSpPr/>
          <p:nvPr/>
        </p:nvSpPr>
        <p:spPr>
          <a:xfrm>
            <a:off x="2405481" y="26771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7" name="Shape 365"/>
          <p:cNvSpPr/>
          <p:nvPr/>
        </p:nvSpPr>
        <p:spPr>
          <a:xfrm>
            <a:off x="2711086" y="31236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" name="Shape 366"/>
          <p:cNvSpPr/>
          <p:nvPr/>
        </p:nvSpPr>
        <p:spPr>
          <a:xfrm>
            <a:off x="2777663" y="30901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" name="Shape 367"/>
          <p:cNvSpPr/>
          <p:nvPr/>
        </p:nvSpPr>
        <p:spPr>
          <a:xfrm>
            <a:off x="2407483" y="29794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" name="Shape 368"/>
          <p:cNvSpPr/>
          <p:nvPr/>
        </p:nvSpPr>
        <p:spPr>
          <a:xfrm>
            <a:off x="2542309" y="26082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" name="Shape 369"/>
          <p:cNvSpPr/>
          <p:nvPr/>
        </p:nvSpPr>
        <p:spPr>
          <a:xfrm>
            <a:off x="2718902" y="29115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" name="Shape 370"/>
          <p:cNvSpPr/>
          <p:nvPr/>
        </p:nvSpPr>
        <p:spPr>
          <a:xfrm>
            <a:off x="2762672" y="25617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" name="Shape 371"/>
          <p:cNvSpPr/>
          <p:nvPr/>
        </p:nvSpPr>
        <p:spPr>
          <a:xfrm>
            <a:off x="2534497" y="24970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" name="Shape 372"/>
          <p:cNvSpPr/>
          <p:nvPr/>
        </p:nvSpPr>
        <p:spPr>
          <a:xfrm>
            <a:off x="2550826" y="31804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" name="Shape 373"/>
          <p:cNvSpPr/>
          <p:nvPr/>
        </p:nvSpPr>
        <p:spPr>
          <a:xfrm>
            <a:off x="2497499" y="29154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" name="Shape 374"/>
          <p:cNvSpPr/>
          <p:nvPr/>
        </p:nvSpPr>
        <p:spPr>
          <a:xfrm>
            <a:off x="2432088" y="37005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" name="Shape 375"/>
          <p:cNvSpPr/>
          <p:nvPr/>
        </p:nvSpPr>
        <p:spPr>
          <a:xfrm>
            <a:off x="2517987" y="31190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" name="Shape 376"/>
          <p:cNvSpPr/>
          <p:nvPr/>
        </p:nvSpPr>
        <p:spPr>
          <a:xfrm>
            <a:off x="2595523" y="3416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" name="Shape 377"/>
          <p:cNvSpPr/>
          <p:nvPr/>
        </p:nvSpPr>
        <p:spPr>
          <a:xfrm>
            <a:off x="2591680" y="28806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" name="Shape 378"/>
          <p:cNvSpPr/>
          <p:nvPr/>
        </p:nvSpPr>
        <p:spPr>
          <a:xfrm>
            <a:off x="2638789" y="28852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" name="Shape 379"/>
          <p:cNvSpPr/>
          <p:nvPr/>
        </p:nvSpPr>
        <p:spPr>
          <a:xfrm>
            <a:off x="2412449" y="2907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" name="Shape 380"/>
          <p:cNvSpPr/>
          <p:nvPr/>
        </p:nvSpPr>
        <p:spPr>
          <a:xfrm>
            <a:off x="2600158" y="3503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" name="Shape 381"/>
          <p:cNvSpPr/>
          <p:nvPr/>
        </p:nvSpPr>
        <p:spPr>
          <a:xfrm>
            <a:off x="2680656" y="30933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" name="Shape 382"/>
          <p:cNvSpPr/>
          <p:nvPr/>
        </p:nvSpPr>
        <p:spPr>
          <a:xfrm>
            <a:off x="2393043" y="32991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" name="Shape 383"/>
          <p:cNvSpPr/>
          <p:nvPr/>
        </p:nvSpPr>
        <p:spPr>
          <a:xfrm>
            <a:off x="2694833" y="28200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" name="Shape 384"/>
          <p:cNvSpPr/>
          <p:nvPr/>
        </p:nvSpPr>
        <p:spPr>
          <a:xfrm>
            <a:off x="2736612" y="29789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" name="Shape 385"/>
          <p:cNvSpPr/>
          <p:nvPr/>
        </p:nvSpPr>
        <p:spPr>
          <a:xfrm>
            <a:off x="2569382" y="29505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" name="Shape 386"/>
          <p:cNvSpPr/>
          <p:nvPr/>
        </p:nvSpPr>
        <p:spPr>
          <a:xfrm>
            <a:off x="2422731" y="3167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" name="Shape 387"/>
          <p:cNvSpPr/>
          <p:nvPr/>
        </p:nvSpPr>
        <p:spPr>
          <a:xfrm>
            <a:off x="2754257" y="2967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" name="Shape 388"/>
          <p:cNvSpPr/>
          <p:nvPr/>
        </p:nvSpPr>
        <p:spPr>
          <a:xfrm>
            <a:off x="2661649" y="34191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" name="Shape 389"/>
          <p:cNvSpPr/>
          <p:nvPr/>
        </p:nvSpPr>
        <p:spPr>
          <a:xfrm>
            <a:off x="2619784" y="28907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" name="Shape 390"/>
          <p:cNvSpPr/>
          <p:nvPr/>
        </p:nvSpPr>
        <p:spPr>
          <a:xfrm>
            <a:off x="2671155" y="31013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" name="Shape 391"/>
          <p:cNvSpPr/>
          <p:nvPr/>
        </p:nvSpPr>
        <p:spPr>
          <a:xfrm>
            <a:off x="2570290" y="26548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" name="Shape 392"/>
          <p:cNvSpPr/>
          <p:nvPr/>
        </p:nvSpPr>
        <p:spPr>
          <a:xfrm>
            <a:off x="2633666" y="30364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" name="Shape 393"/>
          <p:cNvSpPr/>
          <p:nvPr/>
        </p:nvSpPr>
        <p:spPr>
          <a:xfrm>
            <a:off x="2424616" y="26357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" name="Shape 394"/>
          <p:cNvSpPr/>
          <p:nvPr/>
        </p:nvSpPr>
        <p:spPr>
          <a:xfrm>
            <a:off x="2497794" y="29970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" name="Shape 395"/>
          <p:cNvSpPr/>
          <p:nvPr/>
        </p:nvSpPr>
        <p:spPr>
          <a:xfrm>
            <a:off x="2369999" y="1536700"/>
            <a:ext cx="76200" cy="63500"/>
          </a:xfrm>
          <a:prstGeom prst="triangle">
            <a:avLst/>
          </a:prstGeom>
          <a:solidFill>
            <a:srgbClr val="2D887E">
              <a:alpha val="82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" name="Shape 396"/>
          <p:cNvSpPr/>
          <p:nvPr/>
        </p:nvSpPr>
        <p:spPr>
          <a:xfrm>
            <a:off x="2668839" y="23832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" name="Shape 397"/>
          <p:cNvSpPr/>
          <p:nvPr/>
        </p:nvSpPr>
        <p:spPr>
          <a:xfrm>
            <a:off x="2742081" y="3116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" name="Shape 398"/>
          <p:cNvSpPr/>
          <p:nvPr/>
        </p:nvSpPr>
        <p:spPr>
          <a:xfrm>
            <a:off x="2726289" y="2809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" name="Shape 399"/>
          <p:cNvSpPr/>
          <p:nvPr/>
        </p:nvSpPr>
        <p:spPr>
          <a:xfrm>
            <a:off x="2435859" y="25704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" name="Shape 400"/>
          <p:cNvSpPr/>
          <p:nvPr/>
        </p:nvSpPr>
        <p:spPr>
          <a:xfrm>
            <a:off x="2502010" y="26495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" name="Shape 401"/>
          <p:cNvSpPr/>
          <p:nvPr/>
        </p:nvSpPr>
        <p:spPr>
          <a:xfrm>
            <a:off x="2493559" y="3136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" name="Shape 402"/>
          <p:cNvSpPr/>
          <p:nvPr/>
        </p:nvSpPr>
        <p:spPr>
          <a:xfrm>
            <a:off x="2487667" y="24971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" name="Shape 403"/>
          <p:cNvSpPr/>
          <p:nvPr/>
        </p:nvSpPr>
        <p:spPr>
          <a:xfrm>
            <a:off x="2689189" y="25289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" name="Shape 404"/>
          <p:cNvSpPr/>
          <p:nvPr/>
        </p:nvSpPr>
        <p:spPr>
          <a:xfrm>
            <a:off x="2676110" y="25268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" name="Shape 405"/>
          <p:cNvSpPr/>
          <p:nvPr/>
        </p:nvSpPr>
        <p:spPr>
          <a:xfrm>
            <a:off x="2756160" y="2375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" name="Shape 406"/>
          <p:cNvSpPr/>
          <p:nvPr/>
        </p:nvSpPr>
        <p:spPr>
          <a:xfrm>
            <a:off x="2613886" y="24249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" name="Shape 407"/>
          <p:cNvSpPr/>
          <p:nvPr/>
        </p:nvSpPr>
        <p:spPr>
          <a:xfrm>
            <a:off x="2774973" y="23774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" name="Shape 408"/>
          <p:cNvSpPr/>
          <p:nvPr/>
        </p:nvSpPr>
        <p:spPr>
          <a:xfrm>
            <a:off x="2527243" y="24707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" name="Shape 409"/>
          <p:cNvSpPr/>
          <p:nvPr/>
        </p:nvSpPr>
        <p:spPr>
          <a:xfrm>
            <a:off x="2552313" y="24903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" name="Shape 410"/>
          <p:cNvSpPr/>
          <p:nvPr/>
        </p:nvSpPr>
        <p:spPr>
          <a:xfrm>
            <a:off x="2560692" y="27807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3" name="Shape 411"/>
          <p:cNvSpPr/>
          <p:nvPr/>
        </p:nvSpPr>
        <p:spPr>
          <a:xfrm>
            <a:off x="2564734" y="25161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4" name="Shape 412"/>
          <p:cNvSpPr/>
          <p:nvPr/>
        </p:nvSpPr>
        <p:spPr>
          <a:xfrm>
            <a:off x="2513000" y="26048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5" name="Shape 413"/>
          <p:cNvSpPr/>
          <p:nvPr/>
        </p:nvSpPr>
        <p:spPr>
          <a:xfrm>
            <a:off x="2454996" y="2526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6" name="Shape 414"/>
          <p:cNvSpPr/>
          <p:nvPr/>
        </p:nvSpPr>
        <p:spPr>
          <a:xfrm>
            <a:off x="2545074" y="24331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7" name="Shape 415"/>
          <p:cNvSpPr/>
          <p:nvPr/>
        </p:nvSpPr>
        <p:spPr>
          <a:xfrm>
            <a:off x="2692986" y="24658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8" name="Shape 416"/>
          <p:cNvSpPr/>
          <p:nvPr/>
        </p:nvSpPr>
        <p:spPr>
          <a:xfrm>
            <a:off x="2472999" y="23951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9" name="Shape 417"/>
          <p:cNvSpPr/>
          <p:nvPr/>
        </p:nvSpPr>
        <p:spPr>
          <a:xfrm>
            <a:off x="2690861" y="24727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0" name="Shape 418"/>
          <p:cNvSpPr/>
          <p:nvPr/>
        </p:nvSpPr>
        <p:spPr>
          <a:xfrm>
            <a:off x="2575200" y="2968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1" name="Shape 419"/>
          <p:cNvSpPr/>
          <p:nvPr/>
        </p:nvSpPr>
        <p:spPr>
          <a:xfrm>
            <a:off x="2604713" y="25726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2" name="Shape 420"/>
          <p:cNvSpPr/>
          <p:nvPr/>
        </p:nvSpPr>
        <p:spPr>
          <a:xfrm>
            <a:off x="2796953" y="3269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3" name="Shape 421"/>
          <p:cNvSpPr/>
          <p:nvPr/>
        </p:nvSpPr>
        <p:spPr>
          <a:xfrm>
            <a:off x="2653245" y="35993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4" name="Shape 422"/>
          <p:cNvSpPr/>
          <p:nvPr/>
        </p:nvSpPr>
        <p:spPr>
          <a:xfrm>
            <a:off x="2633294" y="29248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5" name="Shape 423"/>
          <p:cNvSpPr/>
          <p:nvPr/>
        </p:nvSpPr>
        <p:spPr>
          <a:xfrm>
            <a:off x="2720745" y="28888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6" name="Shape 424"/>
          <p:cNvSpPr/>
          <p:nvPr/>
        </p:nvSpPr>
        <p:spPr>
          <a:xfrm>
            <a:off x="2539775" y="2483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7" name="Shape 425"/>
          <p:cNvSpPr/>
          <p:nvPr/>
        </p:nvSpPr>
        <p:spPr>
          <a:xfrm>
            <a:off x="2616136" y="25143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8" name="Shape 426"/>
          <p:cNvSpPr/>
          <p:nvPr/>
        </p:nvSpPr>
        <p:spPr>
          <a:xfrm>
            <a:off x="2406177" y="2907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9" name="Shape 427"/>
          <p:cNvSpPr/>
          <p:nvPr/>
        </p:nvSpPr>
        <p:spPr>
          <a:xfrm>
            <a:off x="2628415" y="26418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0" name="Shape 428"/>
          <p:cNvSpPr/>
          <p:nvPr/>
        </p:nvSpPr>
        <p:spPr>
          <a:xfrm>
            <a:off x="2725742" y="3322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1" name="Shape 429"/>
          <p:cNvSpPr/>
          <p:nvPr/>
        </p:nvSpPr>
        <p:spPr>
          <a:xfrm>
            <a:off x="2673061" y="2838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2" name="Shape 430"/>
          <p:cNvSpPr/>
          <p:nvPr/>
        </p:nvSpPr>
        <p:spPr>
          <a:xfrm>
            <a:off x="2686475" y="31605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3" name="Shape 431"/>
          <p:cNvSpPr/>
          <p:nvPr/>
        </p:nvSpPr>
        <p:spPr>
          <a:xfrm>
            <a:off x="2678787" y="37970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4" name="Shape 432"/>
          <p:cNvSpPr/>
          <p:nvPr/>
        </p:nvSpPr>
        <p:spPr>
          <a:xfrm>
            <a:off x="2390684" y="28761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5" name="Shape 433"/>
          <p:cNvSpPr/>
          <p:nvPr/>
        </p:nvSpPr>
        <p:spPr>
          <a:xfrm>
            <a:off x="2493640" y="27730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6" name="Shape 434"/>
          <p:cNvSpPr/>
          <p:nvPr/>
        </p:nvSpPr>
        <p:spPr>
          <a:xfrm>
            <a:off x="2766226" y="2473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7" name="Shape 435"/>
          <p:cNvSpPr/>
          <p:nvPr/>
        </p:nvSpPr>
        <p:spPr>
          <a:xfrm>
            <a:off x="2611556" y="2772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8" name="Shape 436"/>
          <p:cNvSpPr/>
          <p:nvPr/>
        </p:nvSpPr>
        <p:spPr>
          <a:xfrm>
            <a:off x="2718122" y="28146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9" name="Shape 437"/>
          <p:cNvSpPr/>
          <p:nvPr/>
        </p:nvSpPr>
        <p:spPr>
          <a:xfrm>
            <a:off x="2494075" y="28873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0" name="Shape 438"/>
          <p:cNvSpPr/>
          <p:nvPr/>
        </p:nvSpPr>
        <p:spPr>
          <a:xfrm>
            <a:off x="2734040" y="28062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1" name="Shape 439"/>
          <p:cNvSpPr/>
          <p:nvPr/>
        </p:nvSpPr>
        <p:spPr>
          <a:xfrm>
            <a:off x="2694623" y="25586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2" name="Shape 440"/>
          <p:cNvSpPr/>
          <p:nvPr/>
        </p:nvSpPr>
        <p:spPr>
          <a:xfrm>
            <a:off x="2759533" y="25110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3" name="Shape 441"/>
          <p:cNvSpPr/>
          <p:nvPr/>
        </p:nvSpPr>
        <p:spPr>
          <a:xfrm>
            <a:off x="2430711" y="25438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4" name="Shape 442"/>
          <p:cNvSpPr/>
          <p:nvPr/>
        </p:nvSpPr>
        <p:spPr>
          <a:xfrm>
            <a:off x="2797031" y="24875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5" name="Shape 443"/>
          <p:cNvSpPr/>
          <p:nvPr/>
        </p:nvSpPr>
        <p:spPr>
          <a:xfrm>
            <a:off x="2632949" y="2488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6" name="Shape 444"/>
          <p:cNvSpPr/>
          <p:nvPr/>
        </p:nvSpPr>
        <p:spPr>
          <a:xfrm>
            <a:off x="2776588" y="27909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7" name="Shape 445"/>
          <p:cNvSpPr/>
          <p:nvPr/>
        </p:nvSpPr>
        <p:spPr>
          <a:xfrm>
            <a:off x="2722461" y="28049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8" name="Shape 446"/>
          <p:cNvSpPr/>
          <p:nvPr/>
        </p:nvSpPr>
        <p:spPr>
          <a:xfrm>
            <a:off x="2409130" y="33129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9" name="Shape 447"/>
          <p:cNvSpPr/>
          <p:nvPr/>
        </p:nvSpPr>
        <p:spPr>
          <a:xfrm>
            <a:off x="2622061" y="32893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0" name="Shape 448"/>
          <p:cNvSpPr/>
          <p:nvPr/>
        </p:nvSpPr>
        <p:spPr>
          <a:xfrm>
            <a:off x="2454239" y="29244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1" name="Shape 449"/>
          <p:cNvSpPr/>
          <p:nvPr/>
        </p:nvSpPr>
        <p:spPr>
          <a:xfrm>
            <a:off x="2489452" y="33728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2" name="Shape 450"/>
          <p:cNvSpPr/>
          <p:nvPr/>
        </p:nvSpPr>
        <p:spPr>
          <a:xfrm>
            <a:off x="2767365" y="35136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3" name="Shape 451"/>
          <p:cNvSpPr/>
          <p:nvPr/>
        </p:nvSpPr>
        <p:spPr>
          <a:xfrm>
            <a:off x="2412517" y="36026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4" name="Shape 452"/>
          <p:cNvSpPr/>
          <p:nvPr/>
        </p:nvSpPr>
        <p:spPr>
          <a:xfrm>
            <a:off x="2785182" y="28722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5" name="Shape 453"/>
          <p:cNvSpPr/>
          <p:nvPr/>
        </p:nvSpPr>
        <p:spPr>
          <a:xfrm>
            <a:off x="2429138" y="27887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6" name="Shape 454"/>
          <p:cNvSpPr/>
          <p:nvPr/>
        </p:nvSpPr>
        <p:spPr>
          <a:xfrm>
            <a:off x="2557031" y="28144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7" name="Shape 455"/>
          <p:cNvSpPr/>
          <p:nvPr/>
        </p:nvSpPr>
        <p:spPr>
          <a:xfrm>
            <a:off x="2664972" y="26679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" name="Shape 456"/>
          <p:cNvSpPr/>
          <p:nvPr/>
        </p:nvSpPr>
        <p:spPr>
          <a:xfrm>
            <a:off x="2672226" y="2825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" name="Shape 457"/>
          <p:cNvSpPr/>
          <p:nvPr/>
        </p:nvSpPr>
        <p:spPr>
          <a:xfrm>
            <a:off x="2378704" y="34699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" name="Shape 458"/>
          <p:cNvSpPr/>
          <p:nvPr/>
        </p:nvSpPr>
        <p:spPr>
          <a:xfrm>
            <a:off x="2542676" y="29672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" name="Shape 459"/>
          <p:cNvSpPr/>
          <p:nvPr/>
        </p:nvSpPr>
        <p:spPr>
          <a:xfrm>
            <a:off x="2706712" y="29086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" name="Shape 460"/>
          <p:cNvSpPr/>
          <p:nvPr/>
        </p:nvSpPr>
        <p:spPr>
          <a:xfrm>
            <a:off x="2383756" y="29251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" name="Shape 461"/>
          <p:cNvSpPr/>
          <p:nvPr/>
        </p:nvSpPr>
        <p:spPr>
          <a:xfrm>
            <a:off x="2750960" y="35123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" name="Shape 462"/>
          <p:cNvSpPr/>
          <p:nvPr/>
        </p:nvSpPr>
        <p:spPr>
          <a:xfrm>
            <a:off x="2665184" y="35118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" name="Shape 463"/>
          <p:cNvSpPr/>
          <p:nvPr/>
        </p:nvSpPr>
        <p:spPr>
          <a:xfrm>
            <a:off x="2459195" y="35174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" name="Shape 464"/>
          <p:cNvSpPr/>
          <p:nvPr/>
        </p:nvSpPr>
        <p:spPr>
          <a:xfrm>
            <a:off x="2558632" y="3670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" name="Shape 465"/>
          <p:cNvSpPr/>
          <p:nvPr/>
        </p:nvSpPr>
        <p:spPr>
          <a:xfrm>
            <a:off x="2478193" y="28923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" name="Shape 466"/>
          <p:cNvSpPr/>
          <p:nvPr/>
        </p:nvSpPr>
        <p:spPr>
          <a:xfrm>
            <a:off x="2692237" y="27962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" name="Shape 467"/>
          <p:cNvSpPr/>
          <p:nvPr/>
        </p:nvSpPr>
        <p:spPr>
          <a:xfrm>
            <a:off x="2671180" y="35392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" name="Shape 468"/>
          <p:cNvSpPr/>
          <p:nvPr/>
        </p:nvSpPr>
        <p:spPr>
          <a:xfrm>
            <a:off x="2432152" y="36088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" name="Shape 469"/>
          <p:cNvSpPr/>
          <p:nvPr/>
        </p:nvSpPr>
        <p:spPr>
          <a:xfrm>
            <a:off x="2457153" y="26765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" name="Shape 470"/>
          <p:cNvSpPr/>
          <p:nvPr/>
        </p:nvSpPr>
        <p:spPr>
          <a:xfrm>
            <a:off x="2578440" y="33875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" name="Shape 471"/>
          <p:cNvSpPr/>
          <p:nvPr/>
        </p:nvSpPr>
        <p:spPr>
          <a:xfrm>
            <a:off x="2576658" y="2833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" name="Shape 472"/>
          <p:cNvSpPr/>
          <p:nvPr/>
        </p:nvSpPr>
        <p:spPr>
          <a:xfrm>
            <a:off x="2602173" y="27476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" name="Shape 473"/>
          <p:cNvSpPr/>
          <p:nvPr/>
        </p:nvSpPr>
        <p:spPr>
          <a:xfrm>
            <a:off x="2404178" y="2443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" name="Shape 474"/>
          <p:cNvSpPr/>
          <p:nvPr/>
        </p:nvSpPr>
        <p:spPr>
          <a:xfrm>
            <a:off x="2376347" y="26189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" name="Shape 475"/>
          <p:cNvSpPr/>
          <p:nvPr/>
        </p:nvSpPr>
        <p:spPr>
          <a:xfrm>
            <a:off x="2492323" y="2854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" name="Shape 476"/>
          <p:cNvSpPr/>
          <p:nvPr/>
        </p:nvSpPr>
        <p:spPr>
          <a:xfrm>
            <a:off x="2535374" y="24759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" name="Shape 477"/>
          <p:cNvSpPr/>
          <p:nvPr/>
        </p:nvSpPr>
        <p:spPr>
          <a:xfrm>
            <a:off x="2584389" y="2874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" name="Shape 478"/>
          <p:cNvSpPr/>
          <p:nvPr/>
        </p:nvSpPr>
        <p:spPr>
          <a:xfrm>
            <a:off x="2695737" y="2652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" name="Shape 479"/>
          <p:cNvSpPr/>
          <p:nvPr/>
        </p:nvSpPr>
        <p:spPr>
          <a:xfrm>
            <a:off x="2603500" y="2444192"/>
            <a:ext cx="0" cy="1112766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482" name="Shape 480"/>
          <p:cNvSpPr/>
          <p:nvPr/>
        </p:nvSpPr>
        <p:spPr>
          <a:xfrm>
            <a:off x="2489200" y="3556958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483" name="Shape 481"/>
          <p:cNvSpPr/>
          <p:nvPr/>
        </p:nvSpPr>
        <p:spPr>
          <a:xfrm>
            <a:off x="2489200" y="2444192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484" name="Shape 482"/>
          <p:cNvSpPr/>
          <p:nvPr/>
        </p:nvSpPr>
        <p:spPr>
          <a:xfrm>
            <a:off x="2438400" y="2674770"/>
            <a:ext cx="330200" cy="731806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485" name="Shape 483"/>
          <p:cNvSpPr/>
          <p:nvPr/>
        </p:nvSpPr>
        <p:spPr>
          <a:xfrm>
            <a:off x="2438400" y="3057844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486" name="Shape 484"/>
          <p:cNvSpPr/>
          <p:nvPr/>
        </p:nvSpPr>
        <p:spPr>
          <a:xfrm>
            <a:off x="3452892" y="32092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7" name="Shape 485"/>
          <p:cNvSpPr/>
          <p:nvPr/>
        </p:nvSpPr>
        <p:spPr>
          <a:xfrm>
            <a:off x="3409944" y="32988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8" name="Shape 486"/>
          <p:cNvSpPr/>
          <p:nvPr/>
        </p:nvSpPr>
        <p:spPr>
          <a:xfrm>
            <a:off x="3161958" y="32634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9" name="Shape 487"/>
          <p:cNvSpPr/>
          <p:nvPr/>
        </p:nvSpPr>
        <p:spPr>
          <a:xfrm>
            <a:off x="3379874" y="33668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0" name="Shape 488"/>
          <p:cNvSpPr/>
          <p:nvPr/>
        </p:nvSpPr>
        <p:spPr>
          <a:xfrm>
            <a:off x="3044740" y="32960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1" name="Shape 489"/>
          <p:cNvSpPr/>
          <p:nvPr/>
        </p:nvSpPr>
        <p:spPr>
          <a:xfrm>
            <a:off x="3243556" y="32564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2" name="Shape 490"/>
          <p:cNvSpPr/>
          <p:nvPr/>
        </p:nvSpPr>
        <p:spPr>
          <a:xfrm>
            <a:off x="3213448" y="3266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3" name="Shape 491"/>
          <p:cNvSpPr/>
          <p:nvPr/>
        </p:nvSpPr>
        <p:spPr>
          <a:xfrm>
            <a:off x="3268425" y="33089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4" name="Shape 492"/>
          <p:cNvSpPr/>
          <p:nvPr/>
        </p:nvSpPr>
        <p:spPr>
          <a:xfrm>
            <a:off x="3247588" y="31764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5" name="Shape 493"/>
          <p:cNvSpPr/>
          <p:nvPr/>
        </p:nvSpPr>
        <p:spPr>
          <a:xfrm>
            <a:off x="3457466" y="30569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6" name="Shape 494"/>
          <p:cNvSpPr/>
          <p:nvPr/>
        </p:nvSpPr>
        <p:spPr>
          <a:xfrm>
            <a:off x="3258570" y="3132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7" name="Shape 495"/>
          <p:cNvSpPr/>
          <p:nvPr/>
        </p:nvSpPr>
        <p:spPr>
          <a:xfrm>
            <a:off x="3403117" y="31853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8" name="Shape 496"/>
          <p:cNvSpPr/>
          <p:nvPr/>
        </p:nvSpPr>
        <p:spPr>
          <a:xfrm>
            <a:off x="3244513" y="32327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9" name="Shape 497"/>
          <p:cNvSpPr/>
          <p:nvPr/>
        </p:nvSpPr>
        <p:spPr>
          <a:xfrm>
            <a:off x="3446236" y="3248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0" name="Shape 498"/>
          <p:cNvSpPr/>
          <p:nvPr/>
        </p:nvSpPr>
        <p:spPr>
          <a:xfrm>
            <a:off x="3084828" y="30956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1" name="Shape 499"/>
          <p:cNvSpPr/>
          <p:nvPr/>
        </p:nvSpPr>
        <p:spPr>
          <a:xfrm>
            <a:off x="3076481" y="33112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2" name="Shape 500"/>
          <p:cNvSpPr/>
          <p:nvPr/>
        </p:nvSpPr>
        <p:spPr>
          <a:xfrm>
            <a:off x="3102188" y="32687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" name="Shape 501"/>
          <p:cNvSpPr/>
          <p:nvPr/>
        </p:nvSpPr>
        <p:spPr>
          <a:xfrm>
            <a:off x="3191988" y="32063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" name="Shape 502"/>
          <p:cNvSpPr/>
          <p:nvPr/>
        </p:nvSpPr>
        <p:spPr>
          <a:xfrm>
            <a:off x="3093561" y="32464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" name="Shape 503"/>
          <p:cNvSpPr/>
          <p:nvPr/>
        </p:nvSpPr>
        <p:spPr>
          <a:xfrm>
            <a:off x="3403363" y="3128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" name="Shape 504"/>
          <p:cNvSpPr/>
          <p:nvPr/>
        </p:nvSpPr>
        <p:spPr>
          <a:xfrm>
            <a:off x="3416345" y="31371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" name="Shape 505"/>
          <p:cNvSpPr/>
          <p:nvPr/>
        </p:nvSpPr>
        <p:spPr>
          <a:xfrm>
            <a:off x="3102252" y="32823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" name="Shape 506"/>
          <p:cNvSpPr/>
          <p:nvPr/>
        </p:nvSpPr>
        <p:spPr>
          <a:xfrm>
            <a:off x="3207115" y="32495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" name="Shape 507"/>
          <p:cNvSpPr/>
          <p:nvPr/>
        </p:nvSpPr>
        <p:spPr>
          <a:xfrm>
            <a:off x="3076880" y="32962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" name="Shape 508"/>
          <p:cNvSpPr/>
          <p:nvPr/>
        </p:nvSpPr>
        <p:spPr>
          <a:xfrm>
            <a:off x="3061675" y="31384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" name="Shape 509"/>
          <p:cNvSpPr/>
          <p:nvPr/>
        </p:nvSpPr>
        <p:spPr>
          <a:xfrm>
            <a:off x="3229917" y="33615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" name="Shape 510"/>
          <p:cNvSpPr/>
          <p:nvPr/>
        </p:nvSpPr>
        <p:spPr>
          <a:xfrm>
            <a:off x="3109253" y="32830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" name="Shape 511"/>
          <p:cNvSpPr/>
          <p:nvPr/>
        </p:nvSpPr>
        <p:spPr>
          <a:xfrm>
            <a:off x="3426452" y="32520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" name="Shape 512"/>
          <p:cNvSpPr/>
          <p:nvPr/>
        </p:nvSpPr>
        <p:spPr>
          <a:xfrm>
            <a:off x="3181526" y="32433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" name="Shape 513"/>
          <p:cNvSpPr/>
          <p:nvPr/>
        </p:nvSpPr>
        <p:spPr>
          <a:xfrm>
            <a:off x="3146804" y="3353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" name="Shape 514"/>
          <p:cNvSpPr/>
          <p:nvPr/>
        </p:nvSpPr>
        <p:spPr>
          <a:xfrm>
            <a:off x="3034744" y="33223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" name="Shape 515"/>
          <p:cNvSpPr/>
          <p:nvPr/>
        </p:nvSpPr>
        <p:spPr>
          <a:xfrm>
            <a:off x="3453653" y="3233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" name="Shape 516"/>
          <p:cNvSpPr/>
          <p:nvPr/>
        </p:nvSpPr>
        <p:spPr>
          <a:xfrm>
            <a:off x="3214129" y="33366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" name="Shape 517"/>
          <p:cNvSpPr/>
          <p:nvPr/>
        </p:nvSpPr>
        <p:spPr>
          <a:xfrm>
            <a:off x="3180787" y="32476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" name="Shape 518"/>
          <p:cNvSpPr/>
          <p:nvPr/>
        </p:nvSpPr>
        <p:spPr>
          <a:xfrm>
            <a:off x="3429855" y="32948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" name="Shape 519"/>
          <p:cNvSpPr/>
          <p:nvPr/>
        </p:nvSpPr>
        <p:spPr>
          <a:xfrm>
            <a:off x="3380794" y="3158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" name="Shape 520"/>
          <p:cNvSpPr/>
          <p:nvPr/>
        </p:nvSpPr>
        <p:spPr>
          <a:xfrm>
            <a:off x="3073730" y="3225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" name="Shape 521"/>
          <p:cNvSpPr/>
          <p:nvPr/>
        </p:nvSpPr>
        <p:spPr>
          <a:xfrm>
            <a:off x="3150511" y="32036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" name="Shape 522"/>
          <p:cNvSpPr/>
          <p:nvPr/>
        </p:nvSpPr>
        <p:spPr>
          <a:xfrm>
            <a:off x="3194777" y="3393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" name="Shape 523"/>
          <p:cNvSpPr/>
          <p:nvPr/>
        </p:nvSpPr>
        <p:spPr>
          <a:xfrm>
            <a:off x="3157829" y="33611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" name="Shape 524"/>
          <p:cNvSpPr/>
          <p:nvPr/>
        </p:nvSpPr>
        <p:spPr>
          <a:xfrm>
            <a:off x="3314529" y="32372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" name="Shape 525"/>
          <p:cNvSpPr/>
          <p:nvPr/>
        </p:nvSpPr>
        <p:spPr>
          <a:xfrm>
            <a:off x="3193778" y="32144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" name="Shape 526"/>
          <p:cNvSpPr/>
          <p:nvPr/>
        </p:nvSpPr>
        <p:spPr>
          <a:xfrm>
            <a:off x="3091411" y="3209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" name="Shape 527"/>
          <p:cNvSpPr/>
          <p:nvPr/>
        </p:nvSpPr>
        <p:spPr>
          <a:xfrm>
            <a:off x="3114943" y="3291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" name="Shape 528"/>
          <p:cNvSpPr/>
          <p:nvPr/>
        </p:nvSpPr>
        <p:spPr>
          <a:xfrm>
            <a:off x="3033908" y="31619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" name="Shape 529"/>
          <p:cNvSpPr/>
          <p:nvPr/>
        </p:nvSpPr>
        <p:spPr>
          <a:xfrm>
            <a:off x="3239929" y="3255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" name="Shape 530"/>
          <p:cNvSpPr/>
          <p:nvPr/>
        </p:nvSpPr>
        <p:spPr>
          <a:xfrm>
            <a:off x="3175749" y="31847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" name="Shape 531"/>
          <p:cNvSpPr/>
          <p:nvPr/>
        </p:nvSpPr>
        <p:spPr>
          <a:xfrm>
            <a:off x="3030499" y="32670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" name="Shape 532"/>
          <p:cNvSpPr/>
          <p:nvPr/>
        </p:nvSpPr>
        <p:spPr>
          <a:xfrm>
            <a:off x="3239115" y="32328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" name="Shape 533"/>
          <p:cNvSpPr/>
          <p:nvPr/>
        </p:nvSpPr>
        <p:spPr>
          <a:xfrm>
            <a:off x="3250303" y="31880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" name="Shape 534"/>
          <p:cNvSpPr/>
          <p:nvPr/>
        </p:nvSpPr>
        <p:spPr>
          <a:xfrm>
            <a:off x="3158403" y="33224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" name="Shape 535"/>
          <p:cNvSpPr/>
          <p:nvPr/>
        </p:nvSpPr>
        <p:spPr>
          <a:xfrm>
            <a:off x="3144233" y="32669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" name="Shape 536"/>
          <p:cNvSpPr/>
          <p:nvPr/>
        </p:nvSpPr>
        <p:spPr>
          <a:xfrm>
            <a:off x="3300626" y="3167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" name="Shape 537"/>
          <p:cNvSpPr/>
          <p:nvPr/>
        </p:nvSpPr>
        <p:spPr>
          <a:xfrm>
            <a:off x="3060196" y="30460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" name="Shape 538"/>
          <p:cNvSpPr/>
          <p:nvPr/>
        </p:nvSpPr>
        <p:spPr>
          <a:xfrm>
            <a:off x="3174501" y="33379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" name="Shape 539"/>
          <p:cNvSpPr/>
          <p:nvPr/>
        </p:nvSpPr>
        <p:spPr>
          <a:xfrm>
            <a:off x="3386947" y="3354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" name="Shape 540"/>
          <p:cNvSpPr/>
          <p:nvPr/>
        </p:nvSpPr>
        <p:spPr>
          <a:xfrm>
            <a:off x="3272488" y="32622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" name="Shape 541"/>
          <p:cNvSpPr/>
          <p:nvPr/>
        </p:nvSpPr>
        <p:spPr>
          <a:xfrm>
            <a:off x="3334684" y="33296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" name="Shape 542"/>
          <p:cNvSpPr/>
          <p:nvPr/>
        </p:nvSpPr>
        <p:spPr>
          <a:xfrm>
            <a:off x="3212755" y="32332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" name="Shape 543"/>
          <p:cNvSpPr/>
          <p:nvPr/>
        </p:nvSpPr>
        <p:spPr>
          <a:xfrm>
            <a:off x="3412613" y="31452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" name="Shape 544"/>
          <p:cNvSpPr/>
          <p:nvPr/>
        </p:nvSpPr>
        <p:spPr>
          <a:xfrm>
            <a:off x="3093533" y="31081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" name="Shape 545"/>
          <p:cNvSpPr/>
          <p:nvPr/>
        </p:nvSpPr>
        <p:spPr>
          <a:xfrm>
            <a:off x="3240331" y="32655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8" name="Shape 546"/>
          <p:cNvSpPr/>
          <p:nvPr/>
        </p:nvSpPr>
        <p:spPr>
          <a:xfrm>
            <a:off x="3307308" y="3314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9" name="Shape 547"/>
          <p:cNvSpPr/>
          <p:nvPr/>
        </p:nvSpPr>
        <p:spPr>
          <a:xfrm>
            <a:off x="3059842" y="32429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0" name="Shape 548"/>
          <p:cNvSpPr/>
          <p:nvPr/>
        </p:nvSpPr>
        <p:spPr>
          <a:xfrm>
            <a:off x="3237117" y="3222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1" name="Shape 549"/>
          <p:cNvSpPr/>
          <p:nvPr/>
        </p:nvSpPr>
        <p:spPr>
          <a:xfrm>
            <a:off x="3165320" y="31917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2" name="Shape 550"/>
          <p:cNvSpPr/>
          <p:nvPr/>
        </p:nvSpPr>
        <p:spPr>
          <a:xfrm>
            <a:off x="3036891" y="32407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3" name="Shape 551"/>
          <p:cNvSpPr/>
          <p:nvPr/>
        </p:nvSpPr>
        <p:spPr>
          <a:xfrm>
            <a:off x="3305320" y="3178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4" name="Shape 552"/>
          <p:cNvSpPr/>
          <p:nvPr/>
        </p:nvSpPr>
        <p:spPr>
          <a:xfrm>
            <a:off x="3314741" y="32906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5" name="Shape 553"/>
          <p:cNvSpPr/>
          <p:nvPr/>
        </p:nvSpPr>
        <p:spPr>
          <a:xfrm>
            <a:off x="3143231" y="3357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6" name="Shape 554"/>
          <p:cNvSpPr/>
          <p:nvPr/>
        </p:nvSpPr>
        <p:spPr>
          <a:xfrm>
            <a:off x="3241513" y="3246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7" name="Shape 555"/>
          <p:cNvSpPr/>
          <p:nvPr/>
        </p:nvSpPr>
        <p:spPr>
          <a:xfrm>
            <a:off x="3404727" y="32208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8" name="Shape 556"/>
          <p:cNvSpPr/>
          <p:nvPr/>
        </p:nvSpPr>
        <p:spPr>
          <a:xfrm>
            <a:off x="3271258" y="33769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9" name="Shape 557"/>
          <p:cNvSpPr/>
          <p:nvPr/>
        </p:nvSpPr>
        <p:spPr>
          <a:xfrm>
            <a:off x="3222056" y="32445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0" name="Shape 558"/>
          <p:cNvSpPr/>
          <p:nvPr/>
        </p:nvSpPr>
        <p:spPr>
          <a:xfrm>
            <a:off x="3084895" y="3292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1" name="Shape 559"/>
          <p:cNvSpPr/>
          <p:nvPr/>
        </p:nvSpPr>
        <p:spPr>
          <a:xfrm>
            <a:off x="3251704" y="33233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2" name="Shape 560"/>
          <p:cNvSpPr/>
          <p:nvPr/>
        </p:nvSpPr>
        <p:spPr>
          <a:xfrm>
            <a:off x="3349758" y="32847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3" name="Shape 561"/>
          <p:cNvSpPr/>
          <p:nvPr/>
        </p:nvSpPr>
        <p:spPr>
          <a:xfrm>
            <a:off x="3197006" y="3213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4" name="Shape 562"/>
          <p:cNvSpPr/>
          <p:nvPr/>
        </p:nvSpPr>
        <p:spPr>
          <a:xfrm>
            <a:off x="3425836" y="30387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5" name="Shape 563"/>
          <p:cNvSpPr/>
          <p:nvPr/>
        </p:nvSpPr>
        <p:spPr>
          <a:xfrm>
            <a:off x="3265477" y="34348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6" name="Shape 564"/>
          <p:cNvSpPr/>
          <p:nvPr/>
        </p:nvSpPr>
        <p:spPr>
          <a:xfrm>
            <a:off x="3057641" y="32785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7" name="Shape 565"/>
          <p:cNvSpPr/>
          <p:nvPr/>
        </p:nvSpPr>
        <p:spPr>
          <a:xfrm>
            <a:off x="3192068" y="3250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8" name="Shape 566"/>
          <p:cNvSpPr/>
          <p:nvPr/>
        </p:nvSpPr>
        <p:spPr>
          <a:xfrm>
            <a:off x="3339022" y="33372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9" name="Shape 567"/>
          <p:cNvSpPr/>
          <p:nvPr/>
        </p:nvSpPr>
        <p:spPr>
          <a:xfrm>
            <a:off x="3419949" y="34091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0" name="Shape 568"/>
          <p:cNvSpPr/>
          <p:nvPr/>
        </p:nvSpPr>
        <p:spPr>
          <a:xfrm>
            <a:off x="3169053" y="34130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1" name="Shape 569"/>
          <p:cNvSpPr/>
          <p:nvPr/>
        </p:nvSpPr>
        <p:spPr>
          <a:xfrm>
            <a:off x="3415106" y="33277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2" name="Shape 570"/>
          <p:cNvSpPr/>
          <p:nvPr/>
        </p:nvSpPr>
        <p:spPr>
          <a:xfrm>
            <a:off x="3172037" y="34260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3" name="Shape 571"/>
          <p:cNvSpPr/>
          <p:nvPr/>
        </p:nvSpPr>
        <p:spPr>
          <a:xfrm>
            <a:off x="3288485" y="35056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4" name="Shape 572"/>
          <p:cNvSpPr/>
          <p:nvPr/>
        </p:nvSpPr>
        <p:spPr>
          <a:xfrm>
            <a:off x="3440959" y="3420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5" name="Shape 573"/>
          <p:cNvSpPr/>
          <p:nvPr/>
        </p:nvSpPr>
        <p:spPr>
          <a:xfrm>
            <a:off x="3049317" y="35543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6" name="Shape 574"/>
          <p:cNvSpPr/>
          <p:nvPr/>
        </p:nvSpPr>
        <p:spPr>
          <a:xfrm>
            <a:off x="3049511" y="35032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7" name="Shape 575"/>
          <p:cNvSpPr/>
          <p:nvPr/>
        </p:nvSpPr>
        <p:spPr>
          <a:xfrm>
            <a:off x="3437008" y="34979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8" name="Shape 576"/>
          <p:cNvSpPr/>
          <p:nvPr/>
        </p:nvSpPr>
        <p:spPr>
          <a:xfrm>
            <a:off x="3138621" y="3331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9" name="Shape 577"/>
          <p:cNvSpPr/>
          <p:nvPr/>
        </p:nvSpPr>
        <p:spPr>
          <a:xfrm>
            <a:off x="3275271" y="34615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0" name="Shape 578"/>
          <p:cNvSpPr/>
          <p:nvPr/>
        </p:nvSpPr>
        <p:spPr>
          <a:xfrm>
            <a:off x="3029553" y="34714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1" name="Shape 579"/>
          <p:cNvSpPr/>
          <p:nvPr/>
        </p:nvSpPr>
        <p:spPr>
          <a:xfrm>
            <a:off x="3264007" y="3458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2" name="Shape 580"/>
          <p:cNvSpPr/>
          <p:nvPr/>
        </p:nvSpPr>
        <p:spPr>
          <a:xfrm>
            <a:off x="3223900" y="33858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3" name="Shape 581"/>
          <p:cNvSpPr/>
          <p:nvPr/>
        </p:nvSpPr>
        <p:spPr>
          <a:xfrm>
            <a:off x="3384226" y="33107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4" name="Shape 582"/>
          <p:cNvSpPr/>
          <p:nvPr/>
        </p:nvSpPr>
        <p:spPr>
          <a:xfrm>
            <a:off x="3364528" y="31937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5" name="Shape 583"/>
          <p:cNvSpPr/>
          <p:nvPr/>
        </p:nvSpPr>
        <p:spPr>
          <a:xfrm>
            <a:off x="3054489" y="31798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6" name="Shape 584"/>
          <p:cNvSpPr/>
          <p:nvPr/>
        </p:nvSpPr>
        <p:spPr>
          <a:xfrm>
            <a:off x="3152413" y="27368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7" name="Shape 585"/>
          <p:cNvSpPr/>
          <p:nvPr/>
        </p:nvSpPr>
        <p:spPr>
          <a:xfrm>
            <a:off x="3217440" y="27389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8" name="Shape 586"/>
          <p:cNvSpPr/>
          <p:nvPr/>
        </p:nvSpPr>
        <p:spPr>
          <a:xfrm>
            <a:off x="3410330" y="29849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9" name="Shape 587"/>
          <p:cNvSpPr/>
          <p:nvPr/>
        </p:nvSpPr>
        <p:spPr>
          <a:xfrm>
            <a:off x="3410319" y="29333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0" name="Shape 588"/>
          <p:cNvSpPr/>
          <p:nvPr/>
        </p:nvSpPr>
        <p:spPr>
          <a:xfrm>
            <a:off x="3062926" y="3422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1" name="Shape 589"/>
          <p:cNvSpPr/>
          <p:nvPr/>
        </p:nvSpPr>
        <p:spPr>
          <a:xfrm>
            <a:off x="3222070" y="28462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2" name="Shape 590"/>
          <p:cNvSpPr/>
          <p:nvPr/>
        </p:nvSpPr>
        <p:spPr>
          <a:xfrm>
            <a:off x="3291772" y="2699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3" name="Shape 591"/>
          <p:cNvSpPr/>
          <p:nvPr/>
        </p:nvSpPr>
        <p:spPr>
          <a:xfrm>
            <a:off x="3338228" y="2721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" name="Shape 592"/>
          <p:cNvSpPr/>
          <p:nvPr/>
        </p:nvSpPr>
        <p:spPr>
          <a:xfrm>
            <a:off x="3244467" y="26798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" name="Shape 593"/>
          <p:cNvSpPr/>
          <p:nvPr/>
        </p:nvSpPr>
        <p:spPr>
          <a:xfrm>
            <a:off x="3172324" y="28984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" name="Shape 594"/>
          <p:cNvSpPr/>
          <p:nvPr/>
        </p:nvSpPr>
        <p:spPr>
          <a:xfrm>
            <a:off x="3440594" y="32436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" name="Shape 595"/>
          <p:cNvSpPr/>
          <p:nvPr/>
        </p:nvSpPr>
        <p:spPr>
          <a:xfrm>
            <a:off x="3333498" y="2838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" name="Shape 596"/>
          <p:cNvSpPr/>
          <p:nvPr/>
        </p:nvSpPr>
        <p:spPr>
          <a:xfrm>
            <a:off x="3343728" y="2662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" name="Shape 597"/>
          <p:cNvSpPr/>
          <p:nvPr/>
        </p:nvSpPr>
        <p:spPr>
          <a:xfrm>
            <a:off x="3360151" y="32555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" name="Shape 598"/>
          <p:cNvSpPr/>
          <p:nvPr/>
        </p:nvSpPr>
        <p:spPr>
          <a:xfrm>
            <a:off x="3047932" y="28374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" name="Shape 599"/>
          <p:cNvSpPr/>
          <p:nvPr/>
        </p:nvSpPr>
        <p:spPr>
          <a:xfrm>
            <a:off x="3359064" y="2907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" name="Shape 600"/>
          <p:cNvSpPr/>
          <p:nvPr/>
        </p:nvSpPr>
        <p:spPr>
          <a:xfrm>
            <a:off x="3314146" y="32002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" name="Shape 601"/>
          <p:cNvSpPr/>
          <p:nvPr/>
        </p:nvSpPr>
        <p:spPr>
          <a:xfrm>
            <a:off x="3266445" y="31064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" name="Shape 602"/>
          <p:cNvSpPr/>
          <p:nvPr/>
        </p:nvSpPr>
        <p:spPr>
          <a:xfrm>
            <a:off x="3451500" y="29116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" name="Shape 603"/>
          <p:cNvSpPr/>
          <p:nvPr/>
        </p:nvSpPr>
        <p:spPr>
          <a:xfrm>
            <a:off x="3052077" y="2731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" name="Shape 604"/>
          <p:cNvSpPr/>
          <p:nvPr/>
        </p:nvSpPr>
        <p:spPr>
          <a:xfrm>
            <a:off x="3451861" y="29839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" name="Shape 605"/>
          <p:cNvSpPr/>
          <p:nvPr/>
        </p:nvSpPr>
        <p:spPr>
          <a:xfrm>
            <a:off x="3194966" y="29260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" name="Shape 606"/>
          <p:cNvSpPr/>
          <p:nvPr/>
        </p:nvSpPr>
        <p:spPr>
          <a:xfrm>
            <a:off x="3192470" y="2730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" name="Shape 607"/>
          <p:cNvSpPr/>
          <p:nvPr/>
        </p:nvSpPr>
        <p:spPr>
          <a:xfrm>
            <a:off x="3308166" y="29858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" name="Shape 608"/>
          <p:cNvSpPr/>
          <p:nvPr/>
        </p:nvSpPr>
        <p:spPr>
          <a:xfrm>
            <a:off x="3242229" y="2729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" name="Shape 609"/>
          <p:cNvSpPr/>
          <p:nvPr/>
        </p:nvSpPr>
        <p:spPr>
          <a:xfrm>
            <a:off x="3369966" y="27166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" name="Shape 610"/>
          <p:cNvSpPr/>
          <p:nvPr/>
        </p:nvSpPr>
        <p:spPr>
          <a:xfrm>
            <a:off x="3401114" y="29506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" name="Shape 611"/>
          <p:cNvSpPr/>
          <p:nvPr/>
        </p:nvSpPr>
        <p:spPr>
          <a:xfrm>
            <a:off x="3166834" y="27522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" name="Shape 612"/>
          <p:cNvSpPr/>
          <p:nvPr/>
        </p:nvSpPr>
        <p:spPr>
          <a:xfrm>
            <a:off x="3112194" y="23692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" name="Shape 613"/>
          <p:cNvSpPr/>
          <p:nvPr/>
        </p:nvSpPr>
        <p:spPr>
          <a:xfrm>
            <a:off x="3216398" y="27399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" name="Shape 614"/>
          <p:cNvSpPr/>
          <p:nvPr/>
        </p:nvSpPr>
        <p:spPr>
          <a:xfrm>
            <a:off x="3238273" y="23875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" name="Shape 615"/>
          <p:cNvSpPr/>
          <p:nvPr/>
        </p:nvSpPr>
        <p:spPr>
          <a:xfrm>
            <a:off x="3320418" y="25695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" name="Shape 616"/>
          <p:cNvSpPr/>
          <p:nvPr/>
        </p:nvSpPr>
        <p:spPr>
          <a:xfrm>
            <a:off x="3042168" y="24311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" name="Shape 617"/>
          <p:cNvSpPr/>
          <p:nvPr/>
        </p:nvSpPr>
        <p:spPr>
          <a:xfrm>
            <a:off x="3344110" y="2741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" name="Shape 618"/>
          <p:cNvSpPr/>
          <p:nvPr/>
        </p:nvSpPr>
        <p:spPr>
          <a:xfrm>
            <a:off x="3340430" y="25451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" name="Shape 619"/>
          <p:cNvSpPr/>
          <p:nvPr/>
        </p:nvSpPr>
        <p:spPr>
          <a:xfrm>
            <a:off x="3288167" y="23602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" name="Shape 620"/>
          <p:cNvSpPr/>
          <p:nvPr/>
        </p:nvSpPr>
        <p:spPr>
          <a:xfrm>
            <a:off x="3432549" y="27299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" name="Shape 621"/>
          <p:cNvSpPr/>
          <p:nvPr/>
        </p:nvSpPr>
        <p:spPr>
          <a:xfrm>
            <a:off x="3093442" y="25186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" name="Shape 622"/>
          <p:cNvSpPr/>
          <p:nvPr/>
        </p:nvSpPr>
        <p:spPr>
          <a:xfrm>
            <a:off x="3241106" y="2446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" name="Shape 623"/>
          <p:cNvSpPr/>
          <p:nvPr/>
        </p:nvSpPr>
        <p:spPr>
          <a:xfrm>
            <a:off x="3058975" y="2516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" name="Shape 624"/>
          <p:cNvSpPr/>
          <p:nvPr/>
        </p:nvSpPr>
        <p:spPr>
          <a:xfrm>
            <a:off x="3345692" y="25726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" name="Shape 625"/>
          <p:cNvSpPr/>
          <p:nvPr/>
        </p:nvSpPr>
        <p:spPr>
          <a:xfrm>
            <a:off x="3403912" y="2500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" name="Shape 626"/>
          <p:cNvSpPr/>
          <p:nvPr/>
        </p:nvSpPr>
        <p:spPr>
          <a:xfrm>
            <a:off x="3175239" y="24003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" name="Shape 627"/>
          <p:cNvSpPr/>
          <p:nvPr/>
        </p:nvSpPr>
        <p:spPr>
          <a:xfrm>
            <a:off x="3146449" y="2729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" name="Shape 628"/>
          <p:cNvSpPr/>
          <p:nvPr/>
        </p:nvSpPr>
        <p:spPr>
          <a:xfrm>
            <a:off x="3161719" y="2498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" name="Shape 629"/>
          <p:cNvSpPr/>
          <p:nvPr/>
        </p:nvSpPr>
        <p:spPr>
          <a:xfrm>
            <a:off x="3181905" y="23580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" name="Shape 630"/>
          <p:cNvSpPr/>
          <p:nvPr/>
        </p:nvSpPr>
        <p:spPr>
          <a:xfrm>
            <a:off x="3215568" y="26224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" name="Shape 631"/>
          <p:cNvSpPr/>
          <p:nvPr/>
        </p:nvSpPr>
        <p:spPr>
          <a:xfrm>
            <a:off x="3096312" y="24198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" name="Shape 632"/>
          <p:cNvSpPr/>
          <p:nvPr/>
        </p:nvSpPr>
        <p:spPr>
          <a:xfrm>
            <a:off x="3193033" y="26432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" name="Shape 633"/>
          <p:cNvSpPr/>
          <p:nvPr/>
        </p:nvSpPr>
        <p:spPr>
          <a:xfrm>
            <a:off x="3166649" y="23891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" name="Shape 634"/>
          <p:cNvSpPr/>
          <p:nvPr/>
        </p:nvSpPr>
        <p:spPr>
          <a:xfrm>
            <a:off x="3327349" y="2520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" name="Shape 635"/>
          <p:cNvSpPr/>
          <p:nvPr/>
        </p:nvSpPr>
        <p:spPr>
          <a:xfrm>
            <a:off x="3109672" y="2381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8" name="Shape 636"/>
          <p:cNvSpPr/>
          <p:nvPr/>
        </p:nvSpPr>
        <p:spPr>
          <a:xfrm>
            <a:off x="3221639" y="23727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9" name="Shape 637"/>
          <p:cNvSpPr/>
          <p:nvPr/>
        </p:nvSpPr>
        <p:spPr>
          <a:xfrm>
            <a:off x="3376673" y="2664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0" name="Shape 638"/>
          <p:cNvSpPr/>
          <p:nvPr/>
        </p:nvSpPr>
        <p:spPr>
          <a:xfrm>
            <a:off x="3307183" y="23635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1" name="Shape 639"/>
          <p:cNvSpPr/>
          <p:nvPr/>
        </p:nvSpPr>
        <p:spPr>
          <a:xfrm>
            <a:off x="3400084" y="24071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2" name="Shape 640"/>
          <p:cNvSpPr/>
          <p:nvPr/>
        </p:nvSpPr>
        <p:spPr>
          <a:xfrm>
            <a:off x="3092036" y="24108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3" name="Shape 641"/>
          <p:cNvSpPr/>
          <p:nvPr/>
        </p:nvSpPr>
        <p:spPr>
          <a:xfrm>
            <a:off x="3221887" y="25861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4" name="Shape 642"/>
          <p:cNvSpPr/>
          <p:nvPr/>
        </p:nvSpPr>
        <p:spPr>
          <a:xfrm>
            <a:off x="3152034" y="24571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5" name="Shape 643"/>
          <p:cNvSpPr/>
          <p:nvPr/>
        </p:nvSpPr>
        <p:spPr>
          <a:xfrm>
            <a:off x="3284197" y="2402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6" name="Shape 644"/>
          <p:cNvSpPr/>
          <p:nvPr/>
        </p:nvSpPr>
        <p:spPr>
          <a:xfrm>
            <a:off x="3451838" y="24134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7" name="Shape 645"/>
          <p:cNvSpPr/>
          <p:nvPr/>
        </p:nvSpPr>
        <p:spPr>
          <a:xfrm>
            <a:off x="3436407" y="25981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8" name="Shape 646"/>
          <p:cNvSpPr/>
          <p:nvPr/>
        </p:nvSpPr>
        <p:spPr>
          <a:xfrm>
            <a:off x="3171109" y="24791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9" name="Shape 647"/>
          <p:cNvSpPr/>
          <p:nvPr/>
        </p:nvSpPr>
        <p:spPr>
          <a:xfrm>
            <a:off x="3105543" y="22890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0" name="Shape 648"/>
          <p:cNvSpPr/>
          <p:nvPr/>
        </p:nvSpPr>
        <p:spPr>
          <a:xfrm>
            <a:off x="3141102" y="24020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1" name="Shape 649"/>
          <p:cNvSpPr/>
          <p:nvPr/>
        </p:nvSpPr>
        <p:spPr>
          <a:xfrm>
            <a:off x="3139493" y="24205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2" name="Shape 650"/>
          <p:cNvSpPr/>
          <p:nvPr/>
        </p:nvSpPr>
        <p:spPr>
          <a:xfrm>
            <a:off x="3150545" y="25196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3" name="Shape 651"/>
          <p:cNvSpPr/>
          <p:nvPr/>
        </p:nvSpPr>
        <p:spPr>
          <a:xfrm>
            <a:off x="3201437" y="22259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4" name="Shape 652"/>
          <p:cNvSpPr/>
          <p:nvPr/>
        </p:nvSpPr>
        <p:spPr>
          <a:xfrm>
            <a:off x="3124416" y="28784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5" name="Shape 653"/>
          <p:cNvSpPr/>
          <p:nvPr/>
        </p:nvSpPr>
        <p:spPr>
          <a:xfrm>
            <a:off x="3260478" y="3009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6" name="Shape 654"/>
          <p:cNvSpPr/>
          <p:nvPr/>
        </p:nvSpPr>
        <p:spPr>
          <a:xfrm>
            <a:off x="3219527" y="34542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7" name="Shape 655"/>
          <p:cNvSpPr/>
          <p:nvPr/>
        </p:nvSpPr>
        <p:spPr>
          <a:xfrm>
            <a:off x="3422730" y="2573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8" name="Shape 656"/>
          <p:cNvSpPr/>
          <p:nvPr/>
        </p:nvSpPr>
        <p:spPr>
          <a:xfrm>
            <a:off x="3411447" y="2876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9" name="Shape 657"/>
          <p:cNvSpPr/>
          <p:nvPr/>
        </p:nvSpPr>
        <p:spPr>
          <a:xfrm>
            <a:off x="3304492" y="32595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0" name="Shape 658"/>
          <p:cNvSpPr/>
          <p:nvPr/>
        </p:nvSpPr>
        <p:spPr>
          <a:xfrm>
            <a:off x="3240896" y="31601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1" name="Shape 659"/>
          <p:cNvSpPr/>
          <p:nvPr/>
        </p:nvSpPr>
        <p:spPr>
          <a:xfrm>
            <a:off x="3370789" y="32519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2" name="Shape 660"/>
          <p:cNvSpPr/>
          <p:nvPr/>
        </p:nvSpPr>
        <p:spPr>
          <a:xfrm>
            <a:off x="3342648" y="2514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3" name="Shape 661"/>
          <p:cNvSpPr/>
          <p:nvPr/>
        </p:nvSpPr>
        <p:spPr>
          <a:xfrm>
            <a:off x="3170186" y="26149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4" name="Shape 662"/>
          <p:cNvSpPr/>
          <p:nvPr/>
        </p:nvSpPr>
        <p:spPr>
          <a:xfrm>
            <a:off x="3458306" y="26303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5" name="Shape 663"/>
          <p:cNvSpPr/>
          <p:nvPr/>
        </p:nvSpPr>
        <p:spPr>
          <a:xfrm>
            <a:off x="3232974" y="26579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6" name="Shape 664"/>
          <p:cNvSpPr/>
          <p:nvPr/>
        </p:nvSpPr>
        <p:spPr>
          <a:xfrm>
            <a:off x="3096791" y="2556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7" name="Shape 665"/>
          <p:cNvSpPr/>
          <p:nvPr/>
        </p:nvSpPr>
        <p:spPr>
          <a:xfrm>
            <a:off x="3240748" y="30854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8" name="Shape 666"/>
          <p:cNvSpPr/>
          <p:nvPr/>
        </p:nvSpPr>
        <p:spPr>
          <a:xfrm>
            <a:off x="3343543" y="28559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9" name="Shape 667"/>
          <p:cNvSpPr/>
          <p:nvPr/>
        </p:nvSpPr>
        <p:spPr>
          <a:xfrm>
            <a:off x="3449424" y="2828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0" name="Shape 668"/>
          <p:cNvSpPr/>
          <p:nvPr/>
        </p:nvSpPr>
        <p:spPr>
          <a:xfrm>
            <a:off x="3136246" y="30431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1" name="Shape 669"/>
          <p:cNvSpPr/>
          <p:nvPr/>
        </p:nvSpPr>
        <p:spPr>
          <a:xfrm>
            <a:off x="3064476" y="27218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2" name="Shape 670"/>
          <p:cNvSpPr/>
          <p:nvPr/>
        </p:nvSpPr>
        <p:spPr>
          <a:xfrm>
            <a:off x="3221460" y="25244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3" name="Shape 671"/>
          <p:cNvSpPr/>
          <p:nvPr/>
        </p:nvSpPr>
        <p:spPr>
          <a:xfrm>
            <a:off x="3376218" y="28489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4" name="Shape 672"/>
          <p:cNvSpPr/>
          <p:nvPr/>
        </p:nvSpPr>
        <p:spPr>
          <a:xfrm>
            <a:off x="3123548" y="3121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5" name="Shape 673"/>
          <p:cNvSpPr/>
          <p:nvPr/>
        </p:nvSpPr>
        <p:spPr>
          <a:xfrm>
            <a:off x="3205954" y="25493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6" name="Shape 674"/>
          <p:cNvSpPr/>
          <p:nvPr/>
        </p:nvSpPr>
        <p:spPr>
          <a:xfrm>
            <a:off x="3034146" y="2626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7" name="Shape 675"/>
          <p:cNvSpPr/>
          <p:nvPr/>
        </p:nvSpPr>
        <p:spPr>
          <a:xfrm>
            <a:off x="3320141" y="26228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8" name="Shape 676"/>
          <p:cNvSpPr/>
          <p:nvPr/>
        </p:nvSpPr>
        <p:spPr>
          <a:xfrm>
            <a:off x="3310775" y="31224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9" name="Shape 677"/>
          <p:cNvSpPr/>
          <p:nvPr/>
        </p:nvSpPr>
        <p:spPr>
          <a:xfrm>
            <a:off x="3361524" y="2496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0" name="Shape 678"/>
          <p:cNvSpPr/>
          <p:nvPr/>
        </p:nvSpPr>
        <p:spPr>
          <a:xfrm>
            <a:off x="3169206" y="25292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1" name="Shape 679"/>
          <p:cNvSpPr/>
          <p:nvPr/>
        </p:nvSpPr>
        <p:spPr>
          <a:xfrm>
            <a:off x="3268352" y="24990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2" name="Shape 680"/>
          <p:cNvSpPr/>
          <p:nvPr/>
        </p:nvSpPr>
        <p:spPr>
          <a:xfrm>
            <a:off x="3263993" y="26075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3" name="Shape 681"/>
          <p:cNvSpPr/>
          <p:nvPr/>
        </p:nvSpPr>
        <p:spPr>
          <a:xfrm>
            <a:off x="3456885" y="2471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" name="Shape 682"/>
          <p:cNvSpPr/>
          <p:nvPr/>
        </p:nvSpPr>
        <p:spPr>
          <a:xfrm>
            <a:off x="3449855" y="24772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" name="Shape 683"/>
          <p:cNvSpPr/>
          <p:nvPr/>
        </p:nvSpPr>
        <p:spPr>
          <a:xfrm>
            <a:off x="3204067" y="28262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" name="Shape 684"/>
          <p:cNvSpPr/>
          <p:nvPr/>
        </p:nvSpPr>
        <p:spPr>
          <a:xfrm>
            <a:off x="3404673" y="24653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" name="Shape 685"/>
          <p:cNvSpPr/>
          <p:nvPr/>
        </p:nvSpPr>
        <p:spPr>
          <a:xfrm>
            <a:off x="3335353" y="26544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" name="Shape 686"/>
          <p:cNvSpPr/>
          <p:nvPr/>
        </p:nvSpPr>
        <p:spPr>
          <a:xfrm>
            <a:off x="3241162" y="26030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" name="Shape 687"/>
          <p:cNvSpPr/>
          <p:nvPr/>
        </p:nvSpPr>
        <p:spPr>
          <a:xfrm>
            <a:off x="3151217" y="29399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" name="Shape 688"/>
          <p:cNvSpPr/>
          <p:nvPr/>
        </p:nvSpPr>
        <p:spPr>
          <a:xfrm>
            <a:off x="3298629" y="28329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" name="Shape 689"/>
          <p:cNvSpPr/>
          <p:nvPr/>
        </p:nvSpPr>
        <p:spPr>
          <a:xfrm>
            <a:off x="3293671" y="26633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" name="Shape 690"/>
          <p:cNvSpPr/>
          <p:nvPr/>
        </p:nvSpPr>
        <p:spPr>
          <a:xfrm>
            <a:off x="3252457" y="24745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" name="Shape 691"/>
          <p:cNvSpPr/>
          <p:nvPr/>
        </p:nvSpPr>
        <p:spPr>
          <a:xfrm>
            <a:off x="3187468" y="2760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" name="Shape 692"/>
          <p:cNvSpPr/>
          <p:nvPr/>
        </p:nvSpPr>
        <p:spPr>
          <a:xfrm>
            <a:off x="3445318" y="25450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" name="Shape 693"/>
          <p:cNvSpPr/>
          <p:nvPr/>
        </p:nvSpPr>
        <p:spPr>
          <a:xfrm>
            <a:off x="3454668" y="28895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" name="Shape 694"/>
          <p:cNvSpPr/>
          <p:nvPr/>
        </p:nvSpPr>
        <p:spPr>
          <a:xfrm>
            <a:off x="3091086" y="27002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" name="Shape 695"/>
          <p:cNvSpPr/>
          <p:nvPr/>
        </p:nvSpPr>
        <p:spPr>
          <a:xfrm>
            <a:off x="3373426" y="2633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" name="Shape 696"/>
          <p:cNvSpPr/>
          <p:nvPr/>
        </p:nvSpPr>
        <p:spPr>
          <a:xfrm>
            <a:off x="3279829" y="34720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" name="Shape 697"/>
          <p:cNvSpPr/>
          <p:nvPr/>
        </p:nvSpPr>
        <p:spPr>
          <a:xfrm>
            <a:off x="3083643" y="33362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" name="Shape 698"/>
          <p:cNvSpPr/>
          <p:nvPr/>
        </p:nvSpPr>
        <p:spPr>
          <a:xfrm>
            <a:off x="3033304" y="2945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" name="Shape 699"/>
          <p:cNvSpPr/>
          <p:nvPr/>
        </p:nvSpPr>
        <p:spPr>
          <a:xfrm>
            <a:off x="3435063" y="30690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" name="Shape 700"/>
          <p:cNvSpPr/>
          <p:nvPr/>
        </p:nvSpPr>
        <p:spPr>
          <a:xfrm>
            <a:off x="3142436" y="30335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" name="Shape 701"/>
          <p:cNvSpPr/>
          <p:nvPr/>
        </p:nvSpPr>
        <p:spPr>
          <a:xfrm>
            <a:off x="3417057" y="30686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" name="Shape 702"/>
          <p:cNvSpPr/>
          <p:nvPr/>
        </p:nvSpPr>
        <p:spPr>
          <a:xfrm>
            <a:off x="3132886" y="30202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" name="Shape 703"/>
          <p:cNvSpPr/>
          <p:nvPr/>
        </p:nvSpPr>
        <p:spPr>
          <a:xfrm>
            <a:off x="3345129" y="30259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" name="Shape 704"/>
          <p:cNvSpPr/>
          <p:nvPr/>
        </p:nvSpPr>
        <p:spPr>
          <a:xfrm>
            <a:off x="3393149" y="30590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" name="Shape 705"/>
          <p:cNvSpPr/>
          <p:nvPr/>
        </p:nvSpPr>
        <p:spPr>
          <a:xfrm>
            <a:off x="3434875" y="3044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" name="Shape 706"/>
          <p:cNvSpPr/>
          <p:nvPr/>
        </p:nvSpPr>
        <p:spPr>
          <a:xfrm>
            <a:off x="3078007" y="3059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" name="Shape 707"/>
          <p:cNvSpPr/>
          <p:nvPr/>
        </p:nvSpPr>
        <p:spPr>
          <a:xfrm>
            <a:off x="3290974" y="30642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" name="Shape 708"/>
          <p:cNvSpPr/>
          <p:nvPr/>
        </p:nvSpPr>
        <p:spPr>
          <a:xfrm>
            <a:off x="3168286" y="30494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" name="Shape 709"/>
          <p:cNvSpPr/>
          <p:nvPr/>
        </p:nvSpPr>
        <p:spPr>
          <a:xfrm>
            <a:off x="3190113" y="29983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" name="Shape 710"/>
          <p:cNvSpPr/>
          <p:nvPr/>
        </p:nvSpPr>
        <p:spPr>
          <a:xfrm>
            <a:off x="3160592" y="3058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" name="Shape 711"/>
          <p:cNvSpPr/>
          <p:nvPr/>
        </p:nvSpPr>
        <p:spPr>
          <a:xfrm>
            <a:off x="3306817" y="30544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" name="Shape 712"/>
          <p:cNvSpPr/>
          <p:nvPr/>
        </p:nvSpPr>
        <p:spPr>
          <a:xfrm>
            <a:off x="3383445" y="28648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" name="Shape 713"/>
          <p:cNvSpPr/>
          <p:nvPr/>
        </p:nvSpPr>
        <p:spPr>
          <a:xfrm>
            <a:off x="3171490" y="27716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" name="Shape 714"/>
          <p:cNvSpPr/>
          <p:nvPr/>
        </p:nvSpPr>
        <p:spPr>
          <a:xfrm>
            <a:off x="3419753" y="25166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" name="Shape 715"/>
          <p:cNvSpPr/>
          <p:nvPr/>
        </p:nvSpPr>
        <p:spPr>
          <a:xfrm>
            <a:off x="3039624" y="31137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" name="Shape 716"/>
          <p:cNvSpPr/>
          <p:nvPr/>
        </p:nvSpPr>
        <p:spPr>
          <a:xfrm>
            <a:off x="3440892" y="27520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" name="Shape 717"/>
          <p:cNvSpPr/>
          <p:nvPr/>
        </p:nvSpPr>
        <p:spPr>
          <a:xfrm>
            <a:off x="3090023" y="35620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" name="Shape 718"/>
          <p:cNvSpPr/>
          <p:nvPr/>
        </p:nvSpPr>
        <p:spPr>
          <a:xfrm>
            <a:off x="3291655" y="35370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" name="Shape 719"/>
          <p:cNvSpPr/>
          <p:nvPr/>
        </p:nvSpPr>
        <p:spPr>
          <a:xfrm>
            <a:off x="3033670" y="36025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" name="Shape 720"/>
          <p:cNvSpPr/>
          <p:nvPr/>
        </p:nvSpPr>
        <p:spPr>
          <a:xfrm>
            <a:off x="3136907" y="31076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" name="Shape 721"/>
          <p:cNvSpPr/>
          <p:nvPr/>
        </p:nvSpPr>
        <p:spPr>
          <a:xfrm>
            <a:off x="3288005" y="3535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" name="Shape 722"/>
          <p:cNvSpPr/>
          <p:nvPr/>
        </p:nvSpPr>
        <p:spPr>
          <a:xfrm>
            <a:off x="3127314" y="36940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" name="Shape 723"/>
          <p:cNvSpPr/>
          <p:nvPr/>
        </p:nvSpPr>
        <p:spPr>
          <a:xfrm>
            <a:off x="3334168" y="33011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" name="Shape 724"/>
          <p:cNvSpPr/>
          <p:nvPr/>
        </p:nvSpPr>
        <p:spPr>
          <a:xfrm>
            <a:off x="3253088" y="36569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" name="Shape 725"/>
          <p:cNvSpPr/>
          <p:nvPr/>
        </p:nvSpPr>
        <p:spPr>
          <a:xfrm>
            <a:off x="3313980" y="30981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" name="Shape 726"/>
          <p:cNvSpPr/>
          <p:nvPr/>
        </p:nvSpPr>
        <p:spPr>
          <a:xfrm>
            <a:off x="3117419" y="36555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9" name="Shape 727"/>
          <p:cNvSpPr/>
          <p:nvPr/>
        </p:nvSpPr>
        <p:spPr>
          <a:xfrm>
            <a:off x="3160628" y="31185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0" name="Shape 728"/>
          <p:cNvSpPr/>
          <p:nvPr/>
        </p:nvSpPr>
        <p:spPr>
          <a:xfrm>
            <a:off x="3244971" y="36648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1" name="Shape 729"/>
          <p:cNvSpPr/>
          <p:nvPr/>
        </p:nvSpPr>
        <p:spPr>
          <a:xfrm>
            <a:off x="3141025" y="25647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2" name="Shape 730"/>
          <p:cNvSpPr/>
          <p:nvPr/>
        </p:nvSpPr>
        <p:spPr>
          <a:xfrm>
            <a:off x="3197116" y="2920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3" name="Shape 731"/>
          <p:cNvSpPr/>
          <p:nvPr/>
        </p:nvSpPr>
        <p:spPr>
          <a:xfrm>
            <a:off x="3388967" y="32596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4" name="Shape 732"/>
          <p:cNvSpPr/>
          <p:nvPr/>
        </p:nvSpPr>
        <p:spPr>
          <a:xfrm>
            <a:off x="3309835" y="32239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5" name="Shape 733"/>
          <p:cNvSpPr/>
          <p:nvPr/>
        </p:nvSpPr>
        <p:spPr>
          <a:xfrm>
            <a:off x="3303685" y="25197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6" name="Shape 734"/>
          <p:cNvSpPr/>
          <p:nvPr/>
        </p:nvSpPr>
        <p:spPr>
          <a:xfrm>
            <a:off x="3403767" y="25391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7" name="Shape 735"/>
          <p:cNvSpPr/>
          <p:nvPr/>
        </p:nvSpPr>
        <p:spPr>
          <a:xfrm>
            <a:off x="3306048" y="27387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8" name="Shape 736"/>
          <p:cNvSpPr/>
          <p:nvPr/>
        </p:nvSpPr>
        <p:spPr>
          <a:xfrm>
            <a:off x="3226443" y="28186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9" name="Shape 737"/>
          <p:cNvSpPr/>
          <p:nvPr/>
        </p:nvSpPr>
        <p:spPr>
          <a:xfrm>
            <a:off x="3422030" y="2545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0" name="Shape 738"/>
          <p:cNvSpPr/>
          <p:nvPr/>
        </p:nvSpPr>
        <p:spPr>
          <a:xfrm>
            <a:off x="3085552" y="2717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1" name="Shape 739"/>
          <p:cNvSpPr/>
          <p:nvPr/>
        </p:nvSpPr>
        <p:spPr>
          <a:xfrm>
            <a:off x="3394774" y="27121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2" name="Shape 740"/>
          <p:cNvSpPr/>
          <p:nvPr/>
        </p:nvSpPr>
        <p:spPr>
          <a:xfrm>
            <a:off x="3287021" y="2488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3" name="Shape 741"/>
          <p:cNvSpPr/>
          <p:nvPr/>
        </p:nvSpPr>
        <p:spPr>
          <a:xfrm>
            <a:off x="3255031" y="2622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4" name="Shape 742"/>
          <p:cNvSpPr/>
          <p:nvPr/>
        </p:nvSpPr>
        <p:spPr>
          <a:xfrm>
            <a:off x="3131817" y="31256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5" name="Shape 743"/>
          <p:cNvSpPr/>
          <p:nvPr/>
        </p:nvSpPr>
        <p:spPr>
          <a:xfrm>
            <a:off x="3057761" y="31199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6" name="Shape 744"/>
          <p:cNvSpPr/>
          <p:nvPr/>
        </p:nvSpPr>
        <p:spPr>
          <a:xfrm>
            <a:off x="3409847" y="31449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7" name="Shape 745"/>
          <p:cNvSpPr/>
          <p:nvPr/>
        </p:nvSpPr>
        <p:spPr>
          <a:xfrm>
            <a:off x="3381915" y="30975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8" name="Shape 746"/>
          <p:cNvSpPr/>
          <p:nvPr/>
        </p:nvSpPr>
        <p:spPr>
          <a:xfrm>
            <a:off x="3104140" y="3120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9" name="Shape 747"/>
          <p:cNvSpPr/>
          <p:nvPr/>
        </p:nvSpPr>
        <p:spPr>
          <a:xfrm>
            <a:off x="3076872" y="31487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0" name="Shape 748"/>
          <p:cNvSpPr/>
          <p:nvPr/>
        </p:nvSpPr>
        <p:spPr>
          <a:xfrm>
            <a:off x="3213843" y="29103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1" name="Shape 749"/>
          <p:cNvSpPr/>
          <p:nvPr/>
        </p:nvSpPr>
        <p:spPr>
          <a:xfrm>
            <a:off x="3386213" y="31197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2" name="Shape 750"/>
          <p:cNvSpPr/>
          <p:nvPr/>
        </p:nvSpPr>
        <p:spPr>
          <a:xfrm>
            <a:off x="3063612" y="2787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3" name="Shape 751"/>
          <p:cNvSpPr/>
          <p:nvPr/>
        </p:nvSpPr>
        <p:spPr>
          <a:xfrm>
            <a:off x="3444613" y="25860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4" name="Shape 752"/>
          <p:cNvSpPr/>
          <p:nvPr/>
        </p:nvSpPr>
        <p:spPr>
          <a:xfrm>
            <a:off x="3293779" y="2443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5" name="Shape 753"/>
          <p:cNvSpPr/>
          <p:nvPr/>
        </p:nvSpPr>
        <p:spPr>
          <a:xfrm>
            <a:off x="3289856" y="3349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6" name="Shape 754"/>
          <p:cNvSpPr/>
          <p:nvPr/>
        </p:nvSpPr>
        <p:spPr>
          <a:xfrm>
            <a:off x="3029247" y="33033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7" name="Shape 755"/>
          <p:cNvSpPr/>
          <p:nvPr/>
        </p:nvSpPr>
        <p:spPr>
          <a:xfrm>
            <a:off x="3140438" y="31911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8" name="Shape 756"/>
          <p:cNvSpPr/>
          <p:nvPr/>
        </p:nvSpPr>
        <p:spPr>
          <a:xfrm>
            <a:off x="3197959" y="32483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9" name="Shape 757"/>
          <p:cNvSpPr/>
          <p:nvPr/>
        </p:nvSpPr>
        <p:spPr>
          <a:xfrm>
            <a:off x="3085318" y="27329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0" name="Shape 758"/>
          <p:cNvSpPr/>
          <p:nvPr/>
        </p:nvSpPr>
        <p:spPr>
          <a:xfrm>
            <a:off x="3094058" y="25766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1" name="Shape 759"/>
          <p:cNvSpPr/>
          <p:nvPr/>
        </p:nvSpPr>
        <p:spPr>
          <a:xfrm>
            <a:off x="3112429" y="3059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2" name="Shape 760"/>
          <p:cNvSpPr/>
          <p:nvPr/>
        </p:nvSpPr>
        <p:spPr>
          <a:xfrm>
            <a:off x="3267182" y="35216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3" name="Shape 761"/>
          <p:cNvSpPr/>
          <p:nvPr/>
        </p:nvSpPr>
        <p:spPr>
          <a:xfrm>
            <a:off x="3385890" y="3531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4" name="Shape 762"/>
          <p:cNvSpPr/>
          <p:nvPr/>
        </p:nvSpPr>
        <p:spPr>
          <a:xfrm>
            <a:off x="3210801" y="34939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5" name="Shape 763"/>
          <p:cNvSpPr/>
          <p:nvPr/>
        </p:nvSpPr>
        <p:spPr>
          <a:xfrm>
            <a:off x="3450799" y="35167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6" name="Shape 764"/>
          <p:cNvSpPr/>
          <p:nvPr/>
        </p:nvSpPr>
        <p:spPr>
          <a:xfrm>
            <a:off x="3186421" y="24900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7" name="Shape 765"/>
          <p:cNvSpPr/>
          <p:nvPr/>
        </p:nvSpPr>
        <p:spPr>
          <a:xfrm>
            <a:off x="3319857" y="23601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8" name="Shape 766"/>
          <p:cNvSpPr/>
          <p:nvPr/>
        </p:nvSpPr>
        <p:spPr>
          <a:xfrm>
            <a:off x="3152701" y="3121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9" name="Shape 767"/>
          <p:cNvSpPr/>
          <p:nvPr/>
        </p:nvSpPr>
        <p:spPr>
          <a:xfrm>
            <a:off x="3228190" y="3300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0" name="Shape 768"/>
          <p:cNvSpPr/>
          <p:nvPr/>
        </p:nvSpPr>
        <p:spPr>
          <a:xfrm>
            <a:off x="3126228" y="29768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1" name="Shape 769"/>
          <p:cNvSpPr/>
          <p:nvPr/>
        </p:nvSpPr>
        <p:spPr>
          <a:xfrm>
            <a:off x="3028743" y="2539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2" name="Shape 770"/>
          <p:cNvSpPr/>
          <p:nvPr/>
        </p:nvSpPr>
        <p:spPr>
          <a:xfrm>
            <a:off x="3392128" y="2541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3" name="Shape 771"/>
          <p:cNvSpPr/>
          <p:nvPr/>
        </p:nvSpPr>
        <p:spPr>
          <a:xfrm>
            <a:off x="3147173" y="2342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4" name="Shape 772"/>
          <p:cNvSpPr/>
          <p:nvPr/>
        </p:nvSpPr>
        <p:spPr>
          <a:xfrm>
            <a:off x="3195014" y="2636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5" name="Shape 773"/>
          <p:cNvSpPr/>
          <p:nvPr/>
        </p:nvSpPr>
        <p:spPr>
          <a:xfrm>
            <a:off x="3454639" y="27074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6" name="Shape 774"/>
          <p:cNvSpPr/>
          <p:nvPr/>
        </p:nvSpPr>
        <p:spPr>
          <a:xfrm>
            <a:off x="3303709" y="2777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7" name="Shape 775"/>
          <p:cNvSpPr/>
          <p:nvPr/>
        </p:nvSpPr>
        <p:spPr>
          <a:xfrm>
            <a:off x="3375467" y="2780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8" name="Shape 776"/>
          <p:cNvSpPr/>
          <p:nvPr/>
        </p:nvSpPr>
        <p:spPr>
          <a:xfrm>
            <a:off x="3304640" y="30232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9" name="Shape 777"/>
          <p:cNvSpPr/>
          <p:nvPr/>
        </p:nvSpPr>
        <p:spPr>
          <a:xfrm>
            <a:off x="3093816" y="3017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0" name="Shape 778"/>
          <p:cNvSpPr/>
          <p:nvPr/>
        </p:nvSpPr>
        <p:spPr>
          <a:xfrm>
            <a:off x="3315078" y="27370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1" name="Shape 779"/>
          <p:cNvSpPr/>
          <p:nvPr/>
        </p:nvSpPr>
        <p:spPr>
          <a:xfrm>
            <a:off x="3183004" y="28955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2" name="Shape 780"/>
          <p:cNvSpPr/>
          <p:nvPr/>
        </p:nvSpPr>
        <p:spPr>
          <a:xfrm>
            <a:off x="3139449" y="26891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3" name="Shape 781"/>
          <p:cNvSpPr/>
          <p:nvPr/>
        </p:nvSpPr>
        <p:spPr>
          <a:xfrm>
            <a:off x="3331567" y="34386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4" name="Shape 782"/>
          <p:cNvSpPr/>
          <p:nvPr/>
        </p:nvSpPr>
        <p:spPr>
          <a:xfrm>
            <a:off x="3289983" y="28413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5" name="Shape 783"/>
          <p:cNvSpPr/>
          <p:nvPr/>
        </p:nvSpPr>
        <p:spPr>
          <a:xfrm>
            <a:off x="3085311" y="29038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6" name="Shape 784"/>
          <p:cNvSpPr/>
          <p:nvPr/>
        </p:nvSpPr>
        <p:spPr>
          <a:xfrm>
            <a:off x="3154525" y="28442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7" name="Shape 785"/>
          <p:cNvSpPr/>
          <p:nvPr/>
        </p:nvSpPr>
        <p:spPr>
          <a:xfrm>
            <a:off x="3113803" y="28626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8" name="Shape 786"/>
          <p:cNvSpPr/>
          <p:nvPr/>
        </p:nvSpPr>
        <p:spPr>
          <a:xfrm>
            <a:off x="3331973" y="25800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9" name="Shape 787"/>
          <p:cNvSpPr/>
          <p:nvPr/>
        </p:nvSpPr>
        <p:spPr>
          <a:xfrm>
            <a:off x="3249591" y="2815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0" name="Shape 788"/>
          <p:cNvSpPr/>
          <p:nvPr/>
        </p:nvSpPr>
        <p:spPr>
          <a:xfrm>
            <a:off x="3124458" y="28937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1" name="Shape 789"/>
          <p:cNvSpPr/>
          <p:nvPr/>
        </p:nvSpPr>
        <p:spPr>
          <a:xfrm>
            <a:off x="3281673" y="3520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2" name="Shape 790"/>
          <p:cNvSpPr/>
          <p:nvPr/>
        </p:nvSpPr>
        <p:spPr>
          <a:xfrm>
            <a:off x="3086603" y="3528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3" name="Shape 791"/>
          <p:cNvSpPr/>
          <p:nvPr/>
        </p:nvSpPr>
        <p:spPr>
          <a:xfrm>
            <a:off x="3277593" y="35487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4" name="Shape 792"/>
          <p:cNvSpPr/>
          <p:nvPr/>
        </p:nvSpPr>
        <p:spPr>
          <a:xfrm>
            <a:off x="3256238" y="3519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5" name="Shape 793"/>
          <p:cNvSpPr/>
          <p:nvPr/>
        </p:nvSpPr>
        <p:spPr>
          <a:xfrm>
            <a:off x="3253002" y="26895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6" name="Shape 794"/>
          <p:cNvSpPr/>
          <p:nvPr/>
        </p:nvSpPr>
        <p:spPr>
          <a:xfrm>
            <a:off x="3079443" y="2989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7" name="Shape 795"/>
          <p:cNvSpPr/>
          <p:nvPr/>
        </p:nvSpPr>
        <p:spPr>
          <a:xfrm>
            <a:off x="3310070" y="27417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8" name="Shape 796"/>
          <p:cNvSpPr/>
          <p:nvPr/>
        </p:nvSpPr>
        <p:spPr>
          <a:xfrm>
            <a:off x="3104350" y="26428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9" name="Shape 797"/>
          <p:cNvSpPr/>
          <p:nvPr/>
        </p:nvSpPr>
        <p:spPr>
          <a:xfrm>
            <a:off x="3437851" y="28983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0" name="Shape 798"/>
          <p:cNvSpPr/>
          <p:nvPr/>
        </p:nvSpPr>
        <p:spPr>
          <a:xfrm>
            <a:off x="3108588" y="2905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1" name="Shape 799"/>
          <p:cNvSpPr/>
          <p:nvPr/>
        </p:nvSpPr>
        <p:spPr>
          <a:xfrm>
            <a:off x="3348166" y="29335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2" name="Shape 800"/>
          <p:cNvSpPr/>
          <p:nvPr/>
        </p:nvSpPr>
        <p:spPr>
          <a:xfrm>
            <a:off x="3358935" y="30441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3" name="Shape 801"/>
          <p:cNvSpPr/>
          <p:nvPr/>
        </p:nvSpPr>
        <p:spPr>
          <a:xfrm>
            <a:off x="3330219" y="2711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4" name="Shape 802"/>
          <p:cNvSpPr/>
          <p:nvPr/>
        </p:nvSpPr>
        <p:spPr>
          <a:xfrm>
            <a:off x="3048323" y="25369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5" name="Shape 803"/>
          <p:cNvSpPr/>
          <p:nvPr/>
        </p:nvSpPr>
        <p:spPr>
          <a:xfrm>
            <a:off x="3204611" y="28367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6" name="Shape 804"/>
          <p:cNvSpPr/>
          <p:nvPr/>
        </p:nvSpPr>
        <p:spPr>
          <a:xfrm>
            <a:off x="3288643" y="33093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7" name="Shape 805"/>
          <p:cNvSpPr/>
          <p:nvPr/>
        </p:nvSpPr>
        <p:spPr>
          <a:xfrm>
            <a:off x="3275952" y="25358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8" name="Shape 806"/>
          <p:cNvSpPr/>
          <p:nvPr/>
        </p:nvSpPr>
        <p:spPr>
          <a:xfrm>
            <a:off x="3344335" y="33496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9" name="Shape 807"/>
          <p:cNvSpPr/>
          <p:nvPr/>
        </p:nvSpPr>
        <p:spPr>
          <a:xfrm>
            <a:off x="3081317" y="3362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0" name="Shape 808"/>
          <p:cNvSpPr/>
          <p:nvPr/>
        </p:nvSpPr>
        <p:spPr>
          <a:xfrm>
            <a:off x="3262085" y="26833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1" name="Shape 809"/>
          <p:cNvSpPr/>
          <p:nvPr/>
        </p:nvSpPr>
        <p:spPr>
          <a:xfrm>
            <a:off x="3035454" y="29864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2" name="Shape 810"/>
          <p:cNvSpPr/>
          <p:nvPr/>
        </p:nvSpPr>
        <p:spPr>
          <a:xfrm>
            <a:off x="3441113" y="26609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3" name="Shape 811"/>
          <p:cNvSpPr/>
          <p:nvPr/>
        </p:nvSpPr>
        <p:spPr>
          <a:xfrm>
            <a:off x="3168985" y="29572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4" name="Shape 812"/>
          <p:cNvSpPr/>
          <p:nvPr/>
        </p:nvSpPr>
        <p:spPr>
          <a:xfrm>
            <a:off x="3215350" y="23948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5" name="Shape 813"/>
          <p:cNvSpPr/>
          <p:nvPr/>
        </p:nvSpPr>
        <p:spPr>
          <a:xfrm>
            <a:off x="3301436" y="25642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6" name="Shape 814"/>
          <p:cNvSpPr/>
          <p:nvPr/>
        </p:nvSpPr>
        <p:spPr>
          <a:xfrm>
            <a:off x="3199489" y="30377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7" name="Shape 815"/>
          <p:cNvSpPr/>
          <p:nvPr/>
        </p:nvSpPr>
        <p:spPr>
          <a:xfrm>
            <a:off x="3065881" y="26551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8" name="Shape 816"/>
          <p:cNvSpPr/>
          <p:nvPr/>
        </p:nvSpPr>
        <p:spPr>
          <a:xfrm>
            <a:off x="3371486" y="31623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9" name="Shape 817"/>
          <p:cNvSpPr/>
          <p:nvPr/>
        </p:nvSpPr>
        <p:spPr>
          <a:xfrm>
            <a:off x="3438063" y="27581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0" name="Shape 818"/>
          <p:cNvSpPr/>
          <p:nvPr/>
        </p:nvSpPr>
        <p:spPr>
          <a:xfrm>
            <a:off x="3067883" y="29670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1" name="Shape 819"/>
          <p:cNvSpPr/>
          <p:nvPr/>
        </p:nvSpPr>
        <p:spPr>
          <a:xfrm>
            <a:off x="3202709" y="24242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2" name="Shape 820"/>
          <p:cNvSpPr/>
          <p:nvPr/>
        </p:nvSpPr>
        <p:spPr>
          <a:xfrm>
            <a:off x="3379302" y="28892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3" name="Shape 821"/>
          <p:cNvSpPr/>
          <p:nvPr/>
        </p:nvSpPr>
        <p:spPr>
          <a:xfrm>
            <a:off x="3423072" y="25916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4" name="Shape 822"/>
          <p:cNvSpPr/>
          <p:nvPr/>
        </p:nvSpPr>
        <p:spPr>
          <a:xfrm>
            <a:off x="3194897" y="2919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5" name="Shape 823"/>
          <p:cNvSpPr/>
          <p:nvPr/>
        </p:nvSpPr>
        <p:spPr>
          <a:xfrm>
            <a:off x="3211226" y="2705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6" name="Shape 824"/>
          <p:cNvSpPr/>
          <p:nvPr/>
        </p:nvSpPr>
        <p:spPr>
          <a:xfrm>
            <a:off x="3157899" y="28348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7" name="Shape 825"/>
          <p:cNvSpPr/>
          <p:nvPr/>
        </p:nvSpPr>
        <p:spPr>
          <a:xfrm>
            <a:off x="3092488" y="35659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8" name="Shape 826"/>
          <p:cNvSpPr/>
          <p:nvPr/>
        </p:nvSpPr>
        <p:spPr>
          <a:xfrm>
            <a:off x="3178387" y="28982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9" name="Shape 827"/>
          <p:cNvSpPr/>
          <p:nvPr/>
        </p:nvSpPr>
        <p:spPr>
          <a:xfrm>
            <a:off x="3255923" y="3489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0" name="Shape 828"/>
          <p:cNvSpPr/>
          <p:nvPr/>
        </p:nvSpPr>
        <p:spPr>
          <a:xfrm>
            <a:off x="3252080" y="29058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1" name="Shape 829"/>
          <p:cNvSpPr/>
          <p:nvPr/>
        </p:nvSpPr>
        <p:spPr>
          <a:xfrm>
            <a:off x="3299189" y="28947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2" name="Shape 830"/>
          <p:cNvSpPr/>
          <p:nvPr/>
        </p:nvSpPr>
        <p:spPr>
          <a:xfrm>
            <a:off x="3072849" y="29147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3" name="Shape 831"/>
          <p:cNvSpPr/>
          <p:nvPr/>
        </p:nvSpPr>
        <p:spPr>
          <a:xfrm>
            <a:off x="3260558" y="3475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4" name="Shape 832"/>
          <p:cNvSpPr/>
          <p:nvPr/>
        </p:nvSpPr>
        <p:spPr>
          <a:xfrm>
            <a:off x="3341056" y="29042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5" name="Shape 833"/>
          <p:cNvSpPr/>
          <p:nvPr/>
        </p:nvSpPr>
        <p:spPr>
          <a:xfrm>
            <a:off x="3053443" y="3352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6" name="Shape 834"/>
          <p:cNvSpPr/>
          <p:nvPr/>
        </p:nvSpPr>
        <p:spPr>
          <a:xfrm>
            <a:off x="3355233" y="28869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7" name="Shape 835"/>
          <p:cNvSpPr/>
          <p:nvPr/>
        </p:nvSpPr>
        <p:spPr>
          <a:xfrm>
            <a:off x="3397012" y="30611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8" name="Shape 836"/>
          <p:cNvSpPr/>
          <p:nvPr/>
        </p:nvSpPr>
        <p:spPr>
          <a:xfrm>
            <a:off x="3229782" y="30060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9" name="Shape 837"/>
          <p:cNvSpPr/>
          <p:nvPr/>
        </p:nvSpPr>
        <p:spPr>
          <a:xfrm>
            <a:off x="3083131" y="29567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0" name="Shape 838"/>
          <p:cNvSpPr/>
          <p:nvPr/>
        </p:nvSpPr>
        <p:spPr>
          <a:xfrm>
            <a:off x="3414657" y="2904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1" name="Shape 839"/>
          <p:cNvSpPr/>
          <p:nvPr/>
        </p:nvSpPr>
        <p:spPr>
          <a:xfrm>
            <a:off x="3322049" y="33357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2" name="Shape 840"/>
          <p:cNvSpPr/>
          <p:nvPr/>
        </p:nvSpPr>
        <p:spPr>
          <a:xfrm>
            <a:off x="3280184" y="2975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3" name="Shape 841"/>
          <p:cNvSpPr/>
          <p:nvPr/>
        </p:nvSpPr>
        <p:spPr>
          <a:xfrm>
            <a:off x="3331555" y="33136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4" name="Shape 842"/>
          <p:cNvSpPr/>
          <p:nvPr/>
        </p:nvSpPr>
        <p:spPr>
          <a:xfrm>
            <a:off x="3230690" y="26734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5" name="Shape 843"/>
          <p:cNvSpPr/>
          <p:nvPr/>
        </p:nvSpPr>
        <p:spPr>
          <a:xfrm>
            <a:off x="3294066" y="25190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6" name="Shape 844"/>
          <p:cNvSpPr/>
          <p:nvPr/>
        </p:nvSpPr>
        <p:spPr>
          <a:xfrm>
            <a:off x="3085016" y="2631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7" name="Shape 845"/>
          <p:cNvSpPr/>
          <p:nvPr/>
        </p:nvSpPr>
        <p:spPr>
          <a:xfrm>
            <a:off x="3158194" y="24552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8" name="Shape 846"/>
          <p:cNvSpPr/>
          <p:nvPr/>
        </p:nvSpPr>
        <p:spPr>
          <a:xfrm>
            <a:off x="3030399" y="1536700"/>
            <a:ext cx="76200" cy="63500"/>
          </a:xfrm>
          <a:prstGeom prst="triangle">
            <a:avLst/>
          </a:prstGeom>
          <a:solidFill>
            <a:srgbClr val="5879BD">
              <a:alpha val="82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9" name="Shape 847"/>
          <p:cNvSpPr/>
          <p:nvPr/>
        </p:nvSpPr>
        <p:spPr>
          <a:xfrm>
            <a:off x="3329239" y="34634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0" name="Shape 848"/>
          <p:cNvSpPr/>
          <p:nvPr/>
        </p:nvSpPr>
        <p:spPr>
          <a:xfrm>
            <a:off x="3402481" y="2349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1" name="Shape 849"/>
          <p:cNvSpPr/>
          <p:nvPr/>
        </p:nvSpPr>
        <p:spPr>
          <a:xfrm>
            <a:off x="3386689" y="27096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2" name="Shape 850"/>
          <p:cNvSpPr/>
          <p:nvPr/>
        </p:nvSpPr>
        <p:spPr>
          <a:xfrm>
            <a:off x="3096259" y="25182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3" name="Shape 851"/>
          <p:cNvSpPr/>
          <p:nvPr/>
        </p:nvSpPr>
        <p:spPr>
          <a:xfrm>
            <a:off x="3162410" y="24201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4" name="Shape 852"/>
          <p:cNvSpPr/>
          <p:nvPr/>
        </p:nvSpPr>
        <p:spPr>
          <a:xfrm>
            <a:off x="3153959" y="25971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5" name="Shape 853"/>
          <p:cNvSpPr/>
          <p:nvPr/>
        </p:nvSpPr>
        <p:spPr>
          <a:xfrm>
            <a:off x="3148067" y="2725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6" name="Shape 854"/>
          <p:cNvSpPr/>
          <p:nvPr/>
        </p:nvSpPr>
        <p:spPr>
          <a:xfrm>
            <a:off x="3349589" y="23945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7" name="Shape 855"/>
          <p:cNvSpPr/>
          <p:nvPr/>
        </p:nvSpPr>
        <p:spPr>
          <a:xfrm>
            <a:off x="3336510" y="25040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8" name="Shape 856"/>
          <p:cNvSpPr/>
          <p:nvPr/>
        </p:nvSpPr>
        <p:spPr>
          <a:xfrm>
            <a:off x="3416560" y="2586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9" name="Shape 857"/>
          <p:cNvSpPr/>
          <p:nvPr/>
        </p:nvSpPr>
        <p:spPr>
          <a:xfrm>
            <a:off x="3274286" y="2321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0" name="Shape 858"/>
          <p:cNvSpPr/>
          <p:nvPr/>
        </p:nvSpPr>
        <p:spPr>
          <a:xfrm>
            <a:off x="3435373" y="2434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1" name="Shape 859"/>
          <p:cNvSpPr/>
          <p:nvPr/>
        </p:nvSpPr>
        <p:spPr>
          <a:xfrm>
            <a:off x="3187643" y="24608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2" name="Shape 860"/>
          <p:cNvSpPr/>
          <p:nvPr/>
        </p:nvSpPr>
        <p:spPr>
          <a:xfrm>
            <a:off x="3212713" y="21657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3" name="Shape 861"/>
          <p:cNvSpPr/>
          <p:nvPr/>
        </p:nvSpPr>
        <p:spPr>
          <a:xfrm>
            <a:off x="3221092" y="2703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4" name="Shape 862"/>
          <p:cNvSpPr/>
          <p:nvPr/>
        </p:nvSpPr>
        <p:spPr>
          <a:xfrm>
            <a:off x="3225134" y="23793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5" name="Shape 863"/>
          <p:cNvSpPr/>
          <p:nvPr/>
        </p:nvSpPr>
        <p:spPr>
          <a:xfrm>
            <a:off x="3173400" y="24315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6" name="Shape 864"/>
          <p:cNvSpPr/>
          <p:nvPr/>
        </p:nvSpPr>
        <p:spPr>
          <a:xfrm>
            <a:off x="3115396" y="23108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7" name="Shape 865"/>
          <p:cNvSpPr/>
          <p:nvPr/>
        </p:nvSpPr>
        <p:spPr>
          <a:xfrm>
            <a:off x="3205474" y="2441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8" name="Shape 866"/>
          <p:cNvSpPr/>
          <p:nvPr/>
        </p:nvSpPr>
        <p:spPr>
          <a:xfrm>
            <a:off x="3353386" y="24627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9" name="Shape 867"/>
          <p:cNvSpPr/>
          <p:nvPr/>
        </p:nvSpPr>
        <p:spPr>
          <a:xfrm>
            <a:off x="3133399" y="26341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0" name="Shape 868"/>
          <p:cNvSpPr/>
          <p:nvPr/>
        </p:nvSpPr>
        <p:spPr>
          <a:xfrm>
            <a:off x="3351261" y="2367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1" name="Shape 869"/>
          <p:cNvSpPr/>
          <p:nvPr/>
        </p:nvSpPr>
        <p:spPr>
          <a:xfrm>
            <a:off x="3235600" y="25456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2" name="Shape 870"/>
          <p:cNvSpPr/>
          <p:nvPr/>
        </p:nvSpPr>
        <p:spPr>
          <a:xfrm>
            <a:off x="3265113" y="22964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3" name="Shape 871"/>
          <p:cNvSpPr/>
          <p:nvPr/>
        </p:nvSpPr>
        <p:spPr>
          <a:xfrm>
            <a:off x="3457353" y="3213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4" name="Shape 872"/>
          <p:cNvSpPr/>
          <p:nvPr/>
        </p:nvSpPr>
        <p:spPr>
          <a:xfrm>
            <a:off x="3313645" y="35185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5" name="Shape 873"/>
          <p:cNvSpPr/>
          <p:nvPr/>
        </p:nvSpPr>
        <p:spPr>
          <a:xfrm>
            <a:off x="3293694" y="25002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6" name="Shape 874"/>
          <p:cNvSpPr/>
          <p:nvPr/>
        </p:nvSpPr>
        <p:spPr>
          <a:xfrm>
            <a:off x="3381145" y="32169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7" name="Shape 875"/>
          <p:cNvSpPr/>
          <p:nvPr/>
        </p:nvSpPr>
        <p:spPr>
          <a:xfrm>
            <a:off x="3200175" y="3416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8" name="Shape 876"/>
          <p:cNvSpPr/>
          <p:nvPr/>
        </p:nvSpPr>
        <p:spPr>
          <a:xfrm>
            <a:off x="3276536" y="24954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9" name="Shape 877"/>
          <p:cNvSpPr/>
          <p:nvPr/>
        </p:nvSpPr>
        <p:spPr>
          <a:xfrm>
            <a:off x="3066577" y="28853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0" name="Shape 878"/>
          <p:cNvSpPr/>
          <p:nvPr/>
        </p:nvSpPr>
        <p:spPr>
          <a:xfrm>
            <a:off x="3288815" y="28014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1" name="Shape 879"/>
          <p:cNvSpPr/>
          <p:nvPr/>
        </p:nvSpPr>
        <p:spPr>
          <a:xfrm>
            <a:off x="3386142" y="37074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2" name="Shape 880"/>
          <p:cNvSpPr/>
          <p:nvPr/>
        </p:nvSpPr>
        <p:spPr>
          <a:xfrm>
            <a:off x="3333461" y="27675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3" name="Shape 881"/>
          <p:cNvSpPr/>
          <p:nvPr/>
        </p:nvSpPr>
        <p:spPr>
          <a:xfrm>
            <a:off x="3346875" y="30686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4" name="Shape 882"/>
          <p:cNvSpPr/>
          <p:nvPr/>
        </p:nvSpPr>
        <p:spPr>
          <a:xfrm>
            <a:off x="3339187" y="36288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5" name="Shape 883"/>
          <p:cNvSpPr/>
          <p:nvPr/>
        </p:nvSpPr>
        <p:spPr>
          <a:xfrm>
            <a:off x="3051084" y="2746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6" name="Shape 884"/>
          <p:cNvSpPr/>
          <p:nvPr/>
        </p:nvSpPr>
        <p:spPr>
          <a:xfrm>
            <a:off x="3154040" y="26286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7" name="Shape 885"/>
          <p:cNvSpPr/>
          <p:nvPr/>
        </p:nvSpPr>
        <p:spPr>
          <a:xfrm>
            <a:off x="3426626" y="24544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8" name="Shape 886"/>
          <p:cNvSpPr/>
          <p:nvPr/>
        </p:nvSpPr>
        <p:spPr>
          <a:xfrm>
            <a:off x="3271956" y="25003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9" name="Shape 887"/>
          <p:cNvSpPr/>
          <p:nvPr/>
        </p:nvSpPr>
        <p:spPr>
          <a:xfrm>
            <a:off x="3378522" y="24686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0" name="Shape 888"/>
          <p:cNvSpPr/>
          <p:nvPr/>
        </p:nvSpPr>
        <p:spPr>
          <a:xfrm>
            <a:off x="3154475" y="2478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1" name="Shape 889"/>
          <p:cNvSpPr/>
          <p:nvPr/>
        </p:nvSpPr>
        <p:spPr>
          <a:xfrm>
            <a:off x="3394440" y="26195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2" name="Shape 890"/>
          <p:cNvSpPr/>
          <p:nvPr/>
        </p:nvSpPr>
        <p:spPr>
          <a:xfrm>
            <a:off x="3355023" y="24787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3" name="Shape 891"/>
          <p:cNvSpPr/>
          <p:nvPr/>
        </p:nvSpPr>
        <p:spPr>
          <a:xfrm>
            <a:off x="3419933" y="24607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4" name="Shape 892"/>
          <p:cNvSpPr/>
          <p:nvPr/>
        </p:nvSpPr>
        <p:spPr>
          <a:xfrm>
            <a:off x="3091111" y="25522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5" name="Shape 893"/>
          <p:cNvSpPr/>
          <p:nvPr/>
        </p:nvSpPr>
        <p:spPr>
          <a:xfrm>
            <a:off x="3457431" y="25486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6" name="Shape 894"/>
          <p:cNvSpPr/>
          <p:nvPr/>
        </p:nvSpPr>
        <p:spPr>
          <a:xfrm>
            <a:off x="3293349" y="24745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7" name="Shape 895"/>
          <p:cNvSpPr/>
          <p:nvPr/>
        </p:nvSpPr>
        <p:spPr>
          <a:xfrm>
            <a:off x="3436988" y="2892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8" name="Shape 896"/>
          <p:cNvSpPr/>
          <p:nvPr/>
        </p:nvSpPr>
        <p:spPr>
          <a:xfrm>
            <a:off x="3382861" y="24847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9" name="Shape 897"/>
          <p:cNvSpPr/>
          <p:nvPr/>
        </p:nvSpPr>
        <p:spPr>
          <a:xfrm>
            <a:off x="3069530" y="33092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0" name="Shape 898"/>
          <p:cNvSpPr/>
          <p:nvPr/>
        </p:nvSpPr>
        <p:spPr>
          <a:xfrm>
            <a:off x="3282461" y="32762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1" name="Shape 899"/>
          <p:cNvSpPr/>
          <p:nvPr/>
        </p:nvSpPr>
        <p:spPr>
          <a:xfrm>
            <a:off x="3114639" y="31561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2" name="Shape 900"/>
          <p:cNvSpPr/>
          <p:nvPr/>
        </p:nvSpPr>
        <p:spPr>
          <a:xfrm>
            <a:off x="3149852" y="33715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3" name="Shape 901"/>
          <p:cNvSpPr/>
          <p:nvPr/>
        </p:nvSpPr>
        <p:spPr>
          <a:xfrm>
            <a:off x="3427765" y="35384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4" name="Shape 902"/>
          <p:cNvSpPr/>
          <p:nvPr/>
        </p:nvSpPr>
        <p:spPr>
          <a:xfrm>
            <a:off x="3072917" y="32530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5" name="Shape 903"/>
          <p:cNvSpPr/>
          <p:nvPr/>
        </p:nvSpPr>
        <p:spPr>
          <a:xfrm>
            <a:off x="3445582" y="27123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6" name="Shape 904"/>
          <p:cNvSpPr/>
          <p:nvPr/>
        </p:nvSpPr>
        <p:spPr>
          <a:xfrm>
            <a:off x="3089538" y="27505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7" name="Shape 905"/>
          <p:cNvSpPr/>
          <p:nvPr/>
        </p:nvSpPr>
        <p:spPr>
          <a:xfrm>
            <a:off x="3217431" y="27652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8" name="Shape 906"/>
          <p:cNvSpPr/>
          <p:nvPr/>
        </p:nvSpPr>
        <p:spPr>
          <a:xfrm>
            <a:off x="3325372" y="26966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9" name="Shape 907"/>
          <p:cNvSpPr/>
          <p:nvPr/>
        </p:nvSpPr>
        <p:spPr>
          <a:xfrm>
            <a:off x="3332626" y="27526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0" name="Shape 908"/>
          <p:cNvSpPr/>
          <p:nvPr/>
        </p:nvSpPr>
        <p:spPr>
          <a:xfrm>
            <a:off x="3039104" y="34284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1" name="Shape 909"/>
          <p:cNvSpPr/>
          <p:nvPr/>
        </p:nvSpPr>
        <p:spPr>
          <a:xfrm>
            <a:off x="3203076" y="29835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2" name="Shape 910"/>
          <p:cNvSpPr/>
          <p:nvPr/>
        </p:nvSpPr>
        <p:spPr>
          <a:xfrm>
            <a:off x="3367112" y="29175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3" name="Shape 911"/>
          <p:cNvSpPr/>
          <p:nvPr/>
        </p:nvSpPr>
        <p:spPr>
          <a:xfrm>
            <a:off x="3044156" y="29764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4" name="Shape 912"/>
          <p:cNvSpPr/>
          <p:nvPr/>
        </p:nvSpPr>
        <p:spPr>
          <a:xfrm>
            <a:off x="3411360" y="3494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5" name="Shape 913"/>
          <p:cNvSpPr/>
          <p:nvPr/>
        </p:nvSpPr>
        <p:spPr>
          <a:xfrm>
            <a:off x="3325584" y="35350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6" name="Shape 914"/>
          <p:cNvSpPr/>
          <p:nvPr/>
        </p:nvSpPr>
        <p:spPr>
          <a:xfrm>
            <a:off x="3119595" y="3492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7" name="Shape 915"/>
          <p:cNvSpPr/>
          <p:nvPr/>
        </p:nvSpPr>
        <p:spPr>
          <a:xfrm>
            <a:off x="3219032" y="34769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8" name="Shape 916"/>
          <p:cNvSpPr/>
          <p:nvPr/>
        </p:nvSpPr>
        <p:spPr>
          <a:xfrm>
            <a:off x="3138593" y="27307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9" name="Shape 917"/>
          <p:cNvSpPr/>
          <p:nvPr/>
        </p:nvSpPr>
        <p:spPr>
          <a:xfrm>
            <a:off x="3352637" y="26311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0" name="Shape 918"/>
          <p:cNvSpPr/>
          <p:nvPr/>
        </p:nvSpPr>
        <p:spPr>
          <a:xfrm>
            <a:off x="3331580" y="37261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1" name="Shape 919"/>
          <p:cNvSpPr/>
          <p:nvPr/>
        </p:nvSpPr>
        <p:spPr>
          <a:xfrm>
            <a:off x="3092552" y="35982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2" name="Shape 920"/>
          <p:cNvSpPr/>
          <p:nvPr/>
        </p:nvSpPr>
        <p:spPr>
          <a:xfrm>
            <a:off x="3117553" y="26472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3" name="Shape 921"/>
          <p:cNvSpPr/>
          <p:nvPr/>
        </p:nvSpPr>
        <p:spPr>
          <a:xfrm>
            <a:off x="3238840" y="33287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4" name="Shape 922"/>
          <p:cNvSpPr/>
          <p:nvPr/>
        </p:nvSpPr>
        <p:spPr>
          <a:xfrm>
            <a:off x="3237058" y="24463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5" name="Shape 923"/>
          <p:cNvSpPr/>
          <p:nvPr/>
        </p:nvSpPr>
        <p:spPr>
          <a:xfrm>
            <a:off x="3262573" y="24681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6" name="Shape 924"/>
          <p:cNvSpPr/>
          <p:nvPr/>
        </p:nvSpPr>
        <p:spPr>
          <a:xfrm>
            <a:off x="3064578" y="29709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7" name="Shape 925"/>
          <p:cNvSpPr/>
          <p:nvPr/>
        </p:nvSpPr>
        <p:spPr>
          <a:xfrm>
            <a:off x="3036747" y="24652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8" name="Shape 926"/>
          <p:cNvSpPr/>
          <p:nvPr/>
        </p:nvSpPr>
        <p:spPr>
          <a:xfrm>
            <a:off x="3152723" y="28558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9" name="Shape 927"/>
          <p:cNvSpPr/>
          <p:nvPr/>
        </p:nvSpPr>
        <p:spPr>
          <a:xfrm>
            <a:off x="3195774" y="24631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30" name="Shape 928"/>
          <p:cNvSpPr/>
          <p:nvPr/>
        </p:nvSpPr>
        <p:spPr>
          <a:xfrm>
            <a:off x="3244789" y="29332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31" name="Shape 929"/>
          <p:cNvSpPr/>
          <p:nvPr/>
        </p:nvSpPr>
        <p:spPr>
          <a:xfrm>
            <a:off x="3356137" y="2422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32" name="Shape 930"/>
          <p:cNvSpPr/>
          <p:nvPr/>
        </p:nvSpPr>
        <p:spPr>
          <a:xfrm>
            <a:off x="3263900" y="2420497"/>
            <a:ext cx="0" cy="1117256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933" name="Shape 931"/>
          <p:cNvSpPr/>
          <p:nvPr/>
        </p:nvSpPr>
        <p:spPr>
          <a:xfrm>
            <a:off x="3149600" y="3537753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934" name="Shape 932"/>
          <p:cNvSpPr/>
          <p:nvPr/>
        </p:nvSpPr>
        <p:spPr>
          <a:xfrm>
            <a:off x="3149600" y="2420497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935" name="Shape 933"/>
          <p:cNvSpPr/>
          <p:nvPr/>
        </p:nvSpPr>
        <p:spPr>
          <a:xfrm>
            <a:off x="3098800" y="2642249"/>
            <a:ext cx="330200" cy="627578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936" name="Shape 934"/>
          <p:cNvSpPr/>
          <p:nvPr/>
        </p:nvSpPr>
        <p:spPr>
          <a:xfrm>
            <a:off x="3098800" y="2952980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937" name="Shape 935"/>
          <p:cNvSpPr/>
          <p:nvPr/>
        </p:nvSpPr>
        <p:spPr>
          <a:xfrm>
            <a:off x="2933700" y="41402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938" name="Text 936"/>
          <p:cNvSpPr/>
          <p:nvPr/>
        </p:nvSpPr>
        <p:spPr>
          <a:xfrm>
            <a:off x="1854200" y="42481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PocketXMol-official</a:t>
            </a:r>
          </a:p>
        </p:txBody>
      </p:sp>
      <p:sp>
        <p:nvSpPr>
          <p:cNvPr id="939" name="Shape 937"/>
          <p:cNvSpPr/>
          <p:nvPr/>
        </p:nvSpPr>
        <p:spPr>
          <a:xfrm>
            <a:off x="5014992" y="3327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0" name="Shape 938"/>
          <p:cNvSpPr/>
          <p:nvPr/>
        </p:nvSpPr>
        <p:spPr>
          <a:xfrm>
            <a:off x="4972044" y="32209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1" name="Shape 939"/>
          <p:cNvSpPr/>
          <p:nvPr/>
        </p:nvSpPr>
        <p:spPr>
          <a:xfrm>
            <a:off x="4724058" y="34778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2" name="Shape 940"/>
          <p:cNvSpPr/>
          <p:nvPr/>
        </p:nvSpPr>
        <p:spPr>
          <a:xfrm>
            <a:off x="4941974" y="32029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3" name="Shape 941"/>
          <p:cNvSpPr/>
          <p:nvPr/>
        </p:nvSpPr>
        <p:spPr>
          <a:xfrm>
            <a:off x="4606840" y="3518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4" name="Shape 942"/>
          <p:cNvSpPr/>
          <p:nvPr/>
        </p:nvSpPr>
        <p:spPr>
          <a:xfrm>
            <a:off x="4805656" y="34479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5" name="Shape 943"/>
          <p:cNvSpPr/>
          <p:nvPr/>
        </p:nvSpPr>
        <p:spPr>
          <a:xfrm>
            <a:off x="4775548" y="34100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6" name="Shape 944"/>
          <p:cNvSpPr/>
          <p:nvPr/>
        </p:nvSpPr>
        <p:spPr>
          <a:xfrm>
            <a:off x="4830525" y="33850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7" name="Shape 945"/>
          <p:cNvSpPr/>
          <p:nvPr/>
        </p:nvSpPr>
        <p:spPr>
          <a:xfrm>
            <a:off x="4809688" y="3410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8" name="Shape 946"/>
          <p:cNvSpPr/>
          <p:nvPr/>
        </p:nvSpPr>
        <p:spPr>
          <a:xfrm>
            <a:off x="5019566" y="32762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9" name="Shape 947"/>
          <p:cNvSpPr/>
          <p:nvPr/>
        </p:nvSpPr>
        <p:spPr>
          <a:xfrm>
            <a:off x="4820670" y="34757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0" name="Shape 948"/>
          <p:cNvSpPr/>
          <p:nvPr/>
        </p:nvSpPr>
        <p:spPr>
          <a:xfrm>
            <a:off x="4965217" y="32894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1" name="Shape 949"/>
          <p:cNvSpPr/>
          <p:nvPr/>
        </p:nvSpPr>
        <p:spPr>
          <a:xfrm>
            <a:off x="4806613" y="34802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2" name="Shape 950"/>
          <p:cNvSpPr/>
          <p:nvPr/>
        </p:nvSpPr>
        <p:spPr>
          <a:xfrm>
            <a:off x="5008336" y="25326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3" name="Shape 951"/>
          <p:cNvSpPr/>
          <p:nvPr/>
        </p:nvSpPr>
        <p:spPr>
          <a:xfrm>
            <a:off x="4646928" y="34029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4" name="Shape 952"/>
          <p:cNvSpPr/>
          <p:nvPr/>
        </p:nvSpPr>
        <p:spPr>
          <a:xfrm>
            <a:off x="4638581" y="3534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5" name="Shape 953"/>
          <p:cNvSpPr/>
          <p:nvPr/>
        </p:nvSpPr>
        <p:spPr>
          <a:xfrm>
            <a:off x="4664288" y="3430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6" name="Shape 954"/>
          <p:cNvSpPr/>
          <p:nvPr/>
        </p:nvSpPr>
        <p:spPr>
          <a:xfrm>
            <a:off x="4754088" y="32635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7" name="Shape 955"/>
          <p:cNvSpPr/>
          <p:nvPr/>
        </p:nvSpPr>
        <p:spPr>
          <a:xfrm>
            <a:off x="4655661" y="35574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8" name="Shape 956"/>
          <p:cNvSpPr/>
          <p:nvPr/>
        </p:nvSpPr>
        <p:spPr>
          <a:xfrm>
            <a:off x="4965463" y="31933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9" name="Shape 957"/>
          <p:cNvSpPr/>
          <p:nvPr/>
        </p:nvSpPr>
        <p:spPr>
          <a:xfrm>
            <a:off x="4978445" y="32507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0" name="Shape 958"/>
          <p:cNvSpPr/>
          <p:nvPr/>
        </p:nvSpPr>
        <p:spPr>
          <a:xfrm>
            <a:off x="4664352" y="33517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1" name="Shape 959"/>
          <p:cNvSpPr/>
          <p:nvPr/>
        </p:nvSpPr>
        <p:spPr>
          <a:xfrm>
            <a:off x="4769215" y="33795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2" name="Shape 960"/>
          <p:cNvSpPr/>
          <p:nvPr/>
        </p:nvSpPr>
        <p:spPr>
          <a:xfrm>
            <a:off x="4638980" y="33096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3" name="Shape 961"/>
          <p:cNvSpPr/>
          <p:nvPr/>
        </p:nvSpPr>
        <p:spPr>
          <a:xfrm>
            <a:off x="4623775" y="33912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4" name="Shape 962"/>
          <p:cNvSpPr/>
          <p:nvPr/>
        </p:nvSpPr>
        <p:spPr>
          <a:xfrm>
            <a:off x="4792017" y="35372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5" name="Shape 963"/>
          <p:cNvSpPr/>
          <p:nvPr/>
        </p:nvSpPr>
        <p:spPr>
          <a:xfrm>
            <a:off x="4671353" y="33654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6" name="Shape 964"/>
          <p:cNvSpPr/>
          <p:nvPr/>
        </p:nvSpPr>
        <p:spPr>
          <a:xfrm>
            <a:off x="4988552" y="34349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7" name="Shape 965"/>
          <p:cNvSpPr/>
          <p:nvPr/>
        </p:nvSpPr>
        <p:spPr>
          <a:xfrm>
            <a:off x="4743626" y="34523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8" name="Shape 966"/>
          <p:cNvSpPr/>
          <p:nvPr/>
        </p:nvSpPr>
        <p:spPr>
          <a:xfrm>
            <a:off x="4708904" y="34603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9" name="Shape 967"/>
          <p:cNvSpPr/>
          <p:nvPr/>
        </p:nvSpPr>
        <p:spPr>
          <a:xfrm>
            <a:off x="4596844" y="34021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0" name="Shape 968"/>
          <p:cNvSpPr/>
          <p:nvPr/>
        </p:nvSpPr>
        <p:spPr>
          <a:xfrm>
            <a:off x="5015753" y="32293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1" name="Shape 969"/>
          <p:cNvSpPr/>
          <p:nvPr/>
        </p:nvSpPr>
        <p:spPr>
          <a:xfrm>
            <a:off x="4776229" y="34195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2" name="Shape 970"/>
          <p:cNvSpPr/>
          <p:nvPr/>
        </p:nvSpPr>
        <p:spPr>
          <a:xfrm>
            <a:off x="4742887" y="34162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3" name="Shape 971"/>
          <p:cNvSpPr/>
          <p:nvPr/>
        </p:nvSpPr>
        <p:spPr>
          <a:xfrm>
            <a:off x="4991955" y="3588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4" name="Shape 972"/>
          <p:cNvSpPr/>
          <p:nvPr/>
        </p:nvSpPr>
        <p:spPr>
          <a:xfrm>
            <a:off x="4942894" y="33893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5" name="Shape 973"/>
          <p:cNvSpPr/>
          <p:nvPr/>
        </p:nvSpPr>
        <p:spPr>
          <a:xfrm>
            <a:off x="4635830" y="3517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6" name="Shape 974"/>
          <p:cNvSpPr/>
          <p:nvPr/>
        </p:nvSpPr>
        <p:spPr>
          <a:xfrm>
            <a:off x="4712611" y="33923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7" name="Shape 975"/>
          <p:cNvSpPr/>
          <p:nvPr/>
        </p:nvSpPr>
        <p:spPr>
          <a:xfrm>
            <a:off x="4756877" y="32400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8" name="Shape 976"/>
          <p:cNvSpPr/>
          <p:nvPr/>
        </p:nvSpPr>
        <p:spPr>
          <a:xfrm>
            <a:off x="4719929" y="34187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9" name="Shape 977"/>
          <p:cNvSpPr/>
          <p:nvPr/>
        </p:nvSpPr>
        <p:spPr>
          <a:xfrm>
            <a:off x="4876629" y="34892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0" name="Shape 978"/>
          <p:cNvSpPr/>
          <p:nvPr/>
        </p:nvSpPr>
        <p:spPr>
          <a:xfrm>
            <a:off x="4755878" y="34662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1" name="Shape 979"/>
          <p:cNvSpPr/>
          <p:nvPr/>
        </p:nvSpPr>
        <p:spPr>
          <a:xfrm>
            <a:off x="4653511" y="34019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2" name="Shape 980"/>
          <p:cNvSpPr/>
          <p:nvPr/>
        </p:nvSpPr>
        <p:spPr>
          <a:xfrm>
            <a:off x="4677043" y="34436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3" name="Shape 981"/>
          <p:cNvSpPr/>
          <p:nvPr/>
        </p:nvSpPr>
        <p:spPr>
          <a:xfrm>
            <a:off x="4596008" y="3538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4" name="Shape 982"/>
          <p:cNvSpPr/>
          <p:nvPr/>
        </p:nvSpPr>
        <p:spPr>
          <a:xfrm>
            <a:off x="4802029" y="34936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5" name="Shape 983"/>
          <p:cNvSpPr/>
          <p:nvPr/>
        </p:nvSpPr>
        <p:spPr>
          <a:xfrm>
            <a:off x="4737849" y="33672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6" name="Shape 984"/>
          <p:cNvSpPr/>
          <p:nvPr/>
        </p:nvSpPr>
        <p:spPr>
          <a:xfrm>
            <a:off x="4592599" y="34036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7" name="Shape 985"/>
          <p:cNvSpPr/>
          <p:nvPr/>
        </p:nvSpPr>
        <p:spPr>
          <a:xfrm>
            <a:off x="4801215" y="3541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8" name="Shape 986"/>
          <p:cNvSpPr/>
          <p:nvPr/>
        </p:nvSpPr>
        <p:spPr>
          <a:xfrm>
            <a:off x="4812403" y="33540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9" name="Shape 987"/>
          <p:cNvSpPr/>
          <p:nvPr/>
        </p:nvSpPr>
        <p:spPr>
          <a:xfrm>
            <a:off x="4720503" y="34474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0" name="Shape 988"/>
          <p:cNvSpPr/>
          <p:nvPr/>
        </p:nvSpPr>
        <p:spPr>
          <a:xfrm>
            <a:off x="4706333" y="3451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1" name="Shape 989"/>
          <p:cNvSpPr/>
          <p:nvPr/>
        </p:nvSpPr>
        <p:spPr>
          <a:xfrm>
            <a:off x="4862726" y="3473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2" name="Shape 990"/>
          <p:cNvSpPr/>
          <p:nvPr/>
        </p:nvSpPr>
        <p:spPr>
          <a:xfrm>
            <a:off x="4622296" y="32993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3" name="Shape 991"/>
          <p:cNvSpPr/>
          <p:nvPr/>
        </p:nvSpPr>
        <p:spPr>
          <a:xfrm>
            <a:off x="4736601" y="34550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4" name="Shape 992"/>
          <p:cNvSpPr/>
          <p:nvPr/>
        </p:nvSpPr>
        <p:spPr>
          <a:xfrm>
            <a:off x="4949047" y="35530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5" name="Shape 993"/>
          <p:cNvSpPr/>
          <p:nvPr/>
        </p:nvSpPr>
        <p:spPr>
          <a:xfrm>
            <a:off x="4834588" y="35490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6" name="Shape 994"/>
          <p:cNvSpPr/>
          <p:nvPr/>
        </p:nvSpPr>
        <p:spPr>
          <a:xfrm>
            <a:off x="4896784" y="34741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7" name="Shape 995"/>
          <p:cNvSpPr/>
          <p:nvPr/>
        </p:nvSpPr>
        <p:spPr>
          <a:xfrm>
            <a:off x="4774855" y="33993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8" name="Shape 996"/>
          <p:cNvSpPr/>
          <p:nvPr/>
        </p:nvSpPr>
        <p:spPr>
          <a:xfrm>
            <a:off x="4974713" y="32501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9" name="Shape 997"/>
          <p:cNvSpPr/>
          <p:nvPr/>
        </p:nvSpPr>
        <p:spPr>
          <a:xfrm>
            <a:off x="4655633" y="3215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0" name="Shape 998"/>
          <p:cNvSpPr/>
          <p:nvPr/>
        </p:nvSpPr>
        <p:spPr>
          <a:xfrm>
            <a:off x="4802431" y="34648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1" name="Shape 999"/>
          <p:cNvSpPr/>
          <p:nvPr/>
        </p:nvSpPr>
        <p:spPr>
          <a:xfrm>
            <a:off x="4869408" y="34225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2" name="Shape 1000"/>
          <p:cNvSpPr/>
          <p:nvPr/>
        </p:nvSpPr>
        <p:spPr>
          <a:xfrm>
            <a:off x="4621942" y="33042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3" name="Shape 1001"/>
          <p:cNvSpPr/>
          <p:nvPr/>
        </p:nvSpPr>
        <p:spPr>
          <a:xfrm>
            <a:off x="4799217" y="3226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4" name="Shape 1002"/>
          <p:cNvSpPr/>
          <p:nvPr/>
        </p:nvSpPr>
        <p:spPr>
          <a:xfrm>
            <a:off x="4727420" y="33357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5" name="Shape 1003"/>
          <p:cNvSpPr/>
          <p:nvPr/>
        </p:nvSpPr>
        <p:spPr>
          <a:xfrm>
            <a:off x="4598991" y="34304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6" name="Shape 1004"/>
          <p:cNvSpPr/>
          <p:nvPr/>
        </p:nvSpPr>
        <p:spPr>
          <a:xfrm>
            <a:off x="4867420" y="3409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7" name="Shape 1005"/>
          <p:cNvSpPr/>
          <p:nvPr/>
        </p:nvSpPr>
        <p:spPr>
          <a:xfrm>
            <a:off x="4876841" y="3514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8" name="Shape 1006"/>
          <p:cNvSpPr/>
          <p:nvPr/>
        </p:nvSpPr>
        <p:spPr>
          <a:xfrm>
            <a:off x="4705331" y="34843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9" name="Shape 1007"/>
          <p:cNvSpPr/>
          <p:nvPr/>
        </p:nvSpPr>
        <p:spPr>
          <a:xfrm>
            <a:off x="4803613" y="34232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0" name="Shape 1008"/>
          <p:cNvSpPr/>
          <p:nvPr/>
        </p:nvSpPr>
        <p:spPr>
          <a:xfrm>
            <a:off x="4966827" y="3480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1" name="Shape 1009"/>
          <p:cNvSpPr/>
          <p:nvPr/>
        </p:nvSpPr>
        <p:spPr>
          <a:xfrm>
            <a:off x="4833358" y="35087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2" name="Shape 1010"/>
          <p:cNvSpPr/>
          <p:nvPr/>
        </p:nvSpPr>
        <p:spPr>
          <a:xfrm>
            <a:off x="4784156" y="34868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3" name="Shape 1011"/>
          <p:cNvSpPr/>
          <p:nvPr/>
        </p:nvSpPr>
        <p:spPr>
          <a:xfrm>
            <a:off x="4646995" y="34238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4" name="Shape 1012"/>
          <p:cNvSpPr/>
          <p:nvPr/>
        </p:nvSpPr>
        <p:spPr>
          <a:xfrm>
            <a:off x="4813804" y="33735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5" name="Shape 1013"/>
          <p:cNvSpPr/>
          <p:nvPr/>
        </p:nvSpPr>
        <p:spPr>
          <a:xfrm>
            <a:off x="4911858" y="33887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6" name="Shape 1014"/>
          <p:cNvSpPr/>
          <p:nvPr/>
        </p:nvSpPr>
        <p:spPr>
          <a:xfrm>
            <a:off x="4759106" y="3452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7" name="Shape 1015"/>
          <p:cNvSpPr/>
          <p:nvPr/>
        </p:nvSpPr>
        <p:spPr>
          <a:xfrm>
            <a:off x="4987936" y="31837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8" name="Shape 1016"/>
          <p:cNvSpPr/>
          <p:nvPr/>
        </p:nvSpPr>
        <p:spPr>
          <a:xfrm>
            <a:off x="4827577" y="3406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9" name="Shape 1017"/>
          <p:cNvSpPr/>
          <p:nvPr/>
        </p:nvSpPr>
        <p:spPr>
          <a:xfrm>
            <a:off x="4619741" y="33430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0" name="Shape 1018"/>
          <p:cNvSpPr/>
          <p:nvPr/>
        </p:nvSpPr>
        <p:spPr>
          <a:xfrm>
            <a:off x="4754168" y="3308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1" name="Shape 1019"/>
          <p:cNvSpPr/>
          <p:nvPr/>
        </p:nvSpPr>
        <p:spPr>
          <a:xfrm>
            <a:off x="4901122" y="35537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2" name="Shape 1020"/>
          <p:cNvSpPr/>
          <p:nvPr/>
        </p:nvSpPr>
        <p:spPr>
          <a:xfrm>
            <a:off x="4982049" y="34998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3" name="Shape 1021"/>
          <p:cNvSpPr/>
          <p:nvPr/>
        </p:nvSpPr>
        <p:spPr>
          <a:xfrm>
            <a:off x="4731153" y="35307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4" name="Shape 1022"/>
          <p:cNvSpPr/>
          <p:nvPr/>
        </p:nvSpPr>
        <p:spPr>
          <a:xfrm>
            <a:off x="4977206" y="34833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5" name="Shape 1023"/>
          <p:cNvSpPr/>
          <p:nvPr/>
        </p:nvSpPr>
        <p:spPr>
          <a:xfrm>
            <a:off x="4734137" y="34630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6" name="Shape 1024"/>
          <p:cNvSpPr/>
          <p:nvPr/>
        </p:nvSpPr>
        <p:spPr>
          <a:xfrm>
            <a:off x="4850585" y="3553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7" name="Shape 1025"/>
          <p:cNvSpPr/>
          <p:nvPr/>
        </p:nvSpPr>
        <p:spPr>
          <a:xfrm>
            <a:off x="5003059" y="34413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8" name="Shape 1026"/>
          <p:cNvSpPr/>
          <p:nvPr/>
        </p:nvSpPr>
        <p:spPr>
          <a:xfrm>
            <a:off x="4611417" y="35865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9" name="Shape 1027"/>
          <p:cNvSpPr/>
          <p:nvPr/>
        </p:nvSpPr>
        <p:spPr>
          <a:xfrm>
            <a:off x="4611611" y="3789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0" name="Shape 1028"/>
          <p:cNvSpPr/>
          <p:nvPr/>
        </p:nvSpPr>
        <p:spPr>
          <a:xfrm>
            <a:off x="4999108" y="34185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1" name="Shape 1029"/>
          <p:cNvSpPr/>
          <p:nvPr/>
        </p:nvSpPr>
        <p:spPr>
          <a:xfrm>
            <a:off x="4700721" y="36435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2" name="Shape 1030"/>
          <p:cNvSpPr/>
          <p:nvPr/>
        </p:nvSpPr>
        <p:spPr>
          <a:xfrm>
            <a:off x="4837371" y="35863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3" name="Shape 1031"/>
          <p:cNvSpPr/>
          <p:nvPr/>
        </p:nvSpPr>
        <p:spPr>
          <a:xfrm>
            <a:off x="4591653" y="35829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4" name="Shape 1032"/>
          <p:cNvSpPr/>
          <p:nvPr/>
        </p:nvSpPr>
        <p:spPr>
          <a:xfrm>
            <a:off x="4826107" y="37331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5" name="Shape 1033"/>
          <p:cNvSpPr/>
          <p:nvPr/>
        </p:nvSpPr>
        <p:spPr>
          <a:xfrm>
            <a:off x="4786000" y="36224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6" name="Shape 1034"/>
          <p:cNvSpPr/>
          <p:nvPr/>
        </p:nvSpPr>
        <p:spPr>
          <a:xfrm>
            <a:off x="4946326" y="33563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7" name="Shape 1035"/>
          <p:cNvSpPr/>
          <p:nvPr/>
        </p:nvSpPr>
        <p:spPr>
          <a:xfrm>
            <a:off x="4926628" y="34233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8" name="Shape 1036"/>
          <p:cNvSpPr/>
          <p:nvPr/>
        </p:nvSpPr>
        <p:spPr>
          <a:xfrm>
            <a:off x="4616589" y="33317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9" name="Shape 1037"/>
          <p:cNvSpPr/>
          <p:nvPr/>
        </p:nvSpPr>
        <p:spPr>
          <a:xfrm>
            <a:off x="4714513" y="31554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0" name="Shape 1038"/>
          <p:cNvSpPr/>
          <p:nvPr/>
        </p:nvSpPr>
        <p:spPr>
          <a:xfrm>
            <a:off x="4779540" y="33893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1" name="Shape 1039"/>
          <p:cNvSpPr/>
          <p:nvPr/>
        </p:nvSpPr>
        <p:spPr>
          <a:xfrm>
            <a:off x="4972430" y="3473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2" name="Shape 1040"/>
          <p:cNvSpPr/>
          <p:nvPr/>
        </p:nvSpPr>
        <p:spPr>
          <a:xfrm>
            <a:off x="4972419" y="27971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3" name="Shape 1041"/>
          <p:cNvSpPr/>
          <p:nvPr/>
        </p:nvSpPr>
        <p:spPr>
          <a:xfrm>
            <a:off x="4625026" y="3319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4" name="Shape 1042"/>
          <p:cNvSpPr/>
          <p:nvPr/>
        </p:nvSpPr>
        <p:spPr>
          <a:xfrm>
            <a:off x="4784170" y="27452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5" name="Shape 1043"/>
          <p:cNvSpPr/>
          <p:nvPr/>
        </p:nvSpPr>
        <p:spPr>
          <a:xfrm>
            <a:off x="4853872" y="31588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6" name="Shape 1044"/>
          <p:cNvSpPr/>
          <p:nvPr/>
        </p:nvSpPr>
        <p:spPr>
          <a:xfrm>
            <a:off x="4900328" y="3212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7" name="Shape 1045"/>
          <p:cNvSpPr/>
          <p:nvPr/>
        </p:nvSpPr>
        <p:spPr>
          <a:xfrm>
            <a:off x="4806567" y="33642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8" name="Shape 1046"/>
          <p:cNvSpPr/>
          <p:nvPr/>
        </p:nvSpPr>
        <p:spPr>
          <a:xfrm>
            <a:off x="4734424" y="31568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9" name="Shape 1047"/>
          <p:cNvSpPr/>
          <p:nvPr/>
        </p:nvSpPr>
        <p:spPr>
          <a:xfrm>
            <a:off x="5002694" y="32699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0" name="Shape 1048"/>
          <p:cNvSpPr/>
          <p:nvPr/>
        </p:nvSpPr>
        <p:spPr>
          <a:xfrm>
            <a:off x="4895598" y="26937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1" name="Shape 1049"/>
          <p:cNvSpPr/>
          <p:nvPr/>
        </p:nvSpPr>
        <p:spPr>
          <a:xfrm>
            <a:off x="4905828" y="33429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2" name="Shape 1050"/>
          <p:cNvSpPr/>
          <p:nvPr/>
        </p:nvSpPr>
        <p:spPr>
          <a:xfrm>
            <a:off x="4922251" y="35700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3" name="Shape 1051"/>
          <p:cNvSpPr/>
          <p:nvPr/>
        </p:nvSpPr>
        <p:spPr>
          <a:xfrm>
            <a:off x="4610032" y="31837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4" name="Shape 1052"/>
          <p:cNvSpPr/>
          <p:nvPr/>
        </p:nvSpPr>
        <p:spPr>
          <a:xfrm>
            <a:off x="4921164" y="2763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5" name="Shape 1053"/>
          <p:cNvSpPr/>
          <p:nvPr/>
        </p:nvSpPr>
        <p:spPr>
          <a:xfrm>
            <a:off x="4876246" y="33167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6" name="Shape 1054"/>
          <p:cNvSpPr/>
          <p:nvPr/>
        </p:nvSpPr>
        <p:spPr>
          <a:xfrm>
            <a:off x="4828545" y="32061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7" name="Shape 1055"/>
          <p:cNvSpPr/>
          <p:nvPr/>
        </p:nvSpPr>
        <p:spPr>
          <a:xfrm>
            <a:off x="5013600" y="2771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8" name="Shape 1056"/>
          <p:cNvSpPr/>
          <p:nvPr/>
        </p:nvSpPr>
        <p:spPr>
          <a:xfrm>
            <a:off x="4614177" y="2766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9" name="Shape 1057"/>
          <p:cNvSpPr/>
          <p:nvPr/>
        </p:nvSpPr>
        <p:spPr>
          <a:xfrm>
            <a:off x="5013961" y="31959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0" name="Shape 1058"/>
          <p:cNvSpPr/>
          <p:nvPr/>
        </p:nvSpPr>
        <p:spPr>
          <a:xfrm>
            <a:off x="4757066" y="31810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1" name="Shape 1059"/>
          <p:cNvSpPr/>
          <p:nvPr/>
        </p:nvSpPr>
        <p:spPr>
          <a:xfrm>
            <a:off x="4754570" y="31897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2" name="Shape 1060"/>
          <p:cNvSpPr/>
          <p:nvPr/>
        </p:nvSpPr>
        <p:spPr>
          <a:xfrm>
            <a:off x="4870266" y="31064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3" name="Shape 1061"/>
          <p:cNvSpPr/>
          <p:nvPr/>
        </p:nvSpPr>
        <p:spPr>
          <a:xfrm>
            <a:off x="4804329" y="3268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4" name="Shape 1062"/>
          <p:cNvSpPr/>
          <p:nvPr/>
        </p:nvSpPr>
        <p:spPr>
          <a:xfrm>
            <a:off x="4932066" y="29822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5" name="Shape 1063"/>
          <p:cNvSpPr/>
          <p:nvPr/>
        </p:nvSpPr>
        <p:spPr>
          <a:xfrm>
            <a:off x="4963214" y="2942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6" name="Shape 1064"/>
          <p:cNvSpPr/>
          <p:nvPr/>
        </p:nvSpPr>
        <p:spPr>
          <a:xfrm>
            <a:off x="4728934" y="34830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7" name="Shape 1065"/>
          <p:cNvSpPr/>
          <p:nvPr/>
        </p:nvSpPr>
        <p:spPr>
          <a:xfrm>
            <a:off x="4674294" y="34923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8" name="Shape 1066"/>
          <p:cNvSpPr/>
          <p:nvPr/>
        </p:nvSpPr>
        <p:spPr>
          <a:xfrm>
            <a:off x="4778498" y="3141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9" name="Shape 1067"/>
          <p:cNvSpPr/>
          <p:nvPr/>
        </p:nvSpPr>
        <p:spPr>
          <a:xfrm>
            <a:off x="4800373" y="3198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0" name="Shape 1068"/>
          <p:cNvSpPr/>
          <p:nvPr/>
        </p:nvSpPr>
        <p:spPr>
          <a:xfrm>
            <a:off x="4882518" y="31350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1" name="Shape 1069"/>
          <p:cNvSpPr/>
          <p:nvPr/>
        </p:nvSpPr>
        <p:spPr>
          <a:xfrm>
            <a:off x="4604268" y="28078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2" name="Shape 1070"/>
          <p:cNvSpPr/>
          <p:nvPr/>
        </p:nvSpPr>
        <p:spPr>
          <a:xfrm>
            <a:off x="4906210" y="29635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3" name="Shape 1071"/>
          <p:cNvSpPr/>
          <p:nvPr/>
        </p:nvSpPr>
        <p:spPr>
          <a:xfrm>
            <a:off x="4902530" y="32283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4" name="Shape 1072"/>
          <p:cNvSpPr/>
          <p:nvPr/>
        </p:nvSpPr>
        <p:spPr>
          <a:xfrm>
            <a:off x="4850267" y="31590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5" name="Shape 1073"/>
          <p:cNvSpPr/>
          <p:nvPr/>
        </p:nvSpPr>
        <p:spPr>
          <a:xfrm>
            <a:off x="4994649" y="24170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6" name="Shape 1074"/>
          <p:cNvSpPr/>
          <p:nvPr/>
        </p:nvSpPr>
        <p:spPr>
          <a:xfrm>
            <a:off x="4655542" y="32406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7" name="Shape 1075"/>
          <p:cNvSpPr/>
          <p:nvPr/>
        </p:nvSpPr>
        <p:spPr>
          <a:xfrm>
            <a:off x="4803206" y="32063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8" name="Shape 1076"/>
          <p:cNvSpPr/>
          <p:nvPr/>
        </p:nvSpPr>
        <p:spPr>
          <a:xfrm>
            <a:off x="4621075" y="34433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9" name="Shape 1077"/>
          <p:cNvSpPr/>
          <p:nvPr/>
        </p:nvSpPr>
        <p:spPr>
          <a:xfrm>
            <a:off x="4907792" y="36042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0" name="Shape 1078"/>
          <p:cNvSpPr/>
          <p:nvPr/>
        </p:nvSpPr>
        <p:spPr>
          <a:xfrm>
            <a:off x="4966012" y="35396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1" name="Shape 1079"/>
          <p:cNvSpPr/>
          <p:nvPr/>
        </p:nvSpPr>
        <p:spPr>
          <a:xfrm>
            <a:off x="4737339" y="34869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2" name="Shape 1080"/>
          <p:cNvSpPr/>
          <p:nvPr/>
        </p:nvSpPr>
        <p:spPr>
          <a:xfrm>
            <a:off x="4708549" y="3455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3" name="Shape 1081"/>
          <p:cNvSpPr/>
          <p:nvPr/>
        </p:nvSpPr>
        <p:spPr>
          <a:xfrm>
            <a:off x="4723819" y="3524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4" name="Shape 1082"/>
          <p:cNvSpPr/>
          <p:nvPr/>
        </p:nvSpPr>
        <p:spPr>
          <a:xfrm>
            <a:off x="4744005" y="24433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5" name="Shape 1083"/>
          <p:cNvSpPr/>
          <p:nvPr/>
        </p:nvSpPr>
        <p:spPr>
          <a:xfrm>
            <a:off x="4777668" y="35122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6" name="Shape 1084"/>
          <p:cNvSpPr/>
          <p:nvPr/>
        </p:nvSpPr>
        <p:spPr>
          <a:xfrm>
            <a:off x="4658412" y="35261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7" name="Shape 1085"/>
          <p:cNvSpPr/>
          <p:nvPr/>
        </p:nvSpPr>
        <p:spPr>
          <a:xfrm>
            <a:off x="4755133" y="3500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8" name="Shape 1086"/>
          <p:cNvSpPr/>
          <p:nvPr/>
        </p:nvSpPr>
        <p:spPr>
          <a:xfrm>
            <a:off x="4728749" y="30546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9" name="Shape 1087"/>
          <p:cNvSpPr/>
          <p:nvPr/>
        </p:nvSpPr>
        <p:spPr>
          <a:xfrm>
            <a:off x="4889449" y="30646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0" name="Shape 1088"/>
          <p:cNvSpPr/>
          <p:nvPr/>
        </p:nvSpPr>
        <p:spPr>
          <a:xfrm>
            <a:off x="4671772" y="29706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1" name="Shape 1089"/>
          <p:cNvSpPr/>
          <p:nvPr/>
        </p:nvSpPr>
        <p:spPr>
          <a:xfrm>
            <a:off x="4783739" y="31653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2" name="Shape 1090"/>
          <p:cNvSpPr/>
          <p:nvPr/>
        </p:nvSpPr>
        <p:spPr>
          <a:xfrm>
            <a:off x="4938773" y="31510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3" name="Shape 1091"/>
          <p:cNvSpPr/>
          <p:nvPr/>
        </p:nvSpPr>
        <p:spPr>
          <a:xfrm>
            <a:off x="4869283" y="31639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4" name="Shape 1092"/>
          <p:cNvSpPr/>
          <p:nvPr/>
        </p:nvSpPr>
        <p:spPr>
          <a:xfrm>
            <a:off x="4962184" y="2964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5" name="Shape 1093"/>
          <p:cNvSpPr/>
          <p:nvPr/>
        </p:nvSpPr>
        <p:spPr>
          <a:xfrm>
            <a:off x="4654136" y="31993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6" name="Shape 1094"/>
          <p:cNvSpPr/>
          <p:nvPr/>
        </p:nvSpPr>
        <p:spPr>
          <a:xfrm>
            <a:off x="4783987" y="34840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7" name="Shape 1095"/>
          <p:cNvSpPr/>
          <p:nvPr/>
        </p:nvSpPr>
        <p:spPr>
          <a:xfrm>
            <a:off x="4714134" y="35854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8" name="Shape 1096"/>
          <p:cNvSpPr/>
          <p:nvPr/>
        </p:nvSpPr>
        <p:spPr>
          <a:xfrm>
            <a:off x="4846297" y="31331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9" name="Shape 1097"/>
          <p:cNvSpPr/>
          <p:nvPr/>
        </p:nvSpPr>
        <p:spPr>
          <a:xfrm>
            <a:off x="5013938" y="32501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0" name="Shape 1098"/>
          <p:cNvSpPr/>
          <p:nvPr/>
        </p:nvSpPr>
        <p:spPr>
          <a:xfrm>
            <a:off x="4998507" y="35908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1" name="Shape 1099"/>
          <p:cNvSpPr/>
          <p:nvPr/>
        </p:nvSpPr>
        <p:spPr>
          <a:xfrm>
            <a:off x="4733209" y="24176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2" name="Shape 1100"/>
          <p:cNvSpPr/>
          <p:nvPr/>
        </p:nvSpPr>
        <p:spPr>
          <a:xfrm>
            <a:off x="4667643" y="30829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3" name="Shape 1101"/>
          <p:cNvSpPr/>
          <p:nvPr/>
        </p:nvSpPr>
        <p:spPr>
          <a:xfrm>
            <a:off x="4703202" y="31769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4" name="Shape 1102"/>
          <p:cNvSpPr/>
          <p:nvPr/>
        </p:nvSpPr>
        <p:spPr>
          <a:xfrm>
            <a:off x="4701593" y="31219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5" name="Shape 1103"/>
          <p:cNvSpPr/>
          <p:nvPr/>
        </p:nvSpPr>
        <p:spPr>
          <a:xfrm>
            <a:off x="4712645" y="31183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6" name="Shape 1104"/>
          <p:cNvSpPr/>
          <p:nvPr/>
        </p:nvSpPr>
        <p:spPr>
          <a:xfrm>
            <a:off x="4763537" y="26145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7" name="Shape 1105"/>
          <p:cNvSpPr/>
          <p:nvPr/>
        </p:nvSpPr>
        <p:spPr>
          <a:xfrm>
            <a:off x="4686516" y="34672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8" name="Shape 1106"/>
          <p:cNvSpPr/>
          <p:nvPr/>
        </p:nvSpPr>
        <p:spPr>
          <a:xfrm>
            <a:off x="4822578" y="24883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9" name="Shape 1107"/>
          <p:cNvSpPr/>
          <p:nvPr/>
        </p:nvSpPr>
        <p:spPr>
          <a:xfrm>
            <a:off x="4781627" y="34528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0" name="Shape 1108"/>
          <p:cNvSpPr/>
          <p:nvPr/>
        </p:nvSpPr>
        <p:spPr>
          <a:xfrm>
            <a:off x="4984830" y="34027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1" name="Shape 1109"/>
          <p:cNvSpPr/>
          <p:nvPr/>
        </p:nvSpPr>
        <p:spPr>
          <a:xfrm>
            <a:off x="4973547" y="24443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2" name="Shape 1110"/>
          <p:cNvSpPr/>
          <p:nvPr/>
        </p:nvSpPr>
        <p:spPr>
          <a:xfrm>
            <a:off x="4866592" y="36037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3" name="Shape 1111"/>
          <p:cNvSpPr/>
          <p:nvPr/>
        </p:nvSpPr>
        <p:spPr>
          <a:xfrm>
            <a:off x="4802996" y="33463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4" name="Shape 1112"/>
          <p:cNvSpPr/>
          <p:nvPr/>
        </p:nvSpPr>
        <p:spPr>
          <a:xfrm>
            <a:off x="4932889" y="3260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5" name="Shape 1113"/>
          <p:cNvSpPr/>
          <p:nvPr/>
        </p:nvSpPr>
        <p:spPr>
          <a:xfrm>
            <a:off x="4904748" y="2556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6" name="Shape 1114"/>
          <p:cNvSpPr/>
          <p:nvPr/>
        </p:nvSpPr>
        <p:spPr>
          <a:xfrm>
            <a:off x="4732286" y="24745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7" name="Shape 1115"/>
          <p:cNvSpPr/>
          <p:nvPr/>
        </p:nvSpPr>
        <p:spPr>
          <a:xfrm>
            <a:off x="5020406" y="29130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8" name="Shape 1116"/>
          <p:cNvSpPr/>
          <p:nvPr/>
        </p:nvSpPr>
        <p:spPr>
          <a:xfrm>
            <a:off x="4795074" y="29962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9" name="Shape 1117"/>
          <p:cNvSpPr/>
          <p:nvPr/>
        </p:nvSpPr>
        <p:spPr>
          <a:xfrm>
            <a:off x="4658891" y="32434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0" name="Shape 1118"/>
          <p:cNvSpPr/>
          <p:nvPr/>
        </p:nvSpPr>
        <p:spPr>
          <a:xfrm>
            <a:off x="4802848" y="33023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1" name="Shape 1119"/>
          <p:cNvSpPr/>
          <p:nvPr/>
        </p:nvSpPr>
        <p:spPr>
          <a:xfrm>
            <a:off x="4905643" y="29027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2" name="Shape 1120"/>
          <p:cNvSpPr/>
          <p:nvPr/>
        </p:nvSpPr>
        <p:spPr>
          <a:xfrm>
            <a:off x="5011524" y="28674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3" name="Shape 1121"/>
          <p:cNvSpPr/>
          <p:nvPr/>
        </p:nvSpPr>
        <p:spPr>
          <a:xfrm>
            <a:off x="4698346" y="32710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4" name="Shape 1122"/>
          <p:cNvSpPr/>
          <p:nvPr/>
        </p:nvSpPr>
        <p:spPr>
          <a:xfrm>
            <a:off x="4626576" y="22991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5" name="Shape 1123"/>
          <p:cNvSpPr/>
          <p:nvPr/>
        </p:nvSpPr>
        <p:spPr>
          <a:xfrm>
            <a:off x="4783560" y="30099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6" name="Shape 1124"/>
          <p:cNvSpPr/>
          <p:nvPr/>
        </p:nvSpPr>
        <p:spPr>
          <a:xfrm>
            <a:off x="4938318" y="28905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7" name="Shape 1125"/>
          <p:cNvSpPr/>
          <p:nvPr/>
        </p:nvSpPr>
        <p:spPr>
          <a:xfrm>
            <a:off x="4685648" y="2491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8" name="Shape 1126"/>
          <p:cNvSpPr/>
          <p:nvPr/>
        </p:nvSpPr>
        <p:spPr>
          <a:xfrm>
            <a:off x="4768054" y="24748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9" name="Shape 1127"/>
          <p:cNvSpPr/>
          <p:nvPr/>
        </p:nvSpPr>
        <p:spPr>
          <a:xfrm>
            <a:off x="4596246" y="29489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0" name="Shape 1128"/>
          <p:cNvSpPr/>
          <p:nvPr/>
        </p:nvSpPr>
        <p:spPr>
          <a:xfrm>
            <a:off x="4882241" y="3351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1" name="Shape 1129"/>
          <p:cNvSpPr/>
          <p:nvPr/>
        </p:nvSpPr>
        <p:spPr>
          <a:xfrm>
            <a:off x="4872875" y="32422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2" name="Shape 1130"/>
          <p:cNvSpPr/>
          <p:nvPr/>
        </p:nvSpPr>
        <p:spPr>
          <a:xfrm>
            <a:off x="4923624" y="28466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3" name="Shape 1131"/>
          <p:cNvSpPr/>
          <p:nvPr/>
        </p:nvSpPr>
        <p:spPr>
          <a:xfrm>
            <a:off x="4731306" y="28381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4" name="Shape 1132"/>
          <p:cNvSpPr/>
          <p:nvPr/>
        </p:nvSpPr>
        <p:spPr>
          <a:xfrm>
            <a:off x="4830452" y="2470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5" name="Shape 1133"/>
          <p:cNvSpPr/>
          <p:nvPr/>
        </p:nvSpPr>
        <p:spPr>
          <a:xfrm>
            <a:off x="4826093" y="23797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6" name="Shape 1134"/>
          <p:cNvSpPr/>
          <p:nvPr/>
        </p:nvSpPr>
        <p:spPr>
          <a:xfrm>
            <a:off x="5018985" y="2758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7" name="Shape 1135"/>
          <p:cNvSpPr/>
          <p:nvPr/>
        </p:nvSpPr>
        <p:spPr>
          <a:xfrm>
            <a:off x="5011955" y="2973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8" name="Shape 1136"/>
          <p:cNvSpPr/>
          <p:nvPr/>
        </p:nvSpPr>
        <p:spPr>
          <a:xfrm>
            <a:off x="4766167" y="2370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9" name="Shape 1137"/>
          <p:cNvSpPr/>
          <p:nvPr/>
        </p:nvSpPr>
        <p:spPr>
          <a:xfrm>
            <a:off x="4966773" y="24015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0" name="Shape 1138"/>
          <p:cNvSpPr/>
          <p:nvPr/>
        </p:nvSpPr>
        <p:spPr>
          <a:xfrm>
            <a:off x="4897453" y="28007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1" name="Shape 1139"/>
          <p:cNvSpPr/>
          <p:nvPr/>
        </p:nvSpPr>
        <p:spPr>
          <a:xfrm>
            <a:off x="4803262" y="30682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2" name="Shape 1140"/>
          <p:cNvSpPr/>
          <p:nvPr/>
        </p:nvSpPr>
        <p:spPr>
          <a:xfrm>
            <a:off x="4713317" y="29277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3" name="Shape 1141"/>
          <p:cNvSpPr/>
          <p:nvPr/>
        </p:nvSpPr>
        <p:spPr>
          <a:xfrm>
            <a:off x="4860729" y="30138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4" name="Shape 1142"/>
          <p:cNvSpPr/>
          <p:nvPr/>
        </p:nvSpPr>
        <p:spPr>
          <a:xfrm>
            <a:off x="4855771" y="23816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5" name="Shape 1143"/>
          <p:cNvSpPr/>
          <p:nvPr/>
        </p:nvSpPr>
        <p:spPr>
          <a:xfrm>
            <a:off x="4814557" y="27879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6" name="Shape 1144"/>
          <p:cNvSpPr/>
          <p:nvPr/>
        </p:nvSpPr>
        <p:spPr>
          <a:xfrm>
            <a:off x="4749568" y="29607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7" name="Shape 1145"/>
          <p:cNvSpPr/>
          <p:nvPr/>
        </p:nvSpPr>
        <p:spPr>
          <a:xfrm>
            <a:off x="5007418" y="31039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8" name="Shape 1146"/>
          <p:cNvSpPr/>
          <p:nvPr/>
        </p:nvSpPr>
        <p:spPr>
          <a:xfrm>
            <a:off x="5016768" y="29206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9" name="Shape 1147"/>
          <p:cNvSpPr/>
          <p:nvPr/>
        </p:nvSpPr>
        <p:spPr>
          <a:xfrm>
            <a:off x="4653186" y="23852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0" name="Shape 1148"/>
          <p:cNvSpPr/>
          <p:nvPr/>
        </p:nvSpPr>
        <p:spPr>
          <a:xfrm>
            <a:off x="4935526" y="30430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1" name="Shape 1149"/>
          <p:cNvSpPr/>
          <p:nvPr/>
        </p:nvSpPr>
        <p:spPr>
          <a:xfrm>
            <a:off x="4841929" y="34665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2" name="Shape 1150"/>
          <p:cNvSpPr/>
          <p:nvPr/>
        </p:nvSpPr>
        <p:spPr>
          <a:xfrm>
            <a:off x="4645743" y="3146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3" name="Shape 1151"/>
          <p:cNvSpPr/>
          <p:nvPr/>
        </p:nvSpPr>
        <p:spPr>
          <a:xfrm>
            <a:off x="4595404" y="33672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4" name="Shape 1152"/>
          <p:cNvSpPr/>
          <p:nvPr/>
        </p:nvSpPr>
        <p:spPr>
          <a:xfrm>
            <a:off x="4997163" y="3125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5" name="Shape 1153"/>
          <p:cNvSpPr/>
          <p:nvPr/>
        </p:nvSpPr>
        <p:spPr>
          <a:xfrm>
            <a:off x="4704536" y="31393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6" name="Shape 1154"/>
          <p:cNvSpPr/>
          <p:nvPr/>
        </p:nvSpPr>
        <p:spPr>
          <a:xfrm>
            <a:off x="4979157" y="31376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7" name="Shape 1155"/>
          <p:cNvSpPr/>
          <p:nvPr/>
        </p:nvSpPr>
        <p:spPr>
          <a:xfrm>
            <a:off x="4694986" y="31221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8" name="Shape 1156"/>
          <p:cNvSpPr/>
          <p:nvPr/>
        </p:nvSpPr>
        <p:spPr>
          <a:xfrm>
            <a:off x="4907229" y="31286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9" name="Shape 1157"/>
          <p:cNvSpPr/>
          <p:nvPr/>
        </p:nvSpPr>
        <p:spPr>
          <a:xfrm>
            <a:off x="4955249" y="3116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0" name="Shape 1158"/>
          <p:cNvSpPr/>
          <p:nvPr/>
        </p:nvSpPr>
        <p:spPr>
          <a:xfrm>
            <a:off x="4996975" y="31384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1" name="Shape 1159"/>
          <p:cNvSpPr/>
          <p:nvPr/>
        </p:nvSpPr>
        <p:spPr>
          <a:xfrm>
            <a:off x="4640107" y="3127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2" name="Shape 1160"/>
          <p:cNvSpPr/>
          <p:nvPr/>
        </p:nvSpPr>
        <p:spPr>
          <a:xfrm>
            <a:off x="4853074" y="31425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3" name="Shape 1161"/>
          <p:cNvSpPr/>
          <p:nvPr/>
        </p:nvSpPr>
        <p:spPr>
          <a:xfrm>
            <a:off x="4730386" y="30940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4" name="Shape 1162"/>
          <p:cNvSpPr/>
          <p:nvPr/>
        </p:nvSpPr>
        <p:spPr>
          <a:xfrm>
            <a:off x="4752213" y="31041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5" name="Shape 1163"/>
          <p:cNvSpPr/>
          <p:nvPr/>
        </p:nvSpPr>
        <p:spPr>
          <a:xfrm>
            <a:off x="4722692" y="33266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6" name="Shape 1164"/>
          <p:cNvSpPr/>
          <p:nvPr/>
        </p:nvSpPr>
        <p:spPr>
          <a:xfrm>
            <a:off x="4868917" y="3251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7" name="Shape 1165"/>
          <p:cNvSpPr/>
          <p:nvPr/>
        </p:nvSpPr>
        <p:spPr>
          <a:xfrm>
            <a:off x="4945545" y="32970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8" name="Shape 1166"/>
          <p:cNvSpPr/>
          <p:nvPr/>
        </p:nvSpPr>
        <p:spPr>
          <a:xfrm>
            <a:off x="4733590" y="33255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9" name="Shape 1167"/>
          <p:cNvSpPr/>
          <p:nvPr/>
        </p:nvSpPr>
        <p:spPr>
          <a:xfrm>
            <a:off x="4981853" y="33011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0" name="Shape 1168"/>
          <p:cNvSpPr/>
          <p:nvPr/>
        </p:nvSpPr>
        <p:spPr>
          <a:xfrm>
            <a:off x="4601724" y="3249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1" name="Shape 1169"/>
          <p:cNvSpPr/>
          <p:nvPr/>
        </p:nvSpPr>
        <p:spPr>
          <a:xfrm>
            <a:off x="5002992" y="34362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2" name="Shape 1170"/>
          <p:cNvSpPr/>
          <p:nvPr/>
        </p:nvSpPr>
        <p:spPr>
          <a:xfrm>
            <a:off x="4652123" y="36293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3" name="Shape 1171"/>
          <p:cNvSpPr/>
          <p:nvPr/>
        </p:nvSpPr>
        <p:spPr>
          <a:xfrm>
            <a:off x="4853755" y="36210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4" name="Shape 1172"/>
          <p:cNvSpPr/>
          <p:nvPr/>
        </p:nvSpPr>
        <p:spPr>
          <a:xfrm>
            <a:off x="4595770" y="3535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5" name="Shape 1173"/>
          <p:cNvSpPr/>
          <p:nvPr/>
        </p:nvSpPr>
        <p:spPr>
          <a:xfrm>
            <a:off x="4699007" y="34958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6" name="Shape 1174"/>
          <p:cNvSpPr/>
          <p:nvPr/>
        </p:nvSpPr>
        <p:spPr>
          <a:xfrm>
            <a:off x="4850105" y="3472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7" name="Shape 1175"/>
          <p:cNvSpPr/>
          <p:nvPr/>
        </p:nvSpPr>
        <p:spPr>
          <a:xfrm>
            <a:off x="4689414" y="3759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8" name="Shape 1176"/>
          <p:cNvSpPr/>
          <p:nvPr/>
        </p:nvSpPr>
        <p:spPr>
          <a:xfrm>
            <a:off x="4896268" y="37097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9" name="Shape 1177"/>
          <p:cNvSpPr/>
          <p:nvPr/>
        </p:nvSpPr>
        <p:spPr>
          <a:xfrm>
            <a:off x="4815188" y="3687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0" name="Shape 1178"/>
          <p:cNvSpPr/>
          <p:nvPr/>
        </p:nvSpPr>
        <p:spPr>
          <a:xfrm>
            <a:off x="4876080" y="36722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1" name="Shape 1179"/>
          <p:cNvSpPr/>
          <p:nvPr/>
        </p:nvSpPr>
        <p:spPr>
          <a:xfrm>
            <a:off x="4679519" y="35572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2" name="Shape 1180"/>
          <p:cNvSpPr/>
          <p:nvPr/>
        </p:nvSpPr>
        <p:spPr>
          <a:xfrm>
            <a:off x="4722728" y="35895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3" name="Shape 1181"/>
          <p:cNvSpPr/>
          <p:nvPr/>
        </p:nvSpPr>
        <p:spPr>
          <a:xfrm>
            <a:off x="4807071" y="37541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4" name="Shape 1182"/>
          <p:cNvSpPr/>
          <p:nvPr/>
        </p:nvSpPr>
        <p:spPr>
          <a:xfrm>
            <a:off x="4703125" y="31656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5" name="Shape 1183"/>
          <p:cNvSpPr/>
          <p:nvPr/>
        </p:nvSpPr>
        <p:spPr>
          <a:xfrm>
            <a:off x="4759216" y="33624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6" name="Shape 1184"/>
          <p:cNvSpPr/>
          <p:nvPr/>
        </p:nvSpPr>
        <p:spPr>
          <a:xfrm>
            <a:off x="4951067" y="33757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7" name="Shape 1185"/>
          <p:cNvSpPr/>
          <p:nvPr/>
        </p:nvSpPr>
        <p:spPr>
          <a:xfrm>
            <a:off x="4871935" y="3291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8" name="Shape 1186"/>
          <p:cNvSpPr/>
          <p:nvPr/>
        </p:nvSpPr>
        <p:spPr>
          <a:xfrm>
            <a:off x="4865785" y="26763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9" name="Shape 1187"/>
          <p:cNvSpPr/>
          <p:nvPr/>
        </p:nvSpPr>
        <p:spPr>
          <a:xfrm>
            <a:off x="4965867" y="2478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0" name="Shape 1188"/>
          <p:cNvSpPr/>
          <p:nvPr/>
        </p:nvSpPr>
        <p:spPr>
          <a:xfrm>
            <a:off x="4868148" y="3226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1" name="Shape 1189"/>
          <p:cNvSpPr/>
          <p:nvPr/>
        </p:nvSpPr>
        <p:spPr>
          <a:xfrm>
            <a:off x="4788543" y="33182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2" name="Shape 1190"/>
          <p:cNvSpPr/>
          <p:nvPr/>
        </p:nvSpPr>
        <p:spPr>
          <a:xfrm>
            <a:off x="4984130" y="2478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3" name="Shape 1191"/>
          <p:cNvSpPr/>
          <p:nvPr/>
        </p:nvSpPr>
        <p:spPr>
          <a:xfrm>
            <a:off x="4647652" y="32041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4" name="Shape 1192"/>
          <p:cNvSpPr/>
          <p:nvPr/>
        </p:nvSpPr>
        <p:spPr>
          <a:xfrm>
            <a:off x="4956874" y="3086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5" name="Shape 1193"/>
          <p:cNvSpPr/>
          <p:nvPr/>
        </p:nvSpPr>
        <p:spPr>
          <a:xfrm>
            <a:off x="4849121" y="27858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6" name="Shape 1194"/>
          <p:cNvSpPr/>
          <p:nvPr/>
        </p:nvSpPr>
        <p:spPr>
          <a:xfrm>
            <a:off x="4817131" y="24775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7" name="Shape 1195"/>
          <p:cNvSpPr/>
          <p:nvPr/>
        </p:nvSpPr>
        <p:spPr>
          <a:xfrm>
            <a:off x="4693917" y="31726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8" name="Shape 1196"/>
          <p:cNvSpPr/>
          <p:nvPr/>
        </p:nvSpPr>
        <p:spPr>
          <a:xfrm>
            <a:off x="4619861" y="3140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9" name="Shape 1197"/>
          <p:cNvSpPr/>
          <p:nvPr/>
        </p:nvSpPr>
        <p:spPr>
          <a:xfrm>
            <a:off x="4971947" y="3139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0" name="Shape 1198"/>
          <p:cNvSpPr/>
          <p:nvPr/>
        </p:nvSpPr>
        <p:spPr>
          <a:xfrm>
            <a:off x="4944015" y="31587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1" name="Shape 1199"/>
          <p:cNvSpPr/>
          <p:nvPr/>
        </p:nvSpPr>
        <p:spPr>
          <a:xfrm>
            <a:off x="4666240" y="31597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2" name="Shape 1200"/>
          <p:cNvSpPr/>
          <p:nvPr/>
        </p:nvSpPr>
        <p:spPr>
          <a:xfrm>
            <a:off x="4638972" y="31425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3" name="Shape 1201"/>
          <p:cNvSpPr/>
          <p:nvPr/>
        </p:nvSpPr>
        <p:spPr>
          <a:xfrm>
            <a:off x="4775943" y="34665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4" name="Shape 1202"/>
          <p:cNvSpPr/>
          <p:nvPr/>
        </p:nvSpPr>
        <p:spPr>
          <a:xfrm>
            <a:off x="4948313" y="35023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5" name="Shape 1203"/>
          <p:cNvSpPr/>
          <p:nvPr/>
        </p:nvSpPr>
        <p:spPr>
          <a:xfrm>
            <a:off x="4625712" y="34153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6" name="Shape 1204"/>
          <p:cNvSpPr/>
          <p:nvPr/>
        </p:nvSpPr>
        <p:spPr>
          <a:xfrm>
            <a:off x="5006713" y="32191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7" name="Shape 1205"/>
          <p:cNvSpPr/>
          <p:nvPr/>
        </p:nvSpPr>
        <p:spPr>
          <a:xfrm>
            <a:off x="4855879" y="31240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8" name="Shape 1206"/>
          <p:cNvSpPr/>
          <p:nvPr/>
        </p:nvSpPr>
        <p:spPr>
          <a:xfrm>
            <a:off x="4851956" y="34601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9" name="Shape 1207"/>
          <p:cNvSpPr/>
          <p:nvPr/>
        </p:nvSpPr>
        <p:spPr>
          <a:xfrm>
            <a:off x="4591347" y="35342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0" name="Shape 1208"/>
          <p:cNvSpPr/>
          <p:nvPr/>
        </p:nvSpPr>
        <p:spPr>
          <a:xfrm>
            <a:off x="4702538" y="35148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1" name="Shape 1209"/>
          <p:cNvSpPr/>
          <p:nvPr/>
        </p:nvSpPr>
        <p:spPr>
          <a:xfrm>
            <a:off x="4760059" y="3389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2" name="Shape 1210"/>
          <p:cNvSpPr/>
          <p:nvPr/>
        </p:nvSpPr>
        <p:spPr>
          <a:xfrm>
            <a:off x="4647418" y="34805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3" name="Shape 1211"/>
          <p:cNvSpPr/>
          <p:nvPr/>
        </p:nvSpPr>
        <p:spPr>
          <a:xfrm>
            <a:off x="4656158" y="32327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4" name="Shape 1212"/>
          <p:cNvSpPr/>
          <p:nvPr/>
        </p:nvSpPr>
        <p:spPr>
          <a:xfrm>
            <a:off x="4674529" y="35802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5" name="Shape 1213"/>
          <p:cNvSpPr/>
          <p:nvPr/>
        </p:nvSpPr>
        <p:spPr>
          <a:xfrm>
            <a:off x="4829282" y="3495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6" name="Shape 1214"/>
          <p:cNvSpPr/>
          <p:nvPr/>
        </p:nvSpPr>
        <p:spPr>
          <a:xfrm>
            <a:off x="4947990" y="35882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7" name="Shape 1215"/>
          <p:cNvSpPr/>
          <p:nvPr/>
        </p:nvSpPr>
        <p:spPr>
          <a:xfrm>
            <a:off x="4772901" y="34837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8" name="Shape 1216"/>
          <p:cNvSpPr/>
          <p:nvPr/>
        </p:nvSpPr>
        <p:spPr>
          <a:xfrm>
            <a:off x="5012899" y="34967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9" name="Shape 1217"/>
          <p:cNvSpPr/>
          <p:nvPr/>
        </p:nvSpPr>
        <p:spPr>
          <a:xfrm>
            <a:off x="4748521" y="24082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0" name="Shape 1218"/>
          <p:cNvSpPr/>
          <p:nvPr/>
        </p:nvSpPr>
        <p:spPr>
          <a:xfrm>
            <a:off x="4881957" y="2377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1" name="Shape 1219"/>
          <p:cNvSpPr/>
          <p:nvPr/>
        </p:nvSpPr>
        <p:spPr>
          <a:xfrm>
            <a:off x="4714801" y="33701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2" name="Shape 1220"/>
          <p:cNvSpPr/>
          <p:nvPr/>
        </p:nvSpPr>
        <p:spPr>
          <a:xfrm>
            <a:off x="4790290" y="33861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3" name="Shape 1221"/>
          <p:cNvSpPr/>
          <p:nvPr/>
        </p:nvSpPr>
        <p:spPr>
          <a:xfrm>
            <a:off x="4688328" y="3591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4" name="Shape 1222"/>
          <p:cNvSpPr/>
          <p:nvPr/>
        </p:nvSpPr>
        <p:spPr>
          <a:xfrm>
            <a:off x="4590843" y="31720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5" name="Shape 1223"/>
          <p:cNvSpPr/>
          <p:nvPr/>
        </p:nvSpPr>
        <p:spPr>
          <a:xfrm>
            <a:off x="4954228" y="22837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6" name="Shape 1224"/>
          <p:cNvSpPr/>
          <p:nvPr/>
        </p:nvSpPr>
        <p:spPr>
          <a:xfrm>
            <a:off x="4709273" y="23414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7" name="Shape 1225"/>
          <p:cNvSpPr/>
          <p:nvPr/>
        </p:nvSpPr>
        <p:spPr>
          <a:xfrm>
            <a:off x="4757114" y="23581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8" name="Shape 1226"/>
          <p:cNvSpPr/>
          <p:nvPr/>
        </p:nvSpPr>
        <p:spPr>
          <a:xfrm>
            <a:off x="5016739" y="33509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9" name="Shape 1227"/>
          <p:cNvSpPr/>
          <p:nvPr/>
        </p:nvSpPr>
        <p:spPr>
          <a:xfrm>
            <a:off x="4865809" y="31481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0" name="Shape 1228"/>
          <p:cNvSpPr/>
          <p:nvPr/>
        </p:nvSpPr>
        <p:spPr>
          <a:xfrm>
            <a:off x="4937567" y="27751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1" name="Shape 1229"/>
          <p:cNvSpPr/>
          <p:nvPr/>
        </p:nvSpPr>
        <p:spPr>
          <a:xfrm>
            <a:off x="4866740" y="27917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2" name="Shape 1230"/>
          <p:cNvSpPr/>
          <p:nvPr/>
        </p:nvSpPr>
        <p:spPr>
          <a:xfrm>
            <a:off x="4655916" y="35336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3" name="Shape 1231"/>
          <p:cNvSpPr/>
          <p:nvPr/>
        </p:nvSpPr>
        <p:spPr>
          <a:xfrm>
            <a:off x="4877178" y="34548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4" name="Shape 1232"/>
          <p:cNvSpPr/>
          <p:nvPr/>
        </p:nvSpPr>
        <p:spPr>
          <a:xfrm>
            <a:off x="4745104" y="28261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5" name="Shape 1233"/>
          <p:cNvSpPr/>
          <p:nvPr/>
        </p:nvSpPr>
        <p:spPr>
          <a:xfrm>
            <a:off x="4701549" y="27135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6" name="Shape 1234"/>
          <p:cNvSpPr/>
          <p:nvPr/>
        </p:nvSpPr>
        <p:spPr>
          <a:xfrm>
            <a:off x="4893667" y="32889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7" name="Shape 1235"/>
          <p:cNvSpPr/>
          <p:nvPr/>
        </p:nvSpPr>
        <p:spPr>
          <a:xfrm>
            <a:off x="4852083" y="27847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8" name="Shape 1236"/>
          <p:cNvSpPr/>
          <p:nvPr/>
        </p:nvSpPr>
        <p:spPr>
          <a:xfrm>
            <a:off x="4647411" y="3129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9" name="Shape 1237"/>
          <p:cNvSpPr/>
          <p:nvPr/>
        </p:nvSpPr>
        <p:spPr>
          <a:xfrm>
            <a:off x="4716625" y="30940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0" name="Shape 1238"/>
          <p:cNvSpPr/>
          <p:nvPr/>
        </p:nvSpPr>
        <p:spPr>
          <a:xfrm>
            <a:off x="4675903" y="31240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1" name="Shape 1239"/>
          <p:cNvSpPr/>
          <p:nvPr/>
        </p:nvSpPr>
        <p:spPr>
          <a:xfrm>
            <a:off x="4894073" y="31460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2" name="Shape 1240"/>
          <p:cNvSpPr/>
          <p:nvPr/>
        </p:nvSpPr>
        <p:spPr>
          <a:xfrm>
            <a:off x="4811691" y="31534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3" name="Shape 1241"/>
          <p:cNvSpPr/>
          <p:nvPr/>
        </p:nvSpPr>
        <p:spPr>
          <a:xfrm>
            <a:off x="4686558" y="31365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4" name="Shape 1242"/>
          <p:cNvSpPr/>
          <p:nvPr/>
        </p:nvSpPr>
        <p:spPr>
          <a:xfrm>
            <a:off x="4843773" y="35075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5" name="Shape 1243"/>
          <p:cNvSpPr/>
          <p:nvPr/>
        </p:nvSpPr>
        <p:spPr>
          <a:xfrm>
            <a:off x="4648703" y="35341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6" name="Shape 1244"/>
          <p:cNvSpPr/>
          <p:nvPr/>
        </p:nvSpPr>
        <p:spPr>
          <a:xfrm>
            <a:off x="4839693" y="35120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7" name="Shape 1245"/>
          <p:cNvSpPr/>
          <p:nvPr/>
        </p:nvSpPr>
        <p:spPr>
          <a:xfrm>
            <a:off x="4818338" y="35433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8" name="Shape 1246"/>
          <p:cNvSpPr/>
          <p:nvPr/>
        </p:nvSpPr>
        <p:spPr>
          <a:xfrm>
            <a:off x="4815102" y="32116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9" name="Shape 1247"/>
          <p:cNvSpPr/>
          <p:nvPr/>
        </p:nvSpPr>
        <p:spPr>
          <a:xfrm>
            <a:off x="4641543" y="30227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0" name="Shape 1248"/>
          <p:cNvSpPr/>
          <p:nvPr/>
        </p:nvSpPr>
        <p:spPr>
          <a:xfrm>
            <a:off x="4872170" y="33194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1" name="Shape 1249"/>
          <p:cNvSpPr/>
          <p:nvPr/>
        </p:nvSpPr>
        <p:spPr>
          <a:xfrm>
            <a:off x="4666450" y="30562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2" name="Shape 1250"/>
          <p:cNvSpPr/>
          <p:nvPr/>
        </p:nvSpPr>
        <p:spPr>
          <a:xfrm>
            <a:off x="4999951" y="29419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3" name="Shape 1251"/>
          <p:cNvSpPr/>
          <p:nvPr/>
        </p:nvSpPr>
        <p:spPr>
          <a:xfrm>
            <a:off x="4670688" y="3358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4" name="Shape 1252"/>
          <p:cNvSpPr/>
          <p:nvPr/>
        </p:nvSpPr>
        <p:spPr>
          <a:xfrm>
            <a:off x="4910266" y="30982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5" name="Shape 1253"/>
          <p:cNvSpPr/>
          <p:nvPr/>
        </p:nvSpPr>
        <p:spPr>
          <a:xfrm>
            <a:off x="4921035" y="30614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6" name="Shape 1254"/>
          <p:cNvSpPr/>
          <p:nvPr/>
        </p:nvSpPr>
        <p:spPr>
          <a:xfrm>
            <a:off x="4892319" y="3071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7" name="Shape 1255"/>
          <p:cNvSpPr/>
          <p:nvPr/>
        </p:nvSpPr>
        <p:spPr>
          <a:xfrm>
            <a:off x="4610423" y="34305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8" name="Shape 1256"/>
          <p:cNvSpPr/>
          <p:nvPr/>
        </p:nvSpPr>
        <p:spPr>
          <a:xfrm>
            <a:off x="4766711" y="34114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9" name="Shape 1257"/>
          <p:cNvSpPr/>
          <p:nvPr/>
        </p:nvSpPr>
        <p:spPr>
          <a:xfrm>
            <a:off x="4850743" y="32439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0" name="Shape 1258"/>
          <p:cNvSpPr/>
          <p:nvPr/>
        </p:nvSpPr>
        <p:spPr>
          <a:xfrm>
            <a:off x="4838052" y="3357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1" name="Shape 1259"/>
          <p:cNvSpPr/>
          <p:nvPr/>
        </p:nvSpPr>
        <p:spPr>
          <a:xfrm>
            <a:off x="4906435" y="33227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2" name="Shape 1260"/>
          <p:cNvSpPr/>
          <p:nvPr/>
        </p:nvSpPr>
        <p:spPr>
          <a:xfrm>
            <a:off x="4643417" y="34603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3" name="Shape 1261"/>
          <p:cNvSpPr/>
          <p:nvPr/>
        </p:nvSpPr>
        <p:spPr>
          <a:xfrm>
            <a:off x="4824185" y="3363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4" name="Shape 1262"/>
          <p:cNvSpPr/>
          <p:nvPr/>
        </p:nvSpPr>
        <p:spPr>
          <a:xfrm>
            <a:off x="4597554" y="30754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5" name="Shape 1263"/>
          <p:cNvSpPr/>
          <p:nvPr/>
        </p:nvSpPr>
        <p:spPr>
          <a:xfrm>
            <a:off x="5003213" y="3341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6" name="Shape 1264"/>
          <p:cNvSpPr/>
          <p:nvPr/>
        </p:nvSpPr>
        <p:spPr>
          <a:xfrm>
            <a:off x="4731085" y="33058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7" name="Shape 1265"/>
          <p:cNvSpPr/>
          <p:nvPr/>
        </p:nvSpPr>
        <p:spPr>
          <a:xfrm>
            <a:off x="4777450" y="30616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8" name="Shape 1266"/>
          <p:cNvSpPr/>
          <p:nvPr/>
        </p:nvSpPr>
        <p:spPr>
          <a:xfrm>
            <a:off x="4863536" y="3078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9" name="Shape 1267"/>
          <p:cNvSpPr/>
          <p:nvPr/>
        </p:nvSpPr>
        <p:spPr>
          <a:xfrm>
            <a:off x="4761589" y="3055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0" name="Shape 1268"/>
          <p:cNvSpPr/>
          <p:nvPr/>
        </p:nvSpPr>
        <p:spPr>
          <a:xfrm>
            <a:off x="4627981" y="29919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1" name="Shape 1269"/>
          <p:cNvSpPr/>
          <p:nvPr/>
        </p:nvSpPr>
        <p:spPr>
          <a:xfrm>
            <a:off x="4933586" y="3390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2" name="Shape 1270"/>
          <p:cNvSpPr/>
          <p:nvPr/>
        </p:nvSpPr>
        <p:spPr>
          <a:xfrm>
            <a:off x="5000163" y="32555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3" name="Shape 1271"/>
          <p:cNvSpPr/>
          <p:nvPr/>
        </p:nvSpPr>
        <p:spPr>
          <a:xfrm>
            <a:off x="4629983" y="32355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4" name="Shape 1272"/>
          <p:cNvSpPr/>
          <p:nvPr/>
        </p:nvSpPr>
        <p:spPr>
          <a:xfrm>
            <a:off x="4764809" y="30371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5" name="Shape 1273"/>
          <p:cNvSpPr/>
          <p:nvPr/>
        </p:nvSpPr>
        <p:spPr>
          <a:xfrm>
            <a:off x="4941402" y="29207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6" name="Shape 1274"/>
          <p:cNvSpPr/>
          <p:nvPr/>
        </p:nvSpPr>
        <p:spPr>
          <a:xfrm>
            <a:off x="4985172" y="2486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7" name="Shape 1275"/>
          <p:cNvSpPr/>
          <p:nvPr/>
        </p:nvSpPr>
        <p:spPr>
          <a:xfrm>
            <a:off x="4756997" y="24828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8" name="Shape 1276"/>
          <p:cNvSpPr/>
          <p:nvPr/>
        </p:nvSpPr>
        <p:spPr>
          <a:xfrm>
            <a:off x="4773326" y="32748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9" name="Shape 1277"/>
          <p:cNvSpPr/>
          <p:nvPr/>
        </p:nvSpPr>
        <p:spPr>
          <a:xfrm>
            <a:off x="4719999" y="36180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0" name="Shape 1278"/>
          <p:cNvSpPr/>
          <p:nvPr/>
        </p:nvSpPr>
        <p:spPr>
          <a:xfrm>
            <a:off x="4654588" y="34921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1" name="Shape 1279"/>
          <p:cNvSpPr/>
          <p:nvPr/>
        </p:nvSpPr>
        <p:spPr>
          <a:xfrm>
            <a:off x="4740487" y="3509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2" name="Shape 1280"/>
          <p:cNvSpPr/>
          <p:nvPr/>
        </p:nvSpPr>
        <p:spPr>
          <a:xfrm>
            <a:off x="4818023" y="35189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3" name="Shape 1281"/>
          <p:cNvSpPr/>
          <p:nvPr/>
        </p:nvSpPr>
        <p:spPr>
          <a:xfrm>
            <a:off x="4814180" y="38063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4" name="Shape 1282"/>
          <p:cNvSpPr/>
          <p:nvPr/>
        </p:nvSpPr>
        <p:spPr>
          <a:xfrm>
            <a:off x="4861289" y="36400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5" name="Shape 1283"/>
          <p:cNvSpPr/>
          <p:nvPr/>
        </p:nvSpPr>
        <p:spPr>
          <a:xfrm>
            <a:off x="4634949" y="36149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6" name="Shape 1284"/>
          <p:cNvSpPr/>
          <p:nvPr/>
        </p:nvSpPr>
        <p:spPr>
          <a:xfrm>
            <a:off x="4822658" y="36631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7" name="Shape 1285"/>
          <p:cNvSpPr/>
          <p:nvPr/>
        </p:nvSpPr>
        <p:spPr>
          <a:xfrm>
            <a:off x="4903156" y="3539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8" name="Shape 1286"/>
          <p:cNvSpPr/>
          <p:nvPr/>
        </p:nvSpPr>
        <p:spPr>
          <a:xfrm>
            <a:off x="4615543" y="34778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9" name="Shape 1287"/>
          <p:cNvSpPr/>
          <p:nvPr/>
        </p:nvSpPr>
        <p:spPr>
          <a:xfrm>
            <a:off x="4917333" y="30248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0" name="Shape 1288"/>
          <p:cNvSpPr/>
          <p:nvPr/>
        </p:nvSpPr>
        <p:spPr>
          <a:xfrm>
            <a:off x="4959112" y="31342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1" name="Shape 1289"/>
          <p:cNvSpPr/>
          <p:nvPr/>
        </p:nvSpPr>
        <p:spPr>
          <a:xfrm>
            <a:off x="4791882" y="30920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2" name="Shape 1290"/>
          <p:cNvSpPr/>
          <p:nvPr/>
        </p:nvSpPr>
        <p:spPr>
          <a:xfrm>
            <a:off x="4645231" y="3384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3" name="Shape 1291"/>
          <p:cNvSpPr/>
          <p:nvPr/>
        </p:nvSpPr>
        <p:spPr>
          <a:xfrm>
            <a:off x="4976757" y="30642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4" name="Shape 1292"/>
          <p:cNvSpPr/>
          <p:nvPr/>
        </p:nvSpPr>
        <p:spPr>
          <a:xfrm>
            <a:off x="4884149" y="30470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5" name="Shape 1293"/>
          <p:cNvSpPr/>
          <p:nvPr/>
        </p:nvSpPr>
        <p:spPr>
          <a:xfrm>
            <a:off x="4842284" y="31983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6" name="Shape 1294"/>
          <p:cNvSpPr/>
          <p:nvPr/>
        </p:nvSpPr>
        <p:spPr>
          <a:xfrm>
            <a:off x="4893655" y="35622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7" name="Shape 1295"/>
          <p:cNvSpPr/>
          <p:nvPr/>
        </p:nvSpPr>
        <p:spPr>
          <a:xfrm>
            <a:off x="4792790" y="24649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8" name="Shape 1296"/>
          <p:cNvSpPr/>
          <p:nvPr/>
        </p:nvSpPr>
        <p:spPr>
          <a:xfrm>
            <a:off x="4856166" y="35179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9" name="Shape 1297"/>
          <p:cNvSpPr/>
          <p:nvPr/>
        </p:nvSpPr>
        <p:spPr>
          <a:xfrm>
            <a:off x="4647116" y="2994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0" name="Shape 1298"/>
          <p:cNvSpPr/>
          <p:nvPr/>
        </p:nvSpPr>
        <p:spPr>
          <a:xfrm>
            <a:off x="4720294" y="34552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1" name="Shape 1299"/>
          <p:cNvSpPr/>
          <p:nvPr/>
        </p:nvSpPr>
        <p:spPr>
          <a:xfrm>
            <a:off x="4610914" y="2655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2" name="Shape 1300"/>
          <p:cNvSpPr/>
          <p:nvPr/>
        </p:nvSpPr>
        <p:spPr>
          <a:xfrm>
            <a:off x="4891339" y="34943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3" name="Shape 1301"/>
          <p:cNvSpPr/>
          <p:nvPr/>
        </p:nvSpPr>
        <p:spPr>
          <a:xfrm>
            <a:off x="4964581" y="34692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4" name="Shape 1302"/>
          <p:cNvSpPr/>
          <p:nvPr/>
        </p:nvSpPr>
        <p:spPr>
          <a:xfrm>
            <a:off x="4948789" y="31217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5" name="Shape 1303"/>
          <p:cNvSpPr/>
          <p:nvPr/>
        </p:nvSpPr>
        <p:spPr>
          <a:xfrm>
            <a:off x="4658359" y="2998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6" name="Shape 1304"/>
          <p:cNvSpPr/>
          <p:nvPr/>
        </p:nvSpPr>
        <p:spPr>
          <a:xfrm>
            <a:off x="4724510" y="29712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7" name="Shape 1305"/>
          <p:cNvSpPr/>
          <p:nvPr/>
        </p:nvSpPr>
        <p:spPr>
          <a:xfrm>
            <a:off x="4716059" y="34232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8" name="Shape 1306"/>
          <p:cNvSpPr/>
          <p:nvPr/>
        </p:nvSpPr>
        <p:spPr>
          <a:xfrm>
            <a:off x="4710167" y="25675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9" name="Shape 1307"/>
          <p:cNvSpPr/>
          <p:nvPr/>
        </p:nvSpPr>
        <p:spPr>
          <a:xfrm>
            <a:off x="4911689" y="31149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0" name="Shape 1308"/>
          <p:cNvSpPr/>
          <p:nvPr/>
        </p:nvSpPr>
        <p:spPr>
          <a:xfrm>
            <a:off x="4898610" y="29881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1" name="Shape 1309"/>
          <p:cNvSpPr/>
          <p:nvPr/>
        </p:nvSpPr>
        <p:spPr>
          <a:xfrm>
            <a:off x="4978660" y="29628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2" name="Shape 1310"/>
          <p:cNvSpPr/>
          <p:nvPr/>
        </p:nvSpPr>
        <p:spPr>
          <a:xfrm>
            <a:off x="4836386" y="24933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3" name="Shape 1311"/>
          <p:cNvSpPr/>
          <p:nvPr/>
        </p:nvSpPr>
        <p:spPr>
          <a:xfrm>
            <a:off x="4997473" y="26707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4" name="Shape 1312"/>
          <p:cNvSpPr/>
          <p:nvPr/>
        </p:nvSpPr>
        <p:spPr>
          <a:xfrm>
            <a:off x="4749743" y="27620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5" name="Shape 1313"/>
          <p:cNvSpPr/>
          <p:nvPr/>
        </p:nvSpPr>
        <p:spPr>
          <a:xfrm>
            <a:off x="4774813" y="2672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6" name="Shape 1314"/>
          <p:cNvSpPr/>
          <p:nvPr/>
        </p:nvSpPr>
        <p:spPr>
          <a:xfrm>
            <a:off x="4783192" y="30619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7" name="Shape 1315"/>
          <p:cNvSpPr/>
          <p:nvPr/>
        </p:nvSpPr>
        <p:spPr>
          <a:xfrm>
            <a:off x="4787234" y="30427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8" name="Shape 1316"/>
          <p:cNvSpPr/>
          <p:nvPr/>
        </p:nvSpPr>
        <p:spPr>
          <a:xfrm>
            <a:off x="4735500" y="27770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9" name="Shape 1317"/>
          <p:cNvSpPr/>
          <p:nvPr/>
        </p:nvSpPr>
        <p:spPr>
          <a:xfrm>
            <a:off x="4677496" y="25207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0" name="Shape 1318"/>
          <p:cNvSpPr/>
          <p:nvPr/>
        </p:nvSpPr>
        <p:spPr>
          <a:xfrm>
            <a:off x="4767574" y="2543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1" name="Shape 1319"/>
          <p:cNvSpPr/>
          <p:nvPr/>
        </p:nvSpPr>
        <p:spPr>
          <a:xfrm>
            <a:off x="4915486" y="25720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2" name="Shape 1320"/>
          <p:cNvSpPr/>
          <p:nvPr/>
        </p:nvSpPr>
        <p:spPr>
          <a:xfrm>
            <a:off x="4695499" y="27131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3" name="Shape 1321"/>
          <p:cNvSpPr/>
          <p:nvPr/>
        </p:nvSpPr>
        <p:spPr>
          <a:xfrm>
            <a:off x="4913361" y="30099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4" name="Shape 1322"/>
          <p:cNvSpPr/>
          <p:nvPr/>
        </p:nvSpPr>
        <p:spPr>
          <a:xfrm>
            <a:off x="4797700" y="29070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5" name="Shape 1323"/>
          <p:cNvSpPr/>
          <p:nvPr/>
        </p:nvSpPr>
        <p:spPr>
          <a:xfrm>
            <a:off x="4827213" y="23069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6" name="Shape 1324"/>
          <p:cNvSpPr/>
          <p:nvPr/>
        </p:nvSpPr>
        <p:spPr>
          <a:xfrm>
            <a:off x="5019453" y="32872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7" name="Shape 1325"/>
          <p:cNvSpPr/>
          <p:nvPr/>
        </p:nvSpPr>
        <p:spPr>
          <a:xfrm>
            <a:off x="4875745" y="34635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8" name="Shape 1326"/>
          <p:cNvSpPr/>
          <p:nvPr/>
        </p:nvSpPr>
        <p:spPr>
          <a:xfrm>
            <a:off x="4855794" y="31970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9" name="Shape 1327"/>
          <p:cNvSpPr/>
          <p:nvPr/>
        </p:nvSpPr>
        <p:spPr>
          <a:xfrm>
            <a:off x="4943245" y="32185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0" name="Shape 1328"/>
          <p:cNvSpPr/>
          <p:nvPr/>
        </p:nvSpPr>
        <p:spPr>
          <a:xfrm>
            <a:off x="4762275" y="32348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1" name="Shape 1329"/>
          <p:cNvSpPr/>
          <p:nvPr/>
        </p:nvSpPr>
        <p:spPr>
          <a:xfrm>
            <a:off x="4838636" y="32194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2" name="Shape 1330"/>
          <p:cNvSpPr/>
          <p:nvPr/>
        </p:nvSpPr>
        <p:spPr>
          <a:xfrm>
            <a:off x="4628677" y="31853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3" name="Shape 1331"/>
          <p:cNvSpPr/>
          <p:nvPr/>
        </p:nvSpPr>
        <p:spPr>
          <a:xfrm>
            <a:off x="4850915" y="32351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4" name="Shape 1332"/>
          <p:cNvSpPr/>
          <p:nvPr/>
        </p:nvSpPr>
        <p:spPr>
          <a:xfrm>
            <a:off x="4948242" y="35518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5" name="Shape 1333"/>
          <p:cNvSpPr/>
          <p:nvPr/>
        </p:nvSpPr>
        <p:spPr>
          <a:xfrm>
            <a:off x="4895561" y="36292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6" name="Shape 1334"/>
          <p:cNvSpPr/>
          <p:nvPr/>
        </p:nvSpPr>
        <p:spPr>
          <a:xfrm>
            <a:off x="4908975" y="23801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7" name="Shape 1335"/>
          <p:cNvSpPr/>
          <p:nvPr/>
        </p:nvSpPr>
        <p:spPr>
          <a:xfrm>
            <a:off x="4901287" y="38170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8" name="Shape 1336"/>
          <p:cNvSpPr/>
          <p:nvPr/>
        </p:nvSpPr>
        <p:spPr>
          <a:xfrm>
            <a:off x="4613184" y="31818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9" name="Shape 1337"/>
          <p:cNvSpPr/>
          <p:nvPr/>
        </p:nvSpPr>
        <p:spPr>
          <a:xfrm>
            <a:off x="4716140" y="31953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0" name="Shape 1338"/>
          <p:cNvSpPr/>
          <p:nvPr/>
        </p:nvSpPr>
        <p:spPr>
          <a:xfrm>
            <a:off x="4988726" y="32596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1" name="Shape 1339"/>
          <p:cNvSpPr/>
          <p:nvPr/>
        </p:nvSpPr>
        <p:spPr>
          <a:xfrm>
            <a:off x="4834056" y="32102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2" name="Shape 1340"/>
          <p:cNvSpPr/>
          <p:nvPr/>
        </p:nvSpPr>
        <p:spPr>
          <a:xfrm>
            <a:off x="4940622" y="33237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3" name="Shape 1341"/>
          <p:cNvSpPr/>
          <p:nvPr/>
        </p:nvSpPr>
        <p:spPr>
          <a:xfrm>
            <a:off x="4716575" y="32582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4" name="Shape 1342"/>
          <p:cNvSpPr/>
          <p:nvPr/>
        </p:nvSpPr>
        <p:spPr>
          <a:xfrm>
            <a:off x="4956540" y="32827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5" name="Shape 1343"/>
          <p:cNvSpPr/>
          <p:nvPr/>
        </p:nvSpPr>
        <p:spPr>
          <a:xfrm>
            <a:off x="4917123" y="33024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6" name="Shape 1344"/>
          <p:cNvSpPr/>
          <p:nvPr/>
        </p:nvSpPr>
        <p:spPr>
          <a:xfrm>
            <a:off x="4982033" y="3259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7" name="Shape 1345"/>
          <p:cNvSpPr/>
          <p:nvPr/>
        </p:nvSpPr>
        <p:spPr>
          <a:xfrm>
            <a:off x="4653211" y="33251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8" name="Shape 1346"/>
          <p:cNvSpPr/>
          <p:nvPr/>
        </p:nvSpPr>
        <p:spPr>
          <a:xfrm>
            <a:off x="5019531" y="32447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9" name="Shape 1347"/>
          <p:cNvSpPr/>
          <p:nvPr/>
        </p:nvSpPr>
        <p:spPr>
          <a:xfrm>
            <a:off x="4855449" y="32459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0" name="Shape 1348"/>
          <p:cNvSpPr/>
          <p:nvPr/>
        </p:nvSpPr>
        <p:spPr>
          <a:xfrm>
            <a:off x="4999088" y="32529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1" name="Shape 1349"/>
          <p:cNvSpPr/>
          <p:nvPr/>
        </p:nvSpPr>
        <p:spPr>
          <a:xfrm>
            <a:off x="4944961" y="32472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2" name="Shape 1350"/>
          <p:cNvSpPr/>
          <p:nvPr/>
        </p:nvSpPr>
        <p:spPr>
          <a:xfrm>
            <a:off x="4631630" y="34754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3" name="Shape 1351"/>
          <p:cNvSpPr/>
          <p:nvPr/>
        </p:nvSpPr>
        <p:spPr>
          <a:xfrm>
            <a:off x="4844561" y="35132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4" name="Shape 1352"/>
          <p:cNvSpPr/>
          <p:nvPr/>
        </p:nvSpPr>
        <p:spPr>
          <a:xfrm>
            <a:off x="4676739" y="34498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5" name="Shape 1353"/>
          <p:cNvSpPr/>
          <p:nvPr/>
        </p:nvSpPr>
        <p:spPr>
          <a:xfrm>
            <a:off x="4711952" y="3420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6" name="Shape 1354"/>
          <p:cNvSpPr/>
          <p:nvPr/>
        </p:nvSpPr>
        <p:spPr>
          <a:xfrm>
            <a:off x="4989865" y="36056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7" name="Shape 1355"/>
          <p:cNvSpPr/>
          <p:nvPr/>
        </p:nvSpPr>
        <p:spPr>
          <a:xfrm>
            <a:off x="4635017" y="34911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8" name="Shape 1356"/>
          <p:cNvSpPr/>
          <p:nvPr/>
        </p:nvSpPr>
        <p:spPr>
          <a:xfrm>
            <a:off x="5007682" y="23877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9" name="Shape 1357"/>
          <p:cNvSpPr/>
          <p:nvPr/>
        </p:nvSpPr>
        <p:spPr>
          <a:xfrm>
            <a:off x="4651638" y="31176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0" name="Shape 1358"/>
          <p:cNvSpPr/>
          <p:nvPr/>
        </p:nvSpPr>
        <p:spPr>
          <a:xfrm>
            <a:off x="4779531" y="3323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1" name="Shape 1359"/>
          <p:cNvSpPr/>
          <p:nvPr/>
        </p:nvSpPr>
        <p:spPr>
          <a:xfrm>
            <a:off x="4887472" y="2623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2" name="Shape 1360"/>
          <p:cNvSpPr/>
          <p:nvPr/>
        </p:nvSpPr>
        <p:spPr>
          <a:xfrm>
            <a:off x="4894726" y="34895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3" name="Shape 1361"/>
          <p:cNvSpPr/>
          <p:nvPr/>
        </p:nvSpPr>
        <p:spPr>
          <a:xfrm>
            <a:off x="4601204" y="34584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4" name="Shape 1362"/>
          <p:cNvSpPr/>
          <p:nvPr/>
        </p:nvSpPr>
        <p:spPr>
          <a:xfrm>
            <a:off x="4765176" y="34565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5" name="Shape 1363"/>
          <p:cNvSpPr/>
          <p:nvPr/>
        </p:nvSpPr>
        <p:spPr>
          <a:xfrm>
            <a:off x="4929212" y="36636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6" name="Shape 1364"/>
          <p:cNvSpPr/>
          <p:nvPr/>
        </p:nvSpPr>
        <p:spPr>
          <a:xfrm>
            <a:off x="4606256" y="35086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7" name="Shape 1365"/>
          <p:cNvSpPr/>
          <p:nvPr/>
        </p:nvSpPr>
        <p:spPr>
          <a:xfrm>
            <a:off x="4973460" y="3639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8" name="Shape 1366"/>
          <p:cNvSpPr/>
          <p:nvPr/>
        </p:nvSpPr>
        <p:spPr>
          <a:xfrm>
            <a:off x="4887684" y="35895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9" name="Shape 1367"/>
          <p:cNvSpPr/>
          <p:nvPr/>
        </p:nvSpPr>
        <p:spPr>
          <a:xfrm>
            <a:off x="4681695" y="34749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0" name="Shape 1368"/>
          <p:cNvSpPr/>
          <p:nvPr/>
        </p:nvSpPr>
        <p:spPr>
          <a:xfrm>
            <a:off x="4781132" y="36701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1" name="Shape 1369"/>
          <p:cNvSpPr/>
          <p:nvPr/>
        </p:nvSpPr>
        <p:spPr>
          <a:xfrm>
            <a:off x="4700693" y="28724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2" name="Shape 1370"/>
          <p:cNvSpPr/>
          <p:nvPr/>
        </p:nvSpPr>
        <p:spPr>
          <a:xfrm>
            <a:off x="4914737" y="28769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3" name="Shape 1371"/>
          <p:cNvSpPr/>
          <p:nvPr/>
        </p:nvSpPr>
        <p:spPr>
          <a:xfrm>
            <a:off x="4893680" y="35263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4" name="Shape 1372"/>
          <p:cNvSpPr/>
          <p:nvPr/>
        </p:nvSpPr>
        <p:spPr>
          <a:xfrm>
            <a:off x="4654652" y="36305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5" name="Shape 1373"/>
          <p:cNvSpPr/>
          <p:nvPr/>
        </p:nvSpPr>
        <p:spPr>
          <a:xfrm>
            <a:off x="4679653" y="2974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6" name="Shape 1374"/>
          <p:cNvSpPr/>
          <p:nvPr/>
        </p:nvSpPr>
        <p:spPr>
          <a:xfrm>
            <a:off x="4800940" y="35223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7" name="Shape 1375"/>
          <p:cNvSpPr/>
          <p:nvPr/>
        </p:nvSpPr>
        <p:spPr>
          <a:xfrm>
            <a:off x="4799158" y="31684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8" name="Shape 1376"/>
          <p:cNvSpPr/>
          <p:nvPr/>
        </p:nvSpPr>
        <p:spPr>
          <a:xfrm>
            <a:off x="4824673" y="32008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9" name="Shape 1377"/>
          <p:cNvSpPr/>
          <p:nvPr/>
        </p:nvSpPr>
        <p:spPr>
          <a:xfrm>
            <a:off x="4626678" y="31877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0" name="Shape 1378"/>
          <p:cNvSpPr/>
          <p:nvPr/>
        </p:nvSpPr>
        <p:spPr>
          <a:xfrm>
            <a:off x="4598847" y="3290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1" name="Shape 1379"/>
          <p:cNvSpPr/>
          <p:nvPr/>
        </p:nvSpPr>
        <p:spPr>
          <a:xfrm>
            <a:off x="4714823" y="31571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2" name="Shape 1380"/>
          <p:cNvSpPr/>
          <p:nvPr/>
        </p:nvSpPr>
        <p:spPr>
          <a:xfrm>
            <a:off x="4757874" y="3202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3" name="Shape 1381"/>
          <p:cNvSpPr/>
          <p:nvPr/>
        </p:nvSpPr>
        <p:spPr>
          <a:xfrm>
            <a:off x="4806889" y="31252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4" name="Shape 1382"/>
          <p:cNvSpPr/>
          <p:nvPr/>
        </p:nvSpPr>
        <p:spPr>
          <a:xfrm>
            <a:off x="4918237" y="25591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5" name="Shape 1383"/>
          <p:cNvSpPr/>
          <p:nvPr/>
        </p:nvSpPr>
        <p:spPr>
          <a:xfrm>
            <a:off x="4826000" y="2497381"/>
            <a:ext cx="0" cy="1127599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1386" name="Shape 1384"/>
          <p:cNvSpPr/>
          <p:nvPr/>
        </p:nvSpPr>
        <p:spPr>
          <a:xfrm>
            <a:off x="4711700" y="3624981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1387" name="Shape 1385"/>
          <p:cNvSpPr/>
          <p:nvPr/>
        </p:nvSpPr>
        <p:spPr>
          <a:xfrm>
            <a:off x="4711700" y="2497381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1388" name="Shape 1386"/>
          <p:cNvSpPr/>
          <p:nvPr/>
        </p:nvSpPr>
        <p:spPr>
          <a:xfrm>
            <a:off x="4660900" y="3099077"/>
            <a:ext cx="330200" cy="385118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1389" name="Shape 1387"/>
          <p:cNvSpPr/>
          <p:nvPr/>
        </p:nvSpPr>
        <p:spPr>
          <a:xfrm>
            <a:off x="4660900" y="3289119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1390" name="Shape 1388"/>
          <p:cNvSpPr/>
          <p:nvPr/>
        </p:nvSpPr>
        <p:spPr>
          <a:xfrm>
            <a:off x="5675392" y="3503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1" name="Shape 1389"/>
          <p:cNvSpPr/>
          <p:nvPr/>
        </p:nvSpPr>
        <p:spPr>
          <a:xfrm>
            <a:off x="5632444" y="3417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2" name="Shape 1390"/>
          <p:cNvSpPr/>
          <p:nvPr/>
        </p:nvSpPr>
        <p:spPr>
          <a:xfrm>
            <a:off x="5384458" y="3368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3" name="Shape 1391"/>
          <p:cNvSpPr/>
          <p:nvPr/>
        </p:nvSpPr>
        <p:spPr>
          <a:xfrm>
            <a:off x="5602374" y="32116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4" name="Shape 1392"/>
          <p:cNvSpPr/>
          <p:nvPr/>
        </p:nvSpPr>
        <p:spPr>
          <a:xfrm>
            <a:off x="5267240" y="33819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5" name="Shape 1393"/>
          <p:cNvSpPr/>
          <p:nvPr/>
        </p:nvSpPr>
        <p:spPr>
          <a:xfrm>
            <a:off x="5466056" y="33170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6" name="Shape 1394"/>
          <p:cNvSpPr/>
          <p:nvPr/>
        </p:nvSpPr>
        <p:spPr>
          <a:xfrm>
            <a:off x="5435948" y="34528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7" name="Shape 1395"/>
          <p:cNvSpPr/>
          <p:nvPr/>
        </p:nvSpPr>
        <p:spPr>
          <a:xfrm>
            <a:off x="5490925" y="34963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8" name="Shape 1396"/>
          <p:cNvSpPr/>
          <p:nvPr/>
        </p:nvSpPr>
        <p:spPr>
          <a:xfrm>
            <a:off x="5470088" y="25184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9" name="Shape 1397"/>
          <p:cNvSpPr/>
          <p:nvPr/>
        </p:nvSpPr>
        <p:spPr>
          <a:xfrm>
            <a:off x="5679966" y="32513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0" name="Shape 1398"/>
          <p:cNvSpPr/>
          <p:nvPr/>
        </p:nvSpPr>
        <p:spPr>
          <a:xfrm>
            <a:off x="5481070" y="32222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1" name="Shape 1399"/>
          <p:cNvSpPr/>
          <p:nvPr/>
        </p:nvSpPr>
        <p:spPr>
          <a:xfrm>
            <a:off x="5625617" y="3366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2" name="Shape 1400"/>
          <p:cNvSpPr/>
          <p:nvPr/>
        </p:nvSpPr>
        <p:spPr>
          <a:xfrm>
            <a:off x="5467013" y="3222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3" name="Shape 1401"/>
          <p:cNvSpPr/>
          <p:nvPr/>
        </p:nvSpPr>
        <p:spPr>
          <a:xfrm>
            <a:off x="5668736" y="3459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4" name="Shape 1402"/>
          <p:cNvSpPr/>
          <p:nvPr/>
        </p:nvSpPr>
        <p:spPr>
          <a:xfrm>
            <a:off x="5307328" y="33640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5" name="Shape 1403"/>
          <p:cNvSpPr/>
          <p:nvPr/>
        </p:nvSpPr>
        <p:spPr>
          <a:xfrm>
            <a:off x="5298981" y="35302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6" name="Shape 1404"/>
          <p:cNvSpPr/>
          <p:nvPr/>
        </p:nvSpPr>
        <p:spPr>
          <a:xfrm>
            <a:off x="5324688" y="3353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7" name="Shape 1405"/>
          <p:cNvSpPr/>
          <p:nvPr/>
        </p:nvSpPr>
        <p:spPr>
          <a:xfrm>
            <a:off x="5414488" y="33912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8" name="Shape 1406"/>
          <p:cNvSpPr/>
          <p:nvPr/>
        </p:nvSpPr>
        <p:spPr>
          <a:xfrm>
            <a:off x="5316061" y="3193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9" name="Shape 1407"/>
          <p:cNvSpPr/>
          <p:nvPr/>
        </p:nvSpPr>
        <p:spPr>
          <a:xfrm>
            <a:off x="5625863" y="33481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0" name="Shape 1408"/>
          <p:cNvSpPr/>
          <p:nvPr/>
        </p:nvSpPr>
        <p:spPr>
          <a:xfrm>
            <a:off x="5638845" y="33075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1" name="Shape 1409"/>
          <p:cNvSpPr/>
          <p:nvPr/>
        </p:nvSpPr>
        <p:spPr>
          <a:xfrm>
            <a:off x="5324752" y="32903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2" name="Shape 1410"/>
          <p:cNvSpPr/>
          <p:nvPr/>
        </p:nvSpPr>
        <p:spPr>
          <a:xfrm>
            <a:off x="5429615" y="3311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3" name="Shape 1411"/>
          <p:cNvSpPr/>
          <p:nvPr/>
        </p:nvSpPr>
        <p:spPr>
          <a:xfrm>
            <a:off x="5299380" y="3182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4" name="Shape 1412"/>
          <p:cNvSpPr/>
          <p:nvPr/>
        </p:nvSpPr>
        <p:spPr>
          <a:xfrm>
            <a:off x="5284175" y="3468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5" name="Shape 1413"/>
          <p:cNvSpPr/>
          <p:nvPr/>
        </p:nvSpPr>
        <p:spPr>
          <a:xfrm>
            <a:off x="5452417" y="34545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6" name="Shape 1414"/>
          <p:cNvSpPr/>
          <p:nvPr/>
        </p:nvSpPr>
        <p:spPr>
          <a:xfrm>
            <a:off x="5331753" y="34314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7" name="Shape 1415"/>
          <p:cNvSpPr/>
          <p:nvPr/>
        </p:nvSpPr>
        <p:spPr>
          <a:xfrm>
            <a:off x="5648952" y="33748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8" name="Shape 1416"/>
          <p:cNvSpPr/>
          <p:nvPr/>
        </p:nvSpPr>
        <p:spPr>
          <a:xfrm>
            <a:off x="5404026" y="34469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9" name="Shape 1417"/>
          <p:cNvSpPr/>
          <p:nvPr/>
        </p:nvSpPr>
        <p:spPr>
          <a:xfrm>
            <a:off x="5369304" y="3412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0" name="Shape 1418"/>
          <p:cNvSpPr/>
          <p:nvPr/>
        </p:nvSpPr>
        <p:spPr>
          <a:xfrm>
            <a:off x="5257244" y="33917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1" name="Shape 1419"/>
          <p:cNvSpPr/>
          <p:nvPr/>
        </p:nvSpPr>
        <p:spPr>
          <a:xfrm>
            <a:off x="5676153" y="3382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2" name="Shape 1420"/>
          <p:cNvSpPr/>
          <p:nvPr/>
        </p:nvSpPr>
        <p:spPr>
          <a:xfrm>
            <a:off x="5436629" y="33279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3" name="Shape 1421"/>
          <p:cNvSpPr/>
          <p:nvPr/>
        </p:nvSpPr>
        <p:spPr>
          <a:xfrm>
            <a:off x="5403287" y="3452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4" name="Shape 1422"/>
          <p:cNvSpPr/>
          <p:nvPr/>
        </p:nvSpPr>
        <p:spPr>
          <a:xfrm>
            <a:off x="5652355" y="34647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5" name="Shape 1423"/>
          <p:cNvSpPr/>
          <p:nvPr/>
        </p:nvSpPr>
        <p:spPr>
          <a:xfrm>
            <a:off x="5603294" y="3405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6" name="Shape 1424"/>
          <p:cNvSpPr/>
          <p:nvPr/>
        </p:nvSpPr>
        <p:spPr>
          <a:xfrm>
            <a:off x="5296230" y="34972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7" name="Shape 1425"/>
          <p:cNvSpPr/>
          <p:nvPr/>
        </p:nvSpPr>
        <p:spPr>
          <a:xfrm>
            <a:off x="5373011" y="33807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8" name="Shape 1426"/>
          <p:cNvSpPr/>
          <p:nvPr/>
        </p:nvSpPr>
        <p:spPr>
          <a:xfrm>
            <a:off x="5417277" y="32357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9" name="Shape 1427"/>
          <p:cNvSpPr/>
          <p:nvPr/>
        </p:nvSpPr>
        <p:spPr>
          <a:xfrm>
            <a:off x="5380329" y="33492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0" name="Shape 1428"/>
          <p:cNvSpPr/>
          <p:nvPr/>
        </p:nvSpPr>
        <p:spPr>
          <a:xfrm>
            <a:off x="5537029" y="34430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1" name="Shape 1429"/>
          <p:cNvSpPr/>
          <p:nvPr/>
        </p:nvSpPr>
        <p:spPr>
          <a:xfrm>
            <a:off x="5416278" y="3210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2" name="Shape 1430"/>
          <p:cNvSpPr/>
          <p:nvPr/>
        </p:nvSpPr>
        <p:spPr>
          <a:xfrm>
            <a:off x="5313911" y="34013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3" name="Shape 1431"/>
          <p:cNvSpPr/>
          <p:nvPr/>
        </p:nvSpPr>
        <p:spPr>
          <a:xfrm>
            <a:off x="5337443" y="34518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4" name="Shape 1432"/>
          <p:cNvSpPr/>
          <p:nvPr/>
        </p:nvSpPr>
        <p:spPr>
          <a:xfrm>
            <a:off x="5256408" y="31664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5" name="Shape 1433"/>
          <p:cNvSpPr/>
          <p:nvPr/>
        </p:nvSpPr>
        <p:spPr>
          <a:xfrm>
            <a:off x="5462429" y="34009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6" name="Shape 1434"/>
          <p:cNvSpPr/>
          <p:nvPr/>
        </p:nvSpPr>
        <p:spPr>
          <a:xfrm>
            <a:off x="5398249" y="34768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7" name="Shape 1435"/>
          <p:cNvSpPr/>
          <p:nvPr/>
        </p:nvSpPr>
        <p:spPr>
          <a:xfrm>
            <a:off x="5252999" y="32294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8" name="Shape 1436"/>
          <p:cNvSpPr/>
          <p:nvPr/>
        </p:nvSpPr>
        <p:spPr>
          <a:xfrm>
            <a:off x="5461615" y="32268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9" name="Shape 1437"/>
          <p:cNvSpPr/>
          <p:nvPr/>
        </p:nvSpPr>
        <p:spPr>
          <a:xfrm>
            <a:off x="5472803" y="34130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0" name="Shape 1438"/>
          <p:cNvSpPr/>
          <p:nvPr/>
        </p:nvSpPr>
        <p:spPr>
          <a:xfrm>
            <a:off x="5380903" y="34378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1" name="Shape 1439"/>
          <p:cNvSpPr/>
          <p:nvPr/>
        </p:nvSpPr>
        <p:spPr>
          <a:xfrm>
            <a:off x="5366733" y="32839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2" name="Shape 1440"/>
          <p:cNvSpPr/>
          <p:nvPr/>
        </p:nvSpPr>
        <p:spPr>
          <a:xfrm>
            <a:off x="5523126" y="32277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3" name="Shape 1441"/>
          <p:cNvSpPr/>
          <p:nvPr/>
        </p:nvSpPr>
        <p:spPr>
          <a:xfrm>
            <a:off x="5282696" y="3601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4" name="Shape 1442"/>
          <p:cNvSpPr/>
          <p:nvPr/>
        </p:nvSpPr>
        <p:spPr>
          <a:xfrm>
            <a:off x="5397001" y="34088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5" name="Shape 1443"/>
          <p:cNvSpPr/>
          <p:nvPr/>
        </p:nvSpPr>
        <p:spPr>
          <a:xfrm>
            <a:off x="5609447" y="33705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6" name="Shape 1444"/>
          <p:cNvSpPr/>
          <p:nvPr/>
        </p:nvSpPr>
        <p:spPr>
          <a:xfrm>
            <a:off x="5494988" y="25270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7" name="Shape 1445"/>
          <p:cNvSpPr/>
          <p:nvPr/>
        </p:nvSpPr>
        <p:spPr>
          <a:xfrm>
            <a:off x="5557184" y="32302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8" name="Shape 1446"/>
          <p:cNvSpPr/>
          <p:nvPr/>
        </p:nvSpPr>
        <p:spPr>
          <a:xfrm>
            <a:off x="5435255" y="34303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9" name="Shape 1447"/>
          <p:cNvSpPr/>
          <p:nvPr/>
        </p:nvSpPr>
        <p:spPr>
          <a:xfrm>
            <a:off x="5635113" y="33288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0" name="Shape 1448"/>
          <p:cNvSpPr/>
          <p:nvPr/>
        </p:nvSpPr>
        <p:spPr>
          <a:xfrm>
            <a:off x="5316033" y="31466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1" name="Shape 1449"/>
          <p:cNvSpPr/>
          <p:nvPr/>
        </p:nvSpPr>
        <p:spPr>
          <a:xfrm>
            <a:off x="5462831" y="3519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2" name="Shape 1450"/>
          <p:cNvSpPr/>
          <p:nvPr/>
        </p:nvSpPr>
        <p:spPr>
          <a:xfrm>
            <a:off x="5529808" y="34852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3" name="Shape 1451"/>
          <p:cNvSpPr/>
          <p:nvPr/>
        </p:nvSpPr>
        <p:spPr>
          <a:xfrm>
            <a:off x="5282342" y="34542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4" name="Shape 1452"/>
          <p:cNvSpPr/>
          <p:nvPr/>
        </p:nvSpPr>
        <p:spPr>
          <a:xfrm>
            <a:off x="5459617" y="3181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5" name="Shape 1453"/>
          <p:cNvSpPr/>
          <p:nvPr/>
        </p:nvSpPr>
        <p:spPr>
          <a:xfrm>
            <a:off x="5387820" y="35342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6" name="Shape 1454"/>
          <p:cNvSpPr/>
          <p:nvPr/>
        </p:nvSpPr>
        <p:spPr>
          <a:xfrm>
            <a:off x="5259391" y="33350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7" name="Shape 1455"/>
          <p:cNvSpPr/>
          <p:nvPr/>
        </p:nvSpPr>
        <p:spPr>
          <a:xfrm>
            <a:off x="5527820" y="34921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8" name="Shape 1456"/>
          <p:cNvSpPr/>
          <p:nvPr/>
        </p:nvSpPr>
        <p:spPr>
          <a:xfrm>
            <a:off x="5537241" y="34199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9" name="Shape 1457"/>
          <p:cNvSpPr/>
          <p:nvPr/>
        </p:nvSpPr>
        <p:spPr>
          <a:xfrm>
            <a:off x="5365731" y="33933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0" name="Shape 1458"/>
          <p:cNvSpPr/>
          <p:nvPr/>
        </p:nvSpPr>
        <p:spPr>
          <a:xfrm>
            <a:off x="5464013" y="3360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1" name="Shape 1459"/>
          <p:cNvSpPr/>
          <p:nvPr/>
        </p:nvSpPr>
        <p:spPr>
          <a:xfrm>
            <a:off x="5627227" y="33394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2" name="Shape 1460"/>
          <p:cNvSpPr/>
          <p:nvPr/>
        </p:nvSpPr>
        <p:spPr>
          <a:xfrm>
            <a:off x="5493758" y="34535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3" name="Shape 1461"/>
          <p:cNvSpPr/>
          <p:nvPr/>
        </p:nvSpPr>
        <p:spPr>
          <a:xfrm>
            <a:off x="5444556" y="34028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4" name="Shape 1462"/>
          <p:cNvSpPr/>
          <p:nvPr/>
        </p:nvSpPr>
        <p:spPr>
          <a:xfrm>
            <a:off x="5307395" y="33367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5" name="Shape 1463"/>
          <p:cNvSpPr/>
          <p:nvPr/>
        </p:nvSpPr>
        <p:spPr>
          <a:xfrm>
            <a:off x="5474204" y="33656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6" name="Shape 1464"/>
          <p:cNvSpPr/>
          <p:nvPr/>
        </p:nvSpPr>
        <p:spPr>
          <a:xfrm>
            <a:off x="5572258" y="3439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7" name="Shape 1465"/>
          <p:cNvSpPr/>
          <p:nvPr/>
        </p:nvSpPr>
        <p:spPr>
          <a:xfrm>
            <a:off x="5419506" y="31973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8" name="Shape 1466"/>
          <p:cNvSpPr/>
          <p:nvPr/>
        </p:nvSpPr>
        <p:spPr>
          <a:xfrm>
            <a:off x="5648336" y="3174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9" name="Shape 1467"/>
          <p:cNvSpPr/>
          <p:nvPr/>
        </p:nvSpPr>
        <p:spPr>
          <a:xfrm>
            <a:off x="5487977" y="33439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0" name="Shape 1468"/>
          <p:cNvSpPr/>
          <p:nvPr/>
        </p:nvSpPr>
        <p:spPr>
          <a:xfrm>
            <a:off x="5280141" y="3348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1" name="Shape 1469"/>
          <p:cNvSpPr/>
          <p:nvPr/>
        </p:nvSpPr>
        <p:spPr>
          <a:xfrm>
            <a:off x="5414568" y="33295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2" name="Shape 1470"/>
          <p:cNvSpPr/>
          <p:nvPr/>
        </p:nvSpPr>
        <p:spPr>
          <a:xfrm>
            <a:off x="5561522" y="33968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3" name="Shape 1471"/>
          <p:cNvSpPr/>
          <p:nvPr/>
        </p:nvSpPr>
        <p:spPr>
          <a:xfrm>
            <a:off x="5642449" y="35008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4" name="Shape 1472"/>
          <p:cNvSpPr/>
          <p:nvPr/>
        </p:nvSpPr>
        <p:spPr>
          <a:xfrm>
            <a:off x="5391553" y="34349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5" name="Shape 1473"/>
          <p:cNvSpPr/>
          <p:nvPr/>
        </p:nvSpPr>
        <p:spPr>
          <a:xfrm>
            <a:off x="5637606" y="33663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6" name="Shape 1474"/>
          <p:cNvSpPr/>
          <p:nvPr/>
        </p:nvSpPr>
        <p:spPr>
          <a:xfrm>
            <a:off x="5394537" y="34865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7" name="Shape 1475"/>
          <p:cNvSpPr/>
          <p:nvPr/>
        </p:nvSpPr>
        <p:spPr>
          <a:xfrm>
            <a:off x="5510985" y="34454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8" name="Shape 1476"/>
          <p:cNvSpPr/>
          <p:nvPr/>
        </p:nvSpPr>
        <p:spPr>
          <a:xfrm>
            <a:off x="5663459" y="34291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9" name="Shape 1477"/>
          <p:cNvSpPr/>
          <p:nvPr/>
        </p:nvSpPr>
        <p:spPr>
          <a:xfrm>
            <a:off x="5271817" y="36162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0" name="Shape 1478"/>
          <p:cNvSpPr/>
          <p:nvPr/>
        </p:nvSpPr>
        <p:spPr>
          <a:xfrm>
            <a:off x="5272011" y="37689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1" name="Shape 1479"/>
          <p:cNvSpPr/>
          <p:nvPr/>
        </p:nvSpPr>
        <p:spPr>
          <a:xfrm>
            <a:off x="5659508" y="35332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2" name="Shape 1480"/>
          <p:cNvSpPr/>
          <p:nvPr/>
        </p:nvSpPr>
        <p:spPr>
          <a:xfrm>
            <a:off x="5361121" y="36160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3" name="Shape 1481"/>
          <p:cNvSpPr/>
          <p:nvPr/>
        </p:nvSpPr>
        <p:spPr>
          <a:xfrm>
            <a:off x="5497771" y="3677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4" name="Shape 1482"/>
          <p:cNvSpPr/>
          <p:nvPr/>
        </p:nvSpPr>
        <p:spPr>
          <a:xfrm>
            <a:off x="5252053" y="35739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5" name="Shape 1483"/>
          <p:cNvSpPr/>
          <p:nvPr/>
        </p:nvSpPr>
        <p:spPr>
          <a:xfrm>
            <a:off x="5486507" y="37093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6" name="Shape 1484"/>
          <p:cNvSpPr/>
          <p:nvPr/>
        </p:nvSpPr>
        <p:spPr>
          <a:xfrm>
            <a:off x="5446400" y="34341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7" name="Shape 1485"/>
          <p:cNvSpPr/>
          <p:nvPr/>
        </p:nvSpPr>
        <p:spPr>
          <a:xfrm>
            <a:off x="5606726" y="33214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8" name="Shape 1486"/>
          <p:cNvSpPr/>
          <p:nvPr/>
        </p:nvSpPr>
        <p:spPr>
          <a:xfrm>
            <a:off x="5587028" y="3427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9" name="Shape 1487"/>
          <p:cNvSpPr/>
          <p:nvPr/>
        </p:nvSpPr>
        <p:spPr>
          <a:xfrm>
            <a:off x="5276989" y="3313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0" name="Shape 1488"/>
          <p:cNvSpPr/>
          <p:nvPr/>
        </p:nvSpPr>
        <p:spPr>
          <a:xfrm>
            <a:off x="5374913" y="23938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1" name="Shape 1489"/>
          <p:cNvSpPr/>
          <p:nvPr/>
        </p:nvSpPr>
        <p:spPr>
          <a:xfrm>
            <a:off x="5439940" y="32132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2" name="Shape 1490"/>
          <p:cNvSpPr/>
          <p:nvPr/>
        </p:nvSpPr>
        <p:spPr>
          <a:xfrm>
            <a:off x="5632830" y="3009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3" name="Shape 1491"/>
          <p:cNvSpPr/>
          <p:nvPr/>
        </p:nvSpPr>
        <p:spPr>
          <a:xfrm>
            <a:off x="5632819" y="27204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4" name="Shape 1492"/>
          <p:cNvSpPr/>
          <p:nvPr/>
        </p:nvSpPr>
        <p:spPr>
          <a:xfrm>
            <a:off x="5285426" y="35111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5" name="Shape 1493"/>
          <p:cNvSpPr/>
          <p:nvPr/>
        </p:nvSpPr>
        <p:spPr>
          <a:xfrm>
            <a:off x="5444570" y="27479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6" name="Shape 1494"/>
          <p:cNvSpPr/>
          <p:nvPr/>
        </p:nvSpPr>
        <p:spPr>
          <a:xfrm>
            <a:off x="5514272" y="28034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7" name="Shape 1495"/>
          <p:cNvSpPr/>
          <p:nvPr/>
        </p:nvSpPr>
        <p:spPr>
          <a:xfrm>
            <a:off x="5560728" y="2926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8" name="Shape 1496"/>
          <p:cNvSpPr/>
          <p:nvPr/>
        </p:nvSpPr>
        <p:spPr>
          <a:xfrm>
            <a:off x="5466967" y="2853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9" name="Shape 1497"/>
          <p:cNvSpPr/>
          <p:nvPr/>
        </p:nvSpPr>
        <p:spPr>
          <a:xfrm>
            <a:off x="5394824" y="29189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0" name="Shape 1498"/>
          <p:cNvSpPr/>
          <p:nvPr/>
        </p:nvSpPr>
        <p:spPr>
          <a:xfrm>
            <a:off x="5663094" y="33533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1" name="Shape 1499"/>
          <p:cNvSpPr/>
          <p:nvPr/>
        </p:nvSpPr>
        <p:spPr>
          <a:xfrm>
            <a:off x="5555998" y="27772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2" name="Shape 1500"/>
          <p:cNvSpPr/>
          <p:nvPr/>
        </p:nvSpPr>
        <p:spPr>
          <a:xfrm>
            <a:off x="5566228" y="2652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3" name="Shape 1501"/>
          <p:cNvSpPr/>
          <p:nvPr/>
        </p:nvSpPr>
        <p:spPr>
          <a:xfrm>
            <a:off x="5582651" y="34322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4" name="Shape 1502"/>
          <p:cNvSpPr/>
          <p:nvPr/>
        </p:nvSpPr>
        <p:spPr>
          <a:xfrm>
            <a:off x="5270432" y="28599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5" name="Shape 1503"/>
          <p:cNvSpPr/>
          <p:nvPr/>
        </p:nvSpPr>
        <p:spPr>
          <a:xfrm>
            <a:off x="5581564" y="27637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6" name="Shape 1504"/>
          <p:cNvSpPr/>
          <p:nvPr/>
        </p:nvSpPr>
        <p:spPr>
          <a:xfrm>
            <a:off x="5536646" y="32279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7" name="Shape 1505"/>
          <p:cNvSpPr/>
          <p:nvPr/>
        </p:nvSpPr>
        <p:spPr>
          <a:xfrm>
            <a:off x="5488945" y="3160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8" name="Shape 1506"/>
          <p:cNvSpPr/>
          <p:nvPr/>
        </p:nvSpPr>
        <p:spPr>
          <a:xfrm>
            <a:off x="5674000" y="27273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9" name="Shape 1507"/>
          <p:cNvSpPr/>
          <p:nvPr/>
        </p:nvSpPr>
        <p:spPr>
          <a:xfrm>
            <a:off x="5274577" y="27213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0" name="Shape 1508"/>
          <p:cNvSpPr/>
          <p:nvPr/>
        </p:nvSpPr>
        <p:spPr>
          <a:xfrm>
            <a:off x="5674361" y="30796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1" name="Shape 1509"/>
          <p:cNvSpPr/>
          <p:nvPr/>
        </p:nvSpPr>
        <p:spPr>
          <a:xfrm>
            <a:off x="5417466" y="2767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2" name="Shape 1510"/>
          <p:cNvSpPr/>
          <p:nvPr/>
        </p:nvSpPr>
        <p:spPr>
          <a:xfrm>
            <a:off x="5414970" y="26158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3" name="Shape 1511"/>
          <p:cNvSpPr/>
          <p:nvPr/>
        </p:nvSpPr>
        <p:spPr>
          <a:xfrm>
            <a:off x="5530666" y="30310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4" name="Shape 1512"/>
          <p:cNvSpPr/>
          <p:nvPr/>
        </p:nvSpPr>
        <p:spPr>
          <a:xfrm>
            <a:off x="5464729" y="30950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5" name="Shape 1513"/>
          <p:cNvSpPr/>
          <p:nvPr/>
        </p:nvSpPr>
        <p:spPr>
          <a:xfrm>
            <a:off x="5592466" y="26419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6" name="Shape 1514"/>
          <p:cNvSpPr/>
          <p:nvPr/>
        </p:nvSpPr>
        <p:spPr>
          <a:xfrm>
            <a:off x="5623614" y="29465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7" name="Shape 1515"/>
          <p:cNvSpPr/>
          <p:nvPr/>
        </p:nvSpPr>
        <p:spPr>
          <a:xfrm>
            <a:off x="5389334" y="29487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8" name="Shape 1516"/>
          <p:cNvSpPr/>
          <p:nvPr/>
        </p:nvSpPr>
        <p:spPr>
          <a:xfrm>
            <a:off x="5334694" y="26932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9" name="Shape 1517"/>
          <p:cNvSpPr/>
          <p:nvPr/>
        </p:nvSpPr>
        <p:spPr>
          <a:xfrm>
            <a:off x="5438898" y="23807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0" name="Shape 1518"/>
          <p:cNvSpPr/>
          <p:nvPr/>
        </p:nvSpPr>
        <p:spPr>
          <a:xfrm>
            <a:off x="5460773" y="23786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1" name="Shape 1519"/>
          <p:cNvSpPr/>
          <p:nvPr/>
        </p:nvSpPr>
        <p:spPr>
          <a:xfrm>
            <a:off x="5542918" y="31571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2" name="Shape 1520"/>
          <p:cNvSpPr/>
          <p:nvPr/>
        </p:nvSpPr>
        <p:spPr>
          <a:xfrm>
            <a:off x="5264668" y="24806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3" name="Shape 1521"/>
          <p:cNvSpPr/>
          <p:nvPr/>
        </p:nvSpPr>
        <p:spPr>
          <a:xfrm>
            <a:off x="5566610" y="29675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4" name="Shape 1522"/>
          <p:cNvSpPr/>
          <p:nvPr/>
        </p:nvSpPr>
        <p:spPr>
          <a:xfrm>
            <a:off x="5562930" y="30490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5" name="Shape 1523"/>
          <p:cNvSpPr/>
          <p:nvPr/>
        </p:nvSpPr>
        <p:spPr>
          <a:xfrm>
            <a:off x="5510667" y="31610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6" name="Shape 1524"/>
          <p:cNvSpPr/>
          <p:nvPr/>
        </p:nvSpPr>
        <p:spPr>
          <a:xfrm>
            <a:off x="5655049" y="24186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7" name="Shape 1525"/>
          <p:cNvSpPr/>
          <p:nvPr/>
        </p:nvSpPr>
        <p:spPr>
          <a:xfrm>
            <a:off x="5315942" y="32497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8" name="Shape 1526"/>
          <p:cNvSpPr/>
          <p:nvPr/>
        </p:nvSpPr>
        <p:spPr>
          <a:xfrm>
            <a:off x="5463606" y="32007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9" name="Shape 1527"/>
          <p:cNvSpPr/>
          <p:nvPr/>
        </p:nvSpPr>
        <p:spPr>
          <a:xfrm>
            <a:off x="5281475" y="3451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0" name="Shape 1528"/>
          <p:cNvSpPr/>
          <p:nvPr/>
        </p:nvSpPr>
        <p:spPr>
          <a:xfrm>
            <a:off x="5568192" y="34685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1" name="Shape 1529"/>
          <p:cNvSpPr/>
          <p:nvPr/>
        </p:nvSpPr>
        <p:spPr>
          <a:xfrm>
            <a:off x="5626412" y="3509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2" name="Shape 1530"/>
          <p:cNvSpPr/>
          <p:nvPr/>
        </p:nvSpPr>
        <p:spPr>
          <a:xfrm>
            <a:off x="5397739" y="34904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3" name="Shape 1531"/>
          <p:cNvSpPr/>
          <p:nvPr/>
        </p:nvSpPr>
        <p:spPr>
          <a:xfrm>
            <a:off x="5368949" y="31847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4" name="Shape 1532"/>
          <p:cNvSpPr/>
          <p:nvPr/>
        </p:nvSpPr>
        <p:spPr>
          <a:xfrm>
            <a:off x="5384219" y="3495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5" name="Shape 1533"/>
          <p:cNvSpPr/>
          <p:nvPr/>
        </p:nvSpPr>
        <p:spPr>
          <a:xfrm>
            <a:off x="5404405" y="30924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6" name="Shape 1534"/>
          <p:cNvSpPr/>
          <p:nvPr/>
        </p:nvSpPr>
        <p:spPr>
          <a:xfrm>
            <a:off x="5438068" y="35232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7" name="Shape 1535"/>
          <p:cNvSpPr/>
          <p:nvPr/>
        </p:nvSpPr>
        <p:spPr>
          <a:xfrm>
            <a:off x="5318812" y="35193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8" name="Shape 1536"/>
          <p:cNvSpPr/>
          <p:nvPr/>
        </p:nvSpPr>
        <p:spPr>
          <a:xfrm>
            <a:off x="5415533" y="34835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9" name="Shape 1537"/>
          <p:cNvSpPr/>
          <p:nvPr/>
        </p:nvSpPr>
        <p:spPr>
          <a:xfrm>
            <a:off x="5389149" y="31563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0" name="Shape 1538"/>
          <p:cNvSpPr/>
          <p:nvPr/>
        </p:nvSpPr>
        <p:spPr>
          <a:xfrm>
            <a:off x="5549849" y="25852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1" name="Shape 1539"/>
          <p:cNvSpPr/>
          <p:nvPr/>
        </p:nvSpPr>
        <p:spPr>
          <a:xfrm>
            <a:off x="5332172" y="29739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2" name="Shape 1540"/>
          <p:cNvSpPr/>
          <p:nvPr/>
        </p:nvSpPr>
        <p:spPr>
          <a:xfrm>
            <a:off x="5444139" y="30386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3" name="Shape 1541"/>
          <p:cNvSpPr/>
          <p:nvPr/>
        </p:nvSpPr>
        <p:spPr>
          <a:xfrm>
            <a:off x="5599173" y="3126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4" name="Shape 1542"/>
          <p:cNvSpPr/>
          <p:nvPr/>
        </p:nvSpPr>
        <p:spPr>
          <a:xfrm>
            <a:off x="5529683" y="3402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5" name="Shape 1543"/>
          <p:cNvSpPr/>
          <p:nvPr/>
        </p:nvSpPr>
        <p:spPr>
          <a:xfrm>
            <a:off x="5622584" y="30173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6" name="Shape 1544"/>
          <p:cNvSpPr/>
          <p:nvPr/>
        </p:nvSpPr>
        <p:spPr>
          <a:xfrm>
            <a:off x="5314536" y="32085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7" name="Shape 1545"/>
          <p:cNvSpPr/>
          <p:nvPr/>
        </p:nvSpPr>
        <p:spPr>
          <a:xfrm>
            <a:off x="5444387" y="3447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8" name="Shape 1546"/>
          <p:cNvSpPr/>
          <p:nvPr/>
        </p:nvSpPr>
        <p:spPr>
          <a:xfrm>
            <a:off x="5374534" y="34304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9" name="Shape 1547"/>
          <p:cNvSpPr/>
          <p:nvPr/>
        </p:nvSpPr>
        <p:spPr>
          <a:xfrm>
            <a:off x="5506697" y="31332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0" name="Shape 1548"/>
          <p:cNvSpPr/>
          <p:nvPr/>
        </p:nvSpPr>
        <p:spPr>
          <a:xfrm>
            <a:off x="5674338" y="32113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1" name="Shape 1549"/>
          <p:cNvSpPr/>
          <p:nvPr/>
        </p:nvSpPr>
        <p:spPr>
          <a:xfrm>
            <a:off x="5658907" y="36303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2" name="Shape 1550"/>
          <p:cNvSpPr/>
          <p:nvPr/>
        </p:nvSpPr>
        <p:spPr>
          <a:xfrm>
            <a:off x="5393609" y="24120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3" name="Shape 1551"/>
          <p:cNvSpPr/>
          <p:nvPr/>
        </p:nvSpPr>
        <p:spPr>
          <a:xfrm>
            <a:off x="5328043" y="30723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4" name="Shape 1552"/>
          <p:cNvSpPr/>
          <p:nvPr/>
        </p:nvSpPr>
        <p:spPr>
          <a:xfrm>
            <a:off x="5363602" y="31741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5" name="Shape 1553"/>
          <p:cNvSpPr/>
          <p:nvPr/>
        </p:nvSpPr>
        <p:spPr>
          <a:xfrm>
            <a:off x="5361993" y="31645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6" name="Shape 1554"/>
          <p:cNvSpPr/>
          <p:nvPr/>
        </p:nvSpPr>
        <p:spPr>
          <a:xfrm>
            <a:off x="5373045" y="33473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7" name="Shape 1555"/>
          <p:cNvSpPr/>
          <p:nvPr/>
        </p:nvSpPr>
        <p:spPr>
          <a:xfrm>
            <a:off x="5423937" y="26241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8" name="Shape 1556"/>
          <p:cNvSpPr/>
          <p:nvPr/>
        </p:nvSpPr>
        <p:spPr>
          <a:xfrm>
            <a:off x="5346916" y="30819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9" name="Shape 1557"/>
          <p:cNvSpPr/>
          <p:nvPr/>
        </p:nvSpPr>
        <p:spPr>
          <a:xfrm>
            <a:off x="5482978" y="29796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0" name="Shape 1558"/>
          <p:cNvSpPr/>
          <p:nvPr/>
        </p:nvSpPr>
        <p:spPr>
          <a:xfrm>
            <a:off x="5442027" y="34671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1" name="Shape 1559"/>
          <p:cNvSpPr/>
          <p:nvPr/>
        </p:nvSpPr>
        <p:spPr>
          <a:xfrm>
            <a:off x="5645230" y="32770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2" name="Shape 1560"/>
          <p:cNvSpPr/>
          <p:nvPr/>
        </p:nvSpPr>
        <p:spPr>
          <a:xfrm>
            <a:off x="5633947" y="24560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3" name="Shape 1561"/>
          <p:cNvSpPr/>
          <p:nvPr/>
        </p:nvSpPr>
        <p:spPr>
          <a:xfrm>
            <a:off x="5526992" y="33804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4" name="Shape 1562"/>
          <p:cNvSpPr/>
          <p:nvPr/>
        </p:nvSpPr>
        <p:spPr>
          <a:xfrm>
            <a:off x="5463396" y="32938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5" name="Shape 1563"/>
          <p:cNvSpPr/>
          <p:nvPr/>
        </p:nvSpPr>
        <p:spPr>
          <a:xfrm>
            <a:off x="5593289" y="33156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6" name="Shape 1564"/>
          <p:cNvSpPr/>
          <p:nvPr/>
        </p:nvSpPr>
        <p:spPr>
          <a:xfrm>
            <a:off x="5565148" y="23113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7" name="Shape 1565"/>
          <p:cNvSpPr/>
          <p:nvPr/>
        </p:nvSpPr>
        <p:spPr>
          <a:xfrm>
            <a:off x="5392686" y="24696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8" name="Shape 1566"/>
          <p:cNvSpPr/>
          <p:nvPr/>
        </p:nvSpPr>
        <p:spPr>
          <a:xfrm>
            <a:off x="5680806" y="2577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9" name="Shape 1567"/>
          <p:cNvSpPr/>
          <p:nvPr/>
        </p:nvSpPr>
        <p:spPr>
          <a:xfrm>
            <a:off x="5455474" y="29876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0" name="Shape 1568"/>
          <p:cNvSpPr/>
          <p:nvPr/>
        </p:nvSpPr>
        <p:spPr>
          <a:xfrm>
            <a:off x="5319291" y="31690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1" name="Shape 1569"/>
          <p:cNvSpPr/>
          <p:nvPr/>
        </p:nvSpPr>
        <p:spPr>
          <a:xfrm>
            <a:off x="5463248" y="32584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2" name="Shape 1570"/>
          <p:cNvSpPr/>
          <p:nvPr/>
        </p:nvSpPr>
        <p:spPr>
          <a:xfrm>
            <a:off x="5566043" y="25059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3" name="Shape 1571"/>
          <p:cNvSpPr/>
          <p:nvPr/>
        </p:nvSpPr>
        <p:spPr>
          <a:xfrm>
            <a:off x="5671924" y="29679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4" name="Shape 1572"/>
          <p:cNvSpPr/>
          <p:nvPr/>
        </p:nvSpPr>
        <p:spPr>
          <a:xfrm>
            <a:off x="5358746" y="2484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5" name="Shape 1573"/>
          <p:cNvSpPr/>
          <p:nvPr/>
        </p:nvSpPr>
        <p:spPr>
          <a:xfrm>
            <a:off x="5286976" y="2554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6" name="Shape 1574"/>
          <p:cNvSpPr/>
          <p:nvPr/>
        </p:nvSpPr>
        <p:spPr>
          <a:xfrm>
            <a:off x="5443960" y="3168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7" name="Shape 1575"/>
          <p:cNvSpPr/>
          <p:nvPr/>
        </p:nvSpPr>
        <p:spPr>
          <a:xfrm>
            <a:off x="5598718" y="2926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8" name="Shape 1576"/>
          <p:cNvSpPr/>
          <p:nvPr/>
        </p:nvSpPr>
        <p:spPr>
          <a:xfrm>
            <a:off x="5346048" y="24922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9" name="Shape 1577"/>
          <p:cNvSpPr/>
          <p:nvPr/>
        </p:nvSpPr>
        <p:spPr>
          <a:xfrm>
            <a:off x="5428454" y="24734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0" name="Shape 1578"/>
          <p:cNvSpPr/>
          <p:nvPr/>
        </p:nvSpPr>
        <p:spPr>
          <a:xfrm>
            <a:off x="5256646" y="2971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1" name="Shape 1579"/>
          <p:cNvSpPr/>
          <p:nvPr/>
        </p:nvSpPr>
        <p:spPr>
          <a:xfrm>
            <a:off x="5542641" y="24897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2" name="Shape 1580"/>
          <p:cNvSpPr/>
          <p:nvPr/>
        </p:nvSpPr>
        <p:spPr>
          <a:xfrm>
            <a:off x="5533275" y="3222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3" name="Shape 1581"/>
          <p:cNvSpPr/>
          <p:nvPr/>
        </p:nvSpPr>
        <p:spPr>
          <a:xfrm>
            <a:off x="5584024" y="28452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4" name="Shape 1582"/>
          <p:cNvSpPr/>
          <p:nvPr/>
        </p:nvSpPr>
        <p:spPr>
          <a:xfrm>
            <a:off x="5391706" y="29467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5" name="Shape 1583"/>
          <p:cNvSpPr/>
          <p:nvPr/>
        </p:nvSpPr>
        <p:spPr>
          <a:xfrm>
            <a:off x="5490852" y="24677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6" name="Shape 1584"/>
          <p:cNvSpPr/>
          <p:nvPr/>
        </p:nvSpPr>
        <p:spPr>
          <a:xfrm>
            <a:off x="5486493" y="31420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7" name="Shape 1585"/>
          <p:cNvSpPr/>
          <p:nvPr/>
        </p:nvSpPr>
        <p:spPr>
          <a:xfrm>
            <a:off x="5679385" y="28916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8" name="Shape 1586"/>
          <p:cNvSpPr/>
          <p:nvPr/>
        </p:nvSpPr>
        <p:spPr>
          <a:xfrm>
            <a:off x="5672355" y="31046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9" name="Shape 1587"/>
          <p:cNvSpPr/>
          <p:nvPr/>
        </p:nvSpPr>
        <p:spPr>
          <a:xfrm>
            <a:off x="5426567" y="23767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0" name="Shape 1588"/>
          <p:cNvSpPr/>
          <p:nvPr/>
        </p:nvSpPr>
        <p:spPr>
          <a:xfrm>
            <a:off x="5627173" y="28975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1" name="Shape 1589"/>
          <p:cNvSpPr/>
          <p:nvPr/>
        </p:nvSpPr>
        <p:spPr>
          <a:xfrm>
            <a:off x="5557853" y="31663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2" name="Shape 1590"/>
          <p:cNvSpPr/>
          <p:nvPr/>
        </p:nvSpPr>
        <p:spPr>
          <a:xfrm>
            <a:off x="5463662" y="27416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3" name="Shape 1591"/>
          <p:cNvSpPr/>
          <p:nvPr/>
        </p:nvSpPr>
        <p:spPr>
          <a:xfrm>
            <a:off x="5373717" y="29212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4" name="Shape 1592"/>
          <p:cNvSpPr/>
          <p:nvPr/>
        </p:nvSpPr>
        <p:spPr>
          <a:xfrm>
            <a:off x="5521129" y="29851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5" name="Shape 1593"/>
          <p:cNvSpPr/>
          <p:nvPr/>
        </p:nvSpPr>
        <p:spPr>
          <a:xfrm>
            <a:off x="5516171" y="31912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6" name="Shape 1594"/>
          <p:cNvSpPr/>
          <p:nvPr/>
        </p:nvSpPr>
        <p:spPr>
          <a:xfrm>
            <a:off x="5474957" y="2945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7" name="Shape 1595"/>
          <p:cNvSpPr/>
          <p:nvPr/>
        </p:nvSpPr>
        <p:spPr>
          <a:xfrm>
            <a:off x="5409968" y="2974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8" name="Shape 1596"/>
          <p:cNvSpPr/>
          <p:nvPr/>
        </p:nvSpPr>
        <p:spPr>
          <a:xfrm>
            <a:off x="5667818" y="32140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9" name="Shape 1597"/>
          <p:cNvSpPr/>
          <p:nvPr/>
        </p:nvSpPr>
        <p:spPr>
          <a:xfrm>
            <a:off x="5677168" y="28996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0" name="Shape 1598"/>
          <p:cNvSpPr/>
          <p:nvPr/>
        </p:nvSpPr>
        <p:spPr>
          <a:xfrm>
            <a:off x="5313586" y="31056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1" name="Shape 1599"/>
          <p:cNvSpPr/>
          <p:nvPr/>
        </p:nvSpPr>
        <p:spPr>
          <a:xfrm>
            <a:off x="5595926" y="29974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2" name="Shape 1600"/>
          <p:cNvSpPr/>
          <p:nvPr/>
        </p:nvSpPr>
        <p:spPr>
          <a:xfrm>
            <a:off x="5502329" y="35434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3" name="Shape 1601"/>
          <p:cNvSpPr/>
          <p:nvPr/>
        </p:nvSpPr>
        <p:spPr>
          <a:xfrm>
            <a:off x="5306143" y="32195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4" name="Shape 1602"/>
          <p:cNvSpPr/>
          <p:nvPr/>
        </p:nvSpPr>
        <p:spPr>
          <a:xfrm>
            <a:off x="5255804" y="33079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5" name="Shape 1603"/>
          <p:cNvSpPr/>
          <p:nvPr/>
        </p:nvSpPr>
        <p:spPr>
          <a:xfrm>
            <a:off x="5657563" y="30987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6" name="Shape 1604"/>
          <p:cNvSpPr/>
          <p:nvPr/>
        </p:nvSpPr>
        <p:spPr>
          <a:xfrm>
            <a:off x="5364936" y="31220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7" name="Shape 1605"/>
          <p:cNvSpPr/>
          <p:nvPr/>
        </p:nvSpPr>
        <p:spPr>
          <a:xfrm>
            <a:off x="5639557" y="31318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8" name="Shape 1606"/>
          <p:cNvSpPr/>
          <p:nvPr/>
        </p:nvSpPr>
        <p:spPr>
          <a:xfrm>
            <a:off x="5355386" y="30922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9" name="Shape 1607"/>
          <p:cNvSpPr/>
          <p:nvPr/>
        </p:nvSpPr>
        <p:spPr>
          <a:xfrm>
            <a:off x="5567629" y="31319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0" name="Shape 1608"/>
          <p:cNvSpPr/>
          <p:nvPr/>
        </p:nvSpPr>
        <p:spPr>
          <a:xfrm>
            <a:off x="5615649" y="3076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1" name="Shape 1609"/>
          <p:cNvSpPr/>
          <p:nvPr/>
        </p:nvSpPr>
        <p:spPr>
          <a:xfrm>
            <a:off x="5657375" y="31360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2" name="Shape 1610"/>
          <p:cNvSpPr/>
          <p:nvPr/>
        </p:nvSpPr>
        <p:spPr>
          <a:xfrm>
            <a:off x="5300507" y="3119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3" name="Shape 1611"/>
          <p:cNvSpPr/>
          <p:nvPr/>
        </p:nvSpPr>
        <p:spPr>
          <a:xfrm>
            <a:off x="5513474" y="30784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4" name="Shape 1612"/>
          <p:cNvSpPr/>
          <p:nvPr/>
        </p:nvSpPr>
        <p:spPr>
          <a:xfrm>
            <a:off x="5390786" y="30727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5" name="Shape 1613"/>
          <p:cNvSpPr/>
          <p:nvPr/>
        </p:nvSpPr>
        <p:spPr>
          <a:xfrm>
            <a:off x="5412613" y="30212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6" name="Shape 1614"/>
          <p:cNvSpPr/>
          <p:nvPr/>
        </p:nvSpPr>
        <p:spPr>
          <a:xfrm>
            <a:off x="5383092" y="32204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7" name="Shape 1615"/>
          <p:cNvSpPr/>
          <p:nvPr/>
        </p:nvSpPr>
        <p:spPr>
          <a:xfrm>
            <a:off x="5529317" y="31575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8" name="Shape 1616"/>
          <p:cNvSpPr/>
          <p:nvPr/>
        </p:nvSpPr>
        <p:spPr>
          <a:xfrm>
            <a:off x="5605945" y="3281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9" name="Shape 1617"/>
          <p:cNvSpPr/>
          <p:nvPr/>
        </p:nvSpPr>
        <p:spPr>
          <a:xfrm>
            <a:off x="5393990" y="33405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0" name="Shape 1618"/>
          <p:cNvSpPr/>
          <p:nvPr/>
        </p:nvSpPr>
        <p:spPr>
          <a:xfrm>
            <a:off x="5642253" y="33058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1" name="Shape 1619"/>
          <p:cNvSpPr/>
          <p:nvPr/>
        </p:nvSpPr>
        <p:spPr>
          <a:xfrm>
            <a:off x="5262124" y="33427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2" name="Shape 1620"/>
          <p:cNvSpPr/>
          <p:nvPr/>
        </p:nvSpPr>
        <p:spPr>
          <a:xfrm>
            <a:off x="5663392" y="33402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3" name="Shape 1621"/>
          <p:cNvSpPr/>
          <p:nvPr/>
        </p:nvSpPr>
        <p:spPr>
          <a:xfrm>
            <a:off x="5312523" y="3531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4" name="Shape 1622"/>
          <p:cNvSpPr/>
          <p:nvPr/>
        </p:nvSpPr>
        <p:spPr>
          <a:xfrm>
            <a:off x="5514155" y="34957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5" name="Shape 1623"/>
          <p:cNvSpPr/>
          <p:nvPr/>
        </p:nvSpPr>
        <p:spPr>
          <a:xfrm>
            <a:off x="5256170" y="3543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6" name="Shape 1624"/>
          <p:cNvSpPr/>
          <p:nvPr/>
        </p:nvSpPr>
        <p:spPr>
          <a:xfrm>
            <a:off x="5359407" y="34926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7" name="Shape 1625"/>
          <p:cNvSpPr/>
          <p:nvPr/>
        </p:nvSpPr>
        <p:spPr>
          <a:xfrm>
            <a:off x="5510505" y="3525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8" name="Shape 1626"/>
          <p:cNvSpPr/>
          <p:nvPr/>
        </p:nvSpPr>
        <p:spPr>
          <a:xfrm>
            <a:off x="5349814" y="36267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9" name="Shape 1627"/>
          <p:cNvSpPr/>
          <p:nvPr/>
        </p:nvSpPr>
        <p:spPr>
          <a:xfrm>
            <a:off x="5556668" y="34033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0" name="Shape 1628"/>
          <p:cNvSpPr/>
          <p:nvPr/>
        </p:nvSpPr>
        <p:spPr>
          <a:xfrm>
            <a:off x="5475588" y="35608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1" name="Shape 1629"/>
          <p:cNvSpPr/>
          <p:nvPr/>
        </p:nvSpPr>
        <p:spPr>
          <a:xfrm>
            <a:off x="5536480" y="3514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2" name="Shape 1630"/>
          <p:cNvSpPr/>
          <p:nvPr/>
        </p:nvSpPr>
        <p:spPr>
          <a:xfrm>
            <a:off x="5339919" y="36477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3" name="Shape 1631"/>
          <p:cNvSpPr/>
          <p:nvPr/>
        </p:nvSpPr>
        <p:spPr>
          <a:xfrm>
            <a:off x="5383128" y="34965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4" name="Shape 1632"/>
          <p:cNvSpPr/>
          <p:nvPr/>
        </p:nvSpPr>
        <p:spPr>
          <a:xfrm>
            <a:off x="5467471" y="35700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5" name="Shape 1633"/>
          <p:cNvSpPr/>
          <p:nvPr/>
        </p:nvSpPr>
        <p:spPr>
          <a:xfrm>
            <a:off x="5363525" y="25226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6" name="Shape 1634"/>
          <p:cNvSpPr/>
          <p:nvPr/>
        </p:nvSpPr>
        <p:spPr>
          <a:xfrm>
            <a:off x="5419616" y="3057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7" name="Shape 1635"/>
          <p:cNvSpPr/>
          <p:nvPr/>
        </p:nvSpPr>
        <p:spPr>
          <a:xfrm>
            <a:off x="5611467" y="3425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8" name="Shape 1636"/>
          <p:cNvSpPr/>
          <p:nvPr/>
        </p:nvSpPr>
        <p:spPr>
          <a:xfrm>
            <a:off x="5532335" y="3428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9" name="Shape 1637"/>
          <p:cNvSpPr/>
          <p:nvPr/>
        </p:nvSpPr>
        <p:spPr>
          <a:xfrm>
            <a:off x="5526185" y="2675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0" name="Shape 1638"/>
          <p:cNvSpPr/>
          <p:nvPr/>
        </p:nvSpPr>
        <p:spPr>
          <a:xfrm>
            <a:off x="5626267" y="24789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1" name="Shape 1639"/>
          <p:cNvSpPr/>
          <p:nvPr/>
        </p:nvSpPr>
        <p:spPr>
          <a:xfrm>
            <a:off x="5528548" y="32419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2" name="Shape 1640"/>
          <p:cNvSpPr/>
          <p:nvPr/>
        </p:nvSpPr>
        <p:spPr>
          <a:xfrm>
            <a:off x="5448943" y="3095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3" name="Shape 1641"/>
          <p:cNvSpPr/>
          <p:nvPr/>
        </p:nvSpPr>
        <p:spPr>
          <a:xfrm>
            <a:off x="5644530" y="24786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4" name="Shape 1642"/>
          <p:cNvSpPr/>
          <p:nvPr/>
        </p:nvSpPr>
        <p:spPr>
          <a:xfrm>
            <a:off x="5308052" y="31905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5" name="Shape 1643"/>
          <p:cNvSpPr/>
          <p:nvPr/>
        </p:nvSpPr>
        <p:spPr>
          <a:xfrm>
            <a:off x="5617274" y="30841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6" name="Shape 1644"/>
          <p:cNvSpPr/>
          <p:nvPr/>
        </p:nvSpPr>
        <p:spPr>
          <a:xfrm>
            <a:off x="5509521" y="2805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7" name="Shape 1645"/>
          <p:cNvSpPr/>
          <p:nvPr/>
        </p:nvSpPr>
        <p:spPr>
          <a:xfrm>
            <a:off x="5477531" y="24770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8" name="Shape 1646"/>
          <p:cNvSpPr/>
          <p:nvPr/>
        </p:nvSpPr>
        <p:spPr>
          <a:xfrm>
            <a:off x="5354317" y="31493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9" name="Shape 1647"/>
          <p:cNvSpPr/>
          <p:nvPr/>
        </p:nvSpPr>
        <p:spPr>
          <a:xfrm>
            <a:off x="5280261" y="31268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0" name="Shape 1648"/>
          <p:cNvSpPr/>
          <p:nvPr/>
        </p:nvSpPr>
        <p:spPr>
          <a:xfrm>
            <a:off x="5632347" y="31478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1" name="Shape 1649"/>
          <p:cNvSpPr/>
          <p:nvPr/>
        </p:nvSpPr>
        <p:spPr>
          <a:xfrm>
            <a:off x="5604415" y="31605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2" name="Shape 1650"/>
          <p:cNvSpPr/>
          <p:nvPr/>
        </p:nvSpPr>
        <p:spPr>
          <a:xfrm>
            <a:off x="5326640" y="31661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3" name="Shape 1651"/>
          <p:cNvSpPr/>
          <p:nvPr/>
        </p:nvSpPr>
        <p:spPr>
          <a:xfrm>
            <a:off x="5299372" y="31452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4" name="Shape 1652"/>
          <p:cNvSpPr/>
          <p:nvPr/>
        </p:nvSpPr>
        <p:spPr>
          <a:xfrm>
            <a:off x="5436343" y="23362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5" name="Shape 1653"/>
          <p:cNvSpPr/>
          <p:nvPr/>
        </p:nvSpPr>
        <p:spPr>
          <a:xfrm>
            <a:off x="5608713" y="32410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6" name="Shape 1654"/>
          <p:cNvSpPr/>
          <p:nvPr/>
        </p:nvSpPr>
        <p:spPr>
          <a:xfrm>
            <a:off x="5286112" y="33693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7" name="Shape 1655"/>
          <p:cNvSpPr/>
          <p:nvPr/>
        </p:nvSpPr>
        <p:spPr>
          <a:xfrm>
            <a:off x="5667113" y="3227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8" name="Shape 1656"/>
          <p:cNvSpPr/>
          <p:nvPr/>
        </p:nvSpPr>
        <p:spPr>
          <a:xfrm>
            <a:off x="5516279" y="3110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9" name="Shape 1657"/>
          <p:cNvSpPr/>
          <p:nvPr/>
        </p:nvSpPr>
        <p:spPr>
          <a:xfrm>
            <a:off x="5512356" y="35007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0" name="Shape 1658"/>
          <p:cNvSpPr/>
          <p:nvPr/>
        </p:nvSpPr>
        <p:spPr>
          <a:xfrm>
            <a:off x="5251747" y="34321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1" name="Shape 1659"/>
          <p:cNvSpPr/>
          <p:nvPr/>
        </p:nvSpPr>
        <p:spPr>
          <a:xfrm>
            <a:off x="5362938" y="34588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2" name="Shape 1660"/>
          <p:cNvSpPr/>
          <p:nvPr/>
        </p:nvSpPr>
        <p:spPr>
          <a:xfrm>
            <a:off x="5420459" y="33372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3" name="Shape 1661"/>
          <p:cNvSpPr/>
          <p:nvPr/>
        </p:nvSpPr>
        <p:spPr>
          <a:xfrm>
            <a:off x="5307818" y="26789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4" name="Shape 1662"/>
          <p:cNvSpPr/>
          <p:nvPr/>
        </p:nvSpPr>
        <p:spPr>
          <a:xfrm>
            <a:off x="5316558" y="32642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5" name="Shape 1663"/>
          <p:cNvSpPr/>
          <p:nvPr/>
        </p:nvSpPr>
        <p:spPr>
          <a:xfrm>
            <a:off x="5334929" y="3440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6" name="Shape 1664"/>
          <p:cNvSpPr/>
          <p:nvPr/>
        </p:nvSpPr>
        <p:spPr>
          <a:xfrm>
            <a:off x="5489682" y="34797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7" name="Shape 1665"/>
          <p:cNvSpPr/>
          <p:nvPr/>
        </p:nvSpPr>
        <p:spPr>
          <a:xfrm>
            <a:off x="5608390" y="35610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8" name="Shape 1666"/>
          <p:cNvSpPr/>
          <p:nvPr/>
        </p:nvSpPr>
        <p:spPr>
          <a:xfrm>
            <a:off x="5433301" y="36072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9" name="Shape 1667"/>
          <p:cNvSpPr/>
          <p:nvPr/>
        </p:nvSpPr>
        <p:spPr>
          <a:xfrm>
            <a:off x="5673299" y="3483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0" name="Shape 1668"/>
          <p:cNvSpPr/>
          <p:nvPr/>
        </p:nvSpPr>
        <p:spPr>
          <a:xfrm>
            <a:off x="5408921" y="23197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1" name="Shape 1669"/>
          <p:cNvSpPr/>
          <p:nvPr/>
        </p:nvSpPr>
        <p:spPr>
          <a:xfrm>
            <a:off x="5542357" y="24075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2" name="Shape 1670"/>
          <p:cNvSpPr/>
          <p:nvPr/>
        </p:nvSpPr>
        <p:spPr>
          <a:xfrm>
            <a:off x="5375201" y="3243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3" name="Shape 1671"/>
          <p:cNvSpPr/>
          <p:nvPr/>
        </p:nvSpPr>
        <p:spPr>
          <a:xfrm>
            <a:off x="5450690" y="34362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4" name="Shape 1672"/>
          <p:cNvSpPr/>
          <p:nvPr/>
        </p:nvSpPr>
        <p:spPr>
          <a:xfrm>
            <a:off x="5348728" y="35976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5" name="Shape 1673"/>
          <p:cNvSpPr/>
          <p:nvPr/>
        </p:nvSpPr>
        <p:spPr>
          <a:xfrm>
            <a:off x="5251243" y="31807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6" name="Shape 1674"/>
          <p:cNvSpPr/>
          <p:nvPr/>
        </p:nvSpPr>
        <p:spPr>
          <a:xfrm>
            <a:off x="5614628" y="3126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7" name="Shape 1675"/>
          <p:cNvSpPr/>
          <p:nvPr/>
        </p:nvSpPr>
        <p:spPr>
          <a:xfrm>
            <a:off x="5369673" y="23361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8" name="Shape 1676"/>
          <p:cNvSpPr/>
          <p:nvPr/>
        </p:nvSpPr>
        <p:spPr>
          <a:xfrm>
            <a:off x="5417514" y="23711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9" name="Shape 1677"/>
          <p:cNvSpPr/>
          <p:nvPr/>
        </p:nvSpPr>
        <p:spPr>
          <a:xfrm>
            <a:off x="5677139" y="27217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0" name="Shape 1678"/>
          <p:cNvSpPr/>
          <p:nvPr/>
        </p:nvSpPr>
        <p:spPr>
          <a:xfrm>
            <a:off x="5526209" y="27364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1" name="Shape 1679"/>
          <p:cNvSpPr/>
          <p:nvPr/>
        </p:nvSpPr>
        <p:spPr>
          <a:xfrm>
            <a:off x="5597967" y="30158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2" name="Shape 1680"/>
          <p:cNvSpPr/>
          <p:nvPr/>
        </p:nvSpPr>
        <p:spPr>
          <a:xfrm>
            <a:off x="5527140" y="32964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3" name="Shape 1681"/>
          <p:cNvSpPr/>
          <p:nvPr/>
        </p:nvSpPr>
        <p:spPr>
          <a:xfrm>
            <a:off x="5316316" y="2801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4" name="Shape 1682"/>
          <p:cNvSpPr/>
          <p:nvPr/>
        </p:nvSpPr>
        <p:spPr>
          <a:xfrm>
            <a:off x="5537578" y="3336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5" name="Shape 1683"/>
          <p:cNvSpPr/>
          <p:nvPr/>
        </p:nvSpPr>
        <p:spPr>
          <a:xfrm>
            <a:off x="5405504" y="27861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6" name="Shape 1684"/>
          <p:cNvSpPr/>
          <p:nvPr/>
        </p:nvSpPr>
        <p:spPr>
          <a:xfrm>
            <a:off x="5361949" y="27155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7" name="Shape 1685"/>
          <p:cNvSpPr/>
          <p:nvPr/>
        </p:nvSpPr>
        <p:spPr>
          <a:xfrm>
            <a:off x="5554067" y="34578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8" name="Shape 1686"/>
          <p:cNvSpPr/>
          <p:nvPr/>
        </p:nvSpPr>
        <p:spPr>
          <a:xfrm>
            <a:off x="5512483" y="27995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9" name="Shape 1687"/>
          <p:cNvSpPr/>
          <p:nvPr/>
        </p:nvSpPr>
        <p:spPr>
          <a:xfrm>
            <a:off x="5307811" y="33086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0" name="Shape 1688"/>
          <p:cNvSpPr/>
          <p:nvPr/>
        </p:nvSpPr>
        <p:spPr>
          <a:xfrm>
            <a:off x="5377025" y="30443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1" name="Shape 1689"/>
          <p:cNvSpPr/>
          <p:nvPr/>
        </p:nvSpPr>
        <p:spPr>
          <a:xfrm>
            <a:off x="5336303" y="30204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2" name="Shape 1690"/>
          <p:cNvSpPr/>
          <p:nvPr/>
        </p:nvSpPr>
        <p:spPr>
          <a:xfrm>
            <a:off x="5554473" y="31320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3" name="Shape 1691"/>
          <p:cNvSpPr/>
          <p:nvPr/>
        </p:nvSpPr>
        <p:spPr>
          <a:xfrm>
            <a:off x="5472091" y="32984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4" name="Shape 1692"/>
          <p:cNvSpPr/>
          <p:nvPr/>
        </p:nvSpPr>
        <p:spPr>
          <a:xfrm>
            <a:off x="5346958" y="3102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5" name="Shape 1693"/>
          <p:cNvSpPr/>
          <p:nvPr/>
        </p:nvSpPr>
        <p:spPr>
          <a:xfrm>
            <a:off x="5504173" y="35512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6" name="Shape 1694"/>
          <p:cNvSpPr/>
          <p:nvPr/>
        </p:nvSpPr>
        <p:spPr>
          <a:xfrm>
            <a:off x="5309103" y="3407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7" name="Shape 1695"/>
          <p:cNvSpPr/>
          <p:nvPr/>
        </p:nvSpPr>
        <p:spPr>
          <a:xfrm>
            <a:off x="5500093" y="3526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8" name="Shape 1696"/>
          <p:cNvSpPr/>
          <p:nvPr/>
        </p:nvSpPr>
        <p:spPr>
          <a:xfrm>
            <a:off x="5478738" y="34971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9" name="Shape 1697"/>
          <p:cNvSpPr/>
          <p:nvPr/>
        </p:nvSpPr>
        <p:spPr>
          <a:xfrm>
            <a:off x="5475502" y="25958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0" name="Shape 1698"/>
          <p:cNvSpPr/>
          <p:nvPr/>
        </p:nvSpPr>
        <p:spPr>
          <a:xfrm>
            <a:off x="5301943" y="3061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1" name="Shape 1699"/>
          <p:cNvSpPr/>
          <p:nvPr/>
        </p:nvSpPr>
        <p:spPr>
          <a:xfrm>
            <a:off x="5532570" y="33364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2" name="Shape 1700"/>
          <p:cNvSpPr/>
          <p:nvPr/>
        </p:nvSpPr>
        <p:spPr>
          <a:xfrm>
            <a:off x="5326850" y="3003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3" name="Shape 1701"/>
          <p:cNvSpPr/>
          <p:nvPr/>
        </p:nvSpPr>
        <p:spPr>
          <a:xfrm>
            <a:off x="5660351" y="2806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4" name="Shape 1702"/>
          <p:cNvSpPr/>
          <p:nvPr/>
        </p:nvSpPr>
        <p:spPr>
          <a:xfrm>
            <a:off x="5331088" y="31188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5" name="Shape 1703"/>
          <p:cNvSpPr/>
          <p:nvPr/>
        </p:nvSpPr>
        <p:spPr>
          <a:xfrm>
            <a:off x="5570666" y="30789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6" name="Shape 1704"/>
          <p:cNvSpPr/>
          <p:nvPr/>
        </p:nvSpPr>
        <p:spPr>
          <a:xfrm>
            <a:off x="5581435" y="30468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7" name="Shape 1705"/>
          <p:cNvSpPr/>
          <p:nvPr/>
        </p:nvSpPr>
        <p:spPr>
          <a:xfrm>
            <a:off x="5552719" y="3013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8" name="Shape 1706"/>
          <p:cNvSpPr/>
          <p:nvPr/>
        </p:nvSpPr>
        <p:spPr>
          <a:xfrm>
            <a:off x="5270823" y="3452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9" name="Shape 1707"/>
          <p:cNvSpPr/>
          <p:nvPr/>
        </p:nvSpPr>
        <p:spPr>
          <a:xfrm>
            <a:off x="5427111" y="34305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0" name="Shape 1708"/>
          <p:cNvSpPr/>
          <p:nvPr/>
        </p:nvSpPr>
        <p:spPr>
          <a:xfrm>
            <a:off x="5511143" y="33639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1" name="Shape 1709"/>
          <p:cNvSpPr/>
          <p:nvPr/>
        </p:nvSpPr>
        <p:spPr>
          <a:xfrm>
            <a:off x="5498452" y="34328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2" name="Shape 1710"/>
          <p:cNvSpPr/>
          <p:nvPr/>
        </p:nvSpPr>
        <p:spPr>
          <a:xfrm>
            <a:off x="5566835" y="34441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3" name="Shape 1711"/>
          <p:cNvSpPr/>
          <p:nvPr/>
        </p:nvSpPr>
        <p:spPr>
          <a:xfrm>
            <a:off x="5303817" y="3367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4" name="Shape 1712"/>
          <p:cNvSpPr/>
          <p:nvPr/>
        </p:nvSpPr>
        <p:spPr>
          <a:xfrm>
            <a:off x="5484585" y="2382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5" name="Shape 1713"/>
          <p:cNvSpPr/>
          <p:nvPr/>
        </p:nvSpPr>
        <p:spPr>
          <a:xfrm>
            <a:off x="5257954" y="27531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6" name="Shape 1714"/>
          <p:cNvSpPr/>
          <p:nvPr/>
        </p:nvSpPr>
        <p:spPr>
          <a:xfrm>
            <a:off x="5663613" y="32713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7" name="Shape 1715"/>
          <p:cNvSpPr/>
          <p:nvPr/>
        </p:nvSpPr>
        <p:spPr>
          <a:xfrm>
            <a:off x="5391485" y="31354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8" name="Shape 1716"/>
          <p:cNvSpPr/>
          <p:nvPr/>
        </p:nvSpPr>
        <p:spPr>
          <a:xfrm>
            <a:off x="5437850" y="23914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9" name="Shape 1717"/>
          <p:cNvSpPr/>
          <p:nvPr/>
        </p:nvSpPr>
        <p:spPr>
          <a:xfrm>
            <a:off x="5523936" y="3002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0" name="Shape 1718"/>
          <p:cNvSpPr/>
          <p:nvPr/>
        </p:nvSpPr>
        <p:spPr>
          <a:xfrm>
            <a:off x="5421989" y="3117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1" name="Shape 1719"/>
          <p:cNvSpPr/>
          <p:nvPr/>
        </p:nvSpPr>
        <p:spPr>
          <a:xfrm>
            <a:off x="5288381" y="27744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2" name="Shape 1720"/>
          <p:cNvSpPr/>
          <p:nvPr/>
        </p:nvSpPr>
        <p:spPr>
          <a:xfrm>
            <a:off x="5593986" y="3425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3" name="Shape 1721"/>
          <p:cNvSpPr/>
          <p:nvPr/>
        </p:nvSpPr>
        <p:spPr>
          <a:xfrm>
            <a:off x="5660563" y="31735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4" name="Shape 1722"/>
          <p:cNvSpPr/>
          <p:nvPr/>
        </p:nvSpPr>
        <p:spPr>
          <a:xfrm>
            <a:off x="5290383" y="33882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5" name="Shape 1723"/>
          <p:cNvSpPr/>
          <p:nvPr/>
        </p:nvSpPr>
        <p:spPr>
          <a:xfrm>
            <a:off x="5425209" y="30466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6" name="Shape 1724"/>
          <p:cNvSpPr/>
          <p:nvPr/>
        </p:nvSpPr>
        <p:spPr>
          <a:xfrm>
            <a:off x="5601802" y="28117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7" name="Shape 1725"/>
          <p:cNvSpPr/>
          <p:nvPr/>
        </p:nvSpPr>
        <p:spPr>
          <a:xfrm>
            <a:off x="5645572" y="31204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8" name="Shape 1726"/>
          <p:cNvSpPr/>
          <p:nvPr/>
        </p:nvSpPr>
        <p:spPr>
          <a:xfrm>
            <a:off x="5417397" y="24774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9" name="Shape 1727"/>
          <p:cNvSpPr/>
          <p:nvPr/>
        </p:nvSpPr>
        <p:spPr>
          <a:xfrm>
            <a:off x="5433726" y="33095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0" name="Shape 1728"/>
          <p:cNvSpPr/>
          <p:nvPr/>
        </p:nvSpPr>
        <p:spPr>
          <a:xfrm>
            <a:off x="5380399" y="35387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1" name="Shape 1729"/>
          <p:cNvSpPr/>
          <p:nvPr/>
        </p:nvSpPr>
        <p:spPr>
          <a:xfrm>
            <a:off x="5314988" y="36455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2" name="Shape 1730"/>
          <p:cNvSpPr/>
          <p:nvPr/>
        </p:nvSpPr>
        <p:spPr>
          <a:xfrm>
            <a:off x="5400887" y="34531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3" name="Shape 1731"/>
          <p:cNvSpPr/>
          <p:nvPr/>
        </p:nvSpPr>
        <p:spPr>
          <a:xfrm>
            <a:off x="5478423" y="3533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4" name="Shape 1732"/>
          <p:cNvSpPr/>
          <p:nvPr/>
        </p:nvSpPr>
        <p:spPr>
          <a:xfrm>
            <a:off x="5474580" y="36024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5" name="Shape 1733"/>
          <p:cNvSpPr/>
          <p:nvPr/>
        </p:nvSpPr>
        <p:spPr>
          <a:xfrm>
            <a:off x="5521689" y="3565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6" name="Shape 1734"/>
          <p:cNvSpPr/>
          <p:nvPr/>
        </p:nvSpPr>
        <p:spPr>
          <a:xfrm>
            <a:off x="5295349" y="3480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7" name="Shape 1735"/>
          <p:cNvSpPr/>
          <p:nvPr/>
        </p:nvSpPr>
        <p:spPr>
          <a:xfrm>
            <a:off x="5483058" y="35760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8" name="Shape 1736"/>
          <p:cNvSpPr/>
          <p:nvPr/>
        </p:nvSpPr>
        <p:spPr>
          <a:xfrm>
            <a:off x="5563556" y="3537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9" name="Shape 1737"/>
          <p:cNvSpPr/>
          <p:nvPr/>
        </p:nvSpPr>
        <p:spPr>
          <a:xfrm>
            <a:off x="5275943" y="35017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0" name="Shape 1738"/>
          <p:cNvSpPr/>
          <p:nvPr/>
        </p:nvSpPr>
        <p:spPr>
          <a:xfrm>
            <a:off x="5577733" y="29382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1" name="Shape 1739"/>
          <p:cNvSpPr/>
          <p:nvPr/>
        </p:nvSpPr>
        <p:spPr>
          <a:xfrm>
            <a:off x="5619512" y="32208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2" name="Shape 1740"/>
          <p:cNvSpPr/>
          <p:nvPr/>
        </p:nvSpPr>
        <p:spPr>
          <a:xfrm>
            <a:off x="5452282" y="31174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3" name="Shape 1741"/>
          <p:cNvSpPr/>
          <p:nvPr/>
        </p:nvSpPr>
        <p:spPr>
          <a:xfrm>
            <a:off x="5305631" y="33250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4" name="Shape 1742"/>
          <p:cNvSpPr/>
          <p:nvPr/>
        </p:nvSpPr>
        <p:spPr>
          <a:xfrm>
            <a:off x="5637157" y="32251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5" name="Shape 1743"/>
          <p:cNvSpPr/>
          <p:nvPr/>
        </p:nvSpPr>
        <p:spPr>
          <a:xfrm>
            <a:off x="5544549" y="3086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6" name="Shape 1744"/>
          <p:cNvSpPr/>
          <p:nvPr/>
        </p:nvSpPr>
        <p:spPr>
          <a:xfrm>
            <a:off x="5502684" y="29761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7" name="Shape 1745"/>
          <p:cNvSpPr/>
          <p:nvPr/>
        </p:nvSpPr>
        <p:spPr>
          <a:xfrm>
            <a:off x="5554055" y="3469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8" name="Shape 1746"/>
          <p:cNvSpPr/>
          <p:nvPr/>
        </p:nvSpPr>
        <p:spPr>
          <a:xfrm>
            <a:off x="5453190" y="32716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9" name="Shape 1747"/>
          <p:cNvSpPr/>
          <p:nvPr/>
        </p:nvSpPr>
        <p:spPr>
          <a:xfrm>
            <a:off x="5516566" y="29791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0" name="Shape 1748"/>
          <p:cNvSpPr/>
          <p:nvPr/>
        </p:nvSpPr>
        <p:spPr>
          <a:xfrm>
            <a:off x="5307516" y="29937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1" name="Shape 1749"/>
          <p:cNvSpPr/>
          <p:nvPr/>
        </p:nvSpPr>
        <p:spPr>
          <a:xfrm>
            <a:off x="5380694" y="3458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2" name="Shape 1750"/>
          <p:cNvSpPr/>
          <p:nvPr/>
        </p:nvSpPr>
        <p:spPr>
          <a:xfrm>
            <a:off x="5271314" y="27765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3" name="Shape 1751"/>
          <p:cNvSpPr/>
          <p:nvPr/>
        </p:nvSpPr>
        <p:spPr>
          <a:xfrm>
            <a:off x="5551739" y="35057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4" name="Shape 1752"/>
          <p:cNvSpPr/>
          <p:nvPr/>
        </p:nvSpPr>
        <p:spPr>
          <a:xfrm>
            <a:off x="5624981" y="34858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5" name="Shape 1753"/>
          <p:cNvSpPr/>
          <p:nvPr/>
        </p:nvSpPr>
        <p:spPr>
          <a:xfrm>
            <a:off x="5609189" y="31668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6" name="Shape 1754"/>
          <p:cNvSpPr/>
          <p:nvPr/>
        </p:nvSpPr>
        <p:spPr>
          <a:xfrm>
            <a:off x="5318759" y="30391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7" name="Shape 1755"/>
          <p:cNvSpPr/>
          <p:nvPr/>
        </p:nvSpPr>
        <p:spPr>
          <a:xfrm>
            <a:off x="5384910" y="29581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8" name="Shape 1756"/>
          <p:cNvSpPr/>
          <p:nvPr/>
        </p:nvSpPr>
        <p:spPr>
          <a:xfrm>
            <a:off x="5376459" y="25757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9" name="Shape 1757"/>
          <p:cNvSpPr/>
          <p:nvPr/>
        </p:nvSpPr>
        <p:spPr>
          <a:xfrm>
            <a:off x="5370567" y="2663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0" name="Shape 1758"/>
          <p:cNvSpPr/>
          <p:nvPr/>
        </p:nvSpPr>
        <p:spPr>
          <a:xfrm>
            <a:off x="5572089" y="26588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1" name="Shape 1759"/>
          <p:cNvSpPr/>
          <p:nvPr/>
        </p:nvSpPr>
        <p:spPr>
          <a:xfrm>
            <a:off x="5559010" y="31294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2" name="Shape 1760"/>
          <p:cNvSpPr/>
          <p:nvPr/>
        </p:nvSpPr>
        <p:spPr>
          <a:xfrm>
            <a:off x="5639060" y="29421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3" name="Shape 1761"/>
          <p:cNvSpPr/>
          <p:nvPr/>
        </p:nvSpPr>
        <p:spPr>
          <a:xfrm>
            <a:off x="5496786" y="23048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4" name="Shape 1762"/>
          <p:cNvSpPr/>
          <p:nvPr/>
        </p:nvSpPr>
        <p:spPr>
          <a:xfrm>
            <a:off x="5657873" y="2685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5" name="Shape 1763"/>
          <p:cNvSpPr/>
          <p:nvPr/>
        </p:nvSpPr>
        <p:spPr>
          <a:xfrm>
            <a:off x="5410143" y="26108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6" name="Shape 1764"/>
          <p:cNvSpPr/>
          <p:nvPr/>
        </p:nvSpPr>
        <p:spPr>
          <a:xfrm>
            <a:off x="5435213" y="24861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7" name="Shape 1765"/>
          <p:cNvSpPr/>
          <p:nvPr/>
        </p:nvSpPr>
        <p:spPr>
          <a:xfrm>
            <a:off x="5443592" y="30350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8" name="Shape 1766"/>
          <p:cNvSpPr/>
          <p:nvPr/>
        </p:nvSpPr>
        <p:spPr>
          <a:xfrm>
            <a:off x="5447634" y="29122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9" name="Shape 1767"/>
          <p:cNvSpPr/>
          <p:nvPr/>
        </p:nvSpPr>
        <p:spPr>
          <a:xfrm>
            <a:off x="5395900" y="27587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0" name="Shape 1768"/>
          <p:cNvSpPr/>
          <p:nvPr/>
        </p:nvSpPr>
        <p:spPr>
          <a:xfrm>
            <a:off x="5337896" y="31465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1" name="Shape 1769"/>
          <p:cNvSpPr/>
          <p:nvPr/>
        </p:nvSpPr>
        <p:spPr>
          <a:xfrm>
            <a:off x="5427974" y="26406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2" name="Shape 1770"/>
          <p:cNvSpPr/>
          <p:nvPr/>
        </p:nvSpPr>
        <p:spPr>
          <a:xfrm>
            <a:off x="5575886" y="25792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3" name="Shape 1771"/>
          <p:cNvSpPr/>
          <p:nvPr/>
        </p:nvSpPr>
        <p:spPr>
          <a:xfrm>
            <a:off x="5355899" y="26821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4" name="Shape 1772"/>
          <p:cNvSpPr/>
          <p:nvPr/>
        </p:nvSpPr>
        <p:spPr>
          <a:xfrm>
            <a:off x="5573761" y="30702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5" name="Shape 1773"/>
          <p:cNvSpPr/>
          <p:nvPr/>
        </p:nvSpPr>
        <p:spPr>
          <a:xfrm>
            <a:off x="5458100" y="25324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6" name="Shape 1774"/>
          <p:cNvSpPr/>
          <p:nvPr/>
        </p:nvSpPr>
        <p:spPr>
          <a:xfrm>
            <a:off x="5487613" y="26736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7" name="Shape 1775"/>
          <p:cNvSpPr/>
          <p:nvPr/>
        </p:nvSpPr>
        <p:spPr>
          <a:xfrm>
            <a:off x="5679853" y="32334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8" name="Shape 1776"/>
          <p:cNvSpPr/>
          <p:nvPr/>
        </p:nvSpPr>
        <p:spPr>
          <a:xfrm>
            <a:off x="5536145" y="34960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9" name="Shape 1777"/>
          <p:cNvSpPr/>
          <p:nvPr/>
        </p:nvSpPr>
        <p:spPr>
          <a:xfrm>
            <a:off x="5516194" y="31969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0" name="Shape 1778"/>
          <p:cNvSpPr/>
          <p:nvPr/>
        </p:nvSpPr>
        <p:spPr>
          <a:xfrm>
            <a:off x="5603645" y="3251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1" name="Shape 1779"/>
          <p:cNvSpPr/>
          <p:nvPr/>
        </p:nvSpPr>
        <p:spPr>
          <a:xfrm>
            <a:off x="5422675" y="30589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2" name="Shape 1780"/>
          <p:cNvSpPr/>
          <p:nvPr/>
        </p:nvSpPr>
        <p:spPr>
          <a:xfrm>
            <a:off x="5499036" y="32214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3" name="Shape 1781"/>
          <p:cNvSpPr/>
          <p:nvPr/>
        </p:nvSpPr>
        <p:spPr>
          <a:xfrm>
            <a:off x="5289077" y="3234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4" name="Shape 1782"/>
          <p:cNvSpPr/>
          <p:nvPr/>
        </p:nvSpPr>
        <p:spPr>
          <a:xfrm>
            <a:off x="5511315" y="30614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5" name="Shape 1783"/>
          <p:cNvSpPr/>
          <p:nvPr/>
        </p:nvSpPr>
        <p:spPr>
          <a:xfrm>
            <a:off x="5608642" y="36655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6" name="Shape 1784"/>
          <p:cNvSpPr/>
          <p:nvPr/>
        </p:nvSpPr>
        <p:spPr>
          <a:xfrm>
            <a:off x="5555961" y="3403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7" name="Shape 1785"/>
          <p:cNvSpPr/>
          <p:nvPr/>
        </p:nvSpPr>
        <p:spPr>
          <a:xfrm>
            <a:off x="5569375" y="2878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8" name="Shape 1786"/>
          <p:cNvSpPr/>
          <p:nvPr/>
        </p:nvSpPr>
        <p:spPr>
          <a:xfrm>
            <a:off x="5561687" y="38518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9" name="Shape 1787"/>
          <p:cNvSpPr/>
          <p:nvPr/>
        </p:nvSpPr>
        <p:spPr>
          <a:xfrm>
            <a:off x="5273584" y="24240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0" name="Shape 1788"/>
          <p:cNvSpPr/>
          <p:nvPr/>
        </p:nvSpPr>
        <p:spPr>
          <a:xfrm>
            <a:off x="5376540" y="32805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1" name="Shape 1789"/>
          <p:cNvSpPr/>
          <p:nvPr/>
        </p:nvSpPr>
        <p:spPr>
          <a:xfrm>
            <a:off x="5649126" y="3233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2" name="Shape 1790"/>
          <p:cNvSpPr/>
          <p:nvPr/>
        </p:nvSpPr>
        <p:spPr>
          <a:xfrm>
            <a:off x="5494456" y="32212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3" name="Shape 1791"/>
          <p:cNvSpPr/>
          <p:nvPr/>
        </p:nvSpPr>
        <p:spPr>
          <a:xfrm>
            <a:off x="5601022" y="24242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4" name="Shape 1792"/>
          <p:cNvSpPr/>
          <p:nvPr/>
        </p:nvSpPr>
        <p:spPr>
          <a:xfrm>
            <a:off x="5376975" y="3254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5" name="Shape 1793"/>
          <p:cNvSpPr/>
          <p:nvPr/>
        </p:nvSpPr>
        <p:spPr>
          <a:xfrm>
            <a:off x="5616940" y="32965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6" name="Shape 1794"/>
          <p:cNvSpPr/>
          <p:nvPr/>
        </p:nvSpPr>
        <p:spPr>
          <a:xfrm>
            <a:off x="5577523" y="33011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7" name="Shape 1795"/>
          <p:cNvSpPr/>
          <p:nvPr/>
        </p:nvSpPr>
        <p:spPr>
          <a:xfrm>
            <a:off x="5642433" y="32455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8" name="Shape 1796"/>
          <p:cNvSpPr/>
          <p:nvPr/>
        </p:nvSpPr>
        <p:spPr>
          <a:xfrm>
            <a:off x="5313611" y="3261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9" name="Shape 1797"/>
          <p:cNvSpPr/>
          <p:nvPr/>
        </p:nvSpPr>
        <p:spPr>
          <a:xfrm>
            <a:off x="5679931" y="31758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0" name="Shape 1798"/>
          <p:cNvSpPr/>
          <p:nvPr/>
        </p:nvSpPr>
        <p:spPr>
          <a:xfrm>
            <a:off x="5515849" y="32798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1" name="Shape 1799"/>
          <p:cNvSpPr/>
          <p:nvPr/>
        </p:nvSpPr>
        <p:spPr>
          <a:xfrm>
            <a:off x="5659488" y="32416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2" name="Shape 1800"/>
          <p:cNvSpPr/>
          <p:nvPr/>
        </p:nvSpPr>
        <p:spPr>
          <a:xfrm>
            <a:off x="5605361" y="32896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3" name="Shape 1801"/>
          <p:cNvSpPr/>
          <p:nvPr/>
        </p:nvSpPr>
        <p:spPr>
          <a:xfrm>
            <a:off x="5292030" y="34437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4" name="Shape 1802"/>
          <p:cNvSpPr/>
          <p:nvPr/>
        </p:nvSpPr>
        <p:spPr>
          <a:xfrm>
            <a:off x="5504961" y="34303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5" name="Shape 1803"/>
          <p:cNvSpPr/>
          <p:nvPr/>
        </p:nvSpPr>
        <p:spPr>
          <a:xfrm>
            <a:off x="5337139" y="3266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6" name="Shape 1804"/>
          <p:cNvSpPr/>
          <p:nvPr/>
        </p:nvSpPr>
        <p:spPr>
          <a:xfrm>
            <a:off x="5372352" y="34092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7" name="Shape 1805"/>
          <p:cNvSpPr/>
          <p:nvPr/>
        </p:nvSpPr>
        <p:spPr>
          <a:xfrm>
            <a:off x="5650265" y="3590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8" name="Shape 1806"/>
          <p:cNvSpPr/>
          <p:nvPr/>
        </p:nvSpPr>
        <p:spPr>
          <a:xfrm>
            <a:off x="5295417" y="34604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9" name="Shape 1807"/>
          <p:cNvSpPr/>
          <p:nvPr/>
        </p:nvSpPr>
        <p:spPr>
          <a:xfrm>
            <a:off x="5668082" y="31440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0" name="Shape 1808"/>
          <p:cNvSpPr/>
          <p:nvPr/>
        </p:nvSpPr>
        <p:spPr>
          <a:xfrm>
            <a:off x="5312038" y="3186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1" name="Shape 1809"/>
          <p:cNvSpPr/>
          <p:nvPr/>
        </p:nvSpPr>
        <p:spPr>
          <a:xfrm>
            <a:off x="5439931" y="29769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2" name="Shape 1810"/>
          <p:cNvSpPr/>
          <p:nvPr/>
        </p:nvSpPr>
        <p:spPr>
          <a:xfrm>
            <a:off x="5547872" y="3100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3" name="Shape 1811"/>
          <p:cNvSpPr/>
          <p:nvPr/>
        </p:nvSpPr>
        <p:spPr>
          <a:xfrm>
            <a:off x="5555126" y="3593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4" name="Shape 1812"/>
          <p:cNvSpPr/>
          <p:nvPr/>
        </p:nvSpPr>
        <p:spPr>
          <a:xfrm>
            <a:off x="5261604" y="33824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5" name="Shape 1813"/>
          <p:cNvSpPr/>
          <p:nvPr/>
        </p:nvSpPr>
        <p:spPr>
          <a:xfrm>
            <a:off x="5425576" y="35842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6" name="Shape 1814"/>
          <p:cNvSpPr/>
          <p:nvPr/>
        </p:nvSpPr>
        <p:spPr>
          <a:xfrm>
            <a:off x="5589612" y="35792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7" name="Shape 1815"/>
          <p:cNvSpPr/>
          <p:nvPr/>
        </p:nvSpPr>
        <p:spPr>
          <a:xfrm>
            <a:off x="5266656" y="35535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8" name="Shape 1816"/>
          <p:cNvSpPr/>
          <p:nvPr/>
        </p:nvSpPr>
        <p:spPr>
          <a:xfrm>
            <a:off x="5633860" y="37309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9" name="Shape 1817"/>
          <p:cNvSpPr/>
          <p:nvPr/>
        </p:nvSpPr>
        <p:spPr>
          <a:xfrm>
            <a:off x="5548084" y="35171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0" name="Shape 1818"/>
          <p:cNvSpPr/>
          <p:nvPr/>
        </p:nvSpPr>
        <p:spPr>
          <a:xfrm>
            <a:off x="5342095" y="34623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1" name="Shape 1819"/>
          <p:cNvSpPr/>
          <p:nvPr/>
        </p:nvSpPr>
        <p:spPr>
          <a:xfrm>
            <a:off x="5441532" y="3521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2" name="Shape 1820"/>
          <p:cNvSpPr/>
          <p:nvPr/>
        </p:nvSpPr>
        <p:spPr>
          <a:xfrm>
            <a:off x="5361093" y="26521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3" name="Shape 1821"/>
          <p:cNvSpPr/>
          <p:nvPr/>
        </p:nvSpPr>
        <p:spPr>
          <a:xfrm>
            <a:off x="5575137" y="28728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4" name="Shape 1822"/>
          <p:cNvSpPr/>
          <p:nvPr/>
        </p:nvSpPr>
        <p:spPr>
          <a:xfrm>
            <a:off x="5554080" y="3529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5" name="Shape 1823"/>
          <p:cNvSpPr/>
          <p:nvPr/>
        </p:nvSpPr>
        <p:spPr>
          <a:xfrm>
            <a:off x="5315052" y="3634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6" name="Shape 1824"/>
          <p:cNvSpPr/>
          <p:nvPr/>
        </p:nvSpPr>
        <p:spPr>
          <a:xfrm>
            <a:off x="5340053" y="29984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7" name="Shape 1825"/>
          <p:cNvSpPr/>
          <p:nvPr/>
        </p:nvSpPr>
        <p:spPr>
          <a:xfrm>
            <a:off x="5461340" y="34659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8" name="Shape 1826"/>
          <p:cNvSpPr/>
          <p:nvPr/>
        </p:nvSpPr>
        <p:spPr>
          <a:xfrm>
            <a:off x="5459558" y="31026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9" name="Shape 1827"/>
          <p:cNvSpPr/>
          <p:nvPr/>
        </p:nvSpPr>
        <p:spPr>
          <a:xfrm>
            <a:off x="5485073" y="3303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0" name="Shape 1828"/>
          <p:cNvSpPr/>
          <p:nvPr/>
        </p:nvSpPr>
        <p:spPr>
          <a:xfrm>
            <a:off x="5287078" y="3197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1" name="Shape 1829"/>
          <p:cNvSpPr/>
          <p:nvPr/>
        </p:nvSpPr>
        <p:spPr>
          <a:xfrm>
            <a:off x="5259247" y="32944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2" name="Shape 1830"/>
          <p:cNvSpPr/>
          <p:nvPr/>
        </p:nvSpPr>
        <p:spPr>
          <a:xfrm>
            <a:off x="5375223" y="31690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3" name="Shape 1831"/>
          <p:cNvSpPr/>
          <p:nvPr/>
        </p:nvSpPr>
        <p:spPr>
          <a:xfrm>
            <a:off x="5418274" y="32520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4" name="Shape 1832"/>
          <p:cNvSpPr/>
          <p:nvPr/>
        </p:nvSpPr>
        <p:spPr>
          <a:xfrm>
            <a:off x="5467289" y="31450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5" name="Shape 1833"/>
          <p:cNvSpPr/>
          <p:nvPr/>
        </p:nvSpPr>
        <p:spPr>
          <a:xfrm>
            <a:off x="5578637" y="31871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6" name="Shape 1834"/>
          <p:cNvSpPr/>
          <p:nvPr/>
        </p:nvSpPr>
        <p:spPr>
          <a:xfrm>
            <a:off x="5486400" y="2497466"/>
            <a:ext cx="0" cy="1095233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1837" name="Shape 1835"/>
          <p:cNvSpPr/>
          <p:nvPr/>
        </p:nvSpPr>
        <p:spPr>
          <a:xfrm>
            <a:off x="5372100" y="3592699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1838" name="Shape 1836"/>
          <p:cNvSpPr/>
          <p:nvPr/>
        </p:nvSpPr>
        <p:spPr>
          <a:xfrm>
            <a:off x="5372100" y="2497466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1839" name="Shape 1837"/>
          <p:cNvSpPr/>
          <p:nvPr/>
        </p:nvSpPr>
        <p:spPr>
          <a:xfrm>
            <a:off x="5321300" y="3019071"/>
            <a:ext cx="330200" cy="430953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1840" name="Shape 1838"/>
          <p:cNvSpPr/>
          <p:nvPr/>
        </p:nvSpPr>
        <p:spPr>
          <a:xfrm>
            <a:off x="5321300" y="3245696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1841" name="Shape 1839"/>
          <p:cNvSpPr/>
          <p:nvPr/>
        </p:nvSpPr>
        <p:spPr>
          <a:xfrm>
            <a:off x="5156200" y="41402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842" name="Text 1840"/>
          <p:cNvSpPr/>
          <p:nvPr/>
        </p:nvSpPr>
        <p:spPr>
          <a:xfrm>
            <a:off x="4076700" y="42481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1843" name="Shape 1841"/>
          <p:cNvSpPr/>
          <p:nvPr/>
        </p:nvSpPr>
        <p:spPr>
          <a:xfrm>
            <a:off x="7872492" y="33653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4" name="Shape 1842"/>
          <p:cNvSpPr/>
          <p:nvPr/>
        </p:nvSpPr>
        <p:spPr>
          <a:xfrm>
            <a:off x="7829544" y="34346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5" name="Shape 1843"/>
          <p:cNvSpPr/>
          <p:nvPr/>
        </p:nvSpPr>
        <p:spPr>
          <a:xfrm>
            <a:off x="7581558" y="3487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6" name="Shape 1844"/>
          <p:cNvSpPr/>
          <p:nvPr/>
        </p:nvSpPr>
        <p:spPr>
          <a:xfrm>
            <a:off x="7799474" y="33932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7" name="Shape 1845"/>
          <p:cNvSpPr/>
          <p:nvPr/>
        </p:nvSpPr>
        <p:spPr>
          <a:xfrm>
            <a:off x="7464340" y="35072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8" name="Shape 1846"/>
          <p:cNvSpPr/>
          <p:nvPr/>
        </p:nvSpPr>
        <p:spPr>
          <a:xfrm>
            <a:off x="7663156" y="3422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9" name="Shape 1847"/>
          <p:cNvSpPr/>
          <p:nvPr/>
        </p:nvSpPr>
        <p:spPr>
          <a:xfrm>
            <a:off x="7633048" y="34219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0" name="Shape 1848"/>
          <p:cNvSpPr/>
          <p:nvPr/>
        </p:nvSpPr>
        <p:spPr>
          <a:xfrm>
            <a:off x="7688025" y="34634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1" name="Shape 1849"/>
          <p:cNvSpPr/>
          <p:nvPr/>
        </p:nvSpPr>
        <p:spPr>
          <a:xfrm>
            <a:off x="7667188" y="3412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2" name="Shape 1850"/>
          <p:cNvSpPr/>
          <p:nvPr/>
        </p:nvSpPr>
        <p:spPr>
          <a:xfrm>
            <a:off x="7877066" y="3503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3" name="Shape 1851"/>
          <p:cNvSpPr/>
          <p:nvPr/>
        </p:nvSpPr>
        <p:spPr>
          <a:xfrm>
            <a:off x="7678170" y="34923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4" name="Shape 1852"/>
          <p:cNvSpPr/>
          <p:nvPr/>
        </p:nvSpPr>
        <p:spPr>
          <a:xfrm>
            <a:off x="7822717" y="34343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5" name="Shape 1853"/>
          <p:cNvSpPr/>
          <p:nvPr/>
        </p:nvSpPr>
        <p:spPr>
          <a:xfrm>
            <a:off x="7664113" y="35332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6" name="Shape 1854"/>
          <p:cNvSpPr/>
          <p:nvPr/>
        </p:nvSpPr>
        <p:spPr>
          <a:xfrm>
            <a:off x="7865836" y="35344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7" name="Shape 1855"/>
          <p:cNvSpPr/>
          <p:nvPr/>
        </p:nvSpPr>
        <p:spPr>
          <a:xfrm>
            <a:off x="7504428" y="35277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8" name="Shape 1856"/>
          <p:cNvSpPr/>
          <p:nvPr/>
        </p:nvSpPr>
        <p:spPr>
          <a:xfrm>
            <a:off x="7496081" y="34612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9" name="Shape 1857"/>
          <p:cNvSpPr/>
          <p:nvPr/>
        </p:nvSpPr>
        <p:spPr>
          <a:xfrm>
            <a:off x="7521788" y="35100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0" name="Shape 1858"/>
          <p:cNvSpPr/>
          <p:nvPr/>
        </p:nvSpPr>
        <p:spPr>
          <a:xfrm>
            <a:off x="7611588" y="34481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1" name="Shape 1859"/>
          <p:cNvSpPr/>
          <p:nvPr/>
        </p:nvSpPr>
        <p:spPr>
          <a:xfrm>
            <a:off x="7513161" y="3404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2" name="Shape 1860"/>
          <p:cNvSpPr/>
          <p:nvPr/>
        </p:nvSpPr>
        <p:spPr>
          <a:xfrm>
            <a:off x="7822963" y="35261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3" name="Shape 1861"/>
          <p:cNvSpPr/>
          <p:nvPr/>
        </p:nvSpPr>
        <p:spPr>
          <a:xfrm>
            <a:off x="7835945" y="35078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4" name="Shape 1862"/>
          <p:cNvSpPr/>
          <p:nvPr/>
        </p:nvSpPr>
        <p:spPr>
          <a:xfrm>
            <a:off x="7521852" y="34753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5" name="Shape 1863"/>
          <p:cNvSpPr/>
          <p:nvPr/>
        </p:nvSpPr>
        <p:spPr>
          <a:xfrm>
            <a:off x="7626715" y="35371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6" name="Shape 1864"/>
          <p:cNvSpPr/>
          <p:nvPr/>
        </p:nvSpPr>
        <p:spPr>
          <a:xfrm>
            <a:off x="7496480" y="3448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7" name="Shape 1865"/>
          <p:cNvSpPr/>
          <p:nvPr/>
        </p:nvSpPr>
        <p:spPr>
          <a:xfrm>
            <a:off x="7481275" y="33836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8" name="Shape 1866"/>
          <p:cNvSpPr/>
          <p:nvPr/>
        </p:nvSpPr>
        <p:spPr>
          <a:xfrm>
            <a:off x="7649517" y="36439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9" name="Shape 1867"/>
          <p:cNvSpPr/>
          <p:nvPr/>
        </p:nvSpPr>
        <p:spPr>
          <a:xfrm>
            <a:off x="7528853" y="3361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0" name="Shape 1868"/>
          <p:cNvSpPr/>
          <p:nvPr/>
        </p:nvSpPr>
        <p:spPr>
          <a:xfrm>
            <a:off x="7846052" y="34655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1" name="Shape 1869"/>
          <p:cNvSpPr/>
          <p:nvPr/>
        </p:nvSpPr>
        <p:spPr>
          <a:xfrm>
            <a:off x="7601126" y="34741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2" name="Shape 1870"/>
          <p:cNvSpPr/>
          <p:nvPr/>
        </p:nvSpPr>
        <p:spPr>
          <a:xfrm>
            <a:off x="7566404" y="34565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3" name="Shape 1871"/>
          <p:cNvSpPr/>
          <p:nvPr/>
        </p:nvSpPr>
        <p:spPr>
          <a:xfrm>
            <a:off x="7454344" y="34076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4" name="Shape 1872"/>
          <p:cNvSpPr/>
          <p:nvPr/>
        </p:nvSpPr>
        <p:spPr>
          <a:xfrm>
            <a:off x="7873253" y="34683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5" name="Shape 1873"/>
          <p:cNvSpPr/>
          <p:nvPr/>
        </p:nvSpPr>
        <p:spPr>
          <a:xfrm>
            <a:off x="7633729" y="3407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6" name="Shape 1874"/>
          <p:cNvSpPr/>
          <p:nvPr/>
        </p:nvSpPr>
        <p:spPr>
          <a:xfrm>
            <a:off x="7600387" y="35212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7" name="Shape 1875"/>
          <p:cNvSpPr/>
          <p:nvPr/>
        </p:nvSpPr>
        <p:spPr>
          <a:xfrm>
            <a:off x="7849455" y="34134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8" name="Shape 1876"/>
          <p:cNvSpPr/>
          <p:nvPr/>
        </p:nvSpPr>
        <p:spPr>
          <a:xfrm>
            <a:off x="7800394" y="3362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9" name="Shape 1877"/>
          <p:cNvSpPr/>
          <p:nvPr/>
        </p:nvSpPr>
        <p:spPr>
          <a:xfrm>
            <a:off x="7493330" y="35298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0" name="Shape 1878"/>
          <p:cNvSpPr/>
          <p:nvPr/>
        </p:nvSpPr>
        <p:spPr>
          <a:xfrm>
            <a:off x="7570111" y="35038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1" name="Shape 1879"/>
          <p:cNvSpPr/>
          <p:nvPr/>
        </p:nvSpPr>
        <p:spPr>
          <a:xfrm>
            <a:off x="7614377" y="3442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2" name="Shape 1880"/>
          <p:cNvSpPr/>
          <p:nvPr/>
        </p:nvSpPr>
        <p:spPr>
          <a:xfrm>
            <a:off x="7577429" y="34453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3" name="Shape 1881"/>
          <p:cNvSpPr/>
          <p:nvPr/>
        </p:nvSpPr>
        <p:spPr>
          <a:xfrm>
            <a:off x="7734129" y="33706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4" name="Shape 1882"/>
          <p:cNvSpPr/>
          <p:nvPr/>
        </p:nvSpPr>
        <p:spPr>
          <a:xfrm>
            <a:off x="7613378" y="34331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5" name="Shape 1883"/>
          <p:cNvSpPr/>
          <p:nvPr/>
        </p:nvSpPr>
        <p:spPr>
          <a:xfrm>
            <a:off x="7511011" y="34010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6" name="Shape 1884"/>
          <p:cNvSpPr/>
          <p:nvPr/>
        </p:nvSpPr>
        <p:spPr>
          <a:xfrm>
            <a:off x="7534543" y="34560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7" name="Shape 1885"/>
          <p:cNvSpPr/>
          <p:nvPr/>
        </p:nvSpPr>
        <p:spPr>
          <a:xfrm>
            <a:off x="7453508" y="35522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8" name="Shape 1886"/>
          <p:cNvSpPr/>
          <p:nvPr/>
        </p:nvSpPr>
        <p:spPr>
          <a:xfrm>
            <a:off x="7659529" y="35028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9" name="Shape 1887"/>
          <p:cNvSpPr/>
          <p:nvPr/>
        </p:nvSpPr>
        <p:spPr>
          <a:xfrm>
            <a:off x="7595349" y="34806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0" name="Shape 1888"/>
          <p:cNvSpPr/>
          <p:nvPr/>
        </p:nvSpPr>
        <p:spPr>
          <a:xfrm>
            <a:off x="7450099" y="35380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1" name="Shape 1889"/>
          <p:cNvSpPr/>
          <p:nvPr/>
        </p:nvSpPr>
        <p:spPr>
          <a:xfrm>
            <a:off x="7658715" y="3511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2" name="Shape 1890"/>
          <p:cNvSpPr/>
          <p:nvPr/>
        </p:nvSpPr>
        <p:spPr>
          <a:xfrm>
            <a:off x="7669903" y="34073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3" name="Shape 1891"/>
          <p:cNvSpPr/>
          <p:nvPr/>
        </p:nvSpPr>
        <p:spPr>
          <a:xfrm>
            <a:off x="7578003" y="3410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4" name="Shape 1892"/>
          <p:cNvSpPr/>
          <p:nvPr/>
        </p:nvSpPr>
        <p:spPr>
          <a:xfrm>
            <a:off x="7563833" y="34231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5" name="Shape 1893"/>
          <p:cNvSpPr/>
          <p:nvPr/>
        </p:nvSpPr>
        <p:spPr>
          <a:xfrm>
            <a:off x="7720226" y="32409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6" name="Shape 1894"/>
          <p:cNvSpPr/>
          <p:nvPr/>
        </p:nvSpPr>
        <p:spPr>
          <a:xfrm>
            <a:off x="7479796" y="3498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7" name="Shape 1895"/>
          <p:cNvSpPr/>
          <p:nvPr/>
        </p:nvSpPr>
        <p:spPr>
          <a:xfrm>
            <a:off x="7594101" y="3592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8" name="Shape 1896"/>
          <p:cNvSpPr/>
          <p:nvPr/>
        </p:nvSpPr>
        <p:spPr>
          <a:xfrm>
            <a:off x="7806547" y="34800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9" name="Shape 1897"/>
          <p:cNvSpPr/>
          <p:nvPr/>
        </p:nvSpPr>
        <p:spPr>
          <a:xfrm>
            <a:off x="7692088" y="3428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0" name="Shape 1898"/>
          <p:cNvSpPr/>
          <p:nvPr/>
        </p:nvSpPr>
        <p:spPr>
          <a:xfrm>
            <a:off x="7754284" y="34386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1" name="Shape 1899"/>
          <p:cNvSpPr/>
          <p:nvPr/>
        </p:nvSpPr>
        <p:spPr>
          <a:xfrm>
            <a:off x="7632355" y="35282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2" name="Shape 1900"/>
          <p:cNvSpPr/>
          <p:nvPr/>
        </p:nvSpPr>
        <p:spPr>
          <a:xfrm>
            <a:off x="7832213" y="34863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3" name="Shape 1901"/>
          <p:cNvSpPr/>
          <p:nvPr/>
        </p:nvSpPr>
        <p:spPr>
          <a:xfrm>
            <a:off x="7513133" y="33620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4" name="Shape 1902"/>
          <p:cNvSpPr/>
          <p:nvPr/>
        </p:nvSpPr>
        <p:spPr>
          <a:xfrm>
            <a:off x="7659931" y="35855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5" name="Shape 1903"/>
          <p:cNvSpPr/>
          <p:nvPr/>
        </p:nvSpPr>
        <p:spPr>
          <a:xfrm>
            <a:off x="7726908" y="34564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6" name="Shape 1904"/>
          <p:cNvSpPr/>
          <p:nvPr/>
        </p:nvSpPr>
        <p:spPr>
          <a:xfrm>
            <a:off x="7479442" y="34807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7" name="Shape 1905"/>
          <p:cNvSpPr/>
          <p:nvPr/>
        </p:nvSpPr>
        <p:spPr>
          <a:xfrm>
            <a:off x="7656717" y="3462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8" name="Shape 1906"/>
          <p:cNvSpPr/>
          <p:nvPr/>
        </p:nvSpPr>
        <p:spPr>
          <a:xfrm>
            <a:off x="7584920" y="33877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9" name="Shape 1907"/>
          <p:cNvSpPr/>
          <p:nvPr/>
        </p:nvSpPr>
        <p:spPr>
          <a:xfrm>
            <a:off x="7456491" y="34010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0" name="Shape 1908"/>
          <p:cNvSpPr/>
          <p:nvPr/>
        </p:nvSpPr>
        <p:spPr>
          <a:xfrm>
            <a:off x="7724920" y="35140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1" name="Shape 1909"/>
          <p:cNvSpPr/>
          <p:nvPr/>
        </p:nvSpPr>
        <p:spPr>
          <a:xfrm>
            <a:off x="7734341" y="3524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2" name="Shape 1910"/>
          <p:cNvSpPr/>
          <p:nvPr/>
        </p:nvSpPr>
        <p:spPr>
          <a:xfrm>
            <a:off x="7562831" y="3364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3" name="Shape 1911"/>
          <p:cNvSpPr/>
          <p:nvPr/>
        </p:nvSpPr>
        <p:spPr>
          <a:xfrm>
            <a:off x="7661113" y="35470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4" name="Shape 1912"/>
          <p:cNvSpPr/>
          <p:nvPr/>
        </p:nvSpPr>
        <p:spPr>
          <a:xfrm>
            <a:off x="7824327" y="33965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5" name="Shape 1913"/>
          <p:cNvSpPr/>
          <p:nvPr/>
        </p:nvSpPr>
        <p:spPr>
          <a:xfrm>
            <a:off x="7690858" y="3353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6" name="Shape 1914"/>
          <p:cNvSpPr/>
          <p:nvPr/>
        </p:nvSpPr>
        <p:spPr>
          <a:xfrm>
            <a:off x="7641656" y="35178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7" name="Shape 1915"/>
          <p:cNvSpPr/>
          <p:nvPr/>
        </p:nvSpPr>
        <p:spPr>
          <a:xfrm>
            <a:off x="7504495" y="34962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8" name="Shape 1916"/>
          <p:cNvSpPr/>
          <p:nvPr/>
        </p:nvSpPr>
        <p:spPr>
          <a:xfrm>
            <a:off x="7671304" y="3456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9" name="Shape 1917"/>
          <p:cNvSpPr/>
          <p:nvPr/>
        </p:nvSpPr>
        <p:spPr>
          <a:xfrm>
            <a:off x="7769358" y="34852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0" name="Shape 1918"/>
          <p:cNvSpPr/>
          <p:nvPr/>
        </p:nvSpPr>
        <p:spPr>
          <a:xfrm>
            <a:off x="7616606" y="32190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1" name="Shape 1919"/>
          <p:cNvSpPr/>
          <p:nvPr/>
        </p:nvSpPr>
        <p:spPr>
          <a:xfrm>
            <a:off x="7845436" y="31075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2" name="Shape 1920"/>
          <p:cNvSpPr/>
          <p:nvPr/>
        </p:nvSpPr>
        <p:spPr>
          <a:xfrm>
            <a:off x="7685077" y="3396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3" name="Shape 1921"/>
          <p:cNvSpPr/>
          <p:nvPr/>
        </p:nvSpPr>
        <p:spPr>
          <a:xfrm>
            <a:off x="7477241" y="3269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4" name="Shape 1922"/>
          <p:cNvSpPr/>
          <p:nvPr/>
        </p:nvSpPr>
        <p:spPr>
          <a:xfrm>
            <a:off x="7611668" y="32612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5" name="Shape 1923"/>
          <p:cNvSpPr/>
          <p:nvPr/>
        </p:nvSpPr>
        <p:spPr>
          <a:xfrm>
            <a:off x="7758622" y="34680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6" name="Shape 1924"/>
          <p:cNvSpPr/>
          <p:nvPr/>
        </p:nvSpPr>
        <p:spPr>
          <a:xfrm>
            <a:off x="7839549" y="35468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7" name="Shape 1925"/>
          <p:cNvSpPr/>
          <p:nvPr/>
        </p:nvSpPr>
        <p:spPr>
          <a:xfrm>
            <a:off x="7588653" y="36227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8" name="Shape 1926"/>
          <p:cNvSpPr/>
          <p:nvPr/>
        </p:nvSpPr>
        <p:spPr>
          <a:xfrm>
            <a:off x="7834706" y="33974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9" name="Shape 1927"/>
          <p:cNvSpPr/>
          <p:nvPr/>
        </p:nvSpPr>
        <p:spPr>
          <a:xfrm>
            <a:off x="7591637" y="34174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0" name="Shape 1928"/>
          <p:cNvSpPr/>
          <p:nvPr/>
        </p:nvSpPr>
        <p:spPr>
          <a:xfrm>
            <a:off x="7708085" y="3530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1" name="Shape 1929"/>
          <p:cNvSpPr/>
          <p:nvPr/>
        </p:nvSpPr>
        <p:spPr>
          <a:xfrm>
            <a:off x="7860559" y="3486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2" name="Shape 1930"/>
          <p:cNvSpPr/>
          <p:nvPr/>
        </p:nvSpPr>
        <p:spPr>
          <a:xfrm>
            <a:off x="7468917" y="35774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3" name="Shape 1931"/>
          <p:cNvSpPr/>
          <p:nvPr/>
        </p:nvSpPr>
        <p:spPr>
          <a:xfrm>
            <a:off x="7469111" y="35998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4" name="Shape 1932"/>
          <p:cNvSpPr/>
          <p:nvPr/>
        </p:nvSpPr>
        <p:spPr>
          <a:xfrm>
            <a:off x="7856608" y="34819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5" name="Shape 1933"/>
          <p:cNvSpPr/>
          <p:nvPr/>
        </p:nvSpPr>
        <p:spPr>
          <a:xfrm>
            <a:off x="7558221" y="34300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6" name="Shape 1934"/>
          <p:cNvSpPr/>
          <p:nvPr/>
        </p:nvSpPr>
        <p:spPr>
          <a:xfrm>
            <a:off x="7694871" y="35068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7" name="Shape 1935"/>
          <p:cNvSpPr/>
          <p:nvPr/>
        </p:nvSpPr>
        <p:spPr>
          <a:xfrm>
            <a:off x="7449153" y="34540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8" name="Shape 1936"/>
          <p:cNvSpPr/>
          <p:nvPr/>
        </p:nvSpPr>
        <p:spPr>
          <a:xfrm>
            <a:off x="7683607" y="36510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9" name="Shape 1937"/>
          <p:cNvSpPr/>
          <p:nvPr/>
        </p:nvSpPr>
        <p:spPr>
          <a:xfrm>
            <a:off x="7643500" y="36159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0" name="Shape 1938"/>
          <p:cNvSpPr/>
          <p:nvPr/>
        </p:nvSpPr>
        <p:spPr>
          <a:xfrm>
            <a:off x="7803826" y="33750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1" name="Shape 1939"/>
          <p:cNvSpPr/>
          <p:nvPr/>
        </p:nvSpPr>
        <p:spPr>
          <a:xfrm>
            <a:off x="7784128" y="34863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2" name="Shape 1940"/>
          <p:cNvSpPr/>
          <p:nvPr/>
        </p:nvSpPr>
        <p:spPr>
          <a:xfrm>
            <a:off x="7474089" y="34884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3" name="Shape 1941"/>
          <p:cNvSpPr/>
          <p:nvPr/>
        </p:nvSpPr>
        <p:spPr>
          <a:xfrm>
            <a:off x="7572013" y="31550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4" name="Shape 1942"/>
          <p:cNvSpPr/>
          <p:nvPr/>
        </p:nvSpPr>
        <p:spPr>
          <a:xfrm>
            <a:off x="7637040" y="30932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5" name="Shape 1943"/>
          <p:cNvSpPr/>
          <p:nvPr/>
        </p:nvSpPr>
        <p:spPr>
          <a:xfrm>
            <a:off x="7829930" y="35183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6" name="Shape 1944"/>
          <p:cNvSpPr/>
          <p:nvPr/>
        </p:nvSpPr>
        <p:spPr>
          <a:xfrm>
            <a:off x="7829919" y="3517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7" name="Shape 1945"/>
          <p:cNvSpPr/>
          <p:nvPr/>
        </p:nvSpPr>
        <p:spPr>
          <a:xfrm>
            <a:off x="7482526" y="32927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8" name="Shape 1946"/>
          <p:cNvSpPr/>
          <p:nvPr/>
        </p:nvSpPr>
        <p:spPr>
          <a:xfrm>
            <a:off x="7641670" y="36235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9" name="Shape 1947"/>
          <p:cNvSpPr/>
          <p:nvPr/>
        </p:nvSpPr>
        <p:spPr>
          <a:xfrm>
            <a:off x="7711372" y="31197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0" name="Shape 1948"/>
          <p:cNvSpPr/>
          <p:nvPr/>
        </p:nvSpPr>
        <p:spPr>
          <a:xfrm>
            <a:off x="7757828" y="3391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1" name="Shape 1949"/>
          <p:cNvSpPr/>
          <p:nvPr/>
        </p:nvSpPr>
        <p:spPr>
          <a:xfrm>
            <a:off x="7664067" y="3065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2" name="Shape 1950"/>
          <p:cNvSpPr/>
          <p:nvPr/>
        </p:nvSpPr>
        <p:spPr>
          <a:xfrm>
            <a:off x="7591924" y="31338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3" name="Shape 1951"/>
          <p:cNvSpPr/>
          <p:nvPr/>
        </p:nvSpPr>
        <p:spPr>
          <a:xfrm>
            <a:off x="7860194" y="35156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4" name="Shape 1952"/>
          <p:cNvSpPr/>
          <p:nvPr/>
        </p:nvSpPr>
        <p:spPr>
          <a:xfrm>
            <a:off x="7753098" y="36216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5" name="Shape 1953"/>
          <p:cNvSpPr/>
          <p:nvPr/>
        </p:nvSpPr>
        <p:spPr>
          <a:xfrm>
            <a:off x="7763328" y="31295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6" name="Shape 1954"/>
          <p:cNvSpPr/>
          <p:nvPr/>
        </p:nvSpPr>
        <p:spPr>
          <a:xfrm>
            <a:off x="7779751" y="35782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7" name="Shape 1955"/>
          <p:cNvSpPr/>
          <p:nvPr/>
        </p:nvSpPr>
        <p:spPr>
          <a:xfrm>
            <a:off x="7467532" y="31362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8" name="Shape 1956"/>
          <p:cNvSpPr/>
          <p:nvPr/>
        </p:nvSpPr>
        <p:spPr>
          <a:xfrm>
            <a:off x="7778664" y="3658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9" name="Shape 1957"/>
          <p:cNvSpPr/>
          <p:nvPr/>
        </p:nvSpPr>
        <p:spPr>
          <a:xfrm>
            <a:off x="7733746" y="35589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0" name="Shape 1958"/>
          <p:cNvSpPr/>
          <p:nvPr/>
        </p:nvSpPr>
        <p:spPr>
          <a:xfrm>
            <a:off x="7686045" y="35281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1" name="Shape 1959"/>
          <p:cNvSpPr/>
          <p:nvPr/>
        </p:nvSpPr>
        <p:spPr>
          <a:xfrm>
            <a:off x="7871100" y="3550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2" name="Shape 1960"/>
          <p:cNvSpPr/>
          <p:nvPr/>
        </p:nvSpPr>
        <p:spPr>
          <a:xfrm>
            <a:off x="7471677" y="35607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3" name="Shape 1961"/>
          <p:cNvSpPr/>
          <p:nvPr/>
        </p:nvSpPr>
        <p:spPr>
          <a:xfrm>
            <a:off x="7871461" y="30620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4" name="Shape 1962"/>
          <p:cNvSpPr/>
          <p:nvPr/>
        </p:nvSpPr>
        <p:spPr>
          <a:xfrm>
            <a:off x="7614566" y="30898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5" name="Shape 1963"/>
          <p:cNvSpPr/>
          <p:nvPr/>
        </p:nvSpPr>
        <p:spPr>
          <a:xfrm>
            <a:off x="7612070" y="3169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6" name="Shape 1964"/>
          <p:cNvSpPr/>
          <p:nvPr/>
        </p:nvSpPr>
        <p:spPr>
          <a:xfrm>
            <a:off x="7727766" y="32587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7" name="Shape 1965"/>
          <p:cNvSpPr/>
          <p:nvPr/>
        </p:nvSpPr>
        <p:spPr>
          <a:xfrm>
            <a:off x="7661829" y="3103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8" name="Shape 1966"/>
          <p:cNvSpPr/>
          <p:nvPr/>
        </p:nvSpPr>
        <p:spPr>
          <a:xfrm>
            <a:off x="7789566" y="3118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9" name="Shape 1967"/>
          <p:cNvSpPr/>
          <p:nvPr/>
        </p:nvSpPr>
        <p:spPr>
          <a:xfrm>
            <a:off x="7820714" y="3695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0" name="Shape 1968"/>
          <p:cNvSpPr/>
          <p:nvPr/>
        </p:nvSpPr>
        <p:spPr>
          <a:xfrm>
            <a:off x="7586434" y="3864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1" name="Shape 1969"/>
          <p:cNvSpPr/>
          <p:nvPr/>
        </p:nvSpPr>
        <p:spPr>
          <a:xfrm>
            <a:off x="7531794" y="35093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2" name="Shape 1970"/>
          <p:cNvSpPr/>
          <p:nvPr/>
        </p:nvSpPr>
        <p:spPr>
          <a:xfrm>
            <a:off x="7635998" y="3414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3" name="Shape 1971"/>
          <p:cNvSpPr/>
          <p:nvPr/>
        </p:nvSpPr>
        <p:spPr>
          <a:xfrm>
            <a:off x="7657873" y="35486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4" name="Shape 1972"/>
          <p:cNvSpPr/>
          <p:nvPr/>
        </p:nvSpPr>
        <p:spPr>
          <a:xfrm>
            <a:off x="7740018" y="2832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5" name="Shape 1973"/>
          <p:cNvSpPr/>
          <p:nvPr/>
        </p:nvSpPr>
        <p:spPr>
          <a:xfrm>
            <a:off x="7461768" y="3154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6" name="Shape 1974"/>
          <p:cNvSpPr/>
          <p:nvPr/>
        </p:nvSpPr>
        <p:spPr>
          <a:xfrm>
            <a:off x="7763710" y="24419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7" name="Shape 1975"/>
          <p:cNvSpPr/>
          <p:nvPr/>
        </p:nvSpPr>
        <p:spPr>
          <a:xfrm>
            <a:off x="7760030" y="30281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8" name="Shape 1976"/>
          <p:cNvSpPr/>
          <p:nvPr/>
        </p:nvSpPr>
        <p:spPr>
          <a:xfrm>
            <a:off x="7707767" y="28531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9" name="Shape 1977"/>
          <p:cNvSpPr/>
          <p:nvPr/>
        </p:nvSpPr>
        <p:spPr>
          <a:xfrm>
            <a:off x="7852149" y="2990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0" name="Shape 1978"/>
          <p:cNvSpPr/>
          <p:nvPr/>
        </p:nvSpPr>
        <p:spPr>
          <a:xfrm>
            <a:off x="7513042" y="30001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1" name="Shape 1979"/>
          <p:cNvSpPr/>
          <p:nvPr/>
        </p:nvSpPr>
        <p:spPr>
          <a:xfrm>
            <a:off x="7660706" y="30913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2" name="Shape 1980"/>
          <p:cNvSpPr/>
          <p:nvPr/>
        </p:nvSpPr>
        <p:spPr>
          <a:xfrm>
            <a:off x="7478575" y="29452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3" name="Shape 1981"/>
          <p:cNvSpPr/>
          <p:nvPr/>
        </p:nvSpPr>
        <p:spPr>
          <a:xfrm>
            <a:off x="7765292" y="30105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4" name="Shape 1982"/>
          <p:cNvSpPr/>
          <p:nvPr/>
        </p:nvSpPr>
        <p:spPr>
          <a:xfrm>
            <a:off x="7823512" y="31698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5" name="Shape 1983"/>
          <p:cNvSpPr/>
          <p:nvPr/>
        </p:nvSpPr>
        <p:spPr>
          <a:xfrm>
            <a:off x="7594839" y="31189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6" name="Shape 1984"/>
          <p:cNvSpPr/>
          <p:nvPr/>
        </p:nvSpPr>
        <p:spPr>
          <a:xfrm>
            <a:off x="7566049" y="30185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7" name="Shape 1985"/>
          <p:cNvSpPr/>
          <p:nvPr/>
        </p:nvSpPr>
        <p:spPr>
          <a:xfrm>
            <a:off x="7581319" y="2964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8" name="Shape 1986"/>
          <p:cNvSpPr/>
          <p:nvPr/>
        </p:nvSpPr>
        <p:spPr>
          <a:xfrm>
            <a:off x="7601505" y="27019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9" name="Shape 1987"/>
          <p:cNvSpPr/>
          <p:nvPr/>
        </p:nvSpPr>
        <p:spPr>
          <a:xfrm>
            <a:off x="7635168" y="31490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0" name="Shape 1988"/>
          <p:cNvSpPr/>
          <p:nvPr/>
        </p:nvSpPr>
        <p:spPr>
          <a:xfrm>
            <a:off x="7515912" y="31951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1" name="Shape 1989"/>
          <p:cNvSpPr/>
          <p:nvPr/>
        </p:nvSpPr>
        <p:spPr>
          <a:xfrm>
            <a:off x="7612633" y="30898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2" name="Shape 1990"/>
          <p:cNvSpPr/>
          <p:nvPr/>
        </p:nvSpPr>
        <p:spPr>
          <a:xfrm>
            <a:off x="7586249" y="29390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3" name="Shape 1991"/>
          <p:cNvSpPr/>
          <p:nvPr/>
        </p:nvSpPr>
        <p:spPr>
          <a:xfrm>
            <a:off x="7746949" y="29353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4" name="Shape 1992"/>
          <p:cNvSpPr/>
          <p:nvPr/>
        </p:nvSpPr>
        <p:spPr>
          <a:xfrm>
            <a:off x="7529272" y="21746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5" name="Shape 1993"/>
          <p:cNvSpPr/>
          <p:nvPr/>
        </p:nvSpPr>
        <p:spPr>
          <a:xfrm>
            <a:off x="7641239" y="30424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6" name="Shape 1994"/>
          <p:cNvSpPr/>
          <p:nvPr/>
        </p:nvSpPr>
        <p:spPr>
          <a:xfrm>
            <a:off x="7796273" y="31087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7" name="Shape 1995"/>
          <p:cNvSpPr/>
          <p:nvPr/>
        </p:nvSpPr>
        <p:spPr>
          <a:xfrm>
            <a:off x="7726783" y="2967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8" name="Shape 1996"/>
          <p:cNvSpPr/>
          <p:nvPr/>
        </p:nvSpPr>
        <p:spPr>
          <a:xfrm>
            <a:off x="7819684" y="2482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9" name="Shape 1997"/>
          <p:cNvSpPr/>
          <p:nvPr/>
        </p:nvSpPr>
        <p:spPr>
          <a:xfrm>
            <a:off x="7511636" y="2790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0" name="Shape 1998"/>
          <p:cNvSpPr/>
          <p:nvPr/>
        </p:nvSpPr>
        <p:spPr>
          <a:xfrm>
            <a:off x="7641487" y="29720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1" name="Shape 1999"/>
          <p:cNvSpPr/>
          <p:nvPr/>
        </p:nvSpPr>
        <p:spPr>
          <a:xfrm>
            <a:off x="7571634" y="30779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2" name="Shape 2000"/>
          <p:cNvSpPr/>
          <p:nvPr/>
        </p:nvSpPr>
        <p:spPr>
          <a:xfrm>
            <a:off x="7703797" y="30041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3" name="Shape 2001"/>
          <p:cNvSpPr/>
          <p:nvPr/>
        </p:nvSpPr>
        <p:spPr>
          <a:xfrm>
            <a:off x="7871438" y="3109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4" name="Shape 2002"/>
          <p:cNvSpPr/>
          <p:nvPr/>
        </p:nvSpPr>
        <p:spPr>
          <a:xfrm>
            <a:off x="7856007" y="30631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5" name="Shape 2003"/>
          <p:cNvSpPr/>
          <p:nvPr/>
        </p:nvSpPr>
        <p:spPr>
          <a:xfrm>
            <a:off x="7590709" y="25301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6" name="Shape 2004"/>
          <p:cNvSpPr/>
          <p:nvPr/>
        </p:nvSpPr>
        <p:spPr>
          <a:xfrm>
            <a:off x="7525143" y="31279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7" name="Shape 2005"/>
          <p:cNvSpPr/>
          <p:nvPr/>
        </p:nvSpPr>
        <p:spPr>
          <a:xfrm>
            <a:off x="7560702" y="3138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8" name="Shape 2006"/>
          <p:cNvSpPr/>
          <p:nvPr/>
        </p:nvSpPr>
        <p:spPr>
          <a:xfrm>
            <a:off x="7559093" y="2892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9" name="Shape 2007"/>
          <p:cNvSpPr/>
          <p:nvPr/>
        </p:nvSpPr>
        <p:spPr>
          <a:xfrm>
            <a:off x="7570145" y="3114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0" name="Shape 2008"/>
          <p:cNvSpPr/>
          <p:nvPr/>
        </p:nvSpPr>
        <p:spPr>
          <a:xfrm>
            <a:off x="7621037" y="30436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1" name="Shape 2009"/>
          <p:cNvSpPr/>
          <p:nvPr/>
        </p:nvSpPr>
        <p:spPr>
          <a:xfrm>
            <a:off x="7544016" y="30330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2" name="Shape 2010"/>
          <p:cNvSpPr/>
          <p:nvPr/>
        </p:nvSpPr>
        <p:spPr>
          <a:xfrm>
            <a:off x="7680078" y="24707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3" name="Shape 2011"/>
          <p:cNvSpPr/>
          <p:nvPr/>
        </p:nvSpPr>
        <p:spPr>
          <a:xfrm>
            <a:off x="7639127" y="33387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4" name="Shape 2012"/>
          <p:cNvSpPr/>
          <p:nvPr/>
        </p:nvSpPr>
        <p:spPr>
          <a:xfrm>
            <a:off x="7842330" y="30250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5" name="Shape 2013"/>
          <p:cNvSpPr/>
          <p:nvPr/>
        </p:nvSpPr>
        <p:spPr>
          <a:xfrm>
            <a:off x="7831047" y="30167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6" name="Shape 2014"/>
          <p:cNvSpPr/>
          <p:nvPr/>
        </p:nvSpPr>
        <p:spPr>
          <a:xfrm>
            <a:off x="7724092" y="33082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7" name="Shape 2015"/>
          <p:cNvSpPr/>
          <p:nvPr/>
        </p:nvSpPr>
        <p:spPr>
          <a:xfrm>
            <a:off x="7660496" y="33083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8" name="Shape 2016"/>
          <p:cNvSpPr/>
          <p:nvPr/>
        </p:nvSpPr>
        <p:spPr>
          <a:xfrm>
            <a:off x="7790389" y="3188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9" name="Shape 2017"/>
          <p:cNvSpPr/>
          <p:nvPr/>
        </p:nvSpPr>
        <p:spPr>
          <a:xfrm>
            <a:off x="7762248" y="25043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0" name="Shape 2018"/>
          <p:cNvSpPr/>
          <p:nvPr/>
        </p:nvSpPr>
        <p:spPr>
          <a:xfrm>
            <a:off x="7589786" y="30869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1" name="Shape 2019"/>
          <p:cNvSpPr/>
          <p:nvPr/>
        </p:nvSpPr>
        <p:spPr>
          <a:xfrm>
            <a:off x="7877906" y="24467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2" name="Shape 2020"/>
          <p:cNvSpPr/>
          <p:nvPr/>
        </p:nvSpPr>
        <p:spPr>
          <a:xfrm>
            <a:off x="7652574" y="3179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3" name="Shape 2021"/>
          <p:cNvSpPr/>
          <p:nvPr/>
        </p:nvSpPr>
        <p:spPr>
          <a:xfrm>
            <a:off x="7516391" y="24714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4" name="Shape 2022"/>
          <p:cNvSpPr/>
          <p:nvPr/>
        </p:nvSpPr>
        <p:spPr>
          <a:xfrm>
            <a:off x="7660348" y="31503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5" name="Shape 2023"/>
          <p:cNvSpPr/>
          <p:nvPr/>
        </p:nvSpPr>
        <p:spPr>
          <a:xfrm>
            <a:off x="7763143" y="29461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6" name="Shape 2024"/>
          <p:cNvSpPr/>
          <p:nvPr/>
        </p:nvSpPr>
        <p:spPr>
          <a:xfrm>
            <a:off x="7869024" y="24936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7" name="Shape 2025"/>
          <p:cNvSpPr/>
          <p:nvPr/>
        </p:nvSpPr>
        <p:spPr>
          <a:xfrm>
            <a:off x="7555846" y="27857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8" name="Shape 2026"/>
          <p:cNvSpPr/>
          <p:nvPr/>
        </p:nvSpPr>
        <p:spPr>
          <a:xfrm>
            <a:off x="7484076" y="25015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9" name="Shape 2027"/>
          <p:cNvSpPr/>
          <p:nvPr/>
        </p:nvSpPr>
        <p:spPr>
          <a:xfrm>
            <a:off x="7641060" y="29734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0" name="Shape 2028"/>
          <p:cNvSpPr/>
          <p:nvPr/>
        </p:nvSpPr>
        <p:spPr>
          <a:xfrm>
            <a:off x="7795818" y="2514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1" name="Shape 2029"/>
          <p:cNvSpPr/>
          <p:nvPr/>
        </p:nvSpPr>
        <p:spPr>
          <a:xfrm>
            <a:off x="7543148" y="2504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2" name="Shape 2030"/>
          <p:cNvSpPr/>
          <p:nvPr/>
        </p:nvSpPr>
        <p:spPr>
          <a:xfrm>
            <a:off x="7625554" y="24662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3" name="Shape 2031"/>
          <p:cNvSpPr/>
          <p:nvPr/>
        </p:nvSpPr>
        <p:spPr>
          <a:xfrm>
            <a:off x="7453746" y="30025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4" name="Shape 2032"/>
          <p:cNvSpPr/>
          <p:nvPr/>
        </p:nvSpPr>
        <p:spPr>
          <a:xfrm>
            <a:off x="7739741" y="3151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5" name="Shape 2033"/>
          <p:cNvSpPr/>
          <p:nvPr/>
        </p:nvSpPr>
        <p:spPr>
          <a:xfrm>
            <a:off x="7730375" y="2471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6" name="Shape 2034"/>
          <p:cNvSpPr/>
          <p:nvPr/>
        </p:nvSpPr>
        <p:spPr>
          <a:xfrm>
            <a:off x="7781124" y="2925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7" name="Shape 2035"/>
          <p:cNvSpPr/>
          <p:nvPr/>
        </p:nvSpPr>
        <p:spPr>
          <a:xfrm>
            <a:off x="7588806" y="28038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8" name="Shape 2036"/>
          <p:cNvSpPr/>
          <p:nvPr/>
        </p:nvSpPr>
        <p:spPr>
          <a:xfrm>
            <a:off x="7687952" y="32097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9" name="Shape 2037"/>
          <p:cNvSpPr/>
          <p:nvPr/>
        </p:nvSpPr>
        <p:spPr>
          <a:xfrm>
            <a:off x="7683593" y="32642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0" name="Shape 2038"/>
          <p:cNvSpPr/>
          <p:nvPr/>
        </p:nvSpPr>
        <p:spPr>
          <a:xfrm>
            <a:off x="7876485" y="26720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1" name="Shape 2039"/>
          <p:cNvSpPr/>
          <p:nvPr/>
        </p:nvSpPr>
        <p:spPr>
          <a:xfrm>
            <a:off x="7869455" y="32092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2" name="Shape 2040"/>
          <p:cNvSpPr/>
          <p:nvPr/>
        </p:nvSpPr>
        <p:spPr>
          <a:xfrm>
            <a:off x="7623667" y="31752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3" name="Shape 2041"/>
          <p:cNvSpPr/>
          <p:nvPr/>
        </p:nvSpPr>
        <p:spPr>
          <a:xfrm>
            <a:off x="7824273" y="23764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4" name="Shape 2042"/>
          <p:cNvSpPr/>
          <p:nvPr/>
        </p:nvSpPr>
        <p:spPr>
          <a:xfrm>
            <a:off x="7754953" y="2328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5" name="Shape 2043"/>
          <p:cNvSpPr/>
          <p:nvPr/>
        </p:nvSpPr>
        <p:spPr>
          <a:xfrm>
            <a:off x="7660762" y="23718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6" name="Shape 2044"/>
          <p:cNvSpPr/>
          <p:nvPr/>
        </p:nvSpPr>
        <p:spPr>
          <a:xfrm>
            <a:off x="7570817" y="29001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7" name="Shape 2045"/>
          <p:cNvSpPr/>
          <p:nvPr/>
        </p:nvSpPr>
        <p:spPr>
          <a:xfrm>
            <a:off x="7718229" y="25001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8" name="Shape 2046"/>
          <p:cNvSpPr/>
          <p:nvPr/>
        </p:nvSpPr>
        <p:spPr>
          <a:xfrm>
            <a:off x="7713271" y="32543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9" name="Shape 2047"/>
          <p:cNvSpPr/>
          <p:nvPr/>
        </p:nvSpPr>
        <p:spPr>
          <a:xfrm>
            <a:off x="7672057" y="27228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0" name="Shape 2048"/>
          <p:cNvSpPr/>
          <p:nvPr/>
        </p:nvSpPr>
        <p:spPr>
          <a:xfrm>
            <a:off x="7607068" y="24376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1" name="Shape 2049"/>
          <p:cNvSpPr/>
          <p:nvPr/>
        </p:nvSpPr>
        <p:spPr>
          <a:xfrm>
            <a:off x="7864918" y="32095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2" name="Shape 2050"/>
          <p:cNvSpPr/>
          <p:nvPr/>
        </p:nvSpPr>
        <p:spPr>
          <a:xfrm>
            <a:off x="7874268" y="2386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3" name="Shape 2051"/>
          <p:cNvSpPr/>
          <p:nvPr/>
        </p:nvSpPr>
        <p:spPr>
          <a:xfrm>
            <a:off x="7510686" y="26604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4" name="Shape 2052"/>
          <p:cNvSpPr/>
          <p:nvPr/>
        </p:nvSpPr>
        <p:spPr>
          <a:xfrm>
            <a:off x="7793026" y="2377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5" name="Shape 2053"/>
          <p:cNvSpPr/>
          <p:nvPr/>
        </p:nvSpPr>
        <p:spPr>
          <a:xfrm>
            <a:off x="7699429" y="34254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6" name="Shape 2054"/>
          <p:cNvSpPr/>
          <p:nvPr/>
        </p:nvSpPr>
        <p:spPr>
          <a:xfrm>
            <a:off x="7503243" y="33216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7" name="Shape 2055"/>
          <p:cNvSpPr/>
          <p:nvPr/>
        </p:nvSpPr>
        <p:spPr>
          <a:xfrm>
            <a:off x="7452904" y="33022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8" name="Shape 2056"/>
          <p:cNvSpPr/>
          <p:nvPr/>
        </p:nvSpPr>
        <p:spPr>
          <a:xfrm>
            <a:off x="7854663" y="3071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9" name="Shape 2057"/>
          <p:cNvSpPr/>
          <p:nvPr/>
        </p:nvSpPr>
        <p:spPr>
          <a:xfrm>
            <a:off x="7562036" y="3043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0" name="Shape 2058"/>
          <p:cNvSpPr/>
          <p:nvPr/>
        </p:nvSpPr>
        <p:spPr>
          <a:xfrm>
            <a:off x="7836657" y="30477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1" name="Shape 2059"/>
          <p:cNvSpPr/>
          <p:nvPr/>
        </p:nvSpPr>
        <p:spPr>
          <a:xfrm>
            <a:off x="7552486" y="30637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2" name="Shape 2060"/>
          <p:cNvSpPr/>
          <p:nvPr/>
        </p:nvSpPr>
        <p:spPr>
          <a:xfrm>
            <a:off x="7764729" y="3030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3" name="Shape 2061"/>
          <p:cNvSpPr/>
          <p:nvPr/>
        </p:nvSpPr>
        <p:spPr>
          <a:xfrm>
            <a:off x="7812749" y="30714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4" name="Shape 2062"/>
          <p:cNvSpPr/>
          <p:nvPr/>
        </p:nvSpPr>
        <p:spPr>
          <a:xfrm>
            <a:off x="7854475" y="31085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5" name="Shape 2063"/>
          <p:cNvSpPr/>
          <p:nvPr/>
        </p:nvSpPr>
        <p:spPr>
          <a:xfrm>
            <a:off x="7497607" y="3071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6" name="Shape 2064"/>
          <p:cNvSpPr/>
          <p:nvPr/>
        </p:nvSpPr>
        <p:spPr>
          <a:xfrm>
            <a:off x="7710574" y="30875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7" name="Shape 2065"/>
          <p:cNvSpPr/>
          <p:nvPr/>
        </p:nvSpPr>
        <p:spPr>
          <a:xfrm>
            <a:off x="7587886" y="30581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8" name="Shape 2066"/>
          <p:cNvSpPr/>
          <p:nvPr/>
        </p:nvSpPr>
        <p:spPr>
          <a:xfrm>
            <a:off x="7609713" y="30338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9" name="Shape 2067"/>
          <p:cNvSpPr/>
          <p:nvPr/>
        </p:nvSpPr>
        <p:spPr>
          <a:xfrm>
            <a:off x="7580192" y="31180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0" name="Shape 2068"/>
          <p:cNvSpPr/>
          <p:nvPr/>
        </p:nvSpPr>
        <p:spPr>
          <a:xfrm>
            <a:off x="7726417" y="34619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1" name="Shape 2069"/>
          <p:cNvSpPr/>
          <p:nvPr/>
        </p:nvSpPr>
        <p:spPr>
          <a:xfrm>
            <a:off x="7803045" y="29322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2" name="Shape 2070"/>
          <p:cNvSpPr/>
          <p:nvPr/>
        </p:nvSpPr>
        <p:spPr>
          <a:xfrm>
            <a:off x="7591090" y="3279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3" name="Shape 2071"/>
          <p:cNvSpPr/>
          <p:nvPr/>
        </p:nvSpPr>
        <p:spPr>
          <a:xfrm>
            <a:off x="7839353" y="32480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4" name="Shape 2072"/>
          <p:cNvSpPr/>
          <p:nvPr/>
        </p:nvSpPr>
        <p:spPr>
          <a:xfrm>
            <a:off x="7459224" y="33547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5" name="Shape 2073"/>
          <p:cNvSpPr/>
          <p:nvPr/>
        </p:nvSpPr>
        <p:spPr>
          <a:xfrm>
            <a:off x="7860492" y="3253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6" name="Shape 2074"/>
          <p:cNvSpPr/>
          <p:nvPr/>
        </p:nvSpPr>
        <p:spPr>
          <a:xfrm>
            <a:off x="7509623" y="3614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7" name="Shape 2075"/>
          <p:cNvSpPr/>
          <p:nvPr/>
        </p:nvSpPr>
        <p:spPr>
          <a:xfrm>
            <a:off x="7711255" y="36848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8" name="Shape 2076"/>
          <p:cNvSpPr/>
          <p:nvPr/>
        </p:nvSpPr>
        <p:spPr>
          <a:xfrm>
            <a:off x="7453270" y="37536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9" name="Shape 2077"/>
          <p:cNvSpPr/>
          <p:nvPr/>
        </p:nvSpPr>
        <p:spPr>
          <a:xfrm>
            <a:off x="7556507" y="34151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0" name="Shape 2078"/>
          <p:cNvSpPr/>
          <p:nvPr/>
        </p:nvSpPr>
        <p:spPr>
          <a:xfrm>
            <a:off x="7707605" y="3686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1" name="Shape 2079"/>
          <p:cNvSpPr/>
          <p:nvPr/>
        </p:nvSpPr>
        <p:spPr>
          <a:xfrm>
            <a:off x="7546914" y="36589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2" name="Shape 2080"/>
          <p:cNvSpPr/>
          <p:nvPr/>
        </p:nvSpPr>
        <p:spPr>
          <a:xfrm>
            <a:off x="7753768" y="3521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3" name="Shape 2081"/>
          <p:cNvSpPr/>
          <p:nvPr/>
        </p:nvSpPr>
        <p:spPr>
          <a:xfrm>
            <a:off x="7672688" y="35638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4" name="Shape 2082"/>
          <p:cNvSpPr/>
          <p:nvPr/>
        </p:nvSpPr>
        <p:spPr>
          <a:xfrm>
            <a:off x="7733580" y="34514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5" name="Shape 2083"/>
          <p:cNvSpPr/>
          <p:nvPr/>
        </p:nvSpPr>
        <p:spPr>
          <a:xfrm>
            <a:off x="7537019" y="3441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6" name="Shape 2084"/>
          <p:cNvSpPr/>
          <p:nvPr/>
        </p:nvSpPr>
        <p:spPr>
          <a:xfrm>
            <a:off x="7580228" y="35781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7" name="Shape 2085"/>
          <p:cNvSpPr/>
          <p:nvPr/>
        </p:nvSpPr>
        <p:spPr>
          <a:xfrm>
            <a:off x="7664571" y="35779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8" name="Shape 2086"/>
          <p:cNvSpPr/>
          <p:nvPr/>
        </p:nvSpPr>
        <p:spPr>
          <a:xfrm>
            <a:off x="7560625" y="31680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9" name="Shape 2087"/>
          <p:cNvSpPr/>
          <p:nvPr/>
        </p:nvSpPr>
        <p:spPr>
          <a:xfrm>
            <a:off x="7616716" y="3419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0" name="Shape 2088"/>
          <p:cNvSpPr/>
          <p:nvPr/>
        </p:nvSpPr>
        <p:spPr>
          <a:xfrm>
            <a:off x="7808567" y="32564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1" name="Shape 2089"/>
          <p:cNvSpPr/>
          <p:nvPr/>
        </p:nvSpPr>
        <p:spPr>
          <a:xfrm>
            <a:off x="7729435" y="3256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2" name="Shape 2090"/>
          <p:cNvSpPr/>
          <p:nvPr/>
        </p:nvSpPr>
        <p:spPr>
          <a:xfrm>
            <a:off x="7723285" y="27353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3" name="Shape 2091"/>
          <p:cNvSpPr/>
          <p:nvPr/>
        </p:nvSpPr>
        <p:spPr>
          <a:xfrm>
            <a:off x="7823367" y="27414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4" name="Shape 2092"/>
          <p:cNvSpPr/>
          <p:nvPr/>
        </p:nvSpPr>
        <p:spPr>
          <a:xfrm>
            <a:off x="7725648" y="3249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5" name="Shape 2093"/>
          <p:cNvSpPr/>
          <p:nvPr/>
        </p:nvSpPr>
        <p:spPr>
          <a:xfrm>
            <a:off x="7646043" y="29223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6" name="Shape 2094"/>
          <p:cNvSpPr/>
          <p:nvPr/>
        </p:nvSpPr>
        <p:spPr>
          <a:xfrm>
            <a:off x="7841630" y="27602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7" name="Shape 2095"/>
          <p:cNvSpPr/>
          <p:nvPr/>
        </p:nvSpPr>
        <p:spPr>
          <a:xfrm>
            <a:off x="7505152" y="32675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8" name="Shape 2096"/>
          <p:cNvSpPr/>
          <p:nvPr/>
        </p:nvSpPr>
        <p:spPr>
          <a:xfrm>
            <a:off x="7814374" y="3294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9" name="Shape 2097"/>
          <p:cNvSpPr/>
          <p:nvPr/>
        </p:nvSpPr>
        <p:spPr>
          <a:xfrm>
            <a:off x="7706621" y="2911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0" name="Shape 2098"/>
          <p:cNvSpPr/>
          <p:nvPr/>
        </p:nvSpPr>
        <p:spPr>
          <a:xfrm>
            <a:off x="7674631" y="2430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1" name="Shape 2099"/>
          <p:cNvSpPr/>
          <p:nvPr/>
        </p:nvSpPr>
        <p:spPr>
          <a:xfrm>
            <a:off x="7551417" y="3184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2" name="Shape 2100"/>
          <p:cNvSpPr/>
          <p:nvPr/>
        </p:nvSpPr>
        <p:spPr>
          <a:xfrm>
            <a:off x="7477361" y="31320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3" name="Shape 2101"/>
          <p:cNvSpPr/>
          <p:nvPr/>
        </p:nvSpPr>
        <p:spPr>
          <a:xfrm>
            <a:off x="7829447" y="3146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4" name="Shape 2102"/>
          <p:cNvSpPr/>
          <p:nvPr/>
        </p:nvSpPr>
        <p:spPr>
          <a:xfrm>
            <a:off x="7801515" y="3137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5" name="Shape 2103"/>
          <p:cNvSpPr/>
          <p:nvPr/>
        </p:nvSpPr>
        <p:spPr>
          <a:xfrm>
            <a:off x="7523740" y="31735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6" name="Shape 2104"/>
          <p:cNvSpPr/>
          <p:nvPr/>
        </p:nvSpPr>
        <p:spPr>
          <a:xfrm>
            <a:off x="7496472" y="3147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7" name="Shape 2105"/>
          <p:cNvSpPr/>
          <p:nvPr/>
        </p:nvSpPr>
        <p:spPr>
          <a:xfrm>
            <a:off x="7633443" y="36330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8" name="Shape 2106"/>
          <p:cNvSpPr/>
          <p:nvPr/>
        </p:nvSpPr>
        <p:spPr>
          <a:xfrm>
            <a:off x="7805813" y="35953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9" name="Shape 2107"/>
          <p:cNvSpPr/>
          <p:nvPr/>
        </p:nvSpPr>
        <p:spPr>
          <a:xfrm>
            <a:off x="7483212" y="33000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0" name="Shape 2108"/>
          <p:cNvSpPr/>
          <p:nvPr/>
        </p:nvSpPr>
        <p:spPr>
          <a:xfrm>
            <a:off x="7864213" y="26184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1" name="Shape 2109"/>
          <p:cNvSpPr/>
          <p:nvPr/>
        </p:nvSpPr>
        <p:spPr>
          <a:xfrm>
            <a:off x="7713379" y="33012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2" name="Shape 2110"/>
          <p:cNvSpPr/>
          <p:nvPr/>
        </p:nvSpPr>
        <p:spPr>
          <a:xfrm>
            <a:off x="7709456" y="36085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3" name="Shape 2111"/>
          <p:cNvSpPr/>
          <p:nvPr/>
        </p:nvSpPr>
        <p:spPr>
          <a:xfrm>
            <a:off x="7448847" y="31060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4" name="Shape 2112"/>
          <p:cNvSpPr/>
          <p:nvPr/>
        </p:nvSpPr>
        <p:spPr>
          <a:xfrm>
            <a:off x="7560038" y="33321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5" name="Shape 2113"/>
          <p:cNvSpPr/>
          <p:nvPr/>
        </p:nvSpPr>
        <p:spPr>
          <a:xfrm>
            <a:off x="7617559" y="34950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6" name="Shape 2114"/>
          <p:cNvSpPr/>
          <p:nvPr/>
        </p:nvSpPr>
        <p:spPr>
          <a:xfrm>
            <a:off x="7504918" y="3051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7" name="Shape 2115"/>
          <p:cNvSpPr/>
          <p:nvPr/>
        </p:nvSpPr>
        <p:spPr>
          <a:xfrm>
            <a:off x="7513658" y="3381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8" name="Shape 2116"/>
          <p:cNvSpPr/>
          <p:nvPr/>
        </p:nvSpPr>
        <p:spPr>
          <a:xfrm>
            <a:off x="7532029" y="36353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9" name="Shape 2117"/>
          <p:cNvSpPr/>
          <p:nvPr/>
        </p:nvSpPr>
        <p:spPr>
          <a:xfrm>
            <a:off x="7686782" y="34581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0" name="Shape 2118"/>
          <p:cNvSpPr/>
          <p:nvPr/>
        </p:nvSpPr>
        <p:spPr>
          <a:xfrm>
            <a:off x="7805490" y="35846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1" name="Shape 2119"/>
          <p:cNvSpPr/>
          <p:nvPr/>
        </p:nvSpPr>
        <p:spPr>
          <a:xfrm>
            <a:off x="7630401" y="35817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2" name="Shape 2120"/>
          <p:cNvSpPr/>
          <p:nvPr/>
        </p:nvSpPr>
        <p:spPr>
          <a:xfrm>
            <a:off x="7870399" y="34015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3" name="Shape 2121"/>
          <p:cNvSpPr/>
          <p:nvPr/>
        </p:nvSpPr>
        <p:spPr>
          <a:xfrm>
            <a:off x="7606021" y="24945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4" name="Shape 2122"/>
          <p:cNvSpPr/>
          <p:nvPr/>
        </p:nvSpPr>
        <p:spPr>
          <a:xfrm>
            <a:off x="7739457" y="23223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5" name="Shape 2123"/>
          <p:cNvSpPr/>
          <p:nvPr/>
        </p:nvSpPr>
        <p:spPr>
          <a:xfrm>
            <a:off x="7572301" y="3217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6" name="Shape 2124"/>
          <p:cNvSpPr/>
          <p:nvPr/>
        </p:nvSpPr>
        <p:spPr>
          <a:xfrm>
            <a:off x="7545828" y="2495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7" name="Shape 2125"/>
          <p:cNvSpPr/>
          <p:nvPr/>
        </p:nvSpPr>
        <p:spPr>
          <a:xfrm>
            <a:off x="7448343" y="24194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8" name="Shape 2126"/>
          <p:cNvSpPr/>
          <p:nvPr/>
        </p:nvSpPr>
        <p:spPr>
          <a:xfrm>
            <a:off x="7811728" y="24901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9" name="Shape 2127"/>
          <p:cNvSpPr/>
          <p:nvPr/>
        </p:nvSpPr>
        <p:spPr>
          <a:xfrm>
            <a:off x="7566773" y="32157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0" name="Shape 2128"/>
          <p:cNvSpPr/>
          <p:nvPr/>
        </p:nvSpPr>
        <p:spPr>
          <a:xfrm>
            <a:off x="7614614" y="24228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1" name="Shape 2129"/>
          <p:cNvSpPr/>
          <p:nvPr/>
        </p:nvSpPr>
        <p:spPr>
          <a:xfrm>
            <a:off x="7874239" y="27546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2" name="Shape 2130"/>
          <p:cNvSpPr/>
          <p:nvPr/>
        </p:nvSpPr>
        <p:spPr>
          <a:xfrm>
            <a:off x="7723309" y="29186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3" name="Shape 2131"/>
          <p:cNvSpPr/>
          <p:nvPr/>
        </p:nvSpPr>
        <p:spPr>
          <a:xfrm>
            <a:off x="7795067" y="26957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4" name="Shape 2132"/>
          <p:cNvSpPr/>
          <p:nvPr/>
        </p:nvSpPr>
        <p:spPr>
          <a:xfrm>
            <a:off x="7724240" y="29895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5" name="Shape 2133"/>
          <p:cNvSpPr/>
          <p:nvPr/>
        </p:nvSpPr>
        <p:spPr>
          <a:xfrm>
            <a:off x="7513416" y="26870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6" name="Shape 2134"/>
          <p:cNvSpPr/>
          <p:nvPr/>
        </p:nvSpPr>
        <p:spPr>
          <a:xfrm>
            <a:off x="7734678" y="30353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7" name="Shape 2135"/>
          <p:cNvSpPr/>
          <p:nvPr/>
        </p:nvSpPr>
        <p:spPr>
          <a:xfrm>
            <a:off x="7602604" y="28008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8" name="Shape 2136"/>
          <p:cNvSpPr/>
          <p:nvPr/>
        </p:nvSpPr>
        <p:spPr>
          <a:xfrm>
            <a:off x="7559049" y="26929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9" name="Shape 2137"/>
          <p:cNvSpPr/>
          <p:nvPr/>
        </p:nvSpPr>
        <p:spPr>
          <a:xfrm>
            <a:off x="7751167" y="32686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0" name="Shape 2138"/>
          <p:cNvSpPr/>
          <p:nvPr/>
        </p:nvSpPr>
        <p:spPr>
          <a:xfrm>
            <a:off x="7709583" y="33663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1" name="Shape 2139"/>
          <p:cNvSpPr/>
          <p:nvPr/>
        </p:nvSpPr>
        <p:spPr>
          <a:xfrm>
            <a:off x="7504911" y="31562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2" name="Shape 2140"/>
          <p:cNvSpPr/>
          <p:nvPr/>
        </p:nvSpPr>
        <p:spPr>
          <a:xfrm>
            <a:off x="7574125" y="31247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3" name="Shape 2141"/>
          <p:cNvSpPr/>
          <p:nvPr/>
        </p:nvSpPr>
        <p:spPr>
          <a:xfrm>
            <a:off x="7533403" y="3151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4" name="Shape 2142"/>
          <p:cNvSpPr/>
          <p:nvPr/>
        </p:nvSpPr>
        <p:spPr>
          <a:xfrm>
            <a:off x="7751573" y="3165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5" name="Shape 2143"/>
          <p:cNvSpPr/>
          <p:nvPr/>
        </p:nvSpPr>
        <p:spPr>
          <a:xfrm>
            <a:off x="7669191" y="31506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6" name="Shape 2144"/>
          <p:cNvSpPr/>
          <p:nvPr/>
        </p:nvSpPr>
        <p:spPr>
          <a:xfrm>
            <a:off x="7544058" y="31664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7" name="Shape 2145"/>
          <p:cNvSpPr/>
          <p:nvPr/>
        </p:nvSpPr>
        <p:spPr>
          <a:xfrm>
            <a:off x="7701273" y="35407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8" name="Shape 2146"/>
          <p:cNvSpPr/>
          <p:nvPr/>
        </p:nvSpPr>
        <p:spPr>
          <a:xfrm>
            <a:off x="7506203" y="35569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9" name="Shape 2147"/>
          <p:cNvSpPr/>
          <p:nvPr/>
        </p:nvSpPr>
        <p:spPr>
          <a:xfrm>
            <a:off x="7697193" y="35554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0" name="Shape 2148"/>
          <p:cNvSpPr/>
          <p:nvPr/>
        </p:nvSpPr>
        <p:spPr>
          <a:xfrm>
            <a:off x="7675838" y="35539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1" name="Shape 2149"/>
          <p:cNvSpPr/>
          <p:nvPr/>
        </p:nvSpPr>
        <p:spPr>
          <a:xfrm>
            <a:off x="7672602" y="32009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2" name="Shape 2150"/>
          <p:cNvSpPr/>
          <p:nvPr/>
        </p:nvSpPr>
        <p:spPr>
          <a:xfrm>
            <a:off x="7499043" y="34015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3" name="Shape 2151"/>
          <p:cNvSpPr/>
          <p:nvPr/>
        </p:nvSpPr>
        <p:spPr>
          <a:xfrm>
            <a:off x="7729670" y="27962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4" name="Shape 2152"/>
          <p:cNvSpPr/>
          <p:nvPr/>
        </p:nvSpPr>
        <p:spPr>
          <a:xfrm>
            <a:off x="7523950" y="28644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5" name="Shape 2153"/>
          <p:cNvSpPr/>
          <p:nvPr/>
        </p:nvSpPr>
        <p:spPr>
          <a:xfrm>
            <a:off x="7857451" y="2790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6" name="Shape 2154"/>
          <p:cNvSpPr/>
          <p:nvPr/>
        </p:nvSpPr>
        <p:spPr>
          <a:xfrm>
            <a:off x="7528188" y="2898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7" name="Shape 2155"/>
          <p:cNvSpPr/>
          <p:nvPr/>
        </p:nvSpPr>
        <p:spPr>
          <a:xfrm>
            <a:off x="7767766" y="35437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8" name="Shape 2156"/>
          <p:cNvSpPr/>
          <p:nvPr/>
        </p:nvSpPr>
        <p:spPr>
          <a:xfrm>
            <a:off x="7778535" y="30405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9" name="Shape 2157"/>
          <p:cNvSpPr/>
          <p:nvPr/>
        </p:nvSpPr>
        <p:spPr>
          <a:xfrm>
            <a:off x="7749819" y="28507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0" name="Shape 2158"/>
          <p:cNvSpPr/>
          <p:nvPr/>
        </p:nvSpPr>
        <p:spPr>
          <a:xfrm>
            <a:off x="7467923" y="29488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1" name="Shape 2159"/>
          <p:cNvSpPr/>
          <p:nvPr/>
        </p:nvSpPr>
        <p:spPr>
          <a:xfrm>
            <a:off x="7624211" y="2912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2" name="Shape 2160"/>
          <p:cNvSpPr/>
          <p:nvPr/>
        </p:nvSpPr>
        <p:spPr>
          <a:xfrm>
            <a:off x="7708243" y="31650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3" name="Shape 2161"/>
          <p:cNvSpPr/>
          <p:nvPr/>
        </p:nvSpPr>
        <p:spPr>
          <a:xfrm>
            <a:off x="7695552" y="29393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4" name="Shape 2162"/>
          <p:cNvSpPr/>
          <p:nvPr/>
        </p:nvSpPr>
        <p:spPr>
          <a:xfrm>
            <a:off x="7763935" y="34090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5" name="Shape 2163"/>
          <p:cNvSpPr/>
          <p:nvPr/>
        </p:nvSpPr>
        <p:spPr>
          <a:xfrm>
            <a:off x="7500917" y="2926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6" name="Shape 2164"/>
          <p:cNvSpPr/>
          <p:nvPr/>
        </p:nvSpPr>
        <p:spPr>
          <a:xfrm>
            <a:off x="7681685" y="29815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7" name="Shape 2165"/>
          <p:cNvSpPr/>
          <p:nvPr/>
        </p:nvSpPr>
        <p:spPr>
          <a:xfrm>
            <a:off x="7455054" y="31134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8" name="Shape 2166"/>
          <p:cNvSpPr/>
          <p:nvPr/>
        </p:nvSpPr>
        <p:spPr>
          <a:xfrm>
            <a:off x="7860713" y="3139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9" name="Shape 2167"/>
          <p:cNvSpPr/>
          <p:nvPr/>
        </p:nvSpPr>
        <p:spPr>
          <a:xfrm>
            <a:off x="7588585" y="32793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0" name="Shape 2168"/>
          <p:cNvSpPr/>
          <p:nvPr/>
        </p:nvSpPr>
        <p:spPr>
          <a:xfrm>
            <a:off x="7634950" y="30577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1" name="Shape 2169"/>
          <p:cNvSpPr/>
          <p:nvPr/>
        </p:nvSpPr>
        <p:spPr>
          <a:xfrm>
            <a:off x="7721036" y="2794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2" name="Shape 2170"/>
          <p:cNvSpPr/>
          <p:nvPr/>
        </p:nvSpPr>
        <p:spPr>
          <a:xfrm>
            <a:off x="7619089" y="2970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3" name="Shape 2171"/>
          <p:cNvSpPr/>
          <p:nvPr/>
        </p:nvSpPr>
        <p:spPr>
          <a:xfrm>
            <a:off x="7485481" y="25374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4" name="Shape 2172"/>
          <p:cNvSpPr/>
          <p:nvPr/>
        </p:nvSpPr>
        <p:spPr>
          <a:xfrm>
            <a:off x="7791086" y="3145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5" name="Shape 2173"/>
          <p:cNvSpPr/>
          <p:nvPr/>
        </p:nvSpPr>
        <p:spPr>
          <a:xfrm>
            <a:off x="7857663" y="29973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6" name="Shape 2174"/>
          <p:cNvSpPr/>
          <p:nvPr/>
        </p:nvSpPr>
        <p:spPr>
          <a:xfrm>
            <a:off x="7487483" y="31119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7" name="Shape 2175"/>
          <p:cNvSpPr/>
          <p:nvPr/>
        </p:nvSpPr>
        <p:spPr>
          <a:xfrm>
            <a:off x="7622309" y="2842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8" name="Shape 2176"/>
          <p:cNvSpPr/>
          <p:nvPr/>
        </p:nvSpPr>
        <p:spPr>
          <a:xfrm>
            <a:off x="7798902" y="25059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9" name="Shape 2177"/>
          <p:cNvSpPr/>
          <p:nvPr/>
        </p:nvSpPr>
        <p:spPr>
          <a:xfrm>
            <a:off x="7842672" y="31521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0" name="Shape 2178"/>
          <p:cNvSpPr/>
          <p:nvPr/>
        </p:nvSpPr>
        <p:spPr>
          <a:xfrm>
            <a:off x="7614497" y="29742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1" name="Shape 2179"/>
          <p:cNvSpPr/>
          <p:nvPr/>
        </p:nvSpPr>
        <p:spPr>
          <a:xfrm>
            <a:off x="7630826" y="30466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2" name="Shape 2180"/>
          <p:cNvSpPr/>
          <p:nvPr/>
        </p:nvSpPr>
        <p:spPr>
          <a:xfrm>
            <a:off x="7577499" y="34949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3" name="Shape 2181"/>
          <p:cNvSpPr/>
          <p:nvPr/>
        </p:nvSpPr>
        <p:spPr>
          <a:xfrm>
            <a:off x="7512088" y="3406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4" name="Shape 2182"/>
          <p:cNvSpPr/>
          <p:nvPr/>
        </p:nvSpPr>
        <p:spPr>
          <a:xfrm>
            <a:off x="7597987" y="36074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5" name="Shape 2183"/>
          <p:cNvSpPr/>
          <p:nvPr/>
        </p:nvSpPr>
        <p:spPr>
          <a:xfrm>
            <a:off x="7675523" y="34264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6" name="Shape 2184"/>
          <p:cNvSpPr/>
          <p:nvPr/>
        </p:nvSpPr>
        <p:spPr>
          <a:xfrm>
            <a:off x="7671680" y="2511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7" name="Shape 2185"/>
          <p:cNvSpPr/>
          <p:nvPr/>
        </p:nvSpPr>
        <p:spPr>
          <a:xfrm>
            <a:off x="7718789" y="31080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8" name="Shape 2186"/>
          <p:cNvSpPr/>
          <p:nvPr/>
        </p:nvSpPr>
        <p:spPr>
          <a:xfrm>
            <a:off x="7492449" y="33845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9" name="Shape 2187"/>
          <p:cNvSpPr/>
          <p:nvPr/>
        </p:nvSpPr>
        <p:spPr>
          <a:xfrm>
            <a:off x="7680158" y="31120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0" name="Shape 2188"/>
          <p:cNvSpPr/>
          <p:nvPr/>
        </p:nvSpPr>
        <p:spPr>
          <a:xfrm>
            <a:off x="7760656" y="3328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1" name="Shape 2189"/>
          <p:cNvSpPr/>
          <p:nvPr/>
        </p:nvSpPr>
        <p:spPr>
          <a:xfrm>
            <a:off x="7473043" y="35880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2" name="Shape 2190"/>
          <p:cNvSpPr/>
          <p:nvPr/>
        </p:nvSpPr>
        <p:spPr>
          <a:xfrm>
            <a:off x="7774833" y="3022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3" name="Shape 2191"/>
          <p:cNvSpPr/>
          <p:nvPr/>
        </p:nvSpPr>
        <p:spPr>
          <a:xfrm>
            <a:off x="7816612" y="29727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4" name="Shape 2192"/>
          <p:cNvSpPr/>
          <p:nvPr/>
        </p:nvSpPr>
        <p:spPr>
          <a:xfrm>
            <a:off x="7649382" y="3077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5" name="Shape 2193"/>
          <p:cNvSpPr/>
          <p:nvPr/>
        </p:nvSpPr>
        <p:spPr>
          <a:xfrm>
            <a:off x="7502731" y="31727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6" name="Shape 2194"/>
          <p:cNvSpPr/>
          <p:nvPr/>
        </p:nvSpPr>
        <p:spPr>
          <a:xfrm>
            <a:off x="7834257" y="3135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7" name="Shape 2195"/>
          <p:cNvSpPr/>
          <p:nvPr/>
        </p:nvSpPr>
        <p:spPr>
          <a:xfrm>
            <a:off x="7741649" y="33682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8" name="Shape 2196"/>
          <p:cNvSpPr/>
          <p:nvPr/>
        </p:nvSpPr>
        <p:spPr>
          <a:xfrm>
            <a:off x="7699784" y="3087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9" name="Shape 2197"/>
          <p:cNvSpPr/>
          <p:nvPr/>
        </p:nvSpPr>
        <p:spPr>
          <a:xfrm>
            <a:off x="7751155" y="35179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0" name="Shape 2198"/>
          <p:cNvSpPr/>
          <p:nvPr/>
        </p:nvSpPr>
        <p:spPr>
          <a:xfrm>
            <a:off x="7650290" y="29587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1" name="Shape 2199"/>
          <p:cNvSpPr/>
          <p:nvPr/>
        </p:nvSpPr>
        <p:spPr>
          <a:xfrm>
            <a:off x="7713666" y="26619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2" name="Shape 2200"/>
          <p:cNvSpPr/>
          <p:nvPr/>
        </p:nvSpPr>
        <p:spPr>
          <a:xfrm>
            <a:off x="7504616" y="28933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3" name="Shape 2201"/>
          <p:cNvSpPr/>
          <p:nvPr/>
        </p:nvSpPr>
        <p:spPr>
          <a:xfrm>
            <a:off x="7577794" y="32580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4" name="Shape 2202"/>
          <p:cNvSpPr/>
          <p:nvPr/>
        </p:nvSpPr>
        <p:spPr>
          <a:xfrm>
            <a:off x="7449999" y="1536700"/>
            <a:ext cx="76200" cy="63500"/>
          </a:xfrm>
          <a:prstGeom prst="triangle">
            <a:avLst/>
          </a:prstGeom>
          <a:solidFill>
            <a:srgbClr val="2D887E">
              <a:alpha val="82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5" name="Shape 2203"/>
          <p:cNvSpPr/>
          <p:nvPr/>
        </p:nvSpPr>
        <p:spPr>
          <a:xfrm>
            <a:off x="7748839" y="35205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6" name="Shape 2204"/>
          <p:cNvSpPr/>
          <p:nvPr/>
        </p:nvSpPr>
        <p:spPr>
          <a:xfrm>
            <a:off x="7822081" y="34759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7" name="Shape 2205"/>
          <p:cNvSpPr/>
          <p:nvPr/>
        </p:nvSpPr>
        <p:spPr>
          <a:xfrm>
            <a:off x="7806289" y="24971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8" name="Shape 2206"/>
          <p:cNvSpPr/>
          <p:nvPr/>
        </p:nvSpPr>
        <p:spPr>
          <a:xfrm>
            <a:off x="7515859" y="2457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9" name="Shape 2207"/>
          <p:cNvSpPr/>
          <p:nvPr/>
        </p:nvSpPr>
        <p:spPr>
          <a:xfrm>
            <a:off x="7582010" y="28550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0" name="Shape 2208"/>
          <p:cNvSpPr/>
          <p:nvPr/>
        </p:nvSpPr>
        <p:spPr>
          <a:xfrm>
            <a:off x="7573559" y="3144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1" name="Shape 2209"/>
          <p:cNvSpPr/>
          <p:nvPr/>
        </p:nvSpPr>
        <p:spPr>
          <a:xfrm>
            <a:off x="7567667" y="2856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2" name="Shape 2210"/>
          <p:cNvSpPr/>
          <p:nvPr/>
        </p:nvSpPr>
        <p:spPr>
          <a:xfrm>
            <a:off x="7769189" y="29641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3" name="Shape 2211"/>
          <p:cNvSpPr/>
          <p:nvPr/>
        </p:nvSpPr>
        <p:spPr>
          <a:xfrm>
            <a:off x="7756110" y="28427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4" name="Shape 2212"/>
          <p:cNvSpPr/>
          <p:nvPr/>
        </p:nvSpPr>
        <p:spPr>
          <a:xfrm>
            <a:off x="7836160" y="25082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5" name="Shape 2213"/>
          <p:cNvSpPr/>
          <p:nvPr/>
        </p:nvSpPr>
        <p:spPr>
          <a:xfrm>
            <a:off x="7693886" y="26666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6" name="Shape 2214"/>
          <p:cNvSpPr/>
          <p:nvPr/>
        </p:nvSpPr>
        <p:spPr>
          <a:xfrm>
            <a:off x="7854973" y="27966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7" name="Shape 2215"/>
          <p:cNvSpPr/>
          <p:nvPr/>
        </p:nvSpPr>
        <p:spPr>
          <a:xfrm>
            <a:off x="7607243" y="25248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8" name="Shape 2216"/>
          <p:cNvSpPr/>
          <p:nvPr/>
        </p:nvSpPr>
        <p:spPr>
          <a:xfrm>
            <a:off x="7632313" y="2832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9" name="Shape 2217"/>
          <p:cNvSpPr/>
          <p:nvPr/>
        </p:nvSpPr>
        <p:spPr>
          <a:xfrm>
            <a:off x="7640692" y="27280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0" name="Shape 2218"/>
          <p:cNvSpPr/>
          <p:nvPr/>
        </p:nvSpPr>
        <p:spPr>
          <a:xfrm>
            <a:off x="7644734" y="2647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1" name="Shape 2219"/>
          <p:cNvSpPr/>
          <p:nvPr/>
        </p:nvSpPr>
        <p:spPr>
          <a:xfrm>
            <a:off x="7593000" y="25486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2" name="Shape 2220"/>
          <p:cNvSpPr/>
          <p:nvPr/>
        </p:nvSpPr>
        <p:spPr>
          <a:xfrm>
            <a:off x="7534996" y="26889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3" name="Shape 2221"/>
          <p:cNvSpPr/>
          <p:nvPr/>
        </p:nvSpPr>
        <p:spPr>
          <a:xfrm>
            <a:off x="7625074" y="2634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4" name="Shape 2222"/>
          <p:cNvSpPr/>
          <p:nvPr/>
        </p:nvSpPr>
        <p:spPr>
          <a:xfrm>
            <a:off x="7772986" y="27696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5" name="Shape 2223"/>
          <p:cNvSpPr/>
          <p:nvPr/>
        </p:nvSpPr>
        <p:spPr>
          <a:xfrm>
            <a:off x="7552999" y="26742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6" name="Shape 2224"/>
          <p:cNvSpPr/>
          <p:nvPr/>
        </p:nvSpPr>
        <p:spPr>
          <a:xfrm>
            <a:off x="7770861" y="27723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7" name="Shape 2225"/>
          <p:cNvSpPr/>
          <p:nvPr/>
        </p:nvSpPr>
        <p:spPr>
          <a:xfrm>
            <a:off x="7655200" y="25550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8" name="Shape 2226"/>
          <p:cNvSpPr/>
          <p:nvPr/>
        </p:nvSpPr>
        <p:spPr>
          <a:xfrm>
            <a:off x="7684713" y="26409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9" name="Shape 2227"/>
          <p:cNvSpPr/>
          <p:nvPr/>
        </p:nvSpPr>
        <p:spPr>
          <a:xfrm>
            <a:off x="7876953" y="32865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0" name="Shape 2228"/>
          <p:cNvSpPr/>
          <p:nvPr/>
        </p:nvSpPr>
        <p:spPr>
          <a:xfrm>
            <a:off x="7733245" y="35711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1" name="Shape 2229"/>
          <p:cNvSpPr/>
          <p:nvPr/>
        </p:nvSpPr>
        <p:spPr>
          <a:xfrm>
            <a:off x="7713294" y="32038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2" name="Shape 2230"/>
          <p:cNvSpPr/>
          <p:nvPr/>
        </p:nvSpPr>
        <p:spPr>
          <a:xfrm>
            <a:off x="7800745" y="31841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3" name="Shape 2231"/>
          <p:cNvSpPr/>
          <p:nvPr/>
        </p:nvSpPr>
        <p:spPr>
          <a:xfrm>
            <a:off x="7619775" y="34405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4" name="Shape 2232"/>
          <p:cNvSpPr/>
          <p:nvPr/>
        </p:nvSpPr>
        <p:spPr>
          <a:xfrm>
            <a:off x="7696136" y="3350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5" name="Shape 2233"/>
          <p:cNvSpPr/>
          <p:nvPr/>
        </p:nvSpPr>
        <p:spPr>
          <a:xfrm>
            <a:off x="7486177" y="3204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6" name="Shape 2234"/>
          <p:cNvSpPr/>
          <p:nvPr/>
        </p:nvSpPr>
        <p:spPr>
          <a:xfrm>
            <a:off x="7708415" y="32144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7" name="Shape 2235"/>
          <p:cNvSpPr/>
          <p:nvPr/>
        </p:nvSpPr>
        <p:spPr>
          <a:xfrm>
            <a:off x="7805742" y="3713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8" name="Shape 2236"/>
          <p:cNvSpPr/>
          <p:nvPr/>
        </p:nvSpPr>
        <p:spPr>
          <a:xfrm>
            <a:off x="7753061" y="36766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9" name="Shape 2237"/>
          <p:cNvSpPr/>
          <p:nvPr/>
        </p:nvSpPr>
        <p:spPr>
          <a:xfrm>
            <a:off x="7766475" y="35426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0" name="Shape 2238"/>
          <p:cNvSpPr/>
          <p:nvPr/>
        </p:nvSpPr>
        <p:spPr>
          <a:xfrm>
            <a:off x="7758787" y="38165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1" name="Shape 2239"/>
          <p:cNvSpPr/>
          <p:nvPr/>
        </p:nvSpPr>
        <p:spPr>
          <a:xfrm>
            <a:off x="7470684" y="2408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2" name="Shape 2240"/>
          <p:cNvSpPr/>
          <p:nvPr/>
        </p:nvSpPr>
        <p:spPr>
          <a:xfrm>
            <a:off x="7573640" y="24211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3" name="Shape 2241"/>
          <p:cNvSpPr/>
          <p:nvPr/>
        </p:nvSpPr>
        <p:spPr>
          <a:xfrm>
            <a:off x="7846226" y="24104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4" name="Shape 2242"/>
          <p:cNvSpPr/>
          <p:nvPr/>
        </p:nvSpPr>
        <p:spPr>
          <a:xfrm>
            <a:off x="7691556" y="24069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5" name="Shape 2243"/>
          <p:cNvSpPr/>
          <p:nvPr/>
        </p:nvSpPr>
        <p:spPr>
          <a:xfrm>
            <a:off x="7798122" y="24016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6" name="Shape 2244"/>
          <p:cNvSpPr/>
          <p:nvPr/>
        </p:nvSpPr>
        <p:spPr>
          <a:xfrm>
            <a:off x="7574075" y="24257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7" name="Shape 2245"/>
          <p:cNvSpPr/>
          <p:nvPr/>
        </p:nvSpPr>
        <p:spPr>
          <a:xfrm>
            <a:off x="7814040" y="2417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8" name="Shape 2246"/>
          <p:cNvSpPr/>
          <p:nvPr/>
        </p:nvSpPr>
        <p:spPr>
          <a:xfrm>
            <a:off x="7774623" y="24162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9" name="Shape 2247"/>
          <p:cNvSpPr/>
          <p:nvPr/>
        </p:nvSpPr>
        <p:spPr>
          <a:xfrm>
            <a:off x="7839533" y="24041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0" name="Shape 2248"/>
          <p:cNvSpPr/>
          <p:nvPr/>
        </p:nvSpPr>
        <p:spPr>
          <a:xfrm>
            <a:off x="7510711" y="33182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1" name="Shape 2249"/>
          <p:cNvSpPr/>
          <p:nvPr/>
        </p:nvSpPr>
        <p:spPr>
          <a:xfrm>
            <a:off x="7877031" y="24074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2" name="Shape 2250"/>
          <p:cNvSpPr/>
          <p:nvPr/>
        </p:nvSpPr>
        <p:spPr>
          <a:xfrm>
            <a:off x="7712949" y="2411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3" name="Shape 2251"/>
          <p:cNvSpPr/>
          <p:nvPr/>
        </p:nvSpPr>
        <p:spPr>
          <a:xfrm>
            <a:off x="7856588" y="3123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4" name="Shape 2252"/>
          <p:cNvSpPr/>
          <p:nvPr/>
        </p:nvSpPr>
        <p:spPr>
          <a:xfrm>
            <a:off x="7802461" y="24093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5" name="Shape 2253"/>
          <p:cNvSpPr/>
          <p:nvPr/>
        </p:nvSpPr>
        <p:spPr>
          <a:xfrm>
            <a:off x="7489130" y="33115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6" name="Shape 2254"/>
          <p:cNvSpPr/>
          <p:nvPr/>
        </p:nvSpPr>
        <p:spPr>
          <a:xfrm>
            <a:off x="7702061" y="32720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7" name="Shape 2255"/>
          <p:cNvSpPr/>
          <p:nvPr/>
        </p:nvSpPr>
        <p:spPr>
          <a:xfrm>
            <a:off x="7534239" y="30422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8" name="Shape 2256"/>
          <p:cNvSpPr/>
          <p:nvPr/>
        </p:nvSpPr>
        <p:spPr>
          <a:xfrm>
            <a:off x="7569452" y="34065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9" name="Shape 2257"/>
          <p:cNvSpPr/>
          <p:nvPr/>
        </p:nvSpPr>
        <p:spPr>
          <a:xfrm>
            <a:off x="7847365" y="35150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0" name="Shape 2258"/>
          <p:cNvSpPr/>
          <p:nvPr/>
        </p:nvSpPr>
        <p:spPr>
          <a:xfrm>
            <a:off x="7492517" y="36688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1" name="Shape 2259"/>
          <p:cNvSpPr/>
          <p:nvPr/>
        </p:nvSpPr>
        <p:spPr>
          <a:xfrm>
            <a:off x="7865182" y="31149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2" name="Shape 2260"/>
          <p:cNvSpPr/>
          <p:nvPr/>
        </p:nvSpPr>
        <p:spPr>
          <a:xfrm>
            <a:off x="7509138" y="3028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3" name="Shape 2261"/>
          <p:cNvSpPr/>
          <p:nvPr/>
        </p:nvSpPr>
        <p:spPr>
          <a:xfrm>
            <a:off x="7637031" y="3079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4" name="Shape 2262"/>
          <p:cNvSpPr/>
          <p:nvPr/>
        </p:nvSpPr>
        <p:spPr>
          <a:xfrm>
            <a:off x="7744972" y="2852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5" name="Shape 2263"/>
          <p:cNvSpPr/>
          <p:nvPr/>
        </p:nvSpPr>
        <p:spPr>
          <a:xfrm>
            <a:off x="7752226" y="32770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6" name="Shape 2264"/>
          <p:cNvSpPr/>
          <p:nvPr/>
        </p:nvSpPr>
        <p:spPr>
          <a:xfrm>
            <a:off x="7458704" y="34501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7" name="Shape 2265"/>
          <p:cNvSpPr/>
          <p:nvPr/>
        </p:nvSpPr>
        <p:spPr>
          <a:xfrm>
            <a:off x="7622676" y="36112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8" name="Shape 2266"/>
          <p:cNvSpPr/>
          <p:nvPr/>
        </p:nvSpPr>
        <p:spPr>
          <a:xfrm>
            <a:off x="7786712" y="3608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9" name="Shape 2267"/>
          <p:cNvSpPr/>
          <p:nvPr/>
        </p:nvSpPr>
        <p:spPr>
          <a:xfrm>
            <a:off x="7463756" y="36231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0" name="Shape 2268"/>
          <p:cNvSpPr/>
          <p:nvPr/>
        </p:nvSpPr>
        <p:spPr>
          <a:xfrm>
            <a:off x="7830960" y="34536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1" name="Shape 2269"/>
          <p:cNvSpPr/>
          <p:nvPr/>
        </p:nvSpPr>
        <p:spPr>
          <a:xfrm>
            <a:off x="7745184" y="3618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2" name="Shape 2270"/>
          <p:cNvSpPr/>
          <p:nvPr/>
        </p:nvSpPr>
        <p:spPr>
          <a:xfrm>
            <a:off x="7539195" y="34861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3" name="Shape 2271"/>
          <p:cNvSpPr/>
          <p:nvPr/>
        </p:nvSpPr>
        <p:spPr>
          <a:xfrm>
            <a:off x="7638632" y="35858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4" name="Shape 2272"/>
          <p:cNvSpPr/>
          <p:nvPr/>
        </p:nvSpPr>
        <p:spPr>
          <a:xfrm>
            <a:off x="7558193" y="28940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5" name="Shape 2273"/>
          <p:cNvSpPr/>
          <p:nvPr/>
        </p:nvSpPr>
        <p:spPr>
          <a:xfrm>
            <a:off x="7772237" y="2877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6" name="Shape 2274"/>
          <p:cNvSpPr/>
          <p:nvPr/>
        </p:nvSpPr>
        <p:spPr>
          <a:xfrm>
            <a:off x="7751180" y="35473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7" name="Shape 2275"/>
          <p:cNvSpPr/>
          <p:nvPr/>
        </p:nvSpPr>
        <p:spPr>
          <a:xfrm>
            <a:off x="7512152" y="36495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8" name="Shape 2276"/>
          <p:cNvSpPr/>
          <p:nvPr/>
        </p:nvSpPr>
        <p:spPr>
          <a:xfrm>
            <a:off x="7537153" y="29464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9" name="Shape 2277"/>
          <p:cNvSpPr/>
          <p:nvPr/>
        </p:nvSpPr>
        <p:spPr>
          <a:xfrm>
            <a:off x="7658440" y="35791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0" name="Shape 2278"/>
          <p:cNvSpPr/>
          <p:nvPr/>
        </p:nvSpPr>
        <p:spPr>
          <a:xfrm>
            <a:off x="7656658" y="32440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1" name="Shape 2279"/>
          <p:cNvSpPr/>
          <p:nvPr/>
        </p:nvSpPr>
        <p:spPr>
          <a:xfrm>
            <a:off x="7682173" y="31301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2" name="Shape 2280"/>
          <p:cNvSpPr/>
          <p:nvPr/>
        </p:nvSpPr>
        <p:spPr>
          <a:xfrm>
            <a:off x="7484178" y="31268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3" name="Shape 2281"/>
          <p:cNvSpPr/>
          <p:nvPr/>
        </p:nvSpPr>
        <p:spPr>
          <a:xfrm>
            <a:off x="7456347" y="30643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4" name="Shape 2282"/>
          <p:cNvSpPr/>
          <p:nvPr/>
        </p:nvSpPr>
        <p:spPr>
          <a:xfrm>
            <a:off x="7572323" y="31723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5" name="Shape 2283"/>
          <p:cNvSpPr/>
          <p:nvPr/>
        </p:nvSpPr>
        <p:spPr>
          <a:xfrm>
            <a:off x="7615374" y="32481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6" name="Shape 2284"/>
          <p:cNvSpPr/>
          <p:nvPr/>
        </p:nvSpPr>
        <p:spPr>
          <a:xfrm>
            <a:off x="7664389" y="31615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7" name="Shape 2285"/>
          <p:cNvSpPr/>
          <p:nvPr/>
        </p:nvSpPr>
        <p:spPr>
          <a:xfrm>
            <a:off x="7775737" y="32316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8" name="Shape 2286"/>
          <p:cNvSpPr/>
          <p:nvPr/>
        </p:nvSpPr>
        <p:spPr>
          <a:xfrm>
            <a:off x="7683500" y="2451705"/>
            <a:ext cx="0" cy="1181886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2289" name="Shape 2287"/>
          <p:cNvSpPr/>
          <p:nvPr/>
        </p:nvSpPr>
        <p:spPr>
          <a:xfrm>
            <a:off x="7569200" y="3633590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2290" name="Shape 2288"/>
          <p:cNvSpPr/>
          <p:nvPr/>
        </p:nvSpPr>
        <p:spPr>
          <a:xfrm>
            <a:off x="7569200" y="2451705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2291" name="Shape 2289"/>
          <p:cNvSpPr/>
          <p:nvPr/>
        </p:nvSpPr>
        <p:spPr>
          <a:xfrm>
            <a:off x="7518400" y="2983786"/>
            <a:ext cx="330200" cy="497158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2292" name="Shape 2290"/>
          <p:cNvSpPr/>
          <p:nvPr/>
        </p:nvSpPr>
        <p:spPr>
          <a:xfrm>
            <a:off x="7518400" y="3214814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2293" name="Shape 2291"/>
          <p:cNvSpPr/>
          <p:nvPr/>
        </p:nvSpPr>
        <p:spPr>
          <a:xfrm>
            <a:off x="8532892" y="31934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294" name="Shape 2292"/>
          <p:cNvSpPr/>
          <p:nvPr/>
        </p:nvSpPr>
        <p:spPr>
          <a:xfrm>
            <a:off x="8489944" y="33232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295" name="Shape 2293"/>
          <p:cNvSpPr/>
          <p:nvPr/>
        </p:nvSpPr>
        <p:spPr>
          <a:xfrm>
            <a:off x="8241958" y="3377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296" name="Shape 2294"/>
          <p:cNvSpPr/>
          <p:nvPr/>
        </p:nvSpPr>
        <p:spPr>
          <a:xfrm>
            <a:off x="8459874" y="34020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297" name="Shape 2295"/>
          <p:cNvSpPr/>
          <p:nvPr/>
        </p:nvSpPr>
        <p:spPr>
          <a:xfrm>
            <a:off x="8124740" y="3124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298" name="Shape 2296"/>
          <p:cNvSpPr/>
          <p:nvPr/>
        </p:nvSpPr>
        <p:spPr>
          <a:xfrm>
            <a:off x="8323556" y="33055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299" name="Shape 2297"/>
          <p:cNvSpPr/>
          <p:nvPr/>
        </p:nvSpPr>
        <p:spPr>
          <a:xfrm>
            <a:off x="8293448" y="25098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0" name="Shape 2298"/>
          <p:cNvSpPr/>
          <p:nvPr/>
        </p:nvSpPr>
        <p:spPr>
          <a:xfrm>
            <a:off x="8348425" y="33540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1" name="Shape 2299"/>
          <p:cNvSpPr/>
          <p:nvPr/>
        </p:nvSpPr>
        <p:spPr>
          <a:xfrm>
            <a:off x="8327588" y="31415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2" name="Shape 2300"/>
          <p:cNvSpPr/>
          <p:nvPr/>
        </p:nvSpPr>
        <p:spPr>
          <a:xfrm>
            <a:off x="8537466" y="3372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3" name="Shape 2301"/>
          <p:cNvSpPr/>
          <p:nvPr/>
        </p:nvSpPr>
        <p:spPr>
          <a:xfrm>
            <a:off x="8338570" y="3260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4" name="Shape 2302"/>
          <p:cNvSpPr/>
          <p:nvPr/>
        </p:nvSpPr>
        <p:spPr>
          <a:xfrm>
            <a:off x="8483117" y="31676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5" name="Shape 2303"/>
          <p:cNvSpPr/>
          <p:nvPr/>
        </p:nvSpPr>
        <p:spPr>
          <a:xfrm>
            <a:off x="8324513" y="3301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6" name="Shape 2304"/>
          <p:cNvSpPr/>
          <p:nvPr/>
        </p:nvSpPr>
        <p:spPr>
          <a:xfrm>
            <a:off x="8526236" y="32105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7" name="Shape 2305"/>
          <p:cNvSpPr/>
          <p:nvPr/>
        </p:nvSpPr>
        <p:spPr>
          <a:xfrm>
            <a:off x="8164828" y="32138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8" name="Shape 2306"/>
          <p:cNvSpPr/>
          <p:nvPr/>
        </p:nvSpPr>
        <p:spPr>
          <a:xfrm>
            <a:off x="8156481" y="32609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9" name="Shape 2307"/>
          <p:cNvSpPr/>
          <p:nvPr/>
        </p:nvSpPr>
        <p:spPr>
          <a:xfrm>
            <a:off x="8182188" y="31767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0" name="Shape 2308"/>
          <p:cNvSpPr/>
          <p:nvPr/>
        </p:nvSpPr>
        <p:spPr>
          <a:xfrm>
            <a:off x="8271988" y="32205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1" name="Shape 2309"/>
          <p:cNvSpPr/>
          <p:nvPr/>
        </p:nvSpPr>
        <p:spPr>
          <a:xfrm>
            <a:off x="8173561" y="33182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2" name="Shape 2310"/>
          <p:cNvSpPr/>
          <p:nvPr/>
        </p:nvSpPr>
        <p:spPr>
          <a:xfrm>
            <a:off x="8483363" y="33008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3" name="Shape 2311"/>
          <p:cNvSpPr/>
          <p:nvPr/>
        </p:nvSpPr>
        <p:spPr>
          <a:xfrm>
            <a:off x="8496345" y="25120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4" name="Shape 2312"/>
          <p:cNvSpPr/>
          <p:nvPr/>
        </p:nvSpPr>
        <p:spPr>
          <a:xfrm>
            <a:off x="8182252" y="3276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5" name="Shape 2313"/>
          <p:cNvSpPr/>
          <p:nvPr/>
        </p:nvSpPr>
        <p:spPr>
          <a:xfrm>
            <a:off x="8287115" y="33531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6" name="Shape 2314"/>
          <p:cNvSpPr/>
          <p:nvPr/>
        </p:nvSpPr>
        <p:spPr>
          <a:xfrm>
            <a:off x="8156880" y="32179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7" name="Shape 2315"/>
          <p:cNvSpPr/>
          <p:nvPr/>
        </p:nvSpPr>
        <p:spPr>
          <a:xfrm>
            <a:off x="8141675" y="25048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8" name="Shape 2316"/>
          <p:cNvSpPr/>
          <p:nvPr/>
        </p:nvSpPr>
        <p:spPr>
          <a:xfrm>
            <a:off x="8309917" y="33912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9" name="Shape 2317"/>
          <p:cNvSpPr/>
          <p:nvPr/>
        </p:nvSpPr>
        <p:spPr>
          <a:xfrm>
            <a:off x="8189253" y="33104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0" name="Shape 2318"/>
          <p:cNvSpPr/>
          <p:nvPr/>
        </p:nvSpPr>
        <p:spPr>
          <a:xfrm>
            <a:off x="8506452" y="33941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1" name="Shape 2319"/>
          <p:cNvSpPr/>
          <p:nvPr/>
        </p:nvSpPr>
        <p:spPr>
          <a:xfrm>
            <a:off x="8261526" y="3319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2" name="Shape 2320"/>
          <p:cNvSpPr/>
          <p:nvPr/>
        </p:nvSpPr>
        <p:spPr>
          <a:xfrm>
            <a:off x="8226804" y="33508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3" name="Shape 2321"/>
          <p:cNvSpPr/>
          <p:nvPr/>
        </p:nvSpPr>
        <p:spPr>
          <a:xfrm>
            <a:off x="8114744" y="3355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4" name="Shape 2322"/>
          <p:cNvSpPr/>
          <p:nvPr/>
        </p:nvSpPr>
        <p:spPr>
          <a:xfrm>
            <a:off x="8533653" y="32368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5" name="Shape 2323"/>
          <p:cNvSpPr/>
          <p:nvPr/>
        </p:nvSpPr>
        <p:spPr>
          <a:xfrm>
            <a:off x="8294129" y="33920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6" name="Shape 2324"/>
          <p:cNvSpPr/>
          <p:nvPr/>
        </p:nvSpPr>
        <p:spPr>
          <a:xfrm>
            <a:off x="8260787" y="3143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7" name="Shape 2325"/>
          <p:cNvSpPr/>
          <p:nvPr/>
        </p:nvSpPr>
        <p:spPr>
          <a:xfrm>
            <a:off x="8509855" y="32670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8" name="Shape 2326"/>
          <p:cNvSpPr/>
          <p:nvPr/>
        </p:nvSpPr>
        <p:spPr>
          <a:xfrm>
            <a:off x="8460794" y="33486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9" name="Shape 2327"/>
          <p:cNvSpPr/>
          <p:nvPr/>
        </p:nvSpPr>
        <p:spPr>
          <a:xfrm>
            <a:off x="8153730" y="32463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0" name="Shape 2328"/>
          <p:cNvSpPr/>
          <p:nvPr/>
        </p:nvSpPr>
        <p:spPr>
          <a:xfrm>
            <a:off x="8230511" y="3278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1" name="Shape 2329"/>
          <p:cNvSpPr/>
          <p:nvPr/>
        </p:nvSpPr>
        <p:spPr>
          <a:xfrm>
            <a:off x="8274777" y="33749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2" name="Shape 2330"/>
          <p:cNvSpPr/>
          <p:nvPr/>
        </p:nvSpPr>
        <p:spPr>
          <a:xfrm>
            <a:off x="8237829" y="33890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3" name="Shape 2331"/>
          <p:cNvSpPr/>
          <p:nvPr/>
        </p:nvSpPr>
        <p:spPr>
          <a:xfrm>
            <a:off x="8394529" y="33487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4" name="Shape 2332"/>
          <p:cNvSpPr/>
          <p:nvPr/>
        </p:nvSpPr>
        <p:spPr>
          <a:xfrm>
            <a:off x="8273778" y="32923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5" name="Shape 2333"/>
          <p:cNvSpPr/>
          <p:nvPr/>
        </p:nvSpPr>
        <p:spPr>
          <a:xfrm>
            <a:off x="8171411" y="32703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6" name="Shape 2334"/>
          <p:cNvSpPr/>
          <p:nvPr/>
        </p:nvSpPr>
        <p:spPr>
          <a:xfrm>
            <a:off x="8194943" y="33230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7" name="Shape 2335"/>
          <p:cNvSpPr/>
          <p:nvPr/>
        </p:nvSpPr>
        <p:spPr>
          <a:xfrm>
            <a:off x="8113908" y="33170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8" name="Shape 2336"/>
          <p:cNvSpPr/>
          <p:nvPr/>
        </p:nvSpPr>
        <p:spPr>
          <a:xfrm>
            <a:off x="8319929" y="31876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9" name="Shape 2337"/>
          <p:cNvSpPr/>
          <p:nvPr/>
        </p:nvSpPr>
        <p:spPr>
          <a:xfrm>
            <a:off x="8255749" y="32020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0" name="Shape 2338"/>
          <p:cNvSpPr/>
          <p:nvPr/>
        </p:nvSpPr>
        <p:spPr>
          <a:xfrm>
            <a:off x="8110499" y="32629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1" name="Shape 2339"/>
          <p:cNvSpPr/>
          <p:nvPr/>
        </p:nvSpPr>
        <p:spPr>
          <a:xfrm>
            <a:off x="8319115" y="24906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2" name="Shape 2340"/>
          <p:cNvSpPr/>
          <p:nvPr/>
        </p:nvSpPr>
        <p:spPr>
          <a:xfrm>
            <a:off x="8330303" y="32937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3" name="Shape 2341"/>
          <p:cNvSpPr/>
          <p:nvPr/>
        </p:nvSpPr>
        <p:spPr>
          <a:xfrm>
            <a:off x="8238403" y="33457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4" name="Shape 2342"/>
          <p:cNvSpPr/>
          <p:nvPr/>
        </p:nvSpPr>
        <p:spPr>
          <a:xfrm>
            <a:off x="8224233" y="32106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5" name="Shape 2343"/>
          <p:cNvSpPr/>
          <p:nvPr/>
        </p:nvSpPr>
        <p:spPr>
          <a:xfrm>
            <a:off x="8380626" y="34488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6" name="Shape 2344"/>
          <p:cNvSpPr/>
          <p:nvPr/>
        </p:nvSpPr>
        <p:spPr>
          <a:xfrm>
            <a:off x="8140196" y="3210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7" name="Shape 2345"/>
          <p:cNvSpPr/>
          <p:nvPr/>
        </p:nvSpPr>
        <p:spPr>
          <a:xfrm>
            <a:off x="8254501" y="33024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8" name="Shape 2346"/>
          <p:cNvSpPr/>
          <p:nvPr/>
        </p:nvSpPr>
        <p:spPr>
          <a:xfrm>
            <a:off x="8466947" y="34432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9" name="Shape 2347"/>
          <p:cNvSpPr/>
          <p:nvPr/>
        </p:nvSpPr>
        <p:spPr>
          <a:xfrm>
            <a:off x="8352488" y="31555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0" name="Shape 2348"/>
          <p:cNvSpPr/>
          <p:nvPr/>
        </p:nvSpPr>
        <p:spPr>
          <a:xfrm>
            <a:off x="8414684" y="3176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1" name="Shape 2349"/>
          <p:cNvSpPr/>
          <p:nvPr/>
        </p:nvSpPr>
        <p:spPr>
          <a:xfrm>
            <a:off x="8292755" y="33246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2" name="Shape 2350"/>
          <p:cNvSpPr/>
          <p:nvPr/>
        </p:nvSpPr>
        <p:spPr>
          <a:xfrm>
            <a:off x="8492613" y="31465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3" name="Shape 2351"/>
          <p:cNvSpPr/>
          <p:nvPr/>
        </p:nvSpPr>
        <p:spPr>
          <a:xfrm>
            <a:off x="8173533" y="32639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4" name="Shape 2352"/>
          <p:cNvSpPr/>
          <p:nvPr/>
        </p:nvSpPr>
        <p:spPr>
          <a:xfrm>
            <a:off x="8320331" y="33134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5" name="Shape 2353"/>
          <p:cNvSpPr/>
          <p:nvPr/>
        </p:nvSpPr>
        <p:spPr>
          <a:xfrm>
            <a:off x="8387308" y="33260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6" name="Shape 2354"/>
          <p:cNvSpPr/>
          <p:nvPr/>
        </p:nvSpPr>
        <p:spPr>
          <a:xfrm>
            <a:off x="8139842" y="3280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7" name="Shape 2355"/>
          <p:cNvSpPr/>
          <p:nvPr/>
        </p:nvSpPr>
        <p:spPr>
          <a:xfrm>
            <a:off x="8317117" y="32253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8" name="Shape 2356"/>
          <p:cNvSpPr/>
          <p:nvPr/>
        </p:nvSpPr>
        <p:spPr>
          <a:xfrm>
            <a:off x="8245320" y="31410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9" name="Shape 2357"/>
          <p:cNvSpPr/>
          <p:nvPr/>
        </p:nvSpPr>
        <p:spPr>
          <a:xfrm>
            <a:off x="8116891" y="32793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0" name="Shape 2358"/>
          <p:cNvSpPr/>
          <p:nvPr/>
        </p:nvSpPr>
        <p:spPr>
          <a:xfrm>
            <a:off x="8385320" y="3158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1" name="Shape 2359"/>
          <p:cNvSpPr/>
          <p:nvPr/>
        </p:nvSpPr>
        <p:spPr>
          <a:xfrm>
            <a:off x="8394741" y="3368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2" name="Shape 2360"/>
          <p:cNvSpPr/>
          <p:nvPr/>
        </p:nvSpPr>
        <p:spPr>
          <a:xfrm>
            <a:off x="8223231" y="33963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3" name="Shape 2361"/>
          <p:cNvSpPr/>
          <p:nvPr/>
        </p:nvSpPr>
        <p:spPr>
          <a:xfrm>
            <a:off x="8321513" y="3253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4" name="Shape 2362"/>
          <p:cNvSpPr/>
          <p:nvPr/>
        </p:nvSpPr>
        <p:spPr>
          <a:xfrm>
            <a:off x="8484727" y="32400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5" name="Shape 2363"/>
          <p:cNvSpPr/>
          <p:nvPr/>
        </p:nvSpPr>
        <p:spPr>
          <a:xfrm>
            <a:off x="8351258" y="32479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6" name="Shape 2364"/>
          <p:cNvSpPr/>
          <p:nvPr/>
        </p:nvSpPr>
        <p:spPr>
          <a:xfrm>
            <a:off x="8302056" y="33408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7" name="Shape 2365"/>
          <p:cNvSpPr/>
          <p:nvPr/>
        </p:nvSpPr>
        <p:spPr>
          <a:xfrm>
            <a:off x="8164895" y="33415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8" name="Shape 2366"/>
          <p:cNvSpPr/>
          <p:nvPr/>
        </p:nvSpPr>
        <p:spPr>
          <a:xfrm>
            <a:off x="8331704" y="31926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9" name="Shape 2367"/>
          <p:cNvSpPr/>
          <p:nvPr/>
        </p:nvSpPr>
        <p:spPr>
          <a:xfrm>
            <a:off x="8429758" y="3348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0" name="Shape 2368"/>
          <p:cNvSpPr/>
          <p:nvPr/>
        </p:nvSpPr>
        <p:spPr>
          <a:xfrm>
            <a:off x="8277006" y="33036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1" name="Shape 2369"/>
          <p:cNvSpPr/>
          <p:nvPr/>
        </p:nvSpPr>
        <p:spPr>
          <a:xfrm>
            <a:off x="8505836" y="30672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2" name="Shape 2370"/>
          <p:cNvSpPr/>
          <p:nvPr/>
        </p:nvSpPr>
        <p:spPr>
          <a:xfrm>
            <a:off x="8345477" y="3316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3" name="Shape 2371"/>
          <p:cNvSpPr/>
          <p:nvPr/>
        </p:nvSpPr>
        <p:spPr>
          <a:xfrm>
            <a:off x="8137641" y="32851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4" name="Shape 2372"/>
          <p:cNvSpPr/>
          <p:nvPr/>
        </p:nvSpPr>
        <p:spPr>
          <a:xfrm>
            <a:off x="8272068" y="32870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5" name="Shape 2373"/>
          <p:cNvSpPr/>
          <p:nvPr/>
        </p:nvSpPr>
        <p:spPr>
          <a:xfrm>
            <a:off x="8419022" y="3344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6" name="Shape 2374"/>
          <p:cNvSpPr/>
          <p:nvPr/>
        </p:nvSpPr>
        <p:spPr>
          <a:xfrm>
            <a:off x="8499949" y="34369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7" name="Shape 2375"/>
          <p:cNvSpPr/>
          <p:nvPr/>
        </p:nvSpPr>
        <p:spPr>
          <a:xfrm>
            <a:off x="8249053" y="34147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8" name="Shape 2376"/>
          <p:cNvSpPr/>
          <p:nvPr/>
        </p:nvSpPr>
        <p:spPr>
          <a:xfrm>
            <a:off x="8495106" y="3392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9" name="Shape 2377"/>
          <p:cNvSpPr/>
          <p:nvPr/>
        </p:nvSpPr>
        <p:spPr>
          <a:xfrm>
            <a:off x="8252037" y="34155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0" name="Shape 2378"/>
          <p:cNvSpPr/>
          <p:nvPr/>
        </p:nvSpPr>
        <p:spPr>
          <a:xfrm>
            <a:off x="8368485" y="35313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1" name="Shape 2379"/>
          <p:cNvSpPr/>
          <p:nvPr/>
        </p:nvSpPr>
        <p:spPr>
          <a:xfrm>
            <a:off x="8520959" y="3439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2" name="Shape 2380"/>
          <p:cNvSpPr/>
          <p:nvPr/>
        </p:nvSpPr>
        <p:spPr>
          <a:xfrm>
            <a:off x="8129317" y="34859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3" name="Shape 2381"/>
          <p:cNvSpPr/>
          <p:nvPr/>
        </p:nvSpPr>
        <p:spPr>
          <a:xfrm>
            <a:off x="8129511" y="34978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4" name="Shape 2382"/>
          <p:cNvSpPr/>
          <p:nvPr/>
        </p:nvSpPr>
        <p:spPr>
          <a:xfrm>
            <a:off x="8517008" y="35162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5" name="Shape 2383"/>
          <p:cNvSpPr/>
          <p:nvPr/>
        </p:nvSpPr>
        <p:spPr>
          <a:xfrm>
            <a:off x="8218621" y="34204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6" name="Shape 2384"/>
          <p:cNvSpPr/>
          <p:nvPr/>
        </p:nvSpPr>
        <p:spPr>
          <a:xfrm>
            <a:off x="8355271" y="3471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7" name="Shape 2385"/>
          <p:cNvSpPr/>
          <p:nvPr/>
        </p:nvSpPr>
        <p:spPr>
          <a:xfrm>
            <a:off x="8109553" y="34440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8" name="Shape 2386"/>
          <p:cNvSpPr/>
          <p:nvPr/>
        </p:nvSpPr>
        <p:spPr>
          <a:xfrm>
            <a:off x="8344007" y="35739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9" name="Shape 2387"/>
          <p:cNvSpPr/>
          <p:nvPr/>
        </p:nvSpPr>
        <p:spPr>
          <a:xfrm>
            <a:off x="8303900" y="33477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0" name="Shape 2388"/>
          <p:cNvSpPr/>
          <p:nvPr/>
        </p:nvSpPr>
        <p:spPr>
          <a:xfrm>
            <a:off x="8464226" y="33697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1" name="Shape 2389"/>
          <p:cNvSpPr/>
          <p:nvPr/>
        </p:nvSpPr>
        <p:spPr>
          <a:xfrm>
            <a:off x="8444528" y="33225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2" name="Shape 2390"/>
          <p:cNvSpPr/>
          <p:nvPr/>
        </p:nvSpPr>
        <p:spPr>
          <a:xfrm>
            <a:off x="8134489" y="30485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3" name="Shape 2391"/>
          <p:cNvSpPr/>
          <p:nvPr/>
        </p:nvSpPr>
        <p:spPr>
          <a:xfrm>
            <a:off x="8232413" y="2764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4" name="Shape 2392"/>
          <p:cNvSpPr/>
          <p:nvPr/>
        </p:nvSpPr>
        <p:spPr>
          <a:xfrm>
            <a:off x="8297440" y="2958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5" name="Shape 2393"/>
          <p:cNvSpPr/>
          <p:nvPr/>
        </p:nvSpPr>
        <p:spPr>
          <a:xfrm>
            <a:off x="8490330" y="34549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6" name="Shape 2394"/>
          <p:cNvSpPr/>
          <p:nvPr/>
        </p:nvSpPr>
        <p:spPr>
          <a:xfrm>
            <a:off x="8490319" y="30599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7" name="Shape 2395"/>
          <p:cNvSpPr/>
          <p:nvPr/>
        </p:nvSpPr>
        <p:spPr>
          <a:xfrm>
            <a:off x="8142926" y="35646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8" name="Shape 2396"/>
          <p:cNvSpPr/>
          <p:nvPr/>
        </p:nvSpPr>
        <p:spPr>
          <a:xfrm>
            <a:off x="8302070" y="3168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9" name="Shape 2397"/>
          <p:cNvSpPr/>
          <p:nvPr/>
        </p:nvSpPr>
        <p:spPr>
          <a:xfrm>
            <a:off x="8371772" y="30622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0" name="Shape 2398"/>
          <p:cNvSpPr/>
          <p:nvPr/>
        </p:nvSpPr>
        <p:spPr>
          <a:xfrm>
            <a:off x="8418228" y="30457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1" name="Shape 2399"/>
          <p:cNvSpPr/>
          <p:nvPr/>
        </p:nvSpPr>
        <p:spPr>
          <a:xfrm>
            <a:off x="8324467" y="30521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2" name="Shape 2400"/>
          <p:cNvSpPr/>
          <p:nvPr/>
        </p:nvSpPr>
        <p:spPr>
          <a:xfrm>
            <a:off x="8252324" y="30551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3" name="Shape 2401"/>
          <p:cNvSpPr/>
          <p:nvPr/>
        </p:nvSpPr>
        <p:spPr>
          <a:xfrm>
            <a:off x="8520594" y="34181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4" name="Shape 2402"/>
          <p:cNvSpPr/>
          <p:nvPr/>
        </p:nvSpPr>
        <p:spPr>
          <a:xfrm>
            <a:off x="8413498" y="32910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5" name="Shape 2403"/>
          <p:cNvSpPr/>
          <p:nvPr/>
        </p:nvSpPr>
        <p:spPr>
          <a:xfrm>
            <a:off x="8423728" y="26968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6" name="Shape 2404"/>
          <p:cNvSpPr/>
          <p:nvPr/>
        </p:nvSpPr>
        <p:spPr>
          <a:xfrm>
            <a:off x="8440151" y="34170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7" name="Shape 2405"/>
          <p:cNvSpPr/>
          <p:nvPr/>
        </p:nvSpPr>
        <p:spPr>
          <a:xfrm>
            <a:off x="8127932" y="29287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8" name="Shape 2406"/>
          <p:cNvSpPr/>
          <p:nvPr/>
        </p:nvSpPr>
        <p:spPr>
          <a:xfrm>
            <a:off x="8439064" y="31458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9" name="Shape 2407"/>
          <p:cNvSpPr/>
          <p:nvPr/>
        </p:nvSpPr>
        <p:spPr>
          <a:xfrm>
            <a:off x="8394146" y="33898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0" name="Shape 2408"/>
          <p:cNvSpPr/>
          <p:nvPr/>
        </p:nvSpPr>
        <p:spPr>
          <a:xfrm>
            <a:off x="8346445" y="3191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1" name="Shape 2409"/>
          <p:cNvSpPr/>
          <p:nvPr/>
        </p:nvSpPr>
        <p:spPr>
          <a:xfrm>
            <a:off x="8531500" y="3105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2" name="Shape 2410"/>
          <p:cNvSpPr/>
          <p:nvPr/>
        </p:nvSpPr>
        <p:spPr>
          <a:xfrm>
            <a:off x="8132077" y="31117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3" name="Shape 2411"/>
          <p:cNvSpPr/>
          <p:nvPr/>
        </p:nvSpPr>
        <p:spPr>
          <a:xfrm>
            <a:off x="8531861" y="3052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4" name="Shape 2412"/>
          <p:cNvSpPr/>
          <p:nvPr/>
        </p:nvSpPr>
        <p:spPr>
          <a:xfrm>
            <a:off x="8274966" y="30828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5" name="Shape 2413"/>
          <p:cNvSpPr/>
          <p:nvPr/>
        </p:nvSpPr>
        <p:spPr>
          <a:xfrm>
            <a:off x="8272470" y="31231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6" name="Shape 2414"/>
          <p:cNvSpPr/>
          <p:nvPr/>
        </p:nvSpPr>
        <p:spPr>
          <a:xfrm>
            <a:off x="8388166" y="30066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7" name="Shape 2415"/>
          <p:cNvSpPr/>
          <p:nvPr/>
        </p:nvSpPr>
        <p:spPr>
          <a:xfrm>
            <a:off x="8322229" y="30458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8" name="Shape 2416"/>
          <p:cNvSpPr/>
          <p:nvPr/>
        </p:nvSpPr>
        <p:spPr>
          <a:xfrm>
            <a:off x="8449966" y="30026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9" name="Shape 2417"/>
          <p:cNvSpPr/>
          <p:nvPr/>
        </p:nvSpPr>
        <p:spPr>
          <a:xfrm>
            <a:off x="8481114" y="35220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0" name="Shape 2418"/>
          <p:cNvSpPr/>
          <p:nvPr/>
        </p:nvSpPr>
        <p:spPr>
          <a:xfrm>
            <a:off x="8246834" y="29514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1" name="Shape 2419"/>
          <p:cNvSpPr/>
          <p:nvPr/>
        </p:nvSpPr>
        <p:spPr>
          <a:xfrm>
            <a:off x="8192194" y="23716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2" name="Shape 2420"/>
          <p:cNvSpPr/>
          <p:nvPr/>
        </p:nvSpPr>
        <p:spPr>
          <a:xfrm>
            <a:off x="8296398" y="27864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3" name="Shape 2421"/>
          <p:cNvSpPr/>
          <p:nvPr/>
        </p:nvSpPr>
        <p:spPr>
          <a:xfrm>
            <a:off x="8318273" y="29475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4" name="Shape 2422"/>
          <p:cNvSpPr/>
          <p:nvPr/>
        </p:nvSpPr>
        <p:spPr>
          <a:xfrm>
            <a:off x="8400418" y="27166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5" name="Shape 2423"/>
          <p:cNvSpPr/>
          <p:nvPr/>
        </p:nvSpPr>
        <p:spPr>
          <a:xfrm>
            <a:off x="8122168" y="2409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6" name="Shape 2424"/>
          <p:cNvSpPr/>
          <p:nvPr/>
        </p:nvSpPr>
        <p:spPr>
          <a:xfrm>
            <a:off x="8424110" y="2425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7" name="Shape 2425"/>
          <p:cNvSpPr/>
          <p:nvPr/>
        </p:nvSpPr>
        <p:spPr>
          <a:xfrm>
            <a:off x="8420430" y="30271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8" name="Shape 2426"/>
          <p:cNvSpPr/>
          <p:nvPr/>
        </p:nvSpPr>
        <p:spPr>
          <a:xfrm>
            <a:off x="8368167" y="30404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9" name="Shape 2427"/>
          <p:cNvSpPr/>
          <p:nvPr/>
        </p:nvSpPr>
        <p:spPr>
          <a:xfrm>
            <a:off x="8512549" y="29339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0" name="Shape 2428"/>
          <p:cNvSpPr/>
          <p:nvPr/>
        </p:nvSpPr>
        <p:spPr>
          <a:xfrm>
            <a:off x="8173442" y="3039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1" name="Shape 2429"/>
          <p:cNvSpPr/>
          <p:nvPr/>
        </p:nvSpPr>
        <p:spPr>
          <a:xfrm>
            <a:off x="8321106" y="29913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2" name="Shape 2430"/>
          <p:cNvSpPr/>
          <p:nvPr/>
        </p:nvSpPr>
        <p:spPr>
          <a:xfrm>
            <a:off x="8138975" y="29903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3" name="Shape 2431"/>
          <p:cNvSpPr/>
          <p:nvPr/>
        </p:nvSpPr>
        <p:spPr>
          <a:xfrm>
            <a:off x="8425692" y="30004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4" name="Shape 2432"/>
          <p:cNvSpPr/>
          <p:nvPr/>
        </p:nvSpPr>
        <p:spPr>
          <a:xfrm>
            <a:off x="8483912" y="30362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5" name="Shape 2433"/>
          <p:cNvSpPr/>
          <p:nvPr/>
        </p:nvSpPr>
        <p:spPr>
          <a:xfrm>
            <a:off x="8255239" y="28316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6" name="Shape 2434"/>
          <p:cNvSpPr/>
          <p:nvPr/>
        </p:nvSpPr>
        <p:spPr>
          <a:xfrm>
            <a:off x="8226449" y="31554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7" name="Shape 2435"/>
          <p:cNvSpPr/>
          <p:nvPr/>
        </p:nvSpPr>
        <p:spPr>
          <a:xfrm>
            <a:off x="8241719" y="2924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8" name="Shape 2436"/>
          <p:cNvSpPr/>
          <p:nvPr/>
        </p:nvSpPr>
        <p:spPr>
          <a:xfrm>
            <a:off x="8261905" y="27510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9" name="Shape 2437"/>
          <p:cNvSpPr/>
          <p:nvPr/>
        </p:nvSpPr>
        <p:spPr>
          <a:xfrm>
            <a:off x="8295568" y="31287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0" name="Shape 2438"/>
          <p:cNvSpPr/>
          <p:nvPr/>
        </p:nvSpPr>
        <p:spPr>
          <a:xfrm>
            <a:off x="8176312" y="31714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1" name="Shape 2439"/>
          <p:cNvSpPr/>
          <p:nvPr/>
        </p:nvSpPr>
        <p:spPr>
          <a:xfrm>
            <a:off x="8273033" y="3083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2" name="Shape 2440"/>
          <p:cNvSpPr/>
          <p:nvPr/>
        </p:nvSpPr>
        <p:spPr>
          <a:xfrm>
            <a:off x="8246649" y="29710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3" name="Shape 2441"/>
          <p:cNvSpPr/>
          <p:nvPr/>
        </p:nvSpPr>
        <p:spPr>
          <a:xfrm>
            <a:off x="8407349" y="2199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4" name="Shape 2442"/>
          <p:cNvSpPr/>
          <p:nvPr/>
        </p:nvSpPr>
        <p:spPr>
          <a:xfrm>
            <a:off x="8189672" y="29028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5" name="Shape 2443"/>
          <p:cNvSpPr/>
          <p:nvPr/>
        </p:nvSpPr>
        <p:spPr>
          <a:xfrm>
            <a:off x="8301639" y="24923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6" name="Shape 2444"/>
          <p:cNvSpPr/>
          <p:nvPr/>
        </p:nvSpPr>
        <p:spPr>
          <a:xfrm>
            <a:off x="8456673" y="30523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7" name="Shape 2445"/>
          <p:cNvSpPr/>
          <p:nvPr/>
        </p:nvSpPr>
        <p:spPr>
          <a:xfrm>
            <a:off x="8387183" y="30057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8" name="Shape 2446"/>
          <p:cNvSpPr/>
          <p:nvPr/>
        </p:nvSpPr>
        <p:spPr>
          <a:xfrm>
            <a:off x="8480084" y="21663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9" name="Shape 2447"/>
          <p:cNvSpPr/>
          <p:nvPr/>
        </p:nvSpPr>
        <p:spPr>
          <a:xfrm>
            <a:off x="8172036" y="27478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0" name="Shape 2448"/>
          <p:cNvSpPr/>
          <p:nvPr/>
        </p:nvSpPr>
        <p:spPr>
          <a:xfrm>
            <a:off x="8301887" y="31393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1" name="Shape 2449"/>
          <p:cNvSpPr/>
          <p:nvPr/>
        </p:nvSpPr>
        <p:spPr>
          <a:xfrm>
            <a:off x="8232034" y="31160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2" name="Shape 2450"/>
          <p:cNvSpPr/>
          <p:nvPr/>
        </p:nvSpPr>
        <p:spPr>
          <a:xfrm>
            <a:off x="8364197" y="30250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3" name="Shape 2451"/>
          <p:cNvSpPr/>
          <p:nvPr/>
        </p:nvSpPr>
        <p:spPr>
          <a:xfrm>
            <a:off x="8531838" y="29909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4" name="Shape 2452"/>
          <p:cNvSpPr/>
          <p:nvPr/>
        </p:nvSpPr>
        <p:spPr>
          <a:xfrm>
            <a:off x="8516407" y="30479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5" name="Shape 2453"/>
          <p:cNvSpPr/>
          <p:nvPr/>
        </p:nvSpPr>
        <p:spPr>
          <a:xfrm>
            <a:off x="8251109" y="26963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6" name="Shape 2454"/>
          <p:cNvSpPr/>
          <p:nvPr/>
        </p:nvSpPr>
        <p:spPr>
          <a:xfrm>
            <a:off x="8185543" y="30165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7" name="Shape 2455"/>
          <p:cNvSpPr/>
          <p:nvPr/>
        </p:nvSpPr>
        <p:spPr>
          <a:xfrm>
            <a:off x="8221102" y="30567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8" name="Shape 2456"/>
          <p:cNvSpPr/>
          <p:nvPr/>
        </p:nvSpPr>
        <p:spPr>
          <a:xfrm>
            <a:off x="8219493" y="30140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9" name="Shape 2457"/>
          <p:cNvSpPr/>
          <p:nvPr/>
        </p:nvSpPr>
        <p:spPr>
          <a:xfrm>
            <a:off x="8230545" y="29610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0" name="Shape 2458"/>
          <p:cNvSpPr/>
          <p:nvPr/>
        </p:nvSpPr>
        <p:spPr>
          <a:xfrm>
            <a:off x="8281437" y="30351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1" name="Shape 2459"/>
          <p:cNvSpPr/>
          <p:nvPr/>
        </p:nvSpPr>
        <p:spPr>
          <a:xfrm>
            <a:off x="8204416" y="30402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2" name="Shape 2460"/>
          <p:cNvSpPr/>
          <p:nvPr/>
        </p:nvSpPr>
        <p:spPr>
          <a:xfrm>
            <a:off x="8340478" y="30352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3" name="Shape 2461"/>
          <p:cNvSpPr/>
          <p:nvPr/>
        </p:nvSpPr>
        <p:spPr>
          <a:xfrm>
            <a:off x="8299527" y="34063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4" name="Shape 2462"/>
          <p:cNvSpPr/>
          <p:nvPr/>
        </p:nvSpPr>
        <p:spPr>
          <a:xfrm>
            <a:off x="8502730" y="29677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5" name="Shape 2463"/>
          <p:cNvSpPr/>
          <p:nvPr/>
        </p:nvSpPr>
        <p:spPr>
          <a:xfrm>
            <a:off x="8491447" y="30961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6" name="Shape 2464"/>
          <p:cNvSpPr/>
          <p:nvPr/>
        </p:nvSpPr>
        <p:spPr>
          <a:xfrm>
            <a:off x="8384492" y="32831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7" name="Shape 2465"/>
          <p:cNvSpPr/>
          <p:nvPr/>
        </p:nvSpPr>
        <p:spPr>
          <a:xfrm>
            <a:off x="8320896" y="3225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8" name="Shape 2466"/>
          <p:cNvSpPr/>
          <p:nvPr/>
        </p:nvSpPr>
        <p:spPr>
          <a:xfrm>
            <a:off x="8450789" y="32360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9" name="Shape 2467"/>
          <p:cNvSpPr/>
          <p:nvPr/>
        </p:nvSpPr>
        <p:spPr>
          <a:xfrm>
            <a:off x="8422648" y="23586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0" name="Shape 2468"/>
          <p:cNvSpPr/>
          <p:nvPr/>
        </p:nvSpPr>
        <p:spPr>
          <a:xfrm>
            <a:off x="8250186" y="29810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1" name="Shape 2469"/>
          <p:cNvSpPr/>
          <p:nvPr/>
        </p:nvSpPr>
        <p:spPr>
          <a:xfrm>
            <a:off x="8538306" y="2472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2" name="Shape 2470"/>
          <p:cNvSpPr/>
          <p:nvPr/>
        </p:nvSpPr>
        <p:spPr>
          <a:xfrm>
            <a:off x="8312974" y="24695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3" name="Shape 2471"/>
          <p:cNvSpPr/>
          <p:nvPr/>
        </p:nvSpPr>
        <p:spPr>
          <a:xfrm>
            <a:off x="8176791" y="24566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4" name="Shape 2472"/>
          <p:cNvSpPr/>
          <p:nvPr/>
        </p:nvSpPr>
        <p:spPr>
          <a:xfrm>
            <a:off x="8320748" y="24919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5" name="Shape 2473"/>
          <p:cNvSpPr/>
          <p:nvPr/>
        </p:nvSpPr>
        <p:spPr>
          <a:xfrm>
            <a:off x="8423543" y="29816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6" name="Shape 2474"/>
          <p:cNvSpPr/>
          <p:nvPr/>
        </p:nvSpPr>
        <p:spPr>
          <a:xfrm>
            <a:off x="8529424" y="30793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7" name="Shape 2475"/>
          <p:cNvSpPr/>
          <p:nvPr/>
        </p:nvSpPr>
        <p:spPr>
          <a:xfrm>
            <a:off x="8216246" y="27790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8" name="Shape 2476"/>
          <p:cNvSpPr/>
          <p:nvPr/>
        </p:nvSpPr>
        <p:spPr>
          <a:xfrm>
            <a:off x="8144476" y="2849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9" name="Shape 2477"/>
          <p:cNvSpPr/>
          <p:nvPr/>
        </p:nvSpPr>
        <p:spPr>
          <a:xfrm>
            <a:off x="8301460" y="2464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0" name="Shape 2478"/>
          <p:cNvSpPr/>
          <p:nvPr/>
        </p:nvSpPr>
        <p:spPr>
          <a:xfrm>
            <a:off x="8456218" y="3044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1" name="Shape 2479"/>
          <p:cNvSpPr/>
          <p:nvPr/>
        </p:nvSpPr>
        <p:spPr>
          <a:xfrm>
            <a:off x="8203548" y="24921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2" name="Shape 2480"/>
          <p:cNvSpPr/>
          <p:nvPr/>
        </p:nvSpPr>
        <p:spPr>
          <a:xfrm>
            <a:off x="8285954" y="2457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3" name="Shape 2481"/>
          <p:cNvSpPr/>
          <p:nvPr/>
        </p:nvSpPr>
        <p:spPr>
          <a:xfrm>
            <a:off x="8114146" y="23907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4" name="Shape 2482"/>
          <p:cNvSpPr/>
          <p:nvPr/>
        </p:nvSpPr>
        <p:spPr>
          <a:xfrm>
            <a:off x="8400141" y="24780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5" name="Shape 2483"/>
          <p:cNvSpPr/>
          <p:nvPr/>
        </p:nvSpPr>
        <p:spPr>
          <a:xfrm>
            <a:off x="8390775" y="2475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6" name="Shape 2484"/>
          <p:cNvSpPr/>
          <p:nvPr/>
        </p:nvSpPr>
        <p:spPr>
          <a:xfrm>
            <a:off x="8441524" y="29076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7" name="Shape 2485"/>
          <p:cNvSpPr/>
          <p:nvPr/>
        </p:nvSpPr>
        <p:spPr>
          <a:xfrm>
            <a:off x="8249206" y="2482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8" name="Shape 2486"/>
          <p:cNvSpPr/>
          <p:nvPr/>
        </p:nvSpPr>
        <p:spPr>
          <a:xfrm>
            <a:off x="8348352" y="24776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9" name="Shape 2487"/>
          <p:cNvSpPr/>
          <p:nvPr/>
        </p:nvSpPr>
        <p:spPr>
          <a:xfrm>
            <a:off x="8343993" y="3255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0" name="Shape 2488"/>
          <p:cNvSpPr/>
          <p:nvPr/>
        </p:nvSpPr>
        <p:spPr>
          <a:xfrm>
            <a:off x="8536885" y="2687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1" name="Shape 2489"/>
          <p:cNvSpPr/>
          <p:nvPr/>
        </p:nvSpPr>
        <p:spPr>
          <a:xfrm>
            <a:off x="8529855" y="24035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2" name="Shape 2490"/>
          <p:cNvSpPr/>
          <p:nvPr/>
        </p:nvSpPr>
        <p:spPr>
          <a:xfrm>
            <a:off x="8284067" y="31622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3" name="Shape 2491"/>
          <p:cNvSpPr/>
          <p:nvPr/>
        </p:nvSpPr>
        <p:spPr>
          <a:xfrm>
            <a:off x="8484673" y="30994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4" name="Shape 2492"/>
          <p:cNvSpPr/>
          <p:nvPr/>
        </p:nvSpPr>
        <p:spPr>
          <a:xfrm>
            <a:off x="8415353" y="2610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5" name="Shape 2493"/>
          <p:cNvSpPr/>
          <p:nvPr/>
        </p:nvSpPr>
        <p:spPr>
          <a:xfrm>
            <a:off x="8321162" y="31074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6" name="Shape 2494"/>
          <p:cNvSpPr/>
          <p:nvPr/>
        </p:nvSpPr>
        <p:spPr>
          <a:xfrm>
            <a:off x="8231217" y="24950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7" name="Shape 2495"/>
          <p:cNvSpPr/>
          <p:nvPr/>
        </p:nvSpPr>
        <p:spPr>
          <a:xfrm>
            <a:off x="8378629" y="24944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8" name="Shape 2496"/>
          <p:cNvSpPr/>
          <p:nvPr/>
        </p:nvSpPr>
        <p:spPr>
          <a:xfrm>
            <a:off x="8373671" y="32612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9" name="Shape 2497"/>
          <p:cNvSpPr/>
          <p:nvPr/>
        </p:nvSpPr>
        <p:spPr>
          <a:xfrm>
            <a:off x="8332457" y="27523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0" name="Shape 2498"/>
          <p:cNvSpPr/>
          <p:nvPr/>
        </p:nvSpPr>
        <p:spPr>
          <a:xfrm>
            <a:off x="8267468" y="28062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1" name="Shape 2499"/>
          <p:cNvSpPr/>
          <p:nvPr/>
        </p:nvSpPr>
        <p:spPr>
          <a:xfrm>
            <a:off x="8525318" y="2383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2" name="Shape 2500"/>
          <p:cNvSpPr/>
          <p:nvPr/>
        </p:nvSpPr>
        <p:spPr>
          <a:xfrm>
            <a:off x="8534668" y="24065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3" name="Shape 2501"/>
          <p:cNvSpPr/>
          <p:nvPr/>
        </p:nvSpPr>
        <p:spPr>
          <a:xfrm>
            <a:off x="8171086" y="25517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4" name="Shape 2502"/>
          <p:cNvSpPr/>
          <p:nvPr/>
        </p:nvSpPr>
        <p:spPr>
          <a:xfrm>
            <a:off x="8453426" y="23921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5" name="Shape 2503"/>
          <p:cNvSpPr/>
          <p:nvPr/>
        </p:nvSpPr>
        <p:spPr>
          <a:xfrm>
            <a:off x="8359829" y="3379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6" name="Shape 2504"/>
          <p:cNvSpPr/>
          <p:nvPr/>
        </p:nvSpPr>
        <p:spPr>
          <a:xfrm>
            <a:off x="8163643" y="33729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7" name="Shape 2505"/>
          <p:cNvSpPr/>
          <p:nvPr/>
        </p:nvSpPr>
        <p:spPr>
          <a:xfrm>
            <a:off x="8113304" y="3314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8" name="Shape 2506"/>
          <p:cNvSpPr/>
          <p:nvPr/>
        </p:nvSpPr>
        <p:spPr>
          <a:xfrm>
            <a:off x="8515063" y="3076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9" name="Shape 2507"/>
          <p:cNvSpPr/>
          <p:nvPr/>
        </p:nvSpPr>
        <p:spPr>
          <a:xfrm>
            <a:off x="8222436" y="30069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0" name="Shape 2508"/>
          <p:cNvSpPr/>
          <p:nvPr/>
        </p:nvSpPr>
        <p:spPr>
          <a:xfrm>
            <a:off x="8497057" y="3046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1" name="Shape 2509"/>
          <p:cNvSpPr/>
          <p:nvPr/>
        </p:nvSpPr>
        <p:spPr>
          <a:xfrm>
            <a:off x="8212886" y="30026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2" name="Shape 2510"/>
          <p:cNvSpPr/>
          <p:nvPr/>
        </p:nvSpPr>
        <p:spPr>
          <a:xfrm>
            <a:off x="8425129" y="30372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3" name="Shape 2511"/>
          <p:cNvSpPr/>
          <p:nvPr/>
        </p:nvSpPr>
        <p:spPr>
          <a:xfrm>
            <a:off x="8473149" y="30669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4" name="Shape 2512"/>
          <p:cNvSpPr/>
          <p:nvPr/>
        </p:nvSpPr>
        <p:spPr>
          <a:xfrm>
            <a:off x="8514875" y="30500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5" name="Shape 2513"/>
          <p:cNvSpPr/>
          <p:nvPr/>
        </p:nvSpPr>
        <p:spPr>
          <a:xfrm>
            <a:off x="8158007" y="30602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6" name="Shape 2514"/>
          <p:cNvSpPr/>
          <p:nvPr/>
        </p:nvSpPr>
        <p:spPr>
          <a:xfrm>
            <a:off x="8370974" y="3065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7" name="Shape 2515"/>
          <p:cNvSpPr/>
          <p:nvPr/>
        </p:nvSpPr>
        <p:spPr>
          <a:xfrm>
            <a:off x="8248286" y="30476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8" name="Shape 2516"/>
          <p:cNvSpPr/>
          <p:nvPr/>
        </p:nvSpPr>
        <p:spPr>
          <a:xfrm>
            <a:off x="8270113" y="30040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9" name="Shape 2517"/>
          <p:cNvSpPr/>
          <p:nvPr/>
        </p:nvSpPr>
        <p:spPr>
          <a:xfrm>
            <a:off x="8240592" y="30838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0" name="Shape 2518"/>
          <p:cNvSpPr/>
          <p:nvPr/>
        </p:nvSpPr>
        <p:spPr>
          <a:xfrm>
            <a:off x="8386817" y="31051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1" name="Shape 2519"/>
          <p:cNvSpPr/>
          <p:nvPr/>
        </p:nvSpPr>
        <p:spPr>
          <a:xfrm>
            <a:off x="8463445" y="3220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2" name="Shape 2520"/>
          <p:cNvSpPr/>
          <p:nvPr/>
        </p:nvSpPr>
        <p:spPr>
          <a:xfrm>
            <a:off x="8251490" y="30430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3" name="Shape 2521"/>
          <p:cNvSpPr/>
          <p:nvPr/>
        </p:nvSpPr>
        <p:spPr>
          <a:xfrm>
            <a:off x="8499753" y="24571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4" name="Shape 2522"/>
          <p:cNvSpPr/>
          <p:nvPr/>
        </p:nvSpPr>
        <p:spPr>
          <a:xfrm>
            <a:off x="8119624" y="2829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5" name="Shape 2523"/>
          <p:cNvSpPr/>
          <p:nvPr/>
        </p:nvSpPr>
        <p:spPr>
          <a:xfrm>
            <a:off x="8520892" y="32918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6" name="Shape 2524"/>
          <p:cNvSpPr/>
          <p:nvPr/>
        </p:nvSpPr>
        <p:spPr>
          <a:xfrm>
            <a:off x="8170023" y="34899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7" name="Shape 2525"/>
          <p:cNvSpPr/>
          <p:nvPr/>
        </p:nvSpPr>
        <p:spPr>
          <a:xfrm>
            <a:off x="8371655" y="35782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8" name="Shape 2526"/>
          <p:cNvSpPr/>
          <p:nvPr/>
        </p:nvSpPr>
        <p:spPr>
          <a:xfrm>
            <a:off x="8113670" y="35916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9" name="Shape 2527"/>
          <p:cNvSpPr/>
          <p:nvPr/>
        </p:nvSpPr>
        <p:spPr>
          <a:xfrm>
            <a:off x="8216907" y="34023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0" name="Shape 2528"/>
          <p:cNvSpPr/>
          <p:nvPr/>
        </p:nvSpPr>
        <p:spPr>
          <a:xfrm>
            <a:off x="8368005" y="35572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1" name="Shape 2529"/>
          <p:cNvSpPr/>
          <p:nvPr/>
        </p:nvSpPr>
        <p:spPr>
          <a:xfrm>
            <a:off x="8207314" y="36622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2" name="Shape 2530"/>
          <p:cNvSpPr/>
          <p:nvPr/>
        </p:nvSpPr>
        <p:spPr>
          <a:xfrm>
            <a:off x="8414168" y="3360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3" name="Shape 2531"/>
          <p:cNvSpPr/>
          <p:nvPr/>
        </p:nvSpPr>
        <p:spPr>
          <a:xfrm>
            <a:off x="8333088" y="37388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4" name="Shape 2532"/>
          <p:cNvSpPr/>
          <p:nvPr/>
        </p:nvSpPr>
        <p:spPr>
          <a:xfrm>
            <a:off x="8393980" y="3244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5" name="Shape 2533"/>
          <p:cNvSpPr/>
          <p:nvPr/>
        </p:nvSpPr>
        <p:spPr>
          <a:xfrm>
            <a:off x="8197419" y="35483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6" name="Shape 2534"/>
          <p:cNvSpPr/>
          <p:nvPr/>
        </p:nvSpPr>
        <p:spPr>
          <a:xfrm>
            <a:off x="8240628" y="31359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7" name="Shape 2535"/>
          <p:cNvSpPr/>
          <p:nvPr/>
        </p:nvSpPr>
        <p:spPr>
          <a:xfrm>
            <a:off x="8324971" y="36647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8" name="Shape 2536"/>
          <p:cNvSpPr/>
          <p:nvPr/>
        </p:nvSpPr>
        <p:spPr>
          <a:xfrm>
            <a:off x="8221025" y="25792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9" name="Shape 2537"/>
          <p:cNvSpPr/>
          <p:nvPr/>
        </p:nvSpPr>
        <p:spPr>
          <a:xfrm>
            <a:off x="8277116" y="3041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0" name="Shape 2538"/>
          <p:cNvSpPr/>
          <p:nvPr/>
        </p:nvSpPr>
        <p:spPr>
          <a:xfrm>
            <a:off x="8468967" y="3392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1" name="Shape 2539"/>
          <p:cNvSpPr/>
          <p:nvPr/>
        </p:nvSpPr>
        <p:spPr>
          <a:xfrm>
            <a:off x="8389835" y="34184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2" name="Shape 2540"/>
          <p:cNvSpPr/>
          <p:nvPr/>
        </p:nvSpPr>
        <p:spPr>
          <a:xfrm>
            <a:off x="8383685" y="30017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3" name="Shape 2541"/>
          <p:cNvSpPr/>
          <p:nvPr/>
        </p:nvSpPr>
        <p:spPr>
          <a:xfrm>
            <a:off x="8483767" y="28131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4" name="Shape 2542"/>
          <p:cNvSpPr/>
          <p:nvPr/>
        </p:nvSpPr>
        <p:spPr>
          <a:xfrm>
            <a:off x="8386048" y="3313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5" name="Shape 2543"/>
          <p:cNvSpPr/>
          <p:nvPr/>
        </p:nvSpPr>
        <p:spPr>
          <a:xfrm>
            <a:off x="8306443" y="28745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6" name="Shape 2544"/>
          <p:cNvSpPr/>
          <p:nvPr/>
        </p:nvSpPr>
        <p:spPr>
          <a:xfrm>
            <a:off x="8502030" y="27436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7" name="Shape 2545"/>
          <p:cNvSpPr/>
          <p:nvPr/>
        </p:nvSpPr>
        <p:spPr>
          <a:xfrm>
            <a:off x="8165552" y="32591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8" name="Shape 2546"/>
          <p:cNvSpPr/>
          <p:nvPr/>
        </p:nvSpPr>
        <p:spPr>
          <a:xfrm>
            <a:off x="8474774" y="33015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9" name="Shape 2547"/>
          <p:cNvSpPr/>
          <p:nvPr/>
        </p:nvSpPr>
        <p:spPr>
          <a:xfrm>
            <a:off x="8367021" y="2763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0" name="Shape 2548"/>
          <p:cNvSpPr/>
          <p:nvPr/>
        </p:nvSpPr>
        <p:spPr>
          <a:xfrm>
            <a:off x="8335031" y="24383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1" name="Shape 2549"/>
          <p:cNvSpPr/>
          <p:nvPr/>
        </p:nvSpPr>
        <p:spPr>
          <a:xfrm>
            <a:off x="8211817" y="31247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2" name="Shape 2550"/>
          <p:cNvSpPr/>
          <p:nvPr/>
        </p:nvSpPr>
        <p:spPr>
          <a:xfrm>
            <a:off x="8137761" y="31328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3" name="Shape 2551"/>
          <p:cNvSpPr/>
          <p:nvPr/>
        </p:nvSpPr>
        <p:spPr>
          <a:xfrm>
            <a:off x="8489847" y="31450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4" name="Shape 2552"/>
          <p:cNvSpPr/>
          <p:nvPr/>
        </p:nvSpPr>
        <p:spPr>
          <a:xfrm>
            <a:off x="8461915" y="31388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5" name="Shape 2553"/>
          <p:cNvSpPr/>
          <p:nvPr/>
        </p:nvSpPr>
        <p:spPr>
          <a:xfrm>
            <a:off x="8184140" y="31609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6" name="Shape 2554"/>
          <p:cNvSpPr/>
          <p:nvPr/>
        </p:nvSpPr>
        <p:spPr>
          <a:xfrm>
            <a:off x="8156872" y="31423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7" name="Shape 2555"/>
          <p:cNvSpPr/>
          <p:nvPr/>
        </p:nvSpPr>
        <p:spPr>
          <a:xfrm>
            <a:off x="8293843" y="32605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8" name="Shape 2556"/>
          <p:cNvSpPr/>
          <p:nvPr/>
        </p:nvSpPr>
        <p:spPr>
          <a:xfrm>
            <a:off x="8466213" y="23660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9" name="Shape 2557"/>
          <p:cNvSpPr/>
          <p:nvPr/>
        </p:nvSpPr>
        <p:spPr>
          <a:xfrm>
            <a:off x="8143612" y="31268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0" name="Shape 2558"/>
          <p:cNvSpPr/>
          <p:nvPr/>
        </p:nvSpPr>
        <p:spPr>
          <a:xfrm>
            <a:off x="8524613" y="32089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1" name="Shape 2559"/>
          <p:cNvSpPr/>
          <p:nvPr/>
        </p:nvSpPr>
        <p:spPr>
          <a:xfrm>
            <a:off x="8373779" y="2894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2" name="Shape 2560"/>
          <p:cNvSpPr/>
          <p:nvPr/>
        </p:nvSpPr>
        <p:spPr>
          <a:xfrm>
            <a:off x="8369856" y="3104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3" name="Shape 2561"/>
          <p:cNvSpPr/>
          <p:nvPr/>
        </p:nvSpPr>
        <p:spPr>
          <a:xfrm>
            <a:off x="8109247" y="3093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4" name="Shape 2562"/>
          <p:cNvSpPr/>
          <p:nvPr/>
        </p:nvSpPr>
        <p:spPr>
          <a:xfrm>
            <a:off x="8220438" y="33545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5" name="Shape 2563"/>
          <p:cNvSpPr/>
          <p:nvPr/>
        </p:nvSpPr>
        <p:spPr>
          <a:xfrm>
            <a:off x="8277959" y="34003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6" name="Shape 2564"/>
          <p:cNvSpPr/>
          <p:nvPr/>
        </p:nvSpPr>
        <p:spPr>
          <a:xfrm>
            <a:off x="8165318" y="31826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7" name="Shape 2565"/>
          <p:cNvSpPr/>
          <p:nvPr/>
        </p:nvSpPr>
        <p:spPr>
          <a:xfrm>
            <a:off x="8174058" y="31727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8" name="Shape 2566"/>
          <p:cNvSpPr/>
          <p:nvPr/>
        </p:nvSpPr>
        <p:spPr>
          <a:xfrm>
            <a:off x="8192429" y="35273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9" name="Shape 2567"/>
          <p:cNvSpPr/>
          <p:nvPr/>
        </p:nvSpPr>
        <p:spPr>
          <a:xfrm>
            <a:off x="8347182" y="3497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0" name="Shape 2568"/>
          <p:cNvSpPr/>
          <p:nvPr/>
        </p:nvSpPr>
        <p:spPr>
          <a:xfrm>
            <a:off x="8465890" y="34858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1" name="Shape 2569"/>
          <p:cNvSpPr/>
          <p:nvPr/>
        </p:nvSpPr>
        <p:spPr>
          <a:xfrm>
            <a:off x="8290801" y="36599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2" name="Shape 2570"/>
          <p:cNvSpPr/>
          <p:nvPr/>
        </p:nvSpPr>
        <p:spPr>
          <a:xfrm>
            <a:off x="8530799" y="33301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3" name="Shape 2571"/>
          <p:cNvSpPr/>
          <p:nvPr/>
        </p:nvSpPr>
        <p:spPr>
          <a:xfrm>
            <a:off x="8266421" y="2327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4" name="Shape 2572"/>
          <p:cNvSpPr/>
          <p:nvPr/>
        </p:nvSpPr>
        <p:spPr>
          <a:xfrm>
            <a:off x="8399857" y="23885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5" name="Shape 2573"/>
          <p:cNvSpPr/>
          <p:nvPr/>
        </p:nvSpPr>
        <p:spPr>
          <a:xfrm>
            <a:off x="8232701" y="32076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6" name="Shape 2574"/>
          <p:cNvSpPr/>
          <p:nvPr/>
        </p:nvSpPr>
        <p:spPr>
          <a:xfrm>
            <a:off x="8308190" y="33051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7" name="Shape 2575"/>
          <p:cNvSpPr/>
          <p:nvPr/>
        </p:nvSpPr>
        <p:spPr>
          <a:xfrm>
            <a:off x="8206228" y="32887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8" name="Shape 2576"/>
          <p:cNvSpPr/>
          <p:nvPr/>
        </p:nvSpPr>
        <p:spPr>
          <a:xfrm>
            <a:off x="8108743" y="24407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9" name="Shape 2577"/>
          <p:cNvSpPr/>
          <p:nvPr/>
        </p:nvSpPr>
        <p:spPr>
          <a:xfrm>
            <a:off x="8472128" y="22776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0" name="Shape 2578"/>
          <p:cNvSpPr/>
          <p:nvPr/>
        </p:nvSpPr>
        <p:spPr>
          <a:xfrm>
            <a:off x="8227173" y="27481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1" name="Shape 2579"/>
          <p:cNvSpPr/>
          <p:nvPr/>
        </p:nvSpPr>
        <p:spPr>
          <a:xfrm>
            <a:off x="8275014" y="24771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2" name="Shape 2580"/>
          <p:cNvSpPr/>
          <p:nvPr/>
        </p:nvSpPr>
        <p:spPr>
          <a:xfrm>
            <a:off x="8534639" y="27017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3" name="Shape 2581"/>
          <p:cNvSpPr/>
          <p:nvPr/>
        </p:nvSpPr>
        <p:spPr>
          <a:xfrm>
            <a:off x="8383709" y="2938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4" name="Shape 2582"/>
          <p:cNvSpPr/>
          <p:nvPr/>
        </p:nvSpPr>
        <p:spPr>
          <a:xfrm>
            <a:off x="8455467" y="29217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5" name="Shape 2583"/>
          <p:cNvSpPr/>
          <p:nvPr/>
        </p:nvSpPr>
        <p:spPr>
          <a:xfrm>
            <a:off x="8384640" y="32657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6" name="Shape 2584"/>
          <p:cNvSpPr/>
          <p:nvPr/>
        </p:nvSpPr>
        <p:spPr>
          <a:xfrm>
            <a:off x="8173816" y="27275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7" name="Shape 2585"/>
          <p:cNvSpPr/>
          <p:nvPr/>
        </p:nvSpPr>
        <p:spPr>
          <a:xfrm>
            <a:off x="8395078" y="29581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8" name="Shape 2586"/>
          <p:cNvSpPr/>
          <p:nvPr/>
        </p:nvSpPr>
        <p:spPr>
          <a:xfrm>
            <a:off x="8263004" y="26865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9" name="Shape 2587"/>
          <p:cNvSpPr/>
          <p:nvPr/>
        </p:nvSpPr>
        <p:spPr>
          <a:xfrm>
            <a:off x="8219449" y="26992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0" name="Shape 2588"/>
          <p:cNvSpPr/>
          <p:nvPr/>
        </p:nvSpPr>
        <p:spPr>
          <a:xfrm>
            <a:off x="8411567" y="3273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1" name="Shape 2589"/>
          <p:cNvSpPr/>
          <p:nvPr/>
        </p:nvSpPr>
        <p:spPr>
          <a:xfrm>
            <a:off x="8369983" y="38432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2" name="Shape 2590"/>
          <p:cNvSpPr/>
          <p:nvPr/>
        </p:nvSpPr>
        <p:spPr>
          <a:xfrm>
            <a:off x="8165311" y="30333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3" name="Shape 2591"/>
          <p:cNvSpPr/>
          <p:nvPr/>
        </p:nvSpPr>
        <p:spPr>
          <a:xfrm>
            <a:off x="8234525" y="30109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4" name="Shape 2592"/>
          <p:cNvSpPr/>
          <p:nvPr/>
        </p:nvSpPr>
        <p:spPr>
          <a:xfrm>
            <a:off x="8193803" y="28712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5" name="Shape 2593"/>
          <p:cNvSpPr/>
          <p:nvPr/>
        </p:nvSpPr>
        <p:spPr>
          <a:xfrm>
            <a:off x="8411973" y="2801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6" name="Shape 2594"/>
          <p:cNvSpPr/>
          <p:nvPr/>
        </p:nvSpPr>
        <p:spPr>
          <a:xfrm>
            <a:off x="8329591" y="29279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7" name="Shape 2595"/>
          <p:cNvSpPr/>
          <p:nvPr/>
        </p:nvSpPr>
        <p:spPr>
          <a:xfrm>
            <a:off x="8204458" y="31177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8" name="Shape 2596"/>
          <p:cNvSpPr/>
          <p:nvPr/>
        </p:nvSpPr>
        <p:spPr>
          <a:xfrm>
            <a:off x="8361673" y="35607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9" name="Shape 2597"/>
          <p:cNvSpPr/>
          <p:nvPr/>
        </p:nvSpPr>
        <p:spPr>
          <a:xfrm>
            <a:off x="8166603" y="34565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0" name="Shape 2598"/>
          <p:cNvSpPr/>
          <p:nvPr/>
        </p:nvSpPr>
        <p:spPr>
          <a:xfrm>
            <a:off x="8357593" y="35666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1" name="Shape 2599"/>
          <p:cNvSpPr/>
          <p:nvPr/>
        </p:nvSpPr>
        <p:spPr>
          <a:xfrm>
            <a:off x="8336238" y="35355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2" name="Shape 2600"/>
          <p:cNvSpPr/>
          <p:nvPr/>
        </p:nvSpPr>
        <p:spPr>
          <a:xfrm>
            <a:off x="8333002" y="28918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3" name="Shape 2601"/>
          <p:cNvSpPr/>
          <p:nvPr/>
        </p:nvSpPr>
        <p:spPr>
          <a:xfrm>
            <a:off x="8159443" y="29097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4" name="Shape 2602"/>
          <p:cNvSpPr/>
          <p:nvPr/>
        </p:nvSpPr>
        <p:spPr>
          <a:xfrm>
            <a:off x="8390070" y="28499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5" name="Shape 2603"/>
          <p:cNvSpPr/>
          <p:nvPr/>
        </p:nvSpPr>
        <p:spPr>
          <a:xfrm>
            <a:off x="8184350" y="3023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6" name="Shape 2604"/>
          <p:cNvSpPr/>
          <p:nvPr/>
        </p:nvSpPr>
        <p:spPr>
          <a:xfrm>
            <a:off x="8517851" y="28930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7" name="Shape 2605"/>
          <p:cNvSpPr/>
          <p:nvPr/>
        </p:nvSpPr>
        <p:spPr>
          <a:xfrm>
            <a:off x="8188588" y="29819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8" name="Shape 2606"/>
          <p:cNvSpPr/>
          <p:nvPr/>
        </p:nvSpPr>
        <p:spPr>
          <a:xfrm>
            <a:off x="8428166" y="30809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9" name="Shape 2607"/>
          <p:cNvSpPr/>
          <p:nvPr/>
        </p:nvSpPr>
        <p:spPr>
          <a:xfrm>
            <a:off x="8438935" y="29121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0" name="Shape 2608"/>
          <p:cNvSpPr/>
          <p:nvPr/>
        </p:nvSpPr>
        <p:spPr>
          <a:xfrm>
            <a:off x="8410219" y="29040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1" name="Shape 2609"/>
          <p:cNvSpPr/>
          <p:nvPr/>
        </p:nvSpPr>
        <p:spPr>
          <a:xfrm>
            <a:off x="8128323" y="33180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2" name="Shape 2610"/>
          <p:cNvSpPr/>
          <p:nvPr/>
        </p:nvSpPr>
        <p:spPr>
          <a:xfrm>
            <a:off x="8284611" y="32540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3" name="Shape 2611"/>
          <p:cNvSpPr/>
          <p:nvPr/>
        </p:nvSpPr>
        <p:spPr>
          <a:xfrm>
            <a:off x="8368643" y="31850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4" name="Shape 2612"/>
          <p:cNvSpPr/>
          <p:nvPr/>
        </p:nvSpPr>
        <p:spPr>
          <a:xfrm>
            <a:off x="8355952" y="30514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5" name="Shape 2613"/>
          <p:cNvSpPr/>
          <p:nvPr/>
        </p:nvSpPr>
        <p:spPr>
          <a:xfrm>
            <a:off x="8424335" y="32863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6" name="Shape 2614"/>
          <p:cNvSpPr/>
          <p:nvPr/>
        </p:nvSpPr>
        <p:spPr>
          <a:xfrm>
            <a:off x="8161317" y="29809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7" name="Shape 2615"/>
          <p:cNvSpPr/>
          <p:nvPr/>
        </p:nvSpPr>
        <p:spPr>
          <a:xfrm>
            <a:off x="8342085" y="29739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8" name="Shape 2616"/>
          <p:cNvSpPr/>
          <p:nvPr/>
        </p:nvSpPr>
        <p:spPr>
          <a:xfrm>
            <a:off x="8115454" y="29481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9" name="Shape 2617"/>
          <p:cNvSpPr/>
          <p:nvPr/>
        </p:nvSpPr>
        <p:spPr>
          <a:xfrm>
            <a:off x="8521113" y="32064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0" name="Shape 2618"/>
          <p:cNvSpPr/>
          <p:nvPr/>
        </p:nvSpPr>
        <p:spPr>
          <a:xfrm>
            <a:off x="8248985" y="32513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1" name="Shape 2619"/>
          <p:cNvSpPr/>
          <p:nvPr/>
        </p:nvSpPr>
        <p:spPr>
          <a:xfrm>
            <a:off x="8295350" y="29999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2" name="Shape 2620"/>
          <p:cNvSpPr/>
          <p:nvPr/>
        </p:nvSpPr>
        <p:spPr>
          <a:xfrm>
            <a:off x="8381436" y="3006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3" name="Shape 2621"/>
          <p:cNvSpPr/>
          <p:nvPr/>
        </p:nvSpPr>
        <p:spPr>
          <a:xfrm>
            <a:off x="8279489" y="29923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4" name="Shape 2622"/>
          <p:cNvSpPr/>
          <p:nvPr/>
        </p:nvSpPr>
        <p:spPr>
          <a:xfrm>
            <a:off x="8145881" y="29731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5" name="Shape 2623"/>
          <p:cNvSpPr/>
          <p:nvPr/>
        </p:nvSpPr>
        <p:spPr>
          <a:xfrm>
            <a:off x="8451486" y="31756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6" name="Shape 2624"/>
          <p:cNvSpPr/>
          <p:nvPr/>
        </p:nvSpPr>
        <p:spPr>
          <a:xfrm>
            <a:off x="8518063" y="2867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7" name="Shape 2625"/>
          <p:cNvSpPr/>
          <p:nvPr/>
        </p:nvSpPr>
        <p:spPr>
          <a:xfrm>
            <a:off x="8147883" y="30350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8" name="Shape 2626"/>
          <p:cNvSpPr/>
          <p:nvPr/>
        </p:nvSpPr>
        <p:spPr>
          <a:xfrm>
            <a:off x="8282709" y="29327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9" name="Shape 2627"/>
          <p:cNvSpPr/>
          <p:nvPr/>
        </p:nvSpPr>
        <p:spPr>
          <a:xfrm>
            <a:off x="8459302" y="24934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0" name="Shape 2628"/>
          <p:cNvSpPr/>
          <p:nvPr/>
        </p:nvSpPr>
        <p:spPr>
          <a:xfrm>
            <a:off x="8503072" y="30762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1" name="Shape 2629"/>
          <p:cNvSpPr/>
          <p:nvPr/>
        </p:nvSpPr>
        <p:spPr>
          <a:xfrm>
            <a:off x="8274897" y="29902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2" name="Shape 2630"/>
          <p:cNvSpPr/>
          <p:nvPr/>
        </p:nvSpPr>
        <p:spPr>
          <a:xfrm>
            <a:off x="8291226" y="2465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3" name="Shape 2631"/>
          <p:cNvSpPr/>
          <p:nvPr/>
        </p:nvSpPr>
        <p:spPr>
          <a:xfrm>
            <a:off x="8237899" y="34923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4" name="Shape 2632"/>
          <p:cNvSpPr/>
          <p:nvPr/>
        </p:nvSpPr>
        <p:spPr>
          <a:xfrm>
            <a:off x="8172488" y="3501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5" name="Shape 2633"/>
          <p:cNvSpPr/>
          <p:nvPr/>
        </p:nvSpPr>
        <p:spPr>
          <a:xfrm>
            <a:off x="8258387" y="35203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6" name="Shape 2634"/>
          <p:cNvSpPr/>
          <p:nvPr/>
        </p:nvSpPr>
        <p:spPr>
          <a:xfrm>
            <a:off x="8335923" y="3231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7" name="Shape 2635"/>
          <p:cNvSpPr/>
          <p:nvPr/>
        </p:nvSpPr>
        <p:spPr>
          <a:xfrm>
            <a:off x="8332080" y="35174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8" name="Shape 2636"/>
          <p:cNvSpPr/>
          <p:nvPr/>
        </p:nvSpPr>
        <p:spPr>
          <a:xfrm>
            <a:off x="8379189" y="31127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9" name="Shape 2637"/>
          <p:cNvSpPr/>
          <p:nvPr/>
        </p:nvSpPr>
        <p:spPr>
          <a:xfrm>
            <a:off x="8152849" y="33796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0" name="Shape 2638"/>
          <p:cNvSpPr/>
          <p:nvPr/>
        </p:nvSpPr>
        <p:spPr>
          <a:xfrm>
            <a:off x="8340558" y="33707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1" name="Shape 2639"/>
          <p:cNvSpPr/>
          <p:nvPr/>
        </p:nvSpPr>
        <p:spPr>
          <a:xfrm>
            <a:off x="8421056" y="34783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2" name="Shape 2640"/>
          <p:cNvSpPr/>
          <p:nvPr/>
        </p:nvSpPr>
        <p:spPr>
          <a:xfrm>
            <a:off x="8133443" y="33156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3" name="Shape 2641"/>
          <p:cNvSpPr/>
          <p:nvPr/>
        </p:nvSpPr>
        <p:spPr>
          <a:xfrm>
            <a:off x="8435233" y="29223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4" name="Shape 2642"/>
          <p:cNvSpPr/>
          <p:nvPr/>
        </p:nvSpPr>
        <p:spPr>
          <a:xfrm>
            <a:off x="8477012" y="3000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5" name="Shape 2643"/>
          <p:cNvSpPr/>
          <p:nvPr/>
        </p:nvSpPr>
        <p:spPr>
          <a:xfrm>
            <a:off x="8309782" y="30494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6" name="Shape 2644"/>
          <p:cNvSpPr/>
          <p:nvPr/>
        </p:nvSpPr>
        <p:spPr>
          <a:xfrm>
            <a:off x="8163131" y="31431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7" name="Shape 2645"/>
          <p:cNvSpPr/>
          <p:nvPr/>
        </p:nvSpPr>
        <p:spPr>
          <a:xfrm>
            <a:off x="8494657" y="31357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8" name="Shape 2646"/>
          <p:cNvSpPr/>
          <p:nvPr/>
        </p:nvSpPr>
        <p:spPr>
          <a:xfrm>
            <a:off x="8402049" y="33992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9" name="Shape 2647"/>
          <p:cNvSpPr/>
          <p:nvPr/>
        </p:nvSpPr>
        <p:spPr>
          <a:xfrm>
            <a:off x="8360184" y="2991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0" name="Shape 2648"/>
          <p:cNvSpPr/>
          <p:nvPr/>
        </p:nvSpPr>
        <p:spPr>
          <a:xfrm>
            <a:off x="8411555" y="3441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1" name="Shape 2649"/>
          <p:cNvSpPr/>
          <p:nvPr/>
        </p:nvSpPr>
        <p:spPr>
          <a:xfrm>
            <a:off x="8310690" y="24622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2" name="Shape 2650"/>
          <p:cNvSpPr/>
          <p:nvPr/>
        </p:nvSpPr>
        <p:spPr>
          <a:xfrm>
            <a:off x="8374066" y="34301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3" name="Shape 2651"/>
          <p:cNvSpPr/>
          <p:nvPr/>
        </p:nvSpPr>
        <p:spPr>
          <a:xfrm>
            <a:off x="8165016" y="2462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4" name="Shape 2652"/>
          <p:cNvSpPr/>
          <p:nvPr/>
        </p:nvSpPr>
        <p:spPr>
          <a:xfrm>
            <a:off x="8238194" y="3189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5" name="Shape 2653"/>
          <p:cNvSpPr/>
          <p:nvPr/>
        </p:nvSpPr>
        <p:spPr>
          <a:xfrm>
            <a:off x="8110399" y="1536700"/>
            <a:ext cx="76200" cy="63500"/>
          </a:xfrm>
          <a:prstGeom prst="triangle">
            <a:avLst/>
          </a:prstGeom>
          <a:solidFill>
            <a:srgbClr val="5879BD">
              <a:alpha val="82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6" name="Shape 2654"/>
          <p:cNvSpPr/>
          <p:nvPr/>
        </p:nvSpPr>
        <p:spPr>
          <a:xfrm>
            <a:off x="8409239" y="35226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7" name="Shape 2655"/>
          <p:cNvSpPr/>
          <p:nvPr/>
        </p:nvSpPr>
        <p:spPr>
          <a:xfrm>
            <a:off x="8482481" y="34300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8" name="Shape 2656"/>
          <p:cNvSpPr/>
          <p:nvPr/>
        </p:nvSpPr>
        <p:spPr>
          <a:xfrm>
            <a:off x="8466689" y="24540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9" name="Shape 2657"/>
          <p:cNvSpPr/>
          <p:nvPr/>
        </p:nvSpPr>
        <p:spPr>
          <a:xfrm>
            <a:off x="8176259" y="24578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0" name="Shape 2658"/>
          <p:cNvSpPr/>
          <p:nvPr/>
        </p:nvSpPr>
        <p:spPr>
          <a:xfrm>
            <a:off x="8242410" y="24570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1" name="Shape 2659"/>
          <p:cNvSpPr/>
          <p:nvPr/>
        </p:nvSpPr>
        <p:spPr>
          <a:xfrm>
            <a:off x="8233959" y="26328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2" name="Shape 2660"/>
          <p:cNvSpPr/>
          <p:nvPr/>
        </p:nvSpPr>
        <p:spPr>
          <a:xfrm>
            <a:off x="8228067" y="27374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3" name="Shape 2661"/>
          <p:cNvSpPr/>
          <p:nvPr/>
        </p:nvSpPr>
        <p:spPr>
          <a:xfrm>
            <a:off x="8429589" y="27001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4" name="Shape 2662"/>
          <p:cNvSpPr/>
          <p:nvPr/>
        </p:nvSpPr>
        <p:spPr>
          <a:xfrm>
            <a:off x="8416510" y="28728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5" name="Shape 2663"/>
          <p:cNvSpPr/>
          <p:nvPr/>
        </p:nvSpPr>
        <p:spPr>
          <a:xfrm>
            <a:off x="8496560" y="25200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6" name="Shape 2664"/>
          <p:cNvSpPr/>
          <p:nvPr/>
        </p:nvSpPr>
        <p:spPr>
          <a:xfrm>
            <a:off x="8354286" y="2744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7" name="Shape 2665"/>
          <p:cNvSpPr/>
          <p:nvPr/>
        </p:nvSpPr>
        <p:spPr>
          <a:xfrm>
            <a:off x="8515373" y="27357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8" name="Shape 2666"/>
          <p:cNvSpPr/>
          <p:nvPr/>
        </p:nvSpPr>
        <p:spPr>
          <a:xfrm>
            <a:off x="8267643" y="24805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9" name="Shape 2667"/>
          <p:cNvSpPr/>
          <p:nvPr/>
        </p:nvSpPr>
        <p:spPr>
          <a:xfrm>
            <a:off x="8292713" y="2300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0" name="Shape 2668"/>
          <p:cNvSpPr/>
          <p:nvPr/>
        </p:nvSpPr>
        <p:spPr>
          <a:xfrm>
            <a:off x="8301092" y="2288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1" name="Shape 2669"/>
          <p:cNvSpPr/>
          <p:nvPr/>
        </p:nvSpPr>
        <p:spPr>
          <a:xfrm>
            <a:off x="8305134" y="25743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2" name="Shape 2670"/>
          <p:cNvSpPr/>
          <p:nvPr/>
        </p:nvSpPr>
        <p:spPr>
          <a:xfrm>
            <a:off x="8253400" y="26208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3" name="Shape 2671"/>
          <p:cNvSpPr/>
          <p:nvPr/>
        </p:nvSpPr>
        <p:spPr>
          <a:xfrm>
            <a:off x="8195396" y="26158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4" name="Shape 2672"/>
          <p:cNvSpPr/>
          <p:nvPr/>
        </p:nvSpPr>
        <p:spPr>
          <a:xfrm>
            <a:off x="8285474" y="26698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5" name="Shape 2673"/>
          <p:cNvSpPr/>
          <p:nvPr/>
        </p:nvSpPr>
        <p:spPr>
          <a:xfrm>
            <a:off x="8433386" y="27480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6" name="Shape 2674"/>
          <p:cNvSpPr/>
          <p:nvPr/>
        </p:nvSpPr>
        <p:spPr>
          <a:xfrm>
            <a:off x="8213399" y="31518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7" name="Shape 2675"/>
          <p:cNvSpPr/>
          <p:nvPr/>
        </p:nvSpPr>
        <p:spPr>
          <a:xfrm>
            <a:off x="8431261" y="2781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8" name="Shape 2676"/>
          <p:cNvSpPr/>
          <p:nvPr/>
        </p:nvSpPr>
        <p:spPr>
          <a:xfrm>
            <a:off x="8315600" y="25540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9" name="Shape 2677"/>
          <p:cNvSpPr/>
          <p:nvPr/>
        </p:nvSpPr>
        <p:spPr>
          <a:xfrm>
            <a:off x="8345113" y="26822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0" name="Shape 2678"/>
          <p:cNvSpPr/>
          <p:nvPr/>
        </p:nvSpPr>
        <p:spPr>
          <a:xfrm>
            <a:off x="8537353" y="3220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1" name="Shape 2679"/>
          <p:cNvSpPr/>
          <p:nvPr/>
        </p:nvSpPr>
        <p:spPr>
          <a:xfrm>
            <a:off x="8393645" y="35301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2" name="Shape 2680"/>
          <p:cNvSpPr/>
          <p:nvPr/>
        </p:nvSpPr>
        <p:spPr>
          <a:xfrm>
            <a:off x="8373694" y="31927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3" name="Shape 2681"/>
          <p:cNvSpPr/>
          <p:nvPr/>
        </p:nvSpPr>
        <p:spPr>
          <a:xfrm>
            <a:off x="8461145" y="32015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4" name="Shape 2682"/>
          <p:cNvSpPr/>
          <p:nvPr/>
        </p:nvSpPr>
        <p:spPr>
          <a:xfrm>
            <a:off x="8280175" y="3429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5" name="Shape 2683"/>
          <p:cNvSpPr/>
          <p:nvPr/>
        </p:nvSpPr>
        <p:spPr>
          <a:xfrm>
            <a:off x="8356536" y="3161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6" name="Shape 2684"/>
          <p:cNvSpPr/>
          <p:nvPr/>
        </p:nvSpPr>
        <p:spPr>
          <a:xfrm>
            <a:off x="8146577" y="31977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7" name="Shape 2685"/>
          <p:cNvSpPr/>
          <p:nvPr/>
        </p:nvSpPr>
        <p:spPr>
          <a:xfrm>
            <a:off x="8368815" y="30891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8" name="Shape 2686"/>
          <p:cNvSpPr/>
          <p:nvPr/>
        </p:nvSpPr>
        <p:spPr>
          <a:xfrm>
            <a:off x="8466142" y="3631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9" name="Shape 2687"/>
          <p:cNvSpPr/>
          <p:nvPr/>
        </p:nvSpPr>
        <p:spPr>
          <a:xfrm>
            <a:off x="8413461" y="34100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0" name="Shape 2688"/>
          <p:cNvSpPr/>
          <p:nvPr/>
        </p:nvSpPr>
        <p:spPr>
          <a:xfrm>
            <a:off x="8426875" y="35475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1" name="Shape 2689"/>
          <p:cNvSpPr/>
          <p:nvPr/>
        </p:nvSpPr>
        <p:spPr>
          <a:xfrm>
            <a:off x="8419187" y="35385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2" name="Shape 2690"/>
          <p:cNvSpPr/>
          <p:nvPr/>
        </p:nvSpPr>
        <p:spPr>
          <a:xfrm>
            <a:off x="8131084" y="2412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3" name="Shape 2691"/>
          <p:cNvSpPr/>
          <p:nvPr/>
        </p:nvSpPr>
        <p:spPr>
          <a:xfrm>
            <a:off x="8234040" y="30392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4" name="Shape 2692"/>
          <p:cNvSpPr/>
          <p:nvPr/>
        </p:nvSpPr>
        <p:spPr>
          <a:xfrm>
            <a:off x="8506626" y="24163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5" name="Shape 2693"/>
          <p:cNvSpPr/>
          <p:nvPr/>
        </p:nvSpPr>
        <p:spPr>
          <a:xfrm>
            <a:off x="8351956" y="31956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6" name="Shape 2694"/>
          <p:cNvSpPr/>
          <p:nvPr/>
        </p:nvSpPr>
        <p:spPr>
          <a:xfrm>
            <a:off x="8458522" y="24074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7" name="Shape 2695"/>
          <p:cNvSpPr/>
          <p:nvPr/>
        </p:nvSpPr>
        <p:spPr>
          <a:xfrm>
            <a:off x="8234475" y="31788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8" name="Shape 2696"/>
          <p:cNvSpPr/>
          <p:nvPr/>
        </p:nvSpPr>
        <p:spPr>
          <a:xfrm>
            <a:off x="8474440" y="24259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9" name="Shape 2697"/>
          <p:cNvSpPr/>
          <p:nvPr/>
        </p:nvSpPr>
        <p:spPr>
          <a:xfrm>
            <a:off x="8435023" y="24055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0" name="Shape 2698"/>
          <p:cNvSpPr/>
          <p:nvPr/>
        </p:nvSpPr>
        <p:spPr>
          <a:xfrm>
            <a:off x="8499933" y="24081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1" name="Shape 2699"/>
          <p:cNvSpPr/>
          <p:nvPr/>
        </p:nvSpPr>
        <p:spPr>
          <a:xfrm>
            <a:off x="8171111" y="31642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2" name="Shape 2700"/>
          <p:cNvSpPr/>
          <p:nvPr/>
        </p:nvSpPr>
        <p:spPr>
          <a:xfrm>
            <a:off x="8537431" y="2408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3" name="Shape 2701"/>
          <p:cNvSpPr/>
          <p:nvPr/>
        </p:nvSpPr>
        <p:spPr>
          <a:xfrm>
            <a:off x="8373349" y="31120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4" name="Shape 2702"/>
          <p:cNvSpPr/>
          <p:nvPr/>
        </p:nvSpPr>
        <p:spPr>
          <a:xfrm>
            <a:off x="8516988" y="32809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5" name="Shape 2703"/>
          <p:cNvSpPr/>
          <p:nvPr/>
        </p:nvSpPr>
        <p:spPr>
          <a:xfrm>
            <a:off x="8462861" y="2400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6" name="Shape 2704"/>
          <p:cNvSpPr/>
          <p:nvPr/>
        </p:nvSpPr>
        <p:spPr>
          <a:xfrm>
            <a:off x="8149530" y="3325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7" name="Shape 2705"/>
          <p:cNvSpPr/>
          <p:nvPr/>
        </p:nvSpPr>
        <p:spPr>
          <a:xfrm>
            <a:off x="8362461" y="3295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8" name="Shape 2706"/>
          <p:cNvSpPr/>
          <p:nvPr/>
        </p:nvSpPr>
        <p:spPr>
          <a:xfrm>
            <a:off x="8194639" y="32023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9" name="Shape 2707"/>
          <p:cNvSpPr/>
          <p:nvPr/>
        </p:nvSpPr>
        <p:spPr>
          <a:xfrm>
            <a:off x="8229852" y="34248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0" name="Shape 2708"/>
          <p:cNvSpPr/>
          <p:nvPr/>
        </p:nvSpPr>
        <p:spPr>
          <a:xfrm>
            <a:off x="8507765" y="35572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1" name="Shape 2709"/>
          <p:cNvSpPr/>
          <p:nvPr/>
        </p:nvSpPr>
        <p:spPr>
          <a:xfrm>
            <a:off x="8152917" y="32738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2" name="Shape 2710"/>
          <p:cNvSpPr/>
          <p:nvPr/>
        </p:nvSpPr>
        <p:spPr>
          <a:xfrm>
            <a:off x="8525582" y="31154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3" name="Shape 2711"/>
          <p:cNvSpPr/>
          <p:nvPr/>
        </p:nvSpPr>
        <p:spPr>
          <a:xfrm>
            <a:off x="8169538" y="3111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4" name="Shape 2712"/>
          <p:cNvSpPr/>
          <p:nvPr/>
        </p:nvSpPr>
        <p:spPr>
          <a:xfrm>
            <a:off x="8297431" y="24643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5" name="Shape 2713"/>
          <p:cNvSpPr/>
          <p:nvPr/>
        </p:nvSpPr>
        <p:spPr>
          <a:xfrm>
            <a:off x="8405372" y="31314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6" name="Shape 2714"/>
          <p:cNvSpPr/>
          <p:nvPr/>
        </p:nvSpPr>
        <p:spPr>
          <a:xfrm>
            <a:off x="8412626" y="32503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7" name="Shape 2715"/>
          <p:cNvSpPr/>
          <p:nvPr/>
        </p:nvSpPr>
        <p:spPr>
          <a:xfrm>
            <a:off x="8119104" y="34500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8" name="Shape 2716"/>
          <p:cNvSpPr/>
          <p:nvPr/>
        </p:nvSpPr>
        <p:spPr>
          <a:xfrm>
            <a:off x="8283076" y="34840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9" name="Shape 2717"/>
          <p:cNvSpPr/>
          <p:nvPr/>
        </p:nvSpPr>
        <p:spPr>
          <a:xfrm>
            <a:off x="8447112" y="35133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0" name="Shape 2718"/>
          <p:cNvSpPr/>
          <p:nvPr/>
        </p:nvSpPr>
        <p:spPr>
          <a:xfrm>
            <a:off x="8124156" y="34497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1" name="Shape 2719"/>
          <p:cNvSpPr/>
          <p:nvPr/>
        </p:nvSpPr>
        <p:spPr>
          <a:xfrm>
            <a:off x="8491360" y="34944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2" name="Shape 2720"/>
          <p:cNvSpPr/>
          <p:nvPr/>
        </p:nvSpPr>
        <p:spPr>
          <a:xfrm>
            <a:off x="8405584" y="35578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3" name="Shape 2721"/>
          <p:cNvSpPr/>
          <p:nvPr/>
        </p:nvSpPr>
        <p:spPr>
          <a:xfrm>
            <a:off x="8199595" y="34498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4" name="Shape 2722"/>
          <p:cNvSpPr/>
          <p:nvPr/>
        </p:nvSpPr>
        <p:spPr>
          <a:xfrm>
            <a:off x="8299032" y="3556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5" name="Shape 2723"/>
          <p:cNvSpPr/>
          <p:nvPr/>
        </p:nvSpPr>
        <p:spPr>
          <a:xfrm>
            <a:off x="8218593" y="26286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6" name="Shape 2724"/>
          <p:cNvSpPr/>
          <p:nvPr/>
        </p:nvSpPr>
        <p:spPr>
          <a:xfrm>
            <a:off x="8432637" y="26235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7" name="Shape 2725"/>
          <p:cNvSpPr/>
          <p:nvPr/>
        </p:nvSpPr>
        <p:spPr>
          <a:xfrm>
            <a:off x="8411580" y="36362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8" name="Shape 2726"/>
          <p:cNvSpPr/>
          <p:nvPr/>
        </p:nvSpPr>
        <p:spPr>
          <a:xfrm>
            <a:off x="8172552" y="35166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9" name="Shape 2727"/>
          <p:cNvSpPr/>
          <p:nvPr/>
        </p:nvSpPr>
        <p:spPr>
          <a:xfrm>
            <a:off x="8197553" y="29433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0" name="Shape 2728"/>
          <p:cNvSpPr/>
          <p:nvPr/>
        </p:nvSpPr>
        <p:spPr>
          <a:xfrm>
            <a:off x="8318840" y="33606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1" name="Shape 2729"/>
          <p:cNvSpPr/>
          <p:nvPr/>
        </p:nvSpPr>
        <p:spPr>
          <a:xfrm>
            <a:off x="8317058" y="31561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2" name="Shape 2730"/>
          <p:cNvSpPr/>
          <p:nvPr/>
        </p:nvSpPr>
        <p:spPr>
          <a:xfrm>
            <a:off x="8342573" y="31782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3" name="Shape 2731"/>
          <p:cNvSpPr/>
          <p:nvPr/>
        </p:nvSpPr>
        <p:spPr>
          <a:xfrm>
            <a:off x="8144578" y="31185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4" name="Shape 2732"/>
          <p:cNvSpPr/>
          <p:nvPr/>
        </p:nvSpPr>
        <p:spPr>
          <a:xfrm>
            <a:off x="8116747" y="32237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5" name="Shape 2733"/>
          <p:cNvSpPr/>
          <p:nvPr/>
        </p:nvSpPr>
        <p:spPr>
          <a:xfrm>
            <a:off x="8232723" y="31034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6" name="Shape 2734"/>
          <p:cNvSpPr/>
          <p:nvPr/>
        </p:nvSpPr>
        <p:spPr>
          <a:xfrm>
            <a:off x="8275774" y="23149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7" name="Shape 2735"/>
          <p:cNvSpPr/>
          <p:nvPr/>
        </p:nvSpPr>
        <p:spPr>
          <a:xfrm>
            <a:off x="8324789" y="3185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8" name="Shape 2736"/>
          <p:cNvSpPr/>
          <p:nvPr/>
        </p:nvSpPr>
        <p:spPr>
          <a:xfrm>
            <a:off x="8436137" y="31941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9" name="Shape 2737"/>
          <p:cNvSpPr/>
          <p:nvPr/>
        </p:nvSpPr>
        <p:spPr>
          <a:xfrm>
            <a:off x="8343900" y="2429911"/>
            <a:ext cx="0" cy="1119197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2740" name="Shape 2738"/>
          <p:cNvSpPr/>
          <p:nvPr/>
        </p:nvSpPr>
        <p:spPr>
          <a:xfrm>
            <a:off x="8229600" y="3549108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2741" name="Shape 2739"/>
          <p:cNvSpPr/>
          <p:nvPr/>
        </p:nvSpPr>
        <p:spPr>
          <a:xfrm>
            <a:off x="8229600" y="2429911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2742" name="Shape 2740"/>
          <p:cNvSpPr/>
          <p:nvPr/>
        </p:nvSpPr>
        <p:spPr>
          <a:xfrm>
            <a:off x="8178800" y="2930060"/>
            <a:ext cx="330200" cy="406533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2743" name="Shape 2741"/>
          <p:cNvSpPr/>
          <p:nvPr/>
        </p:nvSpPr>
        <p:spPr>
          <a:xfrm>
            <a:off x="8178800" y="3153987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2744" name="Shape 2742"/>
          <p:cNvSpPr/>
          <p:nvPr/>
        </p:nvSpPr>
        <p:spPr>
          <a:xfrm>
            <a:off x="8013700" y="41402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745" name="Text 2743"/>
          <p:cNvSpPr/>
          <p:nvPr/>
        </p:nvSpPr>
        <p:spPr>
          <a:xfrm>
            <a:off x="6934200" y="42481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PocketXMol-official</a:t>
            </a:r>
          </a:p>
        </p:txBody>
      </p:sp>
      <p:sp>
        <p:nvSpPr>
          <p:cNvPr id="2746" name="Shape 2744"/>
          <p:cNvSpPr/>
          <p:nvPr/>
        </p:nvSpPr>
        <p:spPr>
          <a:xfrm>
            <a:off x="10094992" y="34756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47" name="Shape 2745"/>
          <p:cNvSpPr/>
          <p:nvPr/>
        </p:nvSpPr>
        <p:spPr>
          <a:xfrm>
            <a:off x="10052044" y="3541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48" name="Shape 2746"/>
          <p:cNvSpPr/>
          <p:nvPr/>
        </p:nvSpPr>
        <p:spPr>
          <a:xfrm>
            <a:off x="9804058" y="3492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49" name="Shape 2747"/>
          <p:cNvSpPr/>
          <p:nvPr/>
        </p:nvSpPr>
        <p:spPr>
          <a:xfrm>
            <a:off x="10021974" y="32287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0" name="Shape 2748"/>
          <p:cNvSpPr/>
          <p:nvPr/>
        </p:nvSpPr>
        <p:spPr>
          <a:xfrm>
            <a:off x="9686840" y="34868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1" name="Shape 2749"/>
          <p:cNvSpPr/>
          <p:nvPr/>
        </p:nvSpPr>
        <p:spPr>
          <a:xfrm>
            <a:off x="9885656" y="34542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2" name="Shape 2750"/>
          <p:cNvSpPr/>
          <p:nvPr/>
        </p:nvSpPr>
        <p:spPr>
          <a:xfrm>
            <a:off x="9855548" y="32591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3" name="Shape 2751"/>
          <p:cNvSpPr/>
          <p:nvPr/>
        </p:nvSpPr>
        <p:spPr>
          <a:xfrm>
            <a:off x="9910525" y="3380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4" name="Shape 2752"/>
          <p:cNvSpPr/>
          <p:nvPr/>
        </p:nvSpPr>
        <p:spPr>
          <a:xfrm>
            <a:off x="9889688" y="32717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5" name="Shape 2753"/>
          <p:cNvSpPr/>
          <p:nvPr/>
        </p:nvSpPr>
        <p:spPr>
          <a:xfrm>
            <a:off x="10099566" y="33413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6" name="Shape 2754"/>
          <p:cNvSpPr/>
          <p:nvPr/>
        </p:nvSpPr>
        <p:spPr>
          <a:xfrm>
            <a:off x="9900670" y="32473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7" name="Shape 2755"/>
          <p:cNvSpPr/>
          <p:nvPr/>
        </p:nvSpPr>
        <p:spPr>
          <a:xfrm>
            <a:off x="10045217" y="3391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8" name="Shape 2756"/>
          <p:cNvSpPr/>
          <p:nvPr/>
        </p:nvSpPr>
        <p:spPr>
          <a:xfrm>
            <a:off x="9886613" y="34466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9" name="Shape 2757"/>
          <p:cNvSpPr/>
          <p:nvPr/>
        </p:nvSpPr>
        <p:spPr>
          <a:xfrm>
            <a:off x="10088336" y="34735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0" name="Shape 2758"/>
          <p:cNvSpPr/>
          <p:nvPr/>
        </p:nvSpPr>
        <p:spPr>
          <a:xfrm>
            <a:off x="9726928" y="32464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1" name="Shape 2759"/>
          <p:cNvSpPr/>
          <p:nvPr/>
        </p:nvSpPr>
        <p:spPr>
          <a:xfrm>
            <a:off x="9718581" y="34065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2" name="Shape 2760"/>
          <p:cNvSpPr/>
          <p:nvPr/>
        </p:nvSpPr>
        <p:spPr>
          <a:xfrm>
            <a:off x="9744288" y="3497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3" name="Shape 2761"/>
          <p:cNvSpPr/>
          <p:nvPr/>
        </p:nvSpPr>
        <p:spPr>
          <a:xfrm>
            <a:off x="9834088" y="34152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4" name="Shape 2762"/>
          <p:cNvSpPr/>
          <p:nvPr/>
        </p:nvSpPr>
        <p:spPr>
          <a:xfrm>
            <a:off x="9735661" y="3528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5" name="Shape 2763"/>
          <p:cNvSpPr/>
          <p:nvPr/>
        </p:nvSpPr>
        <p:spPr>
          <a:xfrm>
            <a:off x="10045463" y="32040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6" name="Shape 2764"/>
          <p:cNvSpPr/>
          <p:nvPr/>
        </p:nvSpPr>
        <p:spPr>
          <a:xfrm>
            <a:off x="10058445" y="3217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7" name="Shape 2765"/>
          <p:cNvSpPr/>
          <p:nvPr/>
        </p:nvSpPr>
        <p:spPr>
          <a:xfrm>
            <a:off x="9744352" y="3464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8" name="Shape 2766"/>
          <p:cNvSpPr/>
          <p:nvPr/>
        </p:nvSpPr>
        <p:spPr>
          <a:xfrm>
            <a:off x="9849215" y="3534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9" name="Shape 2767"/>
          <p:cNvSpPr/>
          <p:nvPr/>
        </p:nvSpPr>
        <p:spPr>
          <a:xfrm>
            <a:off x="9718980" y="35125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0" name="Shape 2768"/>
          <p:cNvSpPr/>
          <p:nvPr/>
        </p:nvSpPr>
        <p:spPr>
          <a:xfrm>
            <a:off x="9703775" y="32087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1" name="Shape 2769"/>
          <p:cNvSpPr/>
          <p:nvPr/>
        </p:nvSpPr>
        <p:spPr>
          <a:xfrm>
            <a:off x="9872017" y="3493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2" name="Shape 2770"/>
          <p:cNvSpPr/>
          <p:nvPr/>
        </p:nvSpPr>
        <p:spPr>
          <a:xfrm>
            <a:off x="9751353" y="34053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3" name="Shape 2771"/>
          <p:cNvSpPr/>
          <p:nvPr/>
        </p:nvSpPr>
        <p:spPr>
          <a:xfrm>
            <a:off x="10068552" y="32110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4" name="Shape 2772"/>
          <p:cNvSpPr/>
          <p:nvPr/>
        </p:nvSpPr>
        <p:spPr>
          <a:xfrm>
            <a:off x="9823626" y="31586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5" name="Shape 2773"/>
          <p:cNvSpPr/>
          <p:nvPr/>
        </p:nvSpPr>
        <p:spPr>
          <a:xfrm>
            <a:off x="9788904" y="3492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6" name="Shape 2774"/>
          <p:cNvSpPr/>
          <p:nvPr/>
        </p:nvSpPr>
        <p:spPr>
          <a:xfrm>
            <a:off x="9676844" y="34147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7" name="Shape 2775"/>
          <p:cNvSpPr/>
          <p:nvPr/>
        </p:nvSpPr>
        <p:spPr>
          <a:xfrm>
            <a:off x="10095753" y="32093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8" name="Shape 2776"/>
          <p:cNvSpPr/>
          <p:nvPr/>
        </p:nvSpPr>
        <p:spPr>
          <a:xfrm>
            <a:off x="9856229" y="32563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9" name="Shape 2777"/>
          <p:cNvSpPr/>
          <p:nvPr/>
        </p:nvSpPr>
        <p:spPr>
          <a:xfrm>
            <a:off x="9822887" y="36170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0" name="Shape 2778"/>
          <p:cNvSpPr/>
          <p:nvPr/>
        </p:nvSpPr>
        <p:spPr>
          <a:xfrm>
            <a:off x="10071955" y="35504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1" name="Shape 2779"/>
          <p:cNvSpPr/>
          <p:nvPr/>
        </p:nvSpPr>
        <p:spPr>
          <a:xfrm>
            <a:off x="10022894" y="35206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2" name="Shape 2780"/>
          <p:cNvSpPr/>
          <p:nvPr/>
        </p:nvSpPr>
        <p:spPr>
          <a:xfrm>
            <a:off x="9715830" y="34667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3" name="Shape 2781"/>
          <p:cNvSpPr/>
          <p:nvPr/>
        </p:nvSpPr>
        <p:spPr>
          <a:xfrm>
            <a:off x="9792611" y="34047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4" name="Shape 2782"/>
          <p:cNvSpPr/>
          <p:nvPr/>
        </p:nvSpPr>
        <p:spPr>
          <a:xfrm>
            <a:off x="9836877" y="33928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5" name="Shape 2783"/>
          <p:cNvSpPr/>
          <p:nvPr/>
        </p:nvSpPr>
        <p:spPr>
          <a:xfrm>
            <a:off x="9799929" y="35339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6" name="Shape 2784"/>
          <p:cNvSpPr/>
          <p:nvPr/>
        </p:nvSpPr>
        <p:spPr>
          <a:xfrm>
            <a:off x="9956629" y="34147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7" name="Shape 2785"/>
          <p:cNvSpPr/>
          <p:nvPr/>
        </p:nvSpPr>
        <p:spPr>
          <a:xfrm>
            <a:off x="9835878" y="32458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8" name="Shape 2786"/>
          <p:cNvSpPr/>
          <p:nvPr/>
        </p:nvSpPr>
        <p:spPr>
          <a:xfrm>
            <a:off x="9733511" y="34365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9" name="Shape 2787"/>
          <p:cNvSpPr/>
          <p:nvPr/>
        </p:nvSpPr>
        <p:spPr>
          <a:xfrm>
            <a:off x="9757043" y="3365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0" name="Shape 2788"/>
          <p:cNvSpPr/>
          <p:nvPr/>
        </p:nvSpPr>
        <p:spPr>
          <a:xfrm>
            <a:off x="9676008" y="32387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1" name="Shape 2789"/>
          <p:cNvSpPr/>
          <p:nvPr/>
        </p:nvSpPr>
        <p:spPr>
          <a:xfrm>
            <a:off x="9882029" y="34331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2" name="Shape 2790"/>
          <p:cNvSpPr/>
          <p:nvPr/>
        </p:nvSpPr>
        <p:spPr>
          <a:xfrm>
            <a:off x="9817849" y="34142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3" name="Shape 2791"/>
          <p:cNvSpPr/>
          <p:nvPr/>
        </p:nvSpPr>
        <p:spPr>
          <a:xfrm>
            <a:off x="9672599" y="34201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4" name="Shape 2792"/>
          <p:cNvSpPr/>
          <p:nvPr/>
        </p:nvSpPr>
        <p:spPr>
          <a:xfrm>
            <a:off x="9881215" y="34127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5" name="Shape 2793"/>
          <p:cNvSpPr/>
          <p:nvPr/>
        </p:nvSpPr>
        <p:spPr>
          <a:xfrm>
            <a:off x="9892403" y="34584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6" name="Shape 2794"/>
          <p:cNvSpPr/>
          <p:nvPr/>
        </p:nvSpPr>
        <p:spPr>
          <a:xfrm>
            <a:off x="9800503" y="3196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7" name="Shape 2795"/>
          <p:cNvSpPr/>
          <p:nvPr/>
        </p:nvSpPr>
        <p:spPr>
          <a:xfrm>
            <a:off x="9786333" y="3582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8" name="Shape 2796"/>
          <p:cNvSpPr/>
          <p:nvPr/>
        </p:nvSpPr>
        <p:spPr>
          <a:xfrm>
            <a:off x="9942726" y="35421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9" name="Shape 2797"/>
          <p:cNvSpPr/>
          <p:nvPr/>
        </p:nvSpPr>
        <p:spPr>
          <a:xfrm>
            <a:off x="9702296" y="34499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0" name="Shape 2798"/>
          <p:cNvSpPr/>
          <p:nvPr/>
        </p:nvSpPr>
        <p:spPr>
          <a:xfrm>
            <a:off x="9816601" y="34589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1" name="Shape 2799"/>
          <p:cNvSpPr/>
          <p:nvPr/>
        </p:nvSpPr>
        <p:spPr>
          <a:xfrm>
            <a:off x="10029047" y="34200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2" name="Shape 2800"/>
          <p:cNvSpPr/>
          <p:nvPr/>
        </p:nvSpPr>
        <p:spPr>
          <a:xfrm>
            <a:off x="9914588" y="32750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3" name="Shape 2801"/>
          <p:cNvSpPr/>
          <p:nvPr/>
        </p:nvSpPr>
        <p:spPr>
          <a:xfrm>
            <a:off x="9976784" y="34690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4" name="Shape 2802"/>
          <p:cNvSpPr/>
          <p:nvPr/>
        </p:nvSpPr>
        <p:spPr>
          <a:xfrm>
            <a:off x="9854855" y="34034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5" name="Shape 2803"/>
          <p:cNvSpPr/>
          <p:nvPr/>
        </p:nvSpPr>
        <p:spPr>
          <a:xfrm>
            <a:off x="10054713" y="33580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6" name="Shape 2804"/>
          <p:cNvSpPr/>
          <p:nvPr/>
        </p:nvSpPr>
        <p:spPr>
          <a:xfrm>
            <a:off x="9735633" y="34751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7" name="Shape 2805"/>
          <p:cNvSpPr/>
          <p:nvPr/>
        </p:nvSpPr>
        <p:spPr>
          <a:xfrm>
            <a:off x="9882431" y="3349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8" name="Shape 2806"/>
          <p:cNvSpPr/>
          <p:nvPr/>
        </p:nvSpPr>
        <p:spPr>
          <a:xfrm>
            <a:off x="9949408" y="34141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9" name="Shape 2807"/>
          <p:cNvSpPr/>
          <p:nvPr/>
        </p:nvSpPr>
        <p:spPr>
          <a:xfrm>
            <a:off x="9701942" y="34512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0" name="Shape 2808"/>
          <p:cNvSpPr/>
          <p:nvPr/>
        </p:nvSpPr>
        <p:spPr>
          <a:xfrm>
            <a:off x="9879217" y="32218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1" name="Shape 2809"/>
          <p:cNvSpPr/>
          <p:nvPr/>
        </p:nvSpPr>
        <p:spPr>
          <a:xfrm>
            <a:off x="9807420" y="32536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2" name="Shape 2810"/>
          <p:cNvSpPr/>
          <p:nvPr/>
        </p:nvSpPr>
        <p:spPr>
          <a:xfrm>
            <a:off x="9678991" y="34911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3" name="Shape 2811"/>
          <p:cNvSpPr/>
          <p:nvPr/>
        </p:nvSpPr>
        <p:spPr>
          <a:xfrm>
            <a:off x="9947420" y="33552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4" name="Shape 2812"/>
          <p:cNvSpPr/>
          <p:nvPr/>
        </p:nvSpPr>
        <p:spPr>
          <a:xfrm>
            <a:off x="9956841" y="34978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5" name="Shape 2813"/>
          <p:cNvSpPr/>
          <p:nvPr/>
        </p:nvSpPr>
        <p:spPr>
          <a:xfrm>
            <a:off x="9785331" y="3485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6" name="Shape 2814"/>
          <p:cNvSpPr/>
          <p:nvPr/>
        </p:nvSpPr>
        <p:spPr>
          <a:xfrm>
            <a:off x="9883613" y="34044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7" name="Shape 2815"/>
          <p:cNvSpPr/>
          <p:nvPr/>
        </p:nvSpPr>
        <p:spPr>
          <a:xfrm>
            <a:off x="10046827" y="34861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8" name="Shape 2816"/>
          <p:cNvSpPr/>
          <p:nvPr/>
        </p:nvSpPr>
        <p:spPr>
          <a:xfrm>
            <a:off x="9913358" y="35142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9" name="Shape 2817"/>
          <p:cNvSpPr/>
          <p:nvPr/>
        </p:nvSpPr>
        <p:spPr>
          <a:xfrm>
            <a:off x="9864156" y="32514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0" name="Shape 2818"/>
          <p:cNvSpPr/>
          <p:nvPr/>
        </p:nvSpPr>
        <p:spPr>
          <a:xfrm>
            <a:off x="9726995" y="34370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1" name="Shape 2819"/>
          <p:cNvSpPr/>
          <p:nvPr/>
        </p:nvSpPr>
        <p:spPr>
          <a:xfrm>
            <a:off x="9893804" y="3507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2" name="Shape 2820"/>
          <p:cNvSpPr/>
          <p:nvPr/>
        </p:nvSpPr>
        <p:spPr>
          <a:xfrm>
            <a:off x="9991858" y="34285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3" name="Shape 2821"/>
          <p:cNvSpPr/>
          <p:nvPr/>
        </p:nvSpPr>
        <p:spPr>
          <a:xfrm>
            <a:off x="9839106" y="34612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4" name="Shape 2822"/>
          <p:cNvSpPr/>
          <p:nvPr/>
        </p:nvSpPr>
        <p:spPr>
          <a:xfrm>
            <a:off x="10067936" y="32947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5" name="Shape 2823"/>
          <p:cNvSpPr/>
          <p:nvPr/>
        </p:nvSpPr>
        <p:spPr>
          <a:xfrm>
            <a:off x="9907577" y="35651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6" name="Shape 2824"/>
          <p:cNvSpPr/>
          <p:nvPr/>
        </p:nvSpPr>
        <p:spPr>
          <a:xfrm>
            <a:off x="9699741" y="33191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7" name="Shape 2825"/>
          <p:cNvSpPr/>
          <p:nvPr/>
        </p:nvSpPr>
        <p:spPr>
          <a:xfrm>
            <a:off x="9834168" y="32447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8" name="Shape 2826"/>
          <p:cNvSpPr/>
          <p:nvPr/>
        </p:nvSpPr>
        <p:spPr>
          <a:xfrm>
            <a:off x="9981122" y="34789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9" name="Shape 2827"/>
          <p:cNvSpPr/>
          <p:nvPr/>
        </p:nvSpPr>
        <p:spPr>
          <a:xfrm>
            <a:off x="10062049" y="3482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0" name="Shape 2828"/>
          <p:cNvSpPr/>
          <p:nvPr/>
        </p:nvSpPr>
        <p:spPr>
          <a:xfrm>
            <a:off x="9811153" y="35820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1" name="Shape 2829"/>
          <p:cNvSpPr/>
          <p:nvPr/>
        </p:nvSpPr>
        <p:spPr>
          <a:xfrm>
            <a:off x="10057206" y="34055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2" name="Shape 2830"/>
          <p:cNvSpPr/>
          <p:nvPr/>
        </p:nvSpPr>
        <p:spPr>
          <a:xfrm>
            <a:off x="9814137" y="34687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3" name="Shape 2831"/>
          <p:cNvSpPr/>
          <p:nvPr/>
        </p:nvSpPr>
        <p:spPr>
          <a:xfrm>
            <a:off x="9930585" y="3591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4" name="Shape 2832"/>
          <p:cNvSpPr/>
          <p:nvPr/>
        </p:nvSpPr>
        <p:spPr>
          <a:xfrm>
            <a:off x="10083059" y="34642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5" name="Shape 2833"/>
          <p:cNvSpPr/>
          <p:nvPr/>
        </p:nvSpPr>
        <p:spPr>
          <a:xfrm>
            <a:off x="9691417" y="36548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6" name="Shape 2834"/>
          <p:cNvSpPr/>
          <p:nvPr/>
        </p:nvSpPr>
        <p:spPr>
          <a:xfrm>
            <a:off x="9691611" y="38163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7" name="Shape 2835"/>
          <p:cNvSpPr/>
          <p:nvPr/>
        </p:nvSpPr>
        <p:spPr>
          <a:xfrm>
            <a:off x="10079108" y="35292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8" name="Shape 2836"/>
          <p:cNvSpPr/>
          <p:nvPr/>
        </p:nvSpPr>
        <p:spPr>
          <a:xfrm>
            <a:off x="9780721" y="3594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9" name="Shape 2837"/>
          <p:cNvSpPr/>
          <p:nvPr/>
        </p:nvSpPr>
        <p:spPr>
          <a:xfrm>
            <a:off x="9917371" y="36273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0" name="Shape 2838"/>
          <p:cNvSpPr/>
          <p:nvPr/>
        </p:nvSpPr>
        <p:spPr>
          <a:xfrm>
            <a:off x="9671653" y="36156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1" name="Shape 2839"/>
          <p:cNvSpPr/>
          <p:nvPr/>
        </p:nvSpPr>
        <p:spPr>
          <a:xfrm>
            <a:off x="9906107" y="37839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2" name="Shape 2840"/>
          <p:cNvSpPr/>
          <p:nvPr/>
        </p:nvSpPr>
        <p:spPr>
          <a:xfrm>
            <a:off x="9866000" y="3636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3" name="Shape 2841"/>
          <p:cNvSpPr/>
          <p:nvPr/>
        </p:nvSpPr>
        <p:spPr>
          <a:xfrm>
            <a:off x="10026326" y="33457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4" name="Shape 2842"/>
          <p:cNvSpPr/>
          <p:nvPr/>
        </p:nvSpPr>
        <p:spPr>
          <a:xfrm>
            <a:off x="10006628" y="34367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5" name="Shape 2843"/>
          <p:cNvSpPr/>
          <p:nvPr/>
        </p:nvSpPr>
        <p:spPr>
          <a:xfrm>
            <a:off x="9696589" y="3458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6" name="Shape 2844"/>
          <p:cNvSpPr/>
          <p:nvPr/>
        </p:nvSpPr>
        <p:spPr>
          <a:xfrm>
            <a:off x="9794513" y="34277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7" name="Shape 2845"/>
          <p:cNvSpPr/>
          <p:nvPr/>
        </p:nvSpPr>
        <p:spPr>
          <a:xfrm>
            <a:off x="9859540" y="32972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8" name="Shape 2846"/>
          <p:cNvSpPr/>
          <p:nvPr/>
        </p:nvSpPr>
        <p:spPr>
          <a:xfrm>
            <a:off x="10052430" y="35171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9" name="Shape 2847"/>
          <p:cNvSpPr/>
          <p:nvPr/>
        </p:nvSpPr>
        <p:spPr>
          <a:xfrm>
            <a:off x="10052419" y="3263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0" name="Shape 2848"/>
          <p:cNvSpPr/>
          <p:nvPr/>
        </p:nvSpPr>
        <p:spPr>
          <a:xfrm>
            <a:off x="9705026" y="3557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1" name="Shape 2849"/>
          <p:cNvSpPr/>
          <p:nvPr/>
        </p:nvSpPr>
        <p:spPr>
          <a:xfrm>
            <a:off x="9864170" y="32843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2" name="Shape 2850"/>
          <p:cNvSpPr/>
          <p:nvPr/>
        </p:nvSpPr>
        <p:spPr>
          <a:xfrm>
            <a:off x="9933872" y="32709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3" name="Shape 2851"/>
          <p:cNvSpPr/>
          <p:nvPr/>
        </p:nvSpPr>
        <p:spPr>
          <a:xfrm>
            <a:off x="9980328" y="3213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4" name="Shape 2852"/>
          <p:cNvSpPr/>
          <p:nvPr/>
        </p:nvSpPr>
        <p:spPr>
          <a:xfrm>
            <a:off x="9886567" y="31347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5" name="Shape 2853"/>
          <p:cNvSpPr/>
          <p:nvPr/>
        </p:nvSpPr>
        <p:spPr>
          <a:xfrm>
            <a:off x="9814424" y="32286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6" name="Shape 2854"/>
          <p:cNvSpPr/>
          <p:nvPr/>
        </p:nvSpPr>
        <p:spPr>
          <a:xfrm>
            <a:off x="10082694" y="34714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7" name="Shape 2855"/>
          <p:cNvSpPr/>
          <p:nvPr/>
        </p:nvSpPr>
        <p:spPr>
          <a:xfrm>
            <a:off x="9975598" y="3184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8" name="Shape 2856"/>
          <p:cNvSpPr/>
          <p:nvPr/>
        </p:nvSpPr>
        <p:spPr>
          <a:xfrm>
            <a:off x="9985828" y="33373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9" name="Shape 2857"/>
          <p:cNvSpPr/>
          <p:nvPr/>
        </p:nvSpPr>
        <p:spPr>
          <a:xfrm>
            <a:off x="10002251" y="35361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0" name="Shape 2858"/>
          <p:cNvSpPr/>
          <p:nvPr/>
        </p:nvSpPr>
        <p:spPr>
          <a:xfrm>
            <a:off x="9690032" y="3121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1" name="Shape 2859"/>
          <p:cNvSpPr/>
          <p:nvPr/>
        </p:nvSpPr>
        <p:spPr>
          <a:xfrm>
            <a:off x="10001164" y="3156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2" name="Shape 2860"/>
          <p:cNvSpPr/>
          <p:nvPr/>
        </p:nvSpPr>
        <p:spPr>
          <a:xfrm>
            <a:off x="9956246" y="33303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3" name="Shape 2861"/>
          <p:cNvSpPr/>
          <p:nvPr/>
        </p:nvSpPr>
        <p:spPr>
          <a:xfrm>
            <a:off x="9908545" y="33535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4" name="Shape 2862"/>
          <p:cNvSpPr/>
          <p:nvPr/>
        </p:nvSpPr>
        <p:spPr>
          <a:xfrm>
            <a:off x="10093600" y="32125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5" name="Shape 2863"/>
          <p:cNvSpPr/>
          <p:nvPr/>
        </p:nvSpPr>
        <p:spPr>
          <a:xfrm>
            <a:off x="9694177" y="36199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6" name="Shape 2864"/>
          <p:cNvSpPr/>
          <p:nvPr/>
        </p:nvSpPr>
        <p:spPr>
          <a:xfrm>
            <a:off x="10093961" y="3084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7" name="Shape 2865"/>
          <p:cNvSpPr/>
          <p:nvPr/>
        </p:nvSpPr>
        <p:spPr>
          <a:xfrm>
            <a:off x="9837066" y="31977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8" name="Shape 2866"/>
          <p:cNvSpPr/>
          <p:nvPr/>
        </p:nvSpPr>
        <p:spPr>
          <a:xfrm>
            <a:off x="9834570" y="32242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9" name="Shape 2867"/>
          <p:cNvSpPr/>
          <p:nvPr/>
        </p:nvSpPr>
        <p:spPr>
          <a:xfrm>
            <a:off x="9950266" y="32799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0" name="Shape 2868"/>
          <p:cNvSpPr/>
          <p:nvPr/>
        </p:nvSpPr>
        <p:spPr>
          <a:xfrm>
            <a:off x="9884329" y="3092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1" name="Shape 2869"/>
          <p:cNvSpPr/>
          <p:nvPr/>
        </p:nvSpPr>
        <p:spPr>
          <a:xfrm>
            <a:off x="10012066" y="31119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2" name="Shape 2870"/>
          <p:cNvSpPr/>
          <p:nvPr/>
        </p:nvSpPr>
        <p:spPr>
          <a:xfrm>
            <a:off x="10043214" y="34619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3" name="Shape 2871"/>
          <p:cNvSpPr/>
          <p:nvPr/>
        </p:nvSpPr>
        <p:spPr>
          <a:xfrm>
            <a:off x="9808934" y="29493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4" name="Shape 2872"/>
          <p:cNvSpPr/>
          <p:nvPr/>
        </p:nvSpPr>
        <p:spPr>
          <a:xfrm>
            <a:off x="9754294" y="35059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5" name="Shape 2873"/>
          <p:cNvSpPr/>
          <p:nvPr/>
        </p:nvSpPr>
        <p:spPr>
          <a:xfrm>
            <a:off x="9858498" y="35153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6" name="Shape 2874"/>
          <p:cNvSpPr/>
          <p:nvPr/>
        </p:nvSpPr>
        <p:spPr>
          <a:xfrm>
            <a:off x="9880373" y="3579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7" name="Shape 2875"/>
          <p:cNvSpPr/>
          <p:nvPr/>
        </p:nvSpPr>
        <p:spPr>
          <a:xfrm>
            <a:off x="9962518" y="30899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8" name="Shape 2876"/>
          <p:cNvSpPr/>
          <p:nvPr/>
        </p:nvSpPr>
        <p:spPr>
          <a:xfrm>
            <a:off x="9684268" y="32658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9" name="Shape 2877"/>
          <p:cNvSpPr/>
          <p:nvPr/>
        </p:nvSpPr>
        <p:spPr>
          <a:xfrm>
            <a:off x="9986210" y="35393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0" name="Shape 2878"/>
          <p:cNvSpPr/>
          <p:nvPr/>
        </p:nvSpPr>
        <p:spPr>
          <a:xfrm>
            <a:off x="9982530" y="3239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1" name="Shape 2879"/>
          <p:cNvSpPr/>
          <p:nvPr/>
        </p:nvSpPr>
        <p:spPr>
          <a:xfrm>
            <a:off x="9930267" y="33624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2" name="Shape 2880"/>
          <p:cNvSpPr/>
          <p:nvPr/>
        </p:nvSpPr>
        <p:spPr>
          <a:xfrm>
            <a:off x="10074649" y="35124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3" name="Shape 2881"/>
          <p:cNvSpPr/>
          <p:nvPr/>
        </p:nvSpPr>
        <p:spPr>
          <a:xfrm>
            <a:off x="9735542" y="31693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4" name="Shape 2882"/>
          <p:cNvSpPr/>
          <p:nvPr/>
        </p:nvSpPr>
        <p:spPr>
          <a:xfrm>
            <a:off x="9883206" y="34084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5" name="Shape 2883"/>
          <p:cNvSpPr/>
          <p:nvPr/>
        </p:nvSpPr>
        <p:spPr>
          <a:xfrm>
            <a:off x="9701075" y="36299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6" name="Shape 2884"/>
          <p:cNvSpPr/>
          <p:nvPr/>
        </p:nvSpPr>
        <p:spPr>
          <a:xfrm>
            <a:off x="9987792" y="36119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7" name="Shape 2885"/>
          <p:cNvSpPr/>
          <p:nvPr/>
        </p:nvSpPr>
        <p:spPr>
          <a:xfrm>
            <a:off x="10046012" y="35776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8" name="Shape 2886"/>
          <p:cNvSpPr/>
          <p:nvPr/>
        </p:nvSpPr>
        <p:spPr>
          <a:xfrm>
            <a:off x="9817339" y="37094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9" name="Shape 2887"/>
          <p:cNvSpPr/>
          <p:nvPr/>
        </p:nvSpPr>
        <p:spPr>
          <a:xfrm>
            <a:off x="9788549" y="33638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0" name="Shape 2888"/>
          <p:cNvSpPr/>
          <p:nvPr/>
        </p:nvSpPr>
        <p:spPr>
          <a:xfrm>
            <a:off x="9803819" y="35545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1" name="Shape 2889"/>
          <p:cNvSpPr/>
          <p:nvPr/>
        </p:nvSpPr>
        <p:spPr>
          <a:xfrm>
            <a:off x="9824005" y="30873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2" name="Shape 2890"/>
          <p:cNvSpPr/>
          <p:nvPr/>
        </p:nvSpPr>
        <p:spPr>
          <a:xfrm>
            <a:off x="9857668" y="35137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3" name="Shape 2891"/>
          <p:cNvSpPr/>
          <p:nvPr/>
        </p:nvSpPr>
        <p:spPr>
          <a:xfrm>
            <a:off x="9738412" y="3530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4" name="Shape 2892"/>
          <p:cNvSpPr/>
          <p:nvPr/>
        </p:nvSpPr>
        <p:spPr>
          <a:xfrm>
            <a:off x="9835133" y="34687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5" name="Shape 2893"/>
          <p:cNvSpPr/>
          <p:nvPr/>
        </p:nvSpPr>
        <p:spPr>
          <a:xfrm>
            <a:off x="9808749" y="3167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6" name="Shape 2894"/>
          <p:cNvSpPr/>
          <p:nvPr/>
        </p:nvSpPr>
        <p:spPr>
          <a:xfrm>
            <a:off x="9969449" y="27572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7" name="Shape 2895"/>
          <p:cNvSpPr/>
          <p:nvPr/>
        </p:nvSpPr>
        <p:spPr>
          <a:xfrm>
            <a:off x="9751772" y="2177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8" name="Shape 2896"/>
          <p:cNvSpPr/>
          <p:nvPr/>
        </p:nvSpPr>
        <p:spPr>
          <a:xfrm>
            <a:off x="9863739" y="31865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9" name="Shape 2897"/>
          <p:cNvSpPr/>
          <p:nvPr/>
        </p:nvSpPr>
        <p:spPr>
          <a:xfrm>
            <a:off x="10018773" y="32059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0" name="Shape 2898"/>
          <p:cNvSpPr/>
          <p:nvPr/>
        </p:nvSpPr>
        <p:spPr>
          <a:xfrm>
            <a:off x="9949283" y="3493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1" name="Shape 2899"/>
          <p:cNvSpPr/>
          <p:nvPr/>
        </p:nvSpPr>
        <p:spPr>
          <a:xfrm>
            <a:off x="10042184" y="26954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2" name="Shape 2900"/>
          <p:cNvSpPr/>
          <p:nvPr/>
        </p:nvSpPr>
        <p:spPr>
          <a:xfrm>
            <a:off x="9734136" y="35482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3" name="Shape 2901"/>
          <p:cNvSpPr/>
          <p:nvPr/>
        </p:nvSpPr>
        <p:spPr>
          <a:xfrm>
            <a:off x="9863987" y="31752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4" name="Shape 2902"/>
          <p:cNvSpPr/>
          <p:nvPr/>
        </p:nvSpPr>
        <p:spPr>
          <a:xfrm>
            <a:off x="9794134" y="34796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5" name="Shape 2903"/>
          <p:cNvSpPr/>
          <p:nvPr/>
        </p:nvSpPr>
        <p:spPr>
          <a:xfrm>
            <a:off x="9926297" y="31596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6" name="Shape 2904"/>
          <p:cNvSpPr/>
          <p:nvPr/>
        </p:nvSpPr>
        <p:spPr>
          <a:xfrm>
            <a:off x="10093938" y="30873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7" name="Shape 2905"/>
          <p:cNvSpPr/>
          <p:nvPr/>
        </p:nvSpPr>
        <p:spPr>
          <a:xfrm>
            <a:off x="10078507" y="35031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8" name="Shape 2906"/>
          <p:cNvSpPr/>
          <p:nvPr/>
        </p:nvSpPr>
        <p:spPr>
          <a:xfrm>
            <a:off x="9813209" y="24634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9" name="Shape 2907"/>
          <p:cNvSpPr/>
          <p:nvPr/>
        </p:nvSpPr>
        <p:spPr>
          <a:xfrm>
            <a:off x="9747643" y="31067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0" name="Shape 2908"/>
          <p:cNvSpPr/>
          <p:nvPr/>
        </p:nvSpPr>
        <p:spPr>
          <a:xfrm>
            <a:off x="9783202" y="3452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1" name="Shape 2909"/>
          <p:cNvSpPr/>
          <p:nvPr/>
        </p:nvSpPr>
        <p:spPr>
          <a:xfrm>
            <a:off x="9781593" y="31177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2" name="Shape 2910"/>
          <p:cNvSpPr/>
          <p:nvPr/>
        </p:nvSpPr>
        <p:spPr>
          <a:xfrm>
            <a:off x="9792645" y="31415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3" name="Shape 2911"/>
          <p:cNvSpPr/>
          <p:nvPr/>
        </p:nvSpPr>
        <p:spPr>
          <a:xfrm>
            <a:off x="9843537" y="30482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4" name="Shape 2912"/>
          <p:cNvSpPr/>
          <p:nvPr/>
        </p:nvSpPr>
        <p:spPr>
          <a:xfrm>
            <a:off x="9766516" y="34824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5" name="Shape 2913"/>
          <p:cNvSpPr/>
          <p:nvPr/>
        </p:nvSpPr>
        <p:spPr>
          <a:xfrm>
            <a:off x="9902578" y="2472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6" name="Shape 2914"/>
          <p:cNvSpPr/>
          <p:nvPr/>
        </p:nvSpPr>
        <p:spPr>
          <a:xfrm>
            <a:off x="9861627" y="33367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7" name="Shape 2915"/>
          <p:cNvSpPr/>
          <p:nvPr/>
        </p:nvSpPr>
        <p:spPr>
          <a:xfrm>
            <a:off x="10064830" y="24876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8" name="Shape 2916"/>
          <p:cNvSpPr/>
          <p:nvPr/>
        </p:nvSpPr>
        <p:spPr>
          <a:xfrm>
            <a:off x="10053547" y="24349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9" name="Shape 2917"/>
          <p:cNvSpPr/>
          <p:nvPr/>
        </p:nvSpPr>
        <p:spPr>
          <a:xfrm>
            <a:off x="9946592" y="34430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0" name="Shape 2918"/>
          <p:cNvSpPr/>
          <p:nvPr/>
        </p:nvSpPr>
        <p:spPr>
          <a:xfrm>
            <a:off x="9882996" y="33820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1" name="Shape 2919"/>
          <p:cNvSpPr/>
          <p:nvPr/>
        </p:nvSpPr>
        <p:spPr>
          <a:xfrm>
            <a:off x="10012889" y="3354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2" name="Shape 2920"/>
          <p:cNvSpPr/>
          <p:nvPr/>
        </p:nvSpPr>
        <p:spPr>
          <a:xfrm>
            <a:off x="9984748" y="24636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3" name="Shape 2921"/>
          <p:cNvSpPr/>
          <p:nvPr/>
        </p:nvSpPr>
        <p:spPr>
          <a:xfrm>
            <a:off x="9812286" y="24778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4" name="Shape 2922"/>
          <p:cNvSpPr/>
          <p:nvPr/>
        </p:nvSpPr>
        <p:spPr>
          <a:xfrm>
            <a:off x="10100406" y="2481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5" name="Shape 2923"/>
          <p:cNvSpPr/>
          <p:nvPr/>
        </p:nvSpPr>
        <p:spPr>
          <a:xfrm>
            <a:off x="9875074" y="29892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6" name="Shape 2924"/>
          <p:cNvSpPr/>
          <p:nvPr/>
        </p:nvSpPr>
        <p:spPr>
          <a:xfrm>
            <a:off x="9738891" y="3152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7" name="Shape 2925"/>
          <p:cNvSpPr/>
          <p:nvPr/>
        </p:nvSpPr>
        <p:spPr>
          <a:xfrm>
            <a:off x="9882848" y="3209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8" name="Shape 2926"/>
          <p:cNvSpPr/>
          <p:nvPr/>
        </p:nvSpPr>
        <p:spPr>
          <a:xfrm>
            <a:off x="9985643" y="25140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9" name="Shape 2927"/>
          <p:cNvSpPr/>
          <p:nvPr/>
        </p:nvSpPr>
        <p:spPr>
          <a:xfrm>
            <a:off x="10091524" y="28466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0" name="Shape 2928"/>
          <p:cNvSpPr/>
          <p:nvPr/>
        </p:nvSpPr>
        <p:spPr>
          <a:xfrm>
            <a:off x="9778346" y="24875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1" name="Shape 2929"/>
          <p:cNvSpPr/>
          <p:nvPr/>
        </p:nvSpPr>
        <p:spPr>
          <a:xfrm>
            <a:off x="9706576" y="24631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2" name="Shape 2930"/>
          <p:cNvSpPr/>
          <p:nvPr/>
        </p:nvSpPr>
        <p:spPr>
          <a:xfrm>
            <a:off x="9863560" y="31682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3" name="Shape 2931"/>
          <p:cNvSpPr/>
          <p:nvPr/>
        </p:nvSpPr>
        <p:spPr>
          <a:xfrm>
            <a:off x="10018318" y="29302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4" name="Shape 2932"/>
          <p:cNvSpPr/>
          <p:nvPr/>
        </p:nvSpPr>
        <p:spPr>
          <a:xfrm>
            <a:off x="9765648" y="33005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5" name="Shape 2933"/>
          <p:cNvSpPr/>
          <p:nvPr/>
        </p:nvSpPr>
        <p:spPr>
          <a:xfrm>
            <a:off x="9848054" y="2984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6" name="Shape 2934"/>
          <p:cNvSpPr/>
          <p:nvPr/>
        </p:nvSpPr>
        <p:spPr>
          <a:xfrm>
            <a:off x="9676246" y="29819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7" name="Shape 2935"/>
          <p:cNvSpPr/>
          <p:nvPr/>
        </p:nvSpPr>
        <p:spPr>
          <a:xfrm>
            <a:off x="9962241" y="34463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8" name="Shape 2936"/>
          <p:cNvSpPr/>
          <p:nvPr/>
        </p:nvSpPr>
        <p:spPr>
          <a:xfrm>
            <a:off x="9952875" y="3040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9" name="Shape 2937"/>
          <p:cNvSpPr/>
          <p:nvPr/>
        </p:nvSpPr>
        <p:spPr>
          <a:xfrm>
            <a:off x="10003624" y="25112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0" name="Shape 2938"/>
          <p:cNvSpPr/>
          <p:nvPr/>
        </p:nvSpPr>
        <p:spPr>
          <a:xfrm>
            <a:off x="9811306" y="29284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1" name="Shape 2939"/>
          <p:cNvSpPr/>
          <p:nvPr/>
        </p:nvSpPr>
        <p:spPr>
          <a:xfrm>
            <a:off x="9910452" y="2480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2" name="Shape 2940"/>
          <p:cNvSpPr/>
          <p:nvPr/>
        </p:nvSpPr>
        <p:spPr>
          <a:xfrm>
            <a:off x="9906093" y="23815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3" name="Shape 2941"/>
          <p:cNvSpPr/>
          <p:nvPr/>
        </p:nvSpPr>
        <p:spPr>
          <a:xfrm>
            <a:off x="10098985" y="28049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4" name="Shape 2942"/>
          <p:cNvSpPr/>
          <p:nvPr/>
        </p:nvSpPr>
        <p:spPr>
          <a:xfrm>
            <a:off x="10091955" y="23998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5" name="Shape 2943"/>
          <p:cNvSpPr/>
          <p:nvPr/>
        </p:nvSpPr>
        <p:spPr>
          <a:xfrm>
            <a:off x="9846167" y="23739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6" name="Shape 2944"/>
          <p:cNvSpPr/>
          <p:nvPr/>
        </p:nvSpPr>
        <p:spPr>
          <a:xfrm>
            <a:off x="10046773" y="33784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7" name="Shape 2945"/>
          <p:cNvSpPr/>
          <p:nvPr/>
        </p:nvSpPr>
        <p:spPr>
          <a:xfrm>
            <a:off x="9977453" y="23880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8" name="Shape 2946"/>
          <p:cNvSpPr/>
          <p:nvPr/>
        </p:nvSpPr>
        <p:spPr>
          <a:xfrm>
            <a:off x="9883262" y="3104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9" name="Shape 2947"/>
          <p:cNvSpPr/>
          <p:nvPr/>
        </p:nvSpPr>
        <p:spPr>
          <a:xfrm>
            <a:off x="9793317" y="33097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0" name="Shape 2948"/>
          <p:cNvSpPr/>
          <p:nvPr/>
        </p:nvSpPr>
        <p:spPr>
          <a:xfrm>
            <a:off x="9940729" y="24885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1" name="Shape 2949"/>
          <p:cNvSpPr/>
          <p:nvPr/>
        </p:nvSpPr>
        <p:spPr>
          <a:xfrm>
            <a:off x="9935771" y="2375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2" name="Shape 2950"/>
          <p:cNvSpPr/>
          <p:nvPr/>
        </p:nvSpPr>
        <p:spPr>
          <a:xfrm>
            <a:off x="9894557" y="3002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3" name="Shape 2951"/>
          <p:cNvSpPr/>
          <p:nvPr/>
        </p:nvSpPr>
        <p:spPr>
          <a:xfrm>
            <a:off x="9829568" y="2406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4" name="Shape 2952"/>
          <p:cNvSpPr/>
          <p:nvPr/>
        </p:nvSpPr>
        <p:spPr>
          <a:xfrm>
            <a:off x="10087418" y="23755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5" name="Shape 2953"/>
          <p:cNvSpPr/>
          <p:nvPr/>
        </p:nvSpPr>
        <p:spPr>
          <a:xfrm>
            <a:off x="10096768" y="3173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6" name="Shape 2954"/>
          <p:cNvSpPr/>
          <p:nvPr/>
        </p:nvSpPr>
        <p:spPr>
          <a:xfrm>
            <a:off x="9733186" y="31268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7" name="Shape 2955"/>
          <p:cNvSpPr/>
          <p:nvPr/>
        </p:nvSpPr>
        <p:spPr>
          <a:xfrm>
            <a:off x="10015526" y="28876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8" name="Shape 2956"/>
          <p:cNvSpPr/>
          <p:nvPr/>
        </p:nvSpPr>
        <p:spPr>
          <a:xfrm>
            <a:off x="9921929" y="36643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9" name="Shape 2957"/>
          <p:cNvSpPr/>
          <p:nvPr/>
        </p:nvSpPr>
        <p:spPr>
          <a:xfrm>
            <a:off x="9725743" y="33371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0" name="Shape 2958"/>
          <p:cNvSpPr/>
          <p:nvPr/>
        </p:nvSpPr>
        <p:spPr>
          <a:xfrm>
            <a:off x="9675404" y="33707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1" name="Shape 2959"/>
          <p:cNvSpPr/>
          <p:nvPr/>
        </p:nvSpPr>
        <p:spPr>
          <a:xfrm>
            <a:off x="10077163" y="31254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2" name="Shape 2960"/>
          <p:cNvSpPr/>
          <p:nvPr/>
        </p:nvSpPr>
        <p:spPr>
          <a:xfrm>
            <a:off x="9784536" y="31463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3" name="Shape 2961"/>
          <p:cNvSpPr/>
          <p:nvPr/>
        </p:nvSpPr>
        <p:spPr>
          <a:xfrm>
            <a:off x="10059157" y="31355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4" name="Shape 2962"/>
          <p:cNvSpPr/>
          <p:nvPr/>
        </p:nvSpPr>
        <p:spPr>
          <a:xfrm>
            <a:off x="9774986" y="31424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5" name="Shape 2963"/>
          <p:cNvSpPr/>
          <p:nvPr/>
        </p:nvSpPr>
        <p:spPr>
          <a:xfrm>
            <a:off x="9987229" y="31300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6" name="Shape 2964"/>
          <p:cNvSpPr/>
          <p:nvPr/>
        </p:nvSpPr>
        <p:spPr>
          <a:xfrm>
            <a:off x="10035249" y="31390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7" name="Shape 2965"/>
          <p:cNvSpPr/>
          <p:nvPr/>
        </p:nvSpPr>
        <p:spPr>
          <a:xfrm>
            <a:off x="10076975" y="31401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8" name="Shape 2966"/>
          <p:cNvSpPr/>
          <p:nvPr/>
        </p:nvSpPr>
        <p:spPr>
          <a:xfrm>
            <a:off x="9720107" y="31247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9" name="Shape 2967"/>
          <p:cNvSpPr/>
          <p:nvPr/>
        </p:nvSpPr>
        <p:spPr>
          <a:xfrm>
            <a:off x="9933074" y="31472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0" name="Shape 2968"/>
          <p:cNvSpPr/>
          <p:nvPr/>
        </p:nvSpPr>
        <p:spPr>
          <a:xfrm>
            <a:off x="9810386" y="30741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1" name="Shape 2969"/>
          <p:cNvSpPr/>
          <p:nvPr/>
        </p:nvSpPr>
        <p:spPr>
          <a:xfrm>
            <a:off x="9832213" y="31203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2" name="Shape 2970"/>
          <p:cNvSpPr/>
          <p:nvPr/>
        </p:nvSpPr>
        <p:spPr>
          <a:xfrm>
            <a:off x="9802692" y="3352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3" name="Shape 2971"/>
          <p:cNvSpPr/>
          <p:nvPr/>
        </p:nvSpPr>
        <p:spPr>
          <a:xfrm>
            <a:off x="9948917" y="33640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4" name="Shape 2972"/>
          <p:cNvSpPr/>
          <p:nvPr/>
        </p:nvSpPr>
        <p:spPr>
          <a:xfrm>
            <a:off x="10025545" y="3382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5" name="Shape 2973"/>
          <p:cNvSpPr/>
          <p:nvPr/>
        </p:nvSpPr>
        <p:spPr>
          <a:xfrm>
            <a:off x="9813590" y="33512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6" name="Shape 2974"/>
          <p:cNvSpPr/>
          <p:nvPr/>
        </p:nvSpPr>
        <p:spPr>
          <a:xfrm>
            <a:off x="10061853" y="32272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7" name="Shape 2975"/>
          <p:cNvSpPr/>
          <p:nvPr/>
        </p:nvSpPr>
        <p:spPr>
          <a:xfrm>
            <a:off x="9681724" y="33435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8" name="Shape 2976"/>
          <p:cNvSpPr/>
          <p:nvPr/>
        </p:nvSpPr>
        <p:spPr>
          <a:xfrm>
            <a:off x="10082992" y="33772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9" name="Shape 2977"/>
          <p:cNvSpPr/>
          <p:nvPr/>
        </p:nvSpPr>
        <p:spPr>
          <a:xfrm>
            <a:off x="9732123" y="34952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0" name="Shape 2978"/>
          <p:cNvSpPr/>
          <p:nvPr/>
        </p:nvSpPr>
        <p:spPr>
          <a:xfrm>
            <a:off x="9933755" y="37530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1" name="Shape 2979"/>
          <p:cNvSpPr/>
          <p:nvPr/>
        </p:nvSpPr>
        <p:spPr>
          <a:xfrm>
            <a:off x="9675770" y="35483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2" name="Shape 2980"/>
          <p:cNvSpPr/>
          <p:nvPr/>
        </p:nvSpPr>
        <p:spPr>
          <a:xfrm>
            <a:off x="9779007" y="35284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3" name="Shape 2981"/>
          <p:cNvSpPr/>
          <p:nvPr/>
        </p:nvSpPr>
        <p:spPr>
          <a:xfrm>
            <a:off x="9930105" y="3598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4" name="Shape 2982"/>
          <p:cNvSpPr/>
          <p:nvPr/>
        </p:nvSpPr>
        <p:spPr>
          <a:xfrm>
            <a:off x="9769414" y="3704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5" name="Shape 2983"/>
          <p:cNvSpPr/>
          <p:nvPr/>
        </p:nvSpPr>
        <p:spPr>
          <a:xfrm>
            <a:off x="9976268" y="34759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6" name="Shape 2984"/>
          <p:cNvSpPr/>
          <p:nvPr/>
        </p:nvSpPr>
        <p:spPr>
          <a:xfrm>
            <a:off x="9895188" y="35693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7" name="Shape 2985"/>
          <p:cNvSpPr/>
          <p:nvPr/>
        </p:nvSpPr>
        <p:spPr>
          <a:xfrm>
            <a:off x="9956080" y="3722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8" name="Shape 2986"/>
          <p:cNvSpPr/>
          <p:nvPr/>
        </p:nvSpPr>
        <p:spPr>
          <a:xfrm>
            <a:off x="9759519" y="35779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9" name="Shape 2987"/>
          <p:cNvSpPr/>
          <p:nvPr/>
        </p:nvSpPr>
        <p:spPr>
          <a:xfrm>
            <a:off x="9802728" y="37323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0" name="Shape 2988"/>
          <p:cNvSpPr/>
          <p:nvPr/>
        </p:nvSpPr>
        <p:spPr>
          <a:xfrm>
            <a:off x="9887071" y="35510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1" name="Shape 2989"/>
          <p:cNvSpPr/>
          <p:nvPr/>
        </p:nvSpPr>
        <p:spPr>
          <a:xfrm>
            <a:off x="9783125" y="31724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2" name="Shape 2990"/>
          <p:cNvSpPr/>
          <p:nvPr/>
        </p:nvSpPr>
        <p:spPr>
          <a:xfrm>
            <a:off x="9839216" y="34312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3" name="Shape 2991"/>
          <p:cNvSpPr/>
          <p:nvPr/>
        </p:nvSpPr>
        <p:spPr>
          <a:xfrm>
            <a:off x="10031067" y="33496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4" name="Shape 2992"/>
          <p:cNvSpPr/>
          <p:nvPr/>
        </p:nvSpPr>
        <p:spPr>
          <a:xfrm>
            <a:off x="9951935" y="32749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5" name="Shape 2993"/>
          <p:cNvSpPr/>
          <p:nvPr/>
        </p:nvSpPr>
        <p:spPr>
          <a:xfrm>
            <a:off x="9945785" y="3277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6" name="Shape 2994"/>
          <p:cNvSpPr/>
          <p:nvPr/>
        </p:nvSpPr>
        <p:spPr>
          <a:xfrm>
            <a:off x="10045867" y="24777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7" name="Shape 2995"/>
          <p:cNvSpPr/>
          <p:nvPr/>
        </p:nvSpPr>
        <p:spPr>
          <a:xfrm>
            <a:off x="9948148" y="3331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8" name="Shape 2996"/>
          <p:cNvSpPr/>
          <p:nvPr/>
        </p:nvSpPr>
        <p:spPr>
          <a:xfrm>
            <a:off x="9868543" y="27880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9" name="Shape 2997"/>
          <p:cNvSpPr/>
          <p:nvPr/>
        </p:nvSpPr>
        <p:spPr>
          <a:xfrm>
            <a:off x="10064130" y="33522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0" name="Shape 2998"/>
          <p:cNvSpPr/>
          <p:nvPr/>
        </p:nvSpPr>
        <p:spPr>
          <a:xfrm>
            <a:off x="9727652" y="32657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1" name="Shape 2999"/>
          <p:cNvSpPr/>
          <p:nvPr/>
        </p:nvSpPr>
        <p:spPr>
          <a:xfrm>
            <a:off x="10036874" y="3307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2" name="Shape 3000"/>
          <p:cNvSpPr/>
          <p:nvPr/>
        </p:nvSpPr>
        <p:spPr>
          <a:xfrm>
            <a:off x="9929121" y="33305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3" name="Shape 3001"/>
          <p:cNvSpPr/>
          <p:nvPr/>
        </p:nvSpPr>
        <p:spPr>
          <a:xfrm>
            <a:off x="9897131" y="3357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4" name="Shape 3002"/>
          <p:cNvSpPr/>
          <p:nvPr/>
        </p:nvSpPr>
        <p:spPr>
          <a:xfrm>
            <a:off x="9773917" y="3159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5" name="Shape 3003"/>
          <p:cNvSpPr/>
          <p:nvPr/>
        </p:nvSpPr>
        <p:spPr>
          <a:xfrm>
            <a:off x="9699861" y="3149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6" name="Shape 3004"/>
          <p:cNvSpPr/>
          <p:nvPr/>
        </p:nvSpPr>
        <p:spPr>
          <a:xfrm>
            <a:off x="10051947" y="31464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7" name="Shape 3005"/>
          <p:cNvSpPr/>
          <p:nvPr/>
        </p:nvSpPr>
        <p:spPr>
          <a:xfrm>
            <a:off x="10024015" y="31625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8" name="Shape 3006"/>
          <p:cNvSpPr/>
          <p:nvPr/>
        </p:nvSpPr>
        <p:spPr>
          <a:xfrm>
            <a:off x="9746240" y="31644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9" name="Shape 3007"/>
          <p:cNvSpPr/>
          <p:nvPr/>
        </p:nvSpPr>
        <p:spPr>
          <a:xfrm>
            <a:off x="9718972" y="31243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0" name="Shape 3008"/>
          <p:cNvSpPr/>
          <p:nvPr/>
        </p:nvSpPr>
        <p:spPr>
          <a:xfrm>
            <a:off x="9855943" y="35917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1" name="Shape 3009"/>
          <p:cNvSpPr/>
          <p:nvPr/>
        </p:nvSpPr>
        <p:spPr>
          <a:xfrm>
            <a:off x="10028313" y="35362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2" name="Shape 3010"/>
          <p:cNvSpPr/>
          <p:nvPr/>
        </p:nvSpPr>
        <p:spPr>
          <a:xfrm>
            <a:off x="9705712" y="34043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3" name="Shape 3011"/>
          <p:cNvSpPr/>
          <p:nvPr/>
        </p:nvSpPr>
        <p:spPr>
          <a:xfrm>
            <a:off x="10086713" y="32954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4" name="Shape 3012"/>
          <p:cNvSpPr/>
          <p:nvPr/>
        </p:nvSpPr>
        <p:spPr>
          <a:xfrm>
            <a:off x="9935879" y="3151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5" name="Shape 3013"/>
          <p:cNvSpPr/>
          <p:nvPr/>
        </p:nvSpPr>
        <p:spPr>
          <a:xfrm>
            <a:off x="9931956" y="35366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6" name="Shape 3014"/>
          <p:cNvSpPr/>
          <p:nvPr/>
        </p:nvSpPr>
        <p:spPr>
          <a:xfrm>
            <a:off x="9671347" y="34797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7" name="Shape 3015"/>
          <p:cNvSpPr/>
          <p:nvPr/>
        </p:nvSpPr>
        <p:spPr>
          <a:xfrm>
            <a:off x="9782538" y="34260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8" name="Shape 3016"/>
          <p:cNvSpPr/>
          <p:nvPr/>
        </p:nvSpPr>
        <p:spPr>
          <a:xfrm>
            <a:off x="9840059" y="34893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9" name="Shape 3017"/>
          <p:cNvSpPr/>
          <p:nvPr/>
        </p:nvSpPr>
        <p:spPr>
          <a:xfrm>
            <a:off x="9727418" y="33108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0" name="Shape 3018"/>
          <p:cNvSpPr/>
          <p:nvPr/>
        </p:nvSpPr>
        <p:spPr>
          <a:xfrm>
            <a:off x="9736158" y="32622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1" name="Shape 3019"/>
          <p:cNvSpPr/>
          <p:nvPr/>
        </p:nvSpPr>
        <p:spPr>
          <a:xfrm>
            <a:off x="9754529" y="3544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2" name="Shape 3020"/>
          <p:cNvSpPr/>
          <p:nvPr/>
        </p:nvSpPr>
        <p:spPr>
          <a:xfrm>
            <a:off x="9909282" y="34846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3" name="Shape 3021"/>
          <p:cNvSpPr/>
          <p:nvPr/>
        </p:nvSpPr>
        <p:spPr>
          <a:xfrm>
            <a:off x="10027990" y="35687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4" name="Shape 3022"/>
          <p:cNvSpPr/>
          <p:nvPr/>
        </p:nvSpPr>
        <p:spPr>
          <a:xfrm>
            <a:off x="9852901" y="36444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5" name="Shape 3023"/>
          <p:cNvSpPr/>
          <p:nvPr/>
        </p:nvSpPr>
        <p:spPr>
          <a:xfrm>
            <a:off x="10092899" y="35364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6" name="Shape 3024"/>
          <p:cNvSpPr/>
          <p:nvPr/>
        </p:nvSpPr>
        <p:spPr>
          <a:xfrm>
            <a:off x="9828521" y="31043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7" name="Shape 3025"/>
          <p:cNvSpPr/>
          <p:nvPr/>
        </p:nvSpPr>
        <p:spPr>
          <a:xfrm>
            <a:off x="9961957" y="32111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8" name="Shape 3026"/>
          <p:cNvSpPr/>
          <p:nvPr/>
        </p:nvSpPr>
        <p:spPr>
          <a:xfrm>
            <a:off x="9794801" y="34496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9" name="Shape 3027"/>
          <p:cNvSpPr/>
          <p:nvPr/>
        </p:nvSpPr>
        <p:spPr>
          <a:xfrm>
            <a:off x="9870290" y="3552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0" name="Shape 3028"/>
          <p:cNvSpPr/>
          <p:nvPr/>
        </p:nvSpPr>
        <p:spPr>
          <a:xfrm>
            <a:off x="9768328" y="3526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1" name="Shape 3029"/>
          <p:cNvSpPr/>
          <p:nvPr/>
        </p:nvSpPr>
        <p:spPr>
          <a:xfrm>
            <a:off x="9670843" y="31439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2" name="Shape 3030"/>
          <p:cNvSpPr/>
          <p:nvPr/>
        </p:nvSpPr>
        <p:spPr>
          <a:xfrm>
            <a:off x="10034228" y="3283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3" name="Shape 3031"/>
          <p:cNvSpPr/>
          <p:nvPr/>
        </p:nvSpPr>
        <p:spPr>
          <a:xfrm>
            <a:off x="9789273" y="3291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4" name="Shape 3032"/>
          <p:cNvSpPr/>
          <p:nvPr/>
        </p:nvSpPr>
        <p:spPr>
          <a:xfrm>
            <a:off x="9837114" y="3353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5" name="Shape 3033"/>
          <p:cNvSpPr/>
          <p:nvPr/>
        </p:nvSpPr>
        <p:spPr>
          <a:xfrm>
            <a:off x="10096739" y="2684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6" name="Shape 3034"/>
          <p:cNvSpPr/>
          <p:nvPr/>
        </p:nvSpPr>
        <p:spPr>
          <a:xfrm>
            <a:off x="9945809" y="3040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7" name="Shape 3035"/>
          <p:cNvSpPr/>
          <p:nvPr/>
        </p:nvSpPr>
        <p:spPr>
          <a:xfrm>
            <a:off x="10017567" y="27385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8" name="Shape 3036"/>
          <p:cNvSpPr/>
          <p:nvPr/>
        </p:nvSpPr>
        <p:spPr>
          <a:xfrm>
            <a:off x="9946740" y="27159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9" name="Shape 3037"/>
          <p:cNvSpPr/>
          <p:nvPr/>
        </p:nvSpPr>
        <p:spPr>
          <a:xfrm>
            <a:off x="9735916" y="27900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0" name="Shape 3038"/>
          <p:cNvSpPr/>
          <p:nvPr/>
        </p:nvSpPr>
        <p:spPr>
          <a:xfrm>
            <a:off x="9957178" y="27950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1" name="Shape 3039"/>
          <p:cNvSpPr/>
          <p:nvPr/>
        </p:nvSpPr>
        <p:spPr>
          <a:xfrm>
            <a:off x="9825104" y="28003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2" name="Shape 3040"/>
          <p:cNvSpPr/>
          <p:nvPr/>
        </p:nvSpPr>
        <p:spPr>
          <a:xfrm>
            <a:off x="9781549" y="27117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3" name="Shape 3041"/>
          <p:cNvSpPr/>
          <p:nvPr/>
        </p:nvSpPr>
        <p:spPr>
          <a:xfrm>
            <a:off x="9973667" y="32643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4" name="Shape 3042"/>
          <p:cNvSpPr/>
          <p:nvPr/>
        </p:nvSpPr>
        <p:spPr>
          <a:xfrm>
            <a:off x="9932083" y="33518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5" name="Shape 3043"/>
          <p:cNvSpPr/>
          <p:nvPr/>
        </p:nvSpPr>
        <p:spPr>
          <a:xfrm>
            <a:off x="9727411" y="31660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6" name="Shape 3044"/>
          <p:cNvSpPr/>
          <p:nvPr/>
        </p:nvSpPr>
        <p:spPr>
          <a:xfrm>
            <a:off x="9796625" y="31047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7" name="Shape 3045"/>
          <p:cNvSpPr/>
          <p:nvPr/>
        </p:nvSpPr>
        <p:spPr>
          <a:xfrm>
            <a:off x="9755903" y="31430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8" name="Shape 3046"/>
          <p:cNvSpPr/>
          <p:nvPr/>
        </p:nvSpPr>
        <p:spPr>
          <a:xfrm>
            <a:off x="9974073" y="3154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9" name="Shape 3047"/>
          <p:cNvSpPr/>
          <p:nvPr/>
        </p:nvSpPr>
        <p:spPr>
          <a:xfrm>
            <a:off x="9891691" y="31337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0" name="Shape 3048"/>
          <p:cNvSpPr/>
          <p:nvPr/>
        </p:nvSpPr>
        <p:spPr>
          <a:xfrm>
            <a:off x="9766558" y="31431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1" name="Shape 3049"/>
          <p:cNvSpPr/>
          <p:nvPr/>
        </p:nvSpPr>
        <p:spPr>
          <a:xfrm>
            <a:off x="9923773" y="35040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2" name="Shape 3050"/>
          <p:cNvSpPr/>
          <p:nvPr/>
        </p:nvSpPr>
        <p:spPr>
          <a:xfrm>
            <a:off x="9728703" y="3521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3" name="Shape 3051"/>
          <p:cNvSpPr/>
          <p:nvPr/>
        </p:nvSpPr>
        <p:spPr>
          <a:xfrm>
            <a:off x="9919693" y="36505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4" name="Shape 3052"/>
          <p:cNvSpPr/>
          <p:nvPr/>
        </p:nvSpPr>
        <p:spPr>
          <a:xfrm>
            <a:off x="9898338" y="24982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5" name="Shape 3053"/>
          <p:cNvSpPr/>
          <p:nvPr/>
        </p:nvSpPr>
        <p:spPr>
          <a:xfrm>
            <a:off x="9895102" y="3184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6" name="Shape 3054"/>
          <p:cNvSpPr/>
          <p:nvPr/>
        </p:nvSpPr>
        <p:spPr>
          <a:xfrm>
            <a:off x="9721543" y="30536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7" name="Shape 3055"/>
          <p:cNvSpPr/>
          <p:nvPr/>
        </p:nvSpPr>
        <p:spPr>
          <a:xfrm>
            <a:off x="9952170" y="32877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8" name="Shape 3056"/>
          <p:cNvSpPr/>
          <p:nvPr/>
        </p:nvSpPr>
        <p:spPr>
          <a:xfrm>
            <a:off x="9746450" y="30726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9" name="Shape 3057"/>
          <p:cNvSpPr/>
          <p:nvPr/>
        </p:nvSpPr>
        <p:spPr>
          <a:xfrm>
            <a:off x="10079951" y="26278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0" name="Shape 3058"/>
          <p:cNvSpPr/>
          <p:nvPr/>
        </p:nvSpPr>
        <p:spPr>
          <a:xfrm>
            <a:off x="9750688" y="33436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1" name="Shape 3059"/>
          <p:cNvSpPr/>
          <p:nvPr/>
        </p:nvSpPr>
        <p:spPr>
          <a:xfrm>
            <a:off x="9990266" y="30909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2" name="Shape 3060"/>
          <p:cNvSpPr/>
          <p:nvPr/>
        </p:nvSpPr>
        <p:spPr>
          <a:xfrm>
            <a:off x="10001035" y="30528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3" name="Shape 3061"/>
          <p:cNvSpPr/>
          <p:nvPr/>
        </p:nvSpPr>
        <p:spPr>
          <a:xfrm>
            <a:off x="9972319" y="30711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4" name="Shape 3062"/>
          <p:cNvSpPr/>
          <p:nvPr/>
        </p:nvSpPr>
        <p:spPr>
          <a:xfrm>
            <a:off x="9690423" y="34441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5" name="Shape 3063"/>
          <p:cNvSpPr/>
          <p:nvPr/>
        </p:nvSpPr>
        <p:spPr>
          <a:xfrm>
            <a:off x="9846711" y="32420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6" name="Shape 3064"/>
          <p:cNvSpPr/>
          <p:nvPr/>
        </p:nvSpPr>
        <p:spPr>
          <a:xfrm>
            <a:off x="9930743" y="32524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7" name="Shape 3065"/>
          <p:cNvSpPr/>
          <p:nvPr/>
        </p:nvSpPr>
        <p:spPr>
          <a:xfrm>
            <a:off x="9918052" y="33737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8" name="Shape 3066"/>
          <p:cNvSpPr/>
          <p:nvPr/>
        </p:nvSpPr>
        <p:spPr>
          <a:xfrm>
            <a:off x="9986435" y="32698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9" name="Shape 3067"/>
          <p:cNvSpPr/>
          <p:nvPr/>
        </p:nvSpPr>
        <p:spPr>
          <a:xfrm>
            <a:off x="9723417" y="3566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0" name="Shape 3068"/>
          <p:cNvSpPr/>
          <p:nvPr/>
        </p:nvSpPr>
        <p:spPr>
          <a:xfrm>
            <a:off x="9904185" y="29694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1" name="Shape 3069"/>
          <p:cNvSpPr/>
          <p:nvPr/>
        </p:nvSpPr>
        <p:spPr>
          <a:xfrm>
            <a:off x="9677554" y="27472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2" name="Shape 3070"/>
          <p:cNvSpPr/>
          <p:nvPr/>
        </p:nvSpPr>
        <p:spPr>
          <a:xfrm>
            <a:off x="10083213" y="33188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3" name="Shape 3071"/>
          <p:cNvSpPr/>
          <p:nvPr/>
        </p:nvSpPr>
        <p:spPr>
          <a:xfrm>
            <a:off x="9811085" y="34103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4" name="Shape 3072"/>
          <p:cNvSpPr/>
          <p:nvPr/>
        </p:nvSpPr>
        <p:spPr>
          <a:xfrm>
            <a:off x="9857450" y="30913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5" name="Shape 3073"/>
          <p:cNvSpPr/>
          <p:nvPr/>
        </p:nvSpPr>
        <p:spPr>
          <a:xfrm>
            <a:off x="9943536" y="27594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6" name="Shape 3074"/>
          <p:cNvSpPr/>
          <p:nvPr/>
        </p:nvSpPr>
        <p:spPr>
          <a:xfrm>
            <a:off x="9841589" y="31845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7" name="Shape 3075"/>
          <p:cNvSpPr/>
          <p:nvPr/>
        </p:nvSpPr>
        <p:spPr>
          <a:xfrm>
            <a:off x="9707981" y="33480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8" name="Shape 3076"/>
          <p:cNvSpPr/>
          <p:nvPr/>
        </p:nvSpPr>
        <p:spPr>
          <a:xfrm>
            <a:off x="10013586" y="34066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9" name="Shape 3077"/>
          <p:cNvSpPr/>
          <p:nvPr/>
        </p:nvSpPr>
        <p:spPr>
          <a:xfrm>
            <a:off x="10080163" y="28506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0" name="Shape 3078"/>
          <p:cNvSpPr/>
          <p:nvPr/>
        </p:nvSpPr>
        <p:spPr>
          <a:xfrm>
            <a:off x="9709983" y="34647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1" name="Shape 3079"/>
          <p:cNvSpPr/>
          <p:nvPr/>
        </p:nvSpPr>
        <p:spPr>
          <a:xfrm>
            <a:off x="9844809" y="3058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2" name="Shape 3080"/>
          <p:cNvSpPr/>
          <p:nvPr/>
        </p:nvSpPr>
        <p:spPr>
          <a:xfrm>
            <a:off x="10021402" y="29327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3" name="Shape 3081"/>
          <p:cNvSpPr/>
          <p:nvPr/>
        </p:nvSpPr>
        <p:spPr>
          <a:xfrm>
            <a:off x="10065172" y="24852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4" name="Shape 3082"/>
          <p:cNvSpPr/>
          <p:nvPr/>
        </p:nvSpPr>
        <p:spPr>
          <a:xfrm>
            <a:off x="9836997" y="24836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5" name="Shape 3083"/>
          <p:cNvSpPr/>
          <p:nvPr/>
        </p:nvSpPr>
        <p:spPr>
          <a:xfrm>
            <a:off x="9853326" y="34621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6" name="Shape 3084"/>
          <p:cNvSpPr/>
          <p:nvPr/>
        </p:nvSpPr>
        <p:spPr>
          <a:xfrm>
            <a:off x="9799999" y="35791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7" name="Shape 3085"/>
          <p:cNvSpPr/>
          <p:nvPr/>
        </p:nvSpPr>
        <p:spPr>
          <a:xfrm>
            <a:off x="9734588" y="35129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8" name="Shape 3086"/>
          <p:cNvSpPr/>
          <p:nvPr/>
        </p:nvSpPr>
        <p:spPr>
          <a:xfrm>
            <a:off x="9820487" y="35861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9" name="Shape 3087"/>
          <p:cNvSpPr/>
          <p:nvPr/>
        </p:nvSpPr>
        <p:spPr>
          <a:xfrm>
            <a:off x="9898023" y="3575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0" name="Shape 3088"/>
          <p:cNvSpPr/>
          <p:nvPr/>
        </p:nvSpPr>
        <p:spPr>
          <a:xfrm>
            <a:off x="9894180" y="38756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1" name="Shape 3089"/>
          <p:cNvSpPr/>
          <p:nvPr/>
        </p:nvSpPr>
        <p:spPr>
          <a:xfrm>
            <a:off x="9941289" y="37233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2" name="Shape 3090"/>
          <p:cNvSpPr/>
          <p:nvPr/>
        </p:nvSpPr>
        <p:spPr>
          <a:xfrm>
            <a:off x="9714949" y="3768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3" name="Shape 3091"/>
          <p:cNvSpPr/>
          <p:nvPr/>
        </p:nvSpPr>
        <p:spPr>
          <a:xfrm>
            <a:off x="9902658" y="3752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4" name="Shape 3092"/>
          <p:cNvSpPr/>
          <p:nvPr/>
        </p:nvSpPr>
        <p:spPr>
          <a:xfrm>
            <a:off x="9983156" y="3538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5" name="Shape 3093"/>
          <p:cNvSpPr/>
          <p:nvPr/>
        </p:nvSpPr>
        <p:spPr>
          <a:xfrm>
            <a:off x="9695543" y="34577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6" name="Shape 3094"/>
          <p:cNvSpPr/>
          <p:nvPr/>
        </p:nvSpPr>
        <p:spPr>
          <a:xfrm>
            <a:off x="9997333" y="31135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7" name="Shape 3095"/>
          <p:cNvSpPr/>
          <p:nvPr/>
        </p:nvSpPr>
        <p:spPr>
          <a:xfrm>
            <a:off x="10039112" y="30678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8" name="Shape 3096"/>
          <p:cNvSpPr/>
          <p:nvPr/>
        </p:nvSpPr>
        <p:spPr>
          <a:xfrm>
            <a:off x="9871882" y="30846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9" name="Shape 3097"/>
          <p:cNvSpPr/>
          <p:nvPr/>
        </p:nvSpPr>
        <p:spPr>
          <a:xfrm>
            <a:off x="9725231" y="33259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0" name="Shape 3098"/>
          <p:cNvSpPr/>
          <p:nvPr/>
        </p:nvSpPr>
        <p:spPr>
          <a:xfrm>
            <a:off x="10056757" y="33636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1" name="Shape 3099"/>
          <p:cNvSpPr/>
          <p:nvPr/>
        </p:nvSpPr>
        <p:spPr>
          <a:xfrm>
            <a:off x="9964149" y="33972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2" name="Shape 3100"/>
          <p:cNvSpPr/>
          <p:nvPr/>
        </p:nvSpPr>
        <p:spPr>
          <a:xfrm>
            <a:off x="9922284" y="33838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3" name="Shape 3101"/>
          <p:cNvSpPr/>
          <p:nvPr/>
        </p:nvSpPr>
        <p:spPr>
          <a:xfrm>
            <a:off x="9973655" y="35802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4" name="Shape 3102"/>
          <p:cNvSpPr/>
          <p:nvPr/>
        </p:nvSpPr>
        <p:spPr>
          <a:xfrm>
            <a:off x="9872790" y="2950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5" name="Shape 3103"/>
          <p:cNvSpPr/>
          <p:nvPr/>
        </p:nvSpPr>
        <p:spPr>
          <a:xfrm>
            <a:off x="9936166" y="35433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6" name="Shape 3104"/>
          <p:cNvSpPr/>
          <p:nvPr/>
        </p:nvSpPr>
        <p:spPr>
          <a:xfrm>
            <a:off x="9727116" y="29945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7" name="Shape 3105"/>
          <p:cNvSpPr/>
          <p:nvPr/>
        </p:nvSpPr>
        <p:spPr>
          <a:xfrm>
            <a:off x="9800294" y="35552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8" name="Shape 3106"/>
          <p:cNvSpPr/>
          <p:nvPr/>
        </p:nvSpPr>
        <p:spPr>
          <a:xfrm>
            <a:off x="9690914" y="26614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9" name="Shape 3107"/>
          <p:cNvSpPr/>
          <p:nvPr/>
        </p:nvSpPr>
        <p:spPr>
          <a:xfrm>
            <a:off x="9971339" y="35058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0" name="Shape 3108"/>
          <p:cNvSpPr/>
          <p:nvPr/>
        </p:nvSpPr>
        <p:spPr>
          <a:xfrm>
            <a:off x="10044581" y="35845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1" name="Shape 3109"/>
          <p:cNvSpPr/>
          <p:nvPr/>
        </p:nvSpPr>
        <p:spPr>
          <a:xfrm>
            <a:off x="10028789" y="30629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2" name="Shape 3110"/>
          <p:cNvSpPr/>
          <p:nvPr/>
        </p:nvSpPr>
        <p:spPr>
          <a:xfrm>
            <a:off x="9738359" y="28276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3" name="Shape 3111"/>
          <p:cNvSpPr/>
          <p:nvPr/>
        </p:nvSpPr>
        <p:spPr>
          <a:xfrm>
            <a:off x="9804510" y="30591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4" name="Shape 3112"/>
          <p:cNvSpPr/>
          <p:nvPr/>
        </p:nvSpPr>
        <p:spPr>
          <a:xfrm>
            <a:off x="9796059" y="31037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5" name="Shape 3113"/>
          <p:cNvSpPr/>
          <p:nvPr/>
        </p:nvSpPr>
        <p:spPr>
          <a:xfrm>
            <a:off x="9790167" y="29122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6" name="Shape 3114"/>
          <p:cNvSpPr/>
          <p:nvPr/>
        </p:nvSpPr>
        <p:spPr>
          <a:xfrm>
            <a:off x="9991689" y="3163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7" name="Shape 3115"/>
          <p:cNvSpPr/>
          <p:nvPr/>
        </p:nvSpPr>
        <p:spPr>
          <a:xfrm>
            <a:off x="9978610" y="27868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8" name="Shape 3116"/>
          <p:cNvSpPr/>
          <p:nvPr/>
        </p:nvSpPr>
        <p:spPr>
          <a:xfrm>
            <a:off x="10058660" y="29694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9" name="Shape 3117"/>
          <p:cNvSpPr/>
          <p:nvPr/>
        </p:nvSpPr>
        <p:spPr>
          <a:xfrm>
            <a:off x="9916386" y="2647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0" name="Shape 3118"/>
          <p:cNvSpPr/>
          <p:nvPr/>
        </p:nvSpPr>
        <p:spPr>
          <a:xfrm>
            <a:off x="10077473" y="27216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1" name="Shape 3119"/>
          <p:cNvSpPr/>
          <p:nvPr/>
        </p:nvSpPr>
        <p:spPr>
          <a:xfrm>
            <a:off x="9829743" y="25374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2" name="Shape 3120"/>
          <p:cNvSpPr/>
          <p:nvPr/>
        </p:nvSpPr>
        <p:spPr>
          <a:xfrm>
            <a:off x="9854813" y="28187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3" name="Shape 3121"/>
          <p:cNvSpPr/>
          <p:nvPr/>
        </p:nvSpPr>
        <p:spPr>
          <a:xfrm>
            <a:off x="9863192" y="27208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4" name="Shape 3122"/>
          <p:cNvSpPr/>
          <p:nvPr/>
        </p:nvSpPr>
        <p:spPr>
          <a:xfrm>
            <a:off x="9867234" y="27717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5" name="Shape 3123"/>
          <p:cNvSpPr/>
          <p:nvPr/>
        </p:nvSpPr>
        <p:spPr>
          <a:xfrm>
            <a:off x="9815500" y="25275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6" name="Shape 3124"/>
          <p:cNvSpPr/>
          <p:nvPr/>
        </p:nvSpPr>
        <p:spPr>
          <a:xfrm>
            <a:off x="9757496" y="2836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7" name="Shape 3125"/>
          <p:cNvSpPr/>
          <p:nvPr/>
        </p:nvSpPr>
        <p:spPr>
          <a:xfrm>
            <a:off x="9847574" y="26468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8" name="Shape 3126"/>
          <p:cNvSpPr/>
          <p:nvPr/>
        </p:nvSpPr>
        <p:spPr>
          <a:xfrm>
            <a:off x="9995486" y="2760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9" name="Shape 3127"/>
          <p:cNvSpPr/>
          <p:nvPr/>
        </p:nvSpPr>
        <p:spPr>
          <a:xfrm>
            <a:off x="9775499" y="31657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0" name="Shape 3128"/>
          <p:cNvSpPr/>
          <p:nvPr/>
        </p:nvSpPr>
        <p:spPr>
          <a:xfrm>
            <a:off x="9993361" y="30739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1" name="Shape 3129"/>
          <p:cNvSpPr/>
          <p:nvPr/>
        </p:nvSpPr>
        <p:spPr>
          <a:xfrm>
            <a:off x="9877700" y="25571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2" name="Shape 3130"/>
          <p:cNvSpPr/>
          <p:nvPr/>
        </p:nvSpPr>
        <p:spPr>
          <a:xfrm>
            <a:off x="9907213" y="29666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3" name="Shape 3131"/>
          <p:cNvSpPr/>
          <p:nvPr/>
        </p:nvSpPr>
        <p:spPr>
          <a:xfrm>
            <a:off x="10099453" y="33072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4" name="Shape 3132"/>
          <p:cNvSpPr/>
          <p:nvPr/>
        </p:nvSpPr>
        <p:spPr>
          <a:xfrm>
            <a:off x="9955745" y="35768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5" name="Shape 3133"/>
          <p:cNvSpPr/>
          <p:nvPr/>
        </p:nvSpPr>
        <p:spPr>
          <a:xfrm>
            <a:off x="9935794" y="32424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6" name="Shape 3134"/>
          <p:cNvSpPr/>
          <p:nvPr/>
        </p:nvSpPr>
        <p:spPr>
          <a:xfrm>
            <a:off x="10023245" y="32367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7" name="Shape 3135"/>
          <p:cNvSpPr/>
          <p:nvPr/>
        </p:nvSpPr>
        <p:spPr>
          <a:xfrm>
            <a:off x="9842275" y="32029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8" name="Shape 3136"/>
          <p:cNvSpPr/>
          <p:nvPr/>
        </p:nvSpPr>
        <p:spPr>
          <a:xfrm>
            <a:off x="9918636" y="24635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9" name="Shape 3137"/>
          <p:cNvSpPr/>
          <p:nvPr/>
        </p:nvSpPr>
        <p:spPr>
          <a:xfrm>
            <a:off x="9708677" y="32486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0" name="Shape 3138"/>
          <p:cNvSpPr/>
          <p:nvPr/>
        </p:nvSpPr>
        <p:spPr>
          <a:xfrm>
            <a:off x="9930915" y="3255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1" name="Shape 3139"/>
          <p:cNvSpPr/>
          <p:nvPr/>
        </p:nvSpPr>
        <p:spPr>
          <a:xfrm>
            <a:off x="10028242" y="3807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2" name="Shape 3140"/>
          <p:cNvSpPr/>
          <p:nvPr/>
        </p:nvSpPr>
        <p:spPr>
          <a:xfrm>
            <a:off x="9975561" y="3711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3" name="Shape 3141"/>
          <p:cNvSpPr/>
          <p:nvPr/>
        </p:nvSpPr>
        <p:spPr>
          <a:xfrm>
            <a:off x="9988975" y="3613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4" name="Shape 3142"/>
          <p:cNvSpPr/>
          <p:nvPr/>
        </p:nvSpPr>
        <p:spPr>
          <a:xfrm>
            <a:off x="9981287" y="37278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5" name="Shape 3143"/>
          <p:cNvSpPr/>
          <p:nvPr/>
        </p:nvSpPr>
        <p:spPr>
          <a:xfrm>
            <a:off x="9693184" y="3285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6" name="Shape 3144"/>
          <p:cNvSpPr/>
          <p:nvPr/>
        </p:nvSpPr>
        <p:spPr>
          <a:xfrm>
            <a:off x="9796140" y="32608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7" name="Shape 3145"/>
          <p:cNvSpPr/>
          <p:nvPr/>
        </p:nvSpPr>
        <p:spPr>
          <a:xfrm>
            <a:off x="10068726" y="3337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8" name="Shape 3146"/>
          <p:cNvSpPr/>
          <p:nvPr/>
        </p:nvSpPr>
        <p:spPr>
          <a:xfrm>
            <a:off x="9914056" y="33029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9" name="Shape 3147"/>
          <p:cNvSpPr/>
          <p:nvPr/>
        </p:nvSpPr>
        <p:spPr>
          <a:xfrm>
            <a:off x="10020622" y="33359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0" name="Shape 3148"/>
          <p:cNvSpPr/>
          <p:nvPr/>
        </p:nvSpPr>
        <p:spPr>
          <a:xfrm>
            <a:off x="9796575" y="33326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1" name="Shape 3149"/>
          <p:cNvSpPr/>
          <p:nvPr/>
        </p:nvSpPr>
        <p:spPr>
          <a:xfrm>
            <a:off x="10036540" y="3251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2" name="Shape 3150"/>
          <p:cNvSpPr/>
          <p:nvPr/>
        </p:nvSpPr>
        <p:spPr>
          <a:xfrm>
            <a:off x="9997123" y="24290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3" name="Shape 3151"/>
          <p:cNvSpPr/>
          <p:nvPr/>
        </p:nvSpPr>
        <p:spPr>
          <a:xfrm>
            <a:off x="10062033" y="3384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4" name="Shape 3152"/>
          <p:cNvSpPr/>
          <p:nvPr/>
        </p:nvSpPr>
        <p:spPr>
          <a:xfrm>
            <a:off x="9733211" y="33372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5" name="Shape 3153"/>
          <p:cNvSpPr/>
          <p:nvPr/>
        </p:nvSpPr>
        <p:spPr>
          <a:xfrm>
            <a:off x="10099531" y="33862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6" name="Shape 3154"/>
          <p:cNvSpPr/>
          <p:nvPr/>
        </p:nvSpPr>
        <p:spPr>
          <a:xfrm>
            <a:off x="9935449" y="33155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7" name="Shape 3155"/>
          <p:cNvSpPr/>
          <p:nvPr/>
        </p:nvSpPr>
        <p:spPr>
          <a:xfrm>
            <a:off x="10079088" y="3337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8" name="Shape 3156"/>
          <p:cNvSpPr/>
          <p:nvPr/>
        </p:nvSpPr>
        <p:spPr>
          <a:xfrm>
            <a:off x="10024961" y="3335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9" name="Shape 3157"/>
          <p:cNvSpPr/>
          <p:nvPr/>
        </p:nvSpPr>
        <p:spPr>
          <a:xfrm>
            <a:off x="9711630" y="35372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0" name="Shape 3158"/>
          <p:cNvSpPr/>
          <p:nvPr/>
        </p:nvSpPr>
        <p:spPr>
          <a:xfrm>
            <a:off x="9924561" y="35498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1" name="Shape 3159"/>
          <p:cNvSpPr/>
          <p:nvPr/>
        </p:nvSpPr>
        <p:spPr>
          <a:xfrm>
            <a:off x="9756739" y="3446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2" name="Shape 3160"/>
          <p:cNvSpPr/>
          <p:nvPr/>
        </p:nvSpPr>
        <p:spPr>
          <a:xfrm>
            <a:off x="9791952" y="34636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3" name="Shape 3161"/>
          <p:cNvSpPr/>
          <p:nvPr/>
        </p:nvSpPr>
        <p:spPr>
          <a:xfrm>
            <a:off x="10069865" y="3507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4" name="Shape 3162"/>
          <p:cNvSpPr/>
          <p:nvPr/>
        </p:nvSpPr>
        <p:spPr>
          <a:xfrm>
            <a:off x="9715017" y="35241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5" name="Shape 3163"/>
          <p:cNvSpPr/>
          <p:nvPr/>
        </p:nvSpPr>
        <p:spPr>
          <a:xfrm>
            <a:off x="10087682" y="31610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6" name="Shape 3164"/>
          <p:cNvSpPr/>
          <p:nvPr/>
        </p:nvSpPr>
        <p:spPr>
          <a:xfrm>
            <a:off x="9731638" y="3156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7" name="Shape 3165"/>
          <p:cNvSpPr/>
          <p:nvPr/>
        </p:nvSpPr>
        <p:spPr>
          <a:xfrm>
            <a:off x="9859531" y="30573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8" name="Shape 3166"/>
          <p:cNvSpPr/>
          <p:nvPr/>
        </p:nvSpPr>
        <p:spPr>
          <a:xfrm>
            <a:off x="9967472" y="29609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9" name="Shape 3167"/>
          <p:cNvSpPr/>
          <p:nvPr/>
        </p:nvSpPr>
        <p:spPr>
          <a:xfrm>
            <a:off x="9974726" y="36049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0" name="Shape 3168"/>
          <p:cNvSpPr/>
          <p:nvPr/>
        </p:nvSpPr>
        <p:spPr>
          <a:xfrm>
            <a:off x="9681204" y="34287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1" name="Shape 3169"/>
          <p:cNvSpPr/>
          <p:nvPr/>
        </p:nvSpPr>
        <p:spPr>
          <a:xfrm>
            <a:off x="9845176" y="34773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2" name="Shape 3170"/>
          <p:cNvSpPr/>
          <p:nvPr/>
        </p:nvSpPr>
        <p:spPr>
          <a:xfrm>
            <a:off x="10009212" y="34334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3" name="Shape 3171"/>
          <p:cNvSpPr/>
          <p:nvPr/>
        </p:nvSpPr>
        <p:spPr>
          <a:xfrm>
            <a:off x="9686256" y="34418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4" name="Shape 3172"/>
          <p:cNvSpPr/>
          <p:nvPr/>
        </p:nvSpPr>
        <p:spPr>
          <a:xfrm>
            <a:off x="10053460" y="36683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5" name="Shape 3173"/>
          <p:cNvSpPr/>
          <p:nvPr/>
        </p:nvSpPr>
        <p:spPr>
          <a:xfrm>
            <a:off x="9967684" y="3660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6" name="Shape 3174"/>
          <p:cNvSpPr/>
          <p:nvPr/>
        </p:nvSpPr>
        <p:spPr>
          <a:xfrm>
            <a:off x="9761695" y="3721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7" name="Shape 3175"/>
          <p:cNvSpPr/>
          <p:nvPr/>
        </p:nvSpPr>
        <p:spPr>
          <a:xfrm>
            <a:off x="9861132" y="36069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8" name="Shape 3176"/>
          <p:cNvSpPr/>
          <p:nvPr/>
        </p:nvSpPr>
        <p:spPr>
          <a:xfrm>
            <a:off x="9780693" y="28742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9" name="Shape 3177"/>
          <p:cNvSpPr/>
          <p:nvPr/>
        </p:nvSpPr>
        <p:spPr>
          <a:xfrm>
            <a:off x="9994737" y="28821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0" name="Shape 3178"/>
          <p:cNvSpPr/>
          <p:nvPr/>
        </p:nvSpPr>
        <p:spPr>
          <a:xfrm>
            <a:off x="9973680" y="35309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1" name="Shape 3179"/>
          <p:cNvSpPr/>
          <p:nvPr/>
        </p:nvSpPr>
        <p:spPr>
          <a:xfrm>
            <a:off x="9734652" y="36488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2" name="Shape 3180"/>
          <p:cNvSpPr/>
          <p:nvPr/>
        </p:nvSpPr>
        <p:spPr>
          <a:xfrm>
            <a:off x="9759653" y="30582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3" name="Shape 3181"/>
          <p:cNvSpPr/>
          <p:nvPr/>
        </p:nvSpPr>
        <p:spPr>
          <a:xfrm>
            <a:off x="9880940" y="35800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4" name="Shape 3182"/>
          <p:cNvSpPr/>
          <p:nvPr/>
        </p:nvSpPr>
        <p:spPr>
          <a:xfrm>
            <a:off x="9879158" y="32247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5" name="Shape 3183"/>
          <p:cNvSpPr/>
          <p:nvPr/>
        </p:nvSpPr>
        <p:spPr>
          <a:xfrm>
            <a:off x="9904673" y="32072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6" name="Shape 3184"/>
          <p:cNvSpPr/>
          <p:nvPr/>
        </p:nvSpPr>
        <p:spPr>
          <a:xfrm>
            <a:off x="9706678" y="3233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7" name="Shape 3185"/>
          <p:cNvSpPr/>
          <p:nvPr/>
        </p:nvSpPr>
        <p:spPr>
          <a:xfrm>
            <a:off x="9678847" y="32887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8" name="Shape 3186"/>
          <p:cNvSpPr/>
          <p:nvPr/>
        </p:nvSpPr>
        <p:spPr>
          <a:xfrm>
            <a:off x="9794823" y="33132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9" name="Shape 3187"/>
          <p:cNvSpPr/>
          <p:nvPr/>
        </p:nvSpPr>
        <p:spPr>
          <a:xfrm>
            <a:off x="9837874" y="32450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90" name="Shape 3188"/>
          <p:cNvSpPr/>
          <p:nvPr/>
        </p:nvSpPr>
        <p:spPr>
          <a:xfrm>
            <a:off x="9886889" y="32196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91" name="Shape 3189"/>
          <p:cNvSpPr/>
          <p:nvPr/>
        </p:nvSpPr>
        <p:spPr>
          <a:xfrm>
            <a:off x="9998237" y="32679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92" name="Shape 3190"/>
          <p:cNvSpPr/>
          <p:nvPr/>
        </p:nvSpPr>
        <p:spPr>
          <a:xfrm>
            <a:off x="9906000" y="2507582"/>
            <a:ext cx="0" cy="1147075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3193" name="Shape 3191"/>
          <p:cNvSpPr/>
          <p:nvPr/>
        </p:nvSpPr>
        <p:spPr>
          <a:xfrm>
            <a:off x="9791700" y="3654658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3194" name="Shape 3192"/>
          <p:cNvSpPr/>
          <p:nvPr/>
        </p:nvSpPr>
        <p:spPr>
          <a:xfrm>
            <a:off x="9791700" y="2507582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3195" name="Shape 3193"/>
          <p:cNvSpPr/>
          <p:nvPr/>
        </p:nvSpPr>
        <p:spPr>
          <a:xfrm>
            <a:off x="9740900" y="3147352"/>
            <a:ext cx="330200" cy="352082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3196" name="Shape 3194"/>
          <p:cNvSpPr/>
          <p:nvPr/>
        </p:nvSpPr>
        <p:spPr>
          <a:xfrm>
            <a:off x="9740900" y="3338695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3197" name="Shape 3195"/>
          <p:cNvSpPr/>
          <p:nvPr/>
        </p:nvSpPr>
        <p:spPr>
          <a:xfrm>
            <a:off x="10755392" y="34291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98" name="Shape 3196"/>
          <p:cNvSpPr/>
          <p:nvPr/>
        </p:nvSpPr>
        <p:spPr>
          <a:xfrm>
            <a:off x="10712444" y="34483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99" name="Shape 3197"/>
          <p:cNvSpPr/>
          <p:nvPr/>
        </p:nvSpPr>
        <p:spPr>
          <a:xfrm>
            <a:off x="10464458" y="34600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0" name="Shape 3198"/>
          <p:cNvSpPr/>
          <p:nvPr/>
        </p:nvSpPr>
        <p:spPr>
          <a:xfrm>
            <a:off x="10682374" y="31724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1" name="Shape 3199"/>
          <p:cNvSpPr/>
          <p:nvPr/>
        </p:nvSpPr>
        <p:spPr>
          <a:xfrm>
            <a:off x="10347240" y="3387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2" name="Shape 3200"/>
          <p:cNvSpPr/>
          <p:nvPr/>
        </p:nvSpPr>
        <p:spPr>
          <a:xfrm>
            <a:off x="10546056" y="34539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3" name="Shape 3201"/>
          <p:cNvSpPr/>
          <p:nvPr/>
        </p:nvSpPr>
        <p:spPr>
          <a:xfrm>
            <a:off x="10515948" y="32592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4" name="Shape 3202"/>
          <p:cNvSpPr/>
          <p:nvPr/>
        </p:nvSpPr>
        <p:spPr>
          <a:xfrm>
            <a:off x="10570925" y="33020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5" name="Shape 3203"/>
          <p:cNvSpPr/>
          <p:nvPr/>
        </p:nvSpPr>
        <p:spPr>
          <a:xfrm>
            <a:off x="10550088" y="34537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6" name="Shape 3204"/>
          <p:cNvSpPr/>
          <p:nvPr/>
        </p:nvSpPr>
        <p:spPr>
          <a:xfrm>
            <a:off x="10759966" y="35109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7" name="Shape 3205"/>
          <p:cNvSpPr/>
          <p:nvPr/>
        </p:nvSpPr>
        <p:spPr>
          <a:xfrm>
            <a:off x="10561070" y="34596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8" name="Shape 3206"/>
          <p:cNvSpPr/>
          <p:nvPr/>
        </p:nvSpPr>
        <p:spPr>
          <a:xfrm>
            <a:off x="10705617" y="34192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9" name="Shape 3207"/>
          <p:cNvSpPr/>
          <p:nvPr/>
        </p:nvSpPr>
        <p:spPr>
          <a:xfrm>
            <a:off x="10547013" y="3231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0" name="Shape 3208"/>
          <p:cNvSpPr/>
          <p:nvPr/>
        </p:nvSpPr>
        <p:spPr>
          <a:xfrm>
            <a:off x="10748736" y="35211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1" name="Shape 3209"/>
          <p:cNvSpPr/>
          <p:nvPr/>
        </p:nvSpPr>
        <p:spPr>
          <a:xfrm>
            <a:off x="10387328" y="33577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2" name="Shape 3210"/>
          <p:cNvSpPr/>
          <p:nvPr/>
        </p:nvSpPr>
        <p:spPr>
          <a:xfrm>
            <a:off x="10378981" y="33394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3" name="Shape 3211"/>
          <p:cNvSpPr/>
          <p:nvPr/>
        </p:nvSpPr>
        <p:spPr>
          <a:xfrm>
            <a:off x="10404688" y="33564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4" name="Shape 3212"/>
          <p:cNvSpPr/>
          <p:nvPr/>
        </p:nvSpPr>
        <p:spPr>
          <a:xfrm>
            <a:off x="10494488" y="36451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5" name="Shape 3213"/>
          <p:cNvSpPr/>
          <p:nvPr/>
        </p:nvSpPr>
        <p:spPr>
          <a:xfrm>
            <a:off x="10396061" y="32023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6" name="Shape 3214"/>
          <p:cNvSpPr/>
          <p:nvPr/>
        </p:nvSpPr>
        <p:spPr>
          <a:xfrm>
            <a:off x="10705863" y="3331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7" name="Shape 3215"/>
          <p:cNvSpPr/>
          <p:nvPr/>
        </p:nvSpPr>
        <p:spPr>
          <a:xfrm>
            <a:off x="10718845" y="33934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8" name="Shape 3216"/>
          <p:cNvSpPr/>
          <p:nvPr/>
        </p:nvSpPr>
        <p:spPr>
          <a:xfrm>
            <a:off x="10404752" y="32979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9" name="Shape 3217"/>
          <p:cNvSpPr/>
          <p:nvPr/>
        </p:nvSpPr>
        <p:spPr>
          <a:xfrm>
            <a:off x="10509615" y="31700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0" name="Shape 3218"/>
          <p:cNvSpPr/>
          <p:nvPr/>
        </p:nvSpPr>
        <p:spPr>
          <a:xfrm>
            <a:off x="10379380" y="31774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1" name="Shape 3219"/>
          <p:cNvSpPr/>
          <p:nvPr/>
        </p:nvSpPr>
        <p:spPr>
          <a:xfrm>
            <a:off x="10364175" y="34984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2" name="Shape 3220"/>
          <p:cNvSpPr/>
          <p:nvPr/>
        </p:nvSpPr>
        <p:spPr>
          <a:xfrm>
            <a:off x="10532417" y="34572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3" name="Shape 3221"/>
          <p:cNvSpPr/>
          <p:nvPr/>
        </p:nvSpPr>
        <p:spPr>
          <a:xfrm>
            <a:off x="10411753" y="34227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4" name="Shape 3222"/>
          <p:cNvSpPr/>
          <p:nvPr/>
        </p:nvSpPr>
        <p:spPr>
          <a:xfrm>
            <a:off x="10728952" y="3493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5" name="Shape 3223"/>
          <p:cNvSpPr/>
          <p:nvPr/>
        </p:nvSpPr>
        <p:spPr>
          <a:xfrm>
            <a:off x="10484026" y="34593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6" name="Shape 3224"/>
          <p:cNvSpPr/>
          <p:nvPr/>
        </p:nvSpPr>
        <p:spPr>
          <a:xfrm>
            <a:off x="10449304" y="34618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7" name="Shape 3225"/>
          <p:cNvSpPr/>
          <p:nvPr/>
        </p:nvSpPr>
        <p:spPr>
          <a:xfrm>
            <a:off x="10337244" y="34457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8" name="Shape 3226"/>
          <p:cNvSpPr/>
          <p:nvPr/>
        </p:nvSpPr>
        <p:spPr>
          <a:xfrm>
            <a:off x="10756153" y="33594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9" name="Shape 3227"/>
          <p:cNvSpPr/>
          <p:nvPr/>
        </p:nvSpPr>
        <p:spPr>
          <a:xfrm>
            <a:off x="10516629" y="31924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0" name="Shape 3228"/>
          <p:cNvSpPr/>
          <p:nvPr/>
        </p:nvSpPr>
        <p:spPr>
          <a:xfrm>
            <a:off x="10483287" y="3483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1" name="Shape 3229"/>
          <p:cNvSpPr/>
          <p:nvPr/>
        </p:nvSpPr>
        <p:spPr>
          <a:xfrm>
            <a:off x="10732355" y="34271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2" name="Shape 3230"/>
          <p:cNvSpPr/>
          <p:nvPr/>
        </p:nvSpPr>
        <p:spPr>
          <a:xfrm>
            <a:off x="10683294" y="33570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3" name="Shape 3231"/>
          <p:cNvSpPr/>
          <p:nvPr/>
        </p:nvSpPr>
        <p:spPr>
          <a:xfrm>
            <a:off x="10376230" y="32400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4" name="Shape 3232"/>
          <p:cNvSpPr/>
          <p:nvPr/>
        </p:nvSpPr>
        <p:spPr>
          <a:xfrm>
            <a:off x="10453011" y="34593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5" name="Shape 3233"/>
          <p:cNvSpPr/>
          <p:nvPr/>
        </p:nvSpPr>
        <p:spPr>
          <a:xfrm>
            <a:off x="10497277" y="32582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6" name="Shape 3234"/>
          <p:cNvSpPr/>
          <p:nvPr/>
        </p:nvSpPr>
        <p:spPr>
          <a:xfrm>
            <a:off x="10460329" y="3372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7" name="Shape 3235"/>
          <p:cNvSpPr/>
          <p:nvPr/>
        </p:nvSpPr>
        <p:spPr>
          <a:xfrm>
            <a:off x="10617029" y="33950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8" name="Shape 3236"/>
          <p:cNvSpPr/>
          <p:nvPr/>
        </p:nvSpPr>
        <p:spPr>
          <a:xfrm>
            <a:off x="10496278" y="33879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9" name="Shape 3237"/>
          <p:cNvSpPr/>
          <p:nvPr/>
        </p:nvSpPr>
        <p:spPr>
          <a:xfrm>
            <a:off x="10393911" y="31879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0" name="Shape 3238"/>
          <p:cNvSpPr/>
          <p:nvPr/>
        </p:nvSpPr>
        <p:spPr>
          <a:xfrm>
            <a:off x="10417443" y="34296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1" name="Shape 3239"/>
          <p:cNvSpPr/>
          <p:nvPr/>
        </p:nvSpPr>
        <p:spPr>
          <a:xfrm>
            <a:off x="10336408" y="34276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2" name="Shape 3240"/>
          <p:cNvSpPr/>
          <p:nvPr/>
        </p:nvSpPr>
        <p:spPr>
          <a:xfrm>
            <a:off x="10542429" y="3209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3" name="Shape 3241"/>
          <p:cNvSpPr/>
          <p:nvPr/>
        </p:nvSpPr>
        <p:spPr>
          <a:xfrm>
            <a:off x="10478249" y="3415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4" name="Shape 3242"/>
          <p:cNvSpPr/>
          <p:nvPr/>
        </p:nvSpPr>
        <p:spPr>
          <a:xfrm>
            <a:off x="10332999" y="3369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5" name="Shape 3243"/>
          <p:cNvSpPr/>
          <p:nvPr/>
        </p:nvSpPr>
        <p:spPr>
          <a:xfrm>
            <a:off x="10541615" y="35283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6" name="Shape 3244"/>
          <p:cNvSpPr/>
          <p:nvPr/>
        </p:nvSpPr>
        <p:spPr>
          <a:xfrm>
            <a:off x="10552803" y="33642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7" name="Shape 3245"/>
          <p:cNvSpPr/>
          <p:nvPr/>
        </p:nvSpPr>
        <p:spPr>
          <a:xfrm>
            <a:off x="10460903" y="34263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8" name="Shape 3246"/>
          <p:cNvSpPr/>
          <p:nvPr/>
        </p:nvSpPr>
        <p:spPr>
          <a:xfrm>
            <a:off x="10446733" y="34209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9" name="Shape 3247"/>
          <p:cNvSpPr/>
          <p:nvPr/>
        </p:nvSpPr>
        <p:spPr>
          <a:xfrm>
            <a:off x="10603126" y="3211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0" name="Shape 3248"/>
          <p:cNvSpPr/>
          <p:nvPr/>
        </p:nvSpPr>
        <p:spPr>
          <a:xfrm>
            <a:off x="10362696" y="34708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1" name="Shape 3249"/>
          <p:cNvSpPr/>
          <p:nvPr/>
        </p:nvSpPr>
        <p:spPr>
          <a:xfrm>
            <a:off x="10477001" y="34079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2" name="Shape 3250"/>
          <p:cNvSpPr/>
          <p:nvPr/>
        </p:nvSpPr>
        <p:spPr>
          <a:xfrm>
            <a:off x="10689447" y="3423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3" name="Shape 3251"/>
          <p:cNvSpPr/>
          <p:nvPr/>
        </p:nvSpPr>
        <p:spPr>
          <a:xfrm>
            <a:off x="10574988" y="33659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4" name="Shape 3252"/>
          <p:cNvSpPr/>
          <p:nvPr/>
        </p:nvSpPr>
        <p:spPr>
          <a:xfrm>
            <a:off x="10637184" y="3422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5" name="Shape 3253"/>
          <p:cNvSpPr/>
          <p:nvPr/>
        </p:nvSpPr>
        <p:spPr>
          <a:xfrm>
            <a:off x="10515255" y="3361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6" name="Shape 3254"/>
          <p:cNvSpPr/>
          <p:nvPr/>
        </p:nvSpPr>
        <p:spPr>
          <a:xfrm>
            <a:off x="10715113" y="3294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7" name="Shape 3255"/>
          <p:cNvSpPr/>
          <p:nvPr/>
        </p:nvSpPr>
        <p:spPr>
          <a:xfrm>
            <a:off x="10396033" y="3400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8" name="Shape 3256"/>
          <p:cNvSpPr/>
          <p:nvPr/>
        </p:nvSpPr>
        <p:spPr>
          <a:xfrm>
            <a:off x="10542831" y="33449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9" name="Shape 3257"/>
          <p:cNvSpPr/>
          <p:nvPr/>
        </p:nvSpPr>
        <p:spPr>
          <a:xfrm>
            <a:off x="10609808" y="33121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0" name="Shape 3258"/>
          <p:cNvSpPr/>
          <p:nvPr/>
        </p:nvSpPr>
        <p:spPr>
          <a:xfrm>
            <a:off x="10362342" y="34590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1" name="Shape 3259"/>
          <p:cNvSpPr/>
          <p:nvPr/>
        </p:nvSpPr>
        <p:spPr>
          <a:xfrm>
            <a:off x="10539617" y="33752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2" name="Shape 3260"/>
          <p:cNvSpPr/>
          <p:nvPr/>
        </p:nvSpPr>
        <p:spPr>
          <a:xfrm>
            <a:off x="10467820" y="3171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3" name="Shape 3261"/>
          <p:cNvSpPr/>
          <p:nvPr/>
        </p:nvSpPr>
        <p:spPr>
          <a:xfrm>
            <a:off x="10339391" y="33365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4" name="Shape 3262"/>
          <p:cNvSpPr/>
          <p:nvPr/>
        </p:nvSpPr>
        <p:spPr>
          <a:xfrm>
            <a:off x="10607820" y="3375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5" name="Shape 3263"/>
          <p:cNvSpPr/>
          <p:nvPr/>
        </p:nvSpPr>
        <p:spPr>
          <a:xfrm>
            <a:off x="10617241" y="3515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6" name="Shape 3264"/>
          <p:cNvSpPr/>
          <p:nvPr/>
        </p:nvSpPr>
        <p:spPr>
          <a:xfrm>
            <a:off x="10445731" y="31733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7" name="Shape 3265"/>
          <p:cNvSpPr/>
          <p:nvPr/>
        </p:nvSpPr>
        <p:spPr>
          <a:xfrm>
            <a:off x="10544013" y="34145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8" name="Shape 3266"/>
          <p:cNvSpPr/>
          <p:nvPr/>
        </p:nvSpPr>
        <p:spPr>
          <a:xfrm>
            <a:off x="10707227" y="3359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9" name="Shape 3267"/>
          <p:cNvSpPr/>
          <p:nvPr/>
        </p:nvSpPr>
        <p:spPr>
          <a:xfrm>
            <a:off x="10573758" y="3368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0" name="Shape 3268"/>
          <p:cNvSpPr/>
          <p:nvPr/>
        </p:nvSpPr>
        <p:spPr>
          <a:xfrm>
            <a:off x="10524556" y="33916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1" name="Shape 3269"/>
          <p:cNvSpPr/>
          <p:nvPr/>
        </p:nvSpPr>
        <p:spPr>
          <a:xfrm>
            <a:off x="10387395" y="34733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2" name="Shape 3270"/>
          <p:cNvSpPr/>
          <p:nvPr/>
        </p:nvSpPr>
        <p:spPr>
          <a:xfrm>
            <a:off x="10554204" y="32505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3" name="Shape 3271"/>
          <p:cNvSpPr/>
          <p:nvPr/>
        </p:nvSpPr>
        <p:spPr>
          <a:xfrm>
            <a:off x="10652258" y="35027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4" name="Shape 3272"/>
          <p:cNvSpPr/>
          <p:nvPr/>
        </p:nvSpPr>
        <p:spPr>
          <a:xfrm>
            <a:off x="10499506" y="34155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5" name="Shape 3273"/>
          <p:cNvSpPr/>
          <p:nvPr/>
        </p:nvSpPr>
        <p:spPr>
          <a:xfrm>
            <a:off x="10728336" y="32163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6" name="Shape 3274"/>
          <p:cNvSpPr/>
          <p:nvPr/>
        </p:nvSpPr>
        <p:spPr>
          <a:xfrm>
            <a:off x="10567977" y="34594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7" name="Shape 3275"/>
          <p:cNvSpPr/>
          <p:nvPr/>
        </p:nvSpPr>
        <p:spPr>
          <a:xfrm>
            <a:off x="10360141" y="34231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8" name="Shape 3276"/>
          <p:cNvSpPr/>
          <p:nvPr/>
        </p:nvSpPr>
        <p:spPr>
          <a:xfrm>
            <a:off x="10494568" y="3340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9" name="Shape 3277"/>
          <p:cNvSpPr/>
          <p:nvPr/>
        </p:nvSpPr>
        <p:spPr>
          <a:xfrm>
            <a:off x="10641522" y="33892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0" name="Shape 3278"/>
          <p:cNvSpPr/>
          <p:nvPr/>
        </p:nvSpPr>
        <p:spPr>
          <a:xfrm>
            <a:off x="10722449" y="34923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1" name="Shape 3279"/>
          <p:cNvSpPr/>
          <p:nvPr/>
        </p:nvSpPr>
        <p:spPr>
          <a:xfrm>
            <a:off x="10471553" y="3447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2" name="Shape 3280"/>
          <p:cNvSpPr/>
          <p:nvPr/>
        </p:nvSpPr>
        <p:spPr>
          <a:xfrm>
            <a:off x="10717606" y="3320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3" name="Shape 3281"/>
          <p:cNvSpPr/>
          <p:nvPr/>
        </p:nvSpPr>
        <p:spPr>
          <a:xfrm>
            <a:off x="10474537" y="34567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4" name="Shape 3282"/>
          <p:cNvSpPr/>
          <p:nvPr/>
        </p:nvSpPr>
        <p:spPr>
          <a:xfrm>
            <a:off x="10590985" y="35316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5" name="Shape 3283"/>
          <p:cNvSpPr/>
          <p:nvPr/>
        </p:nvSpPr>
        <p:spPr>
          <a:xfrm>
            <a:off x="10743459" y="34693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6" name="Shape 3284"/>
          <p:cNvSpPr/>
          <p:nvPr/>
        </p:nvSpPr>
        <p:spPr>
          <a:xfrm>
            <a:off x="10351817" y="35952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7" name="Shape 3285"/>
          <p:cNvSpPr/>
          <p:nvPr/>
        </p:nvSpPr>
        <p:spPr>
          <a:xfrm>
            <a:off x="10352011" y="3784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8" name="Shape 3286"/>
          <p:cNvSpPr/>
          <p:nvPr/>
        </p:nvSpPr>
        <p:spPr>
          <a:xfrm>
            <a:off x="10739508" y="36155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9" name="Shape 3287"/>
          <p:cNvSpPr/>
          <p:nvPr/>
        </p:nvSpPr>
        <p:spPr>
          <a:xfrm>
            <a:off x="10441121" y="37162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0" name="Shape 3288"/>
          <p:cNvSpPr/>
          <p:nvPr/>
        </p:nvSpPr>
        <p:spPr>
          <a:xfrm>
            <a:off x="10577771" y="36143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1" name="Shape 3289"/>
          <p:cNvSpPr/>
          <p:nvPr/>
        </p:nvSpPr>
        <p:spPr>
          <a:xfrm>
            <a:off x="10332053" y="3708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2" name="Shape 3290"/>
          <p:cNvSpPr/>
          <p:nvPr/>
        </p:nvSpPr>
        <p:spPr>
          <a:xfrm>
            <a:off x="10566507" y="37462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3" name="Shape 3291"/>
          <p:cNvSpPr/>
          <p:nvPr/>
        </p:nvSpPr>
        <p:spPr>
          <a:xfrm>
            <a:off x="10526400" y="35638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4" name="Shape 3292"/>
          <p:cNvSpPr/>
          <p:nvPr/>
        </p:nvSpPr>
        <p:spPr>
          <a:xfrm>
            <a:off x="10686726" y="33855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5" name="Shape 3293"/>
          <p:cNvSpPr/>
          <p:nvPr/>
        </p:nvSpPr>
        <p:spPr>
          <a:xfrm>
            <a:off x="10667028" y="34015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6" name="Shape 3294"/>
          <p:cNvSpPr/>
          <p:nvPr/>
        </p:nvSpPr>
        <p:spPr>
          <a:xfrm>
            <a:off x="10356989" y="32940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7" name="Shape 3295"/>
          <p:cNvSpPr/>
          <p:nvPr/>
        </p:nvSpPr>
        <p:spPr>
          <a:xfrm>
            <a:off x="10454913" y="28658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8" name="Shape 3296"/>
          <p:cNvSpPr/>
          <p:nvPr/>
        </p:nvSpPr>
        <p:spPr>
          <a:xfrm>
            <a:off x="10519940" y="3230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9" name="Shape 3297"/>
          <p:cNvSpPr/>
          <p:nvPr/>
        </p:nvSpPr>
        <p:spPr>
          <a:xfrm>
            <a:off x="10712830" y="3226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0" name="Shape 3298"/>
          <p:cNvSpPr/>
          <p:nvPr/>
        </p:nvSpPr>
        <p:spPr>
          <a:xfrm>
            <a:off x="10712819" y="31340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1" name="Shape 3299"/>
          <p:cNvSpPr/>
          <p:nvPr/>
        </p:nvSpPr>
        <p:spPr>
          <a:xfrm>
            <a:off x="10365426" y="3595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2" name="Shape 3300"/>
          <p:cNvSpPr/>
          <p:nvPr/>
        </p:nvSpPr>
        <p:spPr>
          <a:xfrm>
            <a:off x="10524570" y="31551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3" name="Shape 3301"/>
          <p:cNvSpPr/>
          <p:nvPr/>
        </p:nvSpPr>
        <p:spPr>
          <a:xfrm>
            <a:off x="10594272" y="28563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4" name="Shape 3302"/>
          <p:cNvSpPr/>
          <p:nvPr/>
        </p:nvSpPr>
        <p:spPr>
          <a:xfrm>
            <a:off x="10640728" y="30879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5" name="Shape 3303"/>
          <p:cNvSpPr/>
          <p:nvPr/>
        </p:nvSpPr>
        <p:spPr>
          <a:xfrm>
            <a:off x="10546967" y="30357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6" name="Shape 3304"/>
          <p:cNvSpPr/>
          <p:nvPr/>
        </p:nvSpPr>
        <p:spPr>
          <a:xfrm>
            <a:off x="10474824" y="30435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7" name="Shape 3305"/>
          <p:cNvSpPr/>
          <p:nvPr/>
        </p:nvSpPr>
        <p:spPr>
          <a:xfrm>
            <a:off x="10743094" y="34598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8" name="Shape 3306"/>
          <p:cNvSpPr/>
          <p:nvPr/>
        </p:nvSpPr>
        <p:spPr>
          <a:xfrm>
            <a:off x="10635998" y="32248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9" name="Shape 3307"/>
          <p:cNvSpPr/>
          <p:nvPr/>
        </p:nvSpPr>
        <p:spPr>
          <a:xfrm>
            <a:off x="10646228" y="26340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0" name="Shape 3308"/>
          <p:cNvSpPr/>
          <p:nvPr/>
        </p:nvSpPr>
        <p:spPr>
          <a:xfrm>
            <a:off x="10662651" y="34441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1" name="Shape 3309"/>
          <p:cNvSpPr/>
          <p:nvPr/>
        </p:nvSpPr>
        <p:spPr>
          <a:xfrm>
            <a:off x="10350432" y="3131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2" name="Shape 3310"/>
          <p:cNvSpPr/>
          <p:nvPr/>
        </p:nvSpPr>
        <p:spPr>
          <a:xfrm>
            <a:off x="10661564" y="3031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3" name="Shape 3311"/>
          <p:cNvSpPr/>
          <p:nvPr/>
        </p:nvSpPr>
        <p:spPr>
          <a:xfrm>
            <a:off x="10616646" y="32121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4" name="Shape 3312"/>
          <p:cNvSpPr/>
          <p:nvPr/>
        </p:nvSpPr>
        <p:spPr>
          <a:xfrm>
            <a:off x="10568945" y="34512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5" name="Shape 3313"/>
          <p:cNvSpPr/>
          <p:nvPr/>
        </p:nvSpPr>
        <p:spPr>
          <a:xfrm>
            <a:off x="10754000" y="3040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6" name="Shape 3314"/>
          <p:cNvSpPr/>
          <p:nvPr/>
        </p:nvSpPr>
        <p:spPr>
          <a:xfrm>
            <a:off x="10354577" y="30082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7" name="Shape 3315"/>
          <p:cNvSpPr/>
          <p:nvPr/>
        </p:nvSpPr>
        <p:spPr>
          <a:xfrm>
            <a:off x="10754361" y="30123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8" name="Shape 3316"/>
          <p:cNvSpPr/>
          <p:nvPr/>
        </p:nvSpPr>
        <p:spPr>
          <a:xfrm>
            <a:off x="10497466" y="30944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9" name="Shape 3317"/>
          <p:cNvSpPr/>
          <p:nvPr/>
        </p:nvSpPr>
        <p:spPr>
          <a:xfrm>
            <a:off x="10494970" y="31405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0" name="Shape 3318"/>
          <p:cNvSpPr/>
          <p:nvPr/>
        </p:nvSpPr>
        <p:spPr>
          <a:xfrm>
            <a:off x="10610666" y="30245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1" name="Shape 3319"/>
          <p:cNvSpPr/>
          <p:nvPr/>
        </p:nvSpPr>
        <p:spPr>
          <a:xfrm>
            <a:off x="10544729" y="32599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2" name="Shape 3320"/>
          <p:cNvSpPr/>
          <p:nvPr/>
        </p:nvSpPr>
        <p:spPr>
          <a:xfrm>
            <a:off x="10672466" y="3018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3" name="Shape 3321"/>
          <p:cNvSpPr/>
          <p:nvPr/>
        </p:nvSpPr>
        <p:spPr>
          <a:xfrm>
            <a:off x="10703614" y="35155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4" name="Shape 3322"/>
          <p:cNvSpPr/>
          <p:nvPr/>
        </p:nvSpPr>
        <p:spPr>
          <a:xfrm>
            <a:off x="10469334" y="2945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5" name="Shape 3323"/>
          <p:cNvSpPr/>
          <p:nvPr/>
        </p:nvSpPr>
        <p:spPr>
          <a:xfrm>
            <a:off x="10414694" y="23792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6" name="Shape 3324"/>
          <p:cNvSpPr/>
          <p:nvPr/>
        </p:nvSpPr>
        <p:spPr>
          <a:xfrm>
            <a:off x="10518898" y="23855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7" name="Shape 3325"/>
          <p:cNvSpPr/>
          <p:nvPr/>
        </p:nvSpPr>
        <p:spPr>
          <a:xfrm>
            <a:off x="10540773" y="31119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8" name="Shape 3326"/>
          <p:cNvSpPr/>
          <p:nvPr/>
        </p:nvSpPr>
        <p:spPr>
          <a:xfrm>
            <a:off x="10622918" y="31214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9" name="Shape 3327"/>
          <p:cNvSpPr/>
          <p:nvPr/>
        </p:nvSpPr>
        <p:spPr>
          <a:xfrm>
            <a:off x="10344668" y="32859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0" name="Shape 3328"/>
          <p:cNvSpPr/>
          <p:nvPr/>
        </p:nvSpPr>
        <p:spPr>
          <a:xfrm>
            <a:off x="10646610" y="33089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1" name="Shape 3329"/>
          <p:cNvSpPr/>
          <p:nvPr/>
        </p:nvSpPr>
        <p:spPr>
          <a:xfrm>
            <a:off x="10642930" y="30955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2" name="Shape 3330"/>
          <p:cNvSpPr/>
          <p:nvPr/>
        </p:nvSpPr>
        <p:spPr>
          <a:xfrm>
            <a:off x="10590667" y="3336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3" name="Shape 3331"/>
          <p:cNvSpPr/>
          <p:nvPr/>
        </p:nvSpPr>
        <p:spPr>
          <a:xfrm>
            <a:off x="10735049" y="3390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4" name="Shape 3332"/>
          <p:cNvSpPr/>
          <p:nvPr/>
        </p:nvSpPr>
        <p:spPr>
          <a:xfrm>
            <a:off x="10395942" y="32444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5" name="Shape 3333"/>
          <p:cNvSpPr/>
          <p:nvPr/>
        </p:nvSpPr>
        <p:spPr>
          <a:xfrm>
            <a:off x="10543606" y="33517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6" name="Shape 3334"/>
          <p:cNvSpPr/>
          <p:nvPr/>
        </p:nvSpPr>
        <p:spPr>
          <a:xfrm>
            <a:off x="10361475" y="35232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7" name="Shape 3335"/>
          <p:cNvSpPr/>
          <p:nvPr/>
        </p:nvSpPr>
        <p:spPr>
          <a:xfrm>
            <a:off x="10648192" y="35850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8" name="Shape 3336"/>
          <p:cNvSpPr/>
          <p:nvPr/>
        </p:nvSpPr>
        <p:spPr>
          <a:xfrm>
            <a:off x="10706412" y="35858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9" name="Shape 3337"/>
          <p:cNvSpPr/>
          <p:nvPr/>
        </p:nvSpPr>
        <p:spPr>
          <a:xfrm>
            <a:off x="10477739" y="3588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0" name="Shape 3338"/>
          <p:cNvSpPr/>
          <p:nvPr/>
        </p:nvSpPr>
        <p:spPr>
          <a:xfrm>
            <a:off x="10448949" y="3447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1" name="Shape 3339"/>
          <p:cNvSpPr/>
          <p:nvPr/>
        </p:nvSpPr>
        <p:spPr>
          <a:xfrm>
            <a:off x="10464219" y="35722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2" name="Shape 3340"/>
          <p:cNvSpPr/>
          <p:nvPr/>
        </p:nvSpPr>
        <p:spPr>
          <a:xfrm>
            <a:off x="10484405" y="3084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3" name="Shape 3341"/>
          <p:cNvSpPr/>
          <p:nvPr/>
        </p:nvSpPr>
        <p:spPr>
          <a:xfrm>
            <a:off x="10518068" y="3504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4" name="Shape 3342"/>
          <p:cNvSpPr/>
          <p:nvPr/>
        </p:nvSpPr>
        <p:spPr>
          <a:xfrm>
            <a:off x="10398812" y="35242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5" name="Shape 3343"/>
          <p:cNvSpPr/>
          <p:nvPr/>
        </p:nvSpPr>
        <p:spPr>
          <a:xfrm>
            <a:off x="10495533" y="34637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6" name="Shape 3344"/>
          <p:cNvSpPr/>
          <p:nvPr/>
        </p:nvSpPr>
        <p:spPr>
          <a:xfrm>
            <a:off x="10469149" y="31946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7" name="Shape 3345"/>
          <p:cNvSpPr/>
          <p:nvPr/>
        </p:nvSpPr>
        <p:spPr>
          <a:xfrm>
            <a:off x="10629849" y="27479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8" name="Shape 3346"/>
          <p:cNvSpPr/>
          <p:nvPr/>
        </p:nvSpPr>
        <p:spPr>
          <a:xfrm>
            <a:off x="10412172" y="30473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9" name="Shape 3347"/>
          <p:cNvSpPr/>
          <p:nvPr/>
        </p:nvSpPr>
        <p:spPr>
          <a:xfrm>
            <a:off x="10524139" y="31754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0" name="Shape 3348"/>
          <p:cNvSpPr/>
          <p:nvPr/>
        </p:nvSpPr>
        <p:spPr>
          <a:xfrm>
            <a:off x="10679173" y="3267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1" name="Shape 3349"/>
          <p:cNvSpPr/>
          <p:nvPr/>
        </p:nvSpPr>
        <p:spPr>
          <a:xfrm>
            <a:off x="10609683" y="34591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2" name="Shape 3350"/>
          <p:cNvSpPr/>
          <p:nvPr/>
        </p:nvSpPr>
        <p:spPr>
          <a:xfrm>
            <a:off x="10702584" y="3314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3" name="Shape 3351"/>
          <p:cNvSpPr/>
          <p:nvPr/>
        </p:nvSpPr>
        <p:spPr>
          <a:xfrm>
            <a:off x="10394536" y="35045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4" name="Shape 3352"/>
          <p:cNvSpPr/>
          <p:nvPr/>
        </p:nvSpPr>
        <p:spPr>
          <a:xfrm>
            <a:off x="10524387" y="31710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5" name="Shape 3353"/>
          <p:cNvSpPr/>
          <p:nvPr/>
        </p:nvSpPr>
        <p:spPr>
          <a:xfrm>
            <a:off x="10454534" y="3485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6" name="Shape 3354"/>
          <p:cNvSpPr/>
          <p:nvPr/>
        </p:nvSpPr>
        <p:spPr>
          <a:xfrm>
            <a:off x="10586697" y="31277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7" name="Shape 3355"/>
          <p:cNvSpPr/>
          <p:nvPr/>
        </p:nvSpPr>
        <p:spPr>
          <a:xfrm>
            <a:off x="10754338" y="31162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8" name="Shape 3356"/>
          <p:cNvSpPr/>
          <p:nvPr/>
        </p:nvSpPr>
        <p:spPr>
          <a:xfrm>
            <a:off x="10738907" y="35785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9" name="Shape 3357"/>
          <p:cNvSpPr/>
          <p:nvPr/>
        </p:nvSpPr>
        <p:spPr>
          <a:xfrm>
            <a:off x="10473609" y="24810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0" name="Shape 3358"/>
          <p:cNvSpPr/>
          <p:nvPr/>
        </p:nvSpPr>
        <p:spPr>
          <a:xfrm>
            <a:off x="10408043" y="3102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1" name="Shape 3359"/>
          <p:cNvSpPr/>
          <p:nvPr/>
        </p:nvSpPr>
        <p:spPr>
          <a:xfrm>
            <a:off x="10443602" y="34535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2" name="Shape 3360"/>
          <p:cNvSpPr/>
          <p:nvPr/>
        </p:nvSpPr>
        <p:spPr>
          <a:xfrm>
            <a:off x="10441993" y="3137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3" name="Shape 3361"/>
          <p:cNvSpPr/>
          <p:nvPr/>
        </p:nvSpPr>
        <p:spPr>
          <a:xfrm>
            <a:off x="10453045" y="31638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4" name="Shape 3362"/>
          <p:cNvSpPr/>
          <p:nvPr/>
        </p:nvSpPr>
        <p:spPr>
          <a:xfrm>
            <a:off x="10503937" y="3148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5" name="Shape 3363"/>
          <p:cNvSpPr/>
          <p:nvPr/>
        </p:nvSpPr>
        <p:spPr>
          <a:xfrm>
            <a:off x="10426916" y="30971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6" name="Shape 3364"/>
          <p:cNvSpPr/>
          <p:nvPr/>
        </p:nvSpPr>
        <p:spPr>
          <a:xfrm>
            <a:off x="10562978" y="29694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7" name="Shape 3365"/>
          <p:cNvSpPr/>
          <p:nvPr/>
        </p:nvSpPr>
        <p:spPr>
          <a:xfrm>
            <a:off x="10522027" y="34227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8" name="Shape 3366"/>
          <p:cNvSpPr/>
          <p:nvPr/>
        </p:nvSpPr>
        <p:spPr>
          <a:xfrm>
            <a:off x="10725230" y="24853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9" name="Shape 3367"/>
          <p:cNvSpPr/>
          <p:nvPr/>
        </p:nvSpPr>
        <p:spPr>
          <a:xfrm>
            <a:off x="10713947" y="24454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0" name="Shape 3368"/>
          <p:cNvSpPr/>
          <p:nvPr/>
        </p:nvSpPr>
        <p:spPr>
          <a:xfrm>
            <a:off x="10606992" y="33515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1" name="Shape 3369"/>
          <p:cNvSpPr/>
          <p:nvPr/>
        </p:nvSpPr>
        <p:spPr>
          <a:xfrm>
            <a:off x="10543396" y="3339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2" name="Shape 3370"/>
          <p:cNvSpPr/>
          <p:nvPr/>
        </p:nvSpPr>
        <p:spPr>
          <a:xfrm>
            <a:off x="10673289" y="32920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3" name="Shape 3371"/>
          <p:cNvSpPr/>
          <p:nvPr/>
        </p:nvSpPr>
        <p:spPr>
          <a:xfrm>
            <a:off x="10645148" y="2455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4" name="Shape 3372"/>
          <p:cNvSpPr/>
          <p:nvPr/>
        </p:nvSpPr>
        <p:spPr>
          <a:xfrm>
            <a:off x="10472686" y="2480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5" name="Shape 3373"/>
          <p:cNvSpPr/>
          <p:nvPr/>
        </p:nvSpPr>
        <p:spPr>
          <a:xfrm>
            <a:off x="10760806" y="2481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6" name="Shape 3374"/>
          <p:cNvSpPr/>
          <p:nvPr/>
        </p:nvSpPr>
        <p:spPr>
          <a:xfrm>
            <a:off x="10535474" y="34043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7" name="Shape 3375"/>
          <p:cNvSpPr/>
          <p:nvPr/>
        </p:nvSpPr>
        <p:spPr>
          <a:xfrm>
            <a:off x="10399291" y="31593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8" name="Shape 3376"/>
          <p:cNvSpPr/>
          <p:nvPr/>
        </p:nvSpPr>
        <p:spPr>
          <a:xfrm>
            <a:off x="10543248" y="32663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9" name="Shape 3377"/>
          <p:cNvSpPr/>
          <p:nvPr/>
        </p:nvSpPr>
        <p:spPr>
          <a:xfrm>
            <a:off x="10646043" y="2502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0" name="Shape 3378"/>
          <p:cNvSpPr/>
          <p:nvPr/>
        </p:nvSpPr>
        <p:spPr>
          <a:xfrm>
            <a:off x="10751924" y="28842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1" name="Shape 3379"/>
          <p:cNvSpPr/>
          <p:nvPr/>
        </p:nvSpPr>
        <p:spPr>
          <a:xfrm>
            <a:off x="10438746" y="24855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2" name="Shape 3380"/>
          <p:cNvSpPr/>
          <p:nvPr/>
        </p:nvSpPr>
        <p:spPr>
          <a:xfrm>
            <a:off x="10366976" y="30882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3" name="Shape 3381"/>
          <p:cNvSpPr/>
          <p:nvPr/>
        </p:nvSpPr>
        <p:spPr>
          <a:xfrm>
            <a:off x="10523960" y="3314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4" name="Shape 3382"/>
          <p:cNvSpPr/>
          <p:nvPr/>
        </p:nvSpPr>
        <p:spPr>
          <a:xfrm>
            <a:off x="10678718" y="29397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5" name="Shape 3383"/>
          <p:cNvSpPr/>
          <p:nvPr/>
        </p:nvSpPr>
        <p:spPr>
          <a:xfrm>
            <a:off x="10426048" y="3289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6" name="Shape 3384"/>
          <p:cNvSpPr/>
          <p:nvPr/>
        </p:nvSpPr>
        <p:spPr>
          <a:xfrm>
            <a:off x="10508454" y="30013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7" name="Shape 3385"/>
          <p:cNvSpPr/>
          <p:nvPr/>
        </p:nvSpPr>
        <p:spPr>
          <a:xfrm>
            <a:off x="10336646" y="29578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8" name="Shape 3386"/>
          <p:cNvSpPr/>
          <p:nvPr/>
        </p:nvSpPr>
        <p:spPr>
          <a:xfrm>
            <a:off x="10622641" y="3327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9" name="Shape 3387"/>
          <p:cNvSpPr/>
          <p:nvPr/>
        </p:nvSpPr>
        <p:spPr>
          <a:xfrm>
            <a:off x="10613275" y="30069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0" name="Shape 3388"/>
          <p:cNvSpPr/>
          <p:nvPr/>
        </p:nvSpPr>
        <p:spPr>
          <a:xfrm>
            <a:off x="10664024" y="2509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1" name="Shape 3389"/>
          <p:cNvSpPr/>
          <p:nvPr/>
        </p:nvSpPr>
        <p:spPr>
          <a:xfrm>
            <a:off x="10471706" y="24889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2" name="Shape 3390"/>
          <p:cNvSpPr/>
          <p:nvPr/>
        </p:nvSpPr>
        <p:spPr>
          <a:xfrm>
            <a:off x="10570852" y="24807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3" name="Shape 3391"/>
          <p:cNvSpPr/>
          <p:nvPr/>
        </p:nvSpPr>
        <p:spPr>
          <a:xfrm>
            <a:off x="10566493" y="31427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4" name="Shape 3392"/>
          <p:cNvSpPr/>
          <p:nvPr/>
        </p:nvSpPr>
        <p:spPr>
          <a:xfrm>
            <a:off x="10759385" y="3220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5" name="Shape 3393"/>
          <p:cNvSpPr/>
          <p:nvPr/>
        </p:nvSpPr>
        <p:spPr>
          <a:xfrm>
            <a:off x="10752355" y="31024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6" name="Shape 3394"/>
          <p:cNvSpPr/>
          <p:nvPr/>
        </p:nvSpPr>
        <p:spPr>
          <a:xfrm>
            <a:off x="10506567" y="23748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7" name="Shape 3395"/>
          <p:cNvSpPr/>
          <p:nvPr/>
        </p:nvSpPr>
        <p:spPr>
          <a:xfrm>
            <a:off x="10707173" y="3327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8" name="Shape 3396"/>
          <p:cNvSpPr/>
          <p:nvPr/>
        </p:nvSpPr>
        <p:spPr>
          <a:xfrm>
            <a:off x="10637853" y="2390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9" name="Shape 3397"/>
          <p:cNvSpPr/>
          <p:nvPr/>
        </p:nvSpPr>
        <p:spPr>
          <a:xfrm>
            <a:off x="10543662" y="24107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0" name="Shape 3398"/>
          <p:cNvSpPr/>
          <p:nvPr/>
        </p:nvSpPr>
        <p:spPr>
          <a:xfrm>
            <a:off x="10453717" y="29334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1" name="Shape 3399"/>
          <p:cNvSpPr/>
          <p:nvPr/>
        </p:nvSpPr>
        <p:spPr>
          <a:xfrm>
            <a:off x="10601129" y="29922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2" name="Shape 3400"/>
          <p:cNvSpPr/>
          <p:nvPr/>
        </p:nvSpPr>
        <p:spPr>
          <a:xfrm>
            <a:off x="10596171" y="3085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3" name="Shape 3401"/>
          <p:cNvSpPr/>
          <p:nvPr/>
        </p:nvSpPr>
        <p:spPr>
          <a:xfrm>
            <a:off x="10554957" y="32561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4" name="Shape 3402"/>
          <p:cNvSpPr/>
          <p:nvPr/>
        </p:nvSpPr>
        <p:spPr>
          <a:xfrm>
            <a:off x="10489968" y="24070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5" name="Shape 3403"/>
          <p:cNvSpPr/>
          <p:nvPr/>
        </p:nvSpPr>
        <p:spPr>
          <a:xfrm>
            <a:off x="10747818" y="2374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6" name="Shape 3404"/>
          <p:cNvSpPr/>
          <p:nvPr/>
        </p:nvSpPr>
        <p:spPr>
          <a:xfrm>
            <a:off x="10757168" y="23602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7" name="Shape 3405"/>
          <p:cNvSpPr/>
          <p:nvPr/>
        </p:nvSpPr>
        <p:spPr>
          <a:xfrm>
            <a:off x="10393586" y="3123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8" name="Shape 3406"/>
          <p:cNvSpPr/>
          <p:nvPr/>
        </p:nvSpPr>
        <p:spPr>
          <a:xfrm>
            <a:off x="10675926" y="2948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9" name="Shape 3407"/>
          <p:cNvSpPr/>
          <p:nvPr/>
        </p:nvSpPr>
        <p:spPr>
          <a:xfrm>
            <a:off x="10582329" y="35980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0" name="Shape 3408"/>
          <p:cNvSpPr/>
          <p:nvPr/>
        </p:nvSpPr>
        <p:spPr>
          <a:xfrm>
            <a:off x="10386143" y="32812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1" name="Shape 3409"/>
          <p:cNvSpPr/>
          <p:nvPr/>
        </p:nvSpPr>
        <p:spPr>
          <a:xfrm>
            <a:off x="10335804" y="33207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2" name="Shape 3410"/>
          <p:cNvSpPr/>
          <p:nvPr/>
        </p:nvSpPr>
        <p:spPr>
          <a:xfrm>
            <a:off x="10737563" y="31172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3" name="Shape 3411"/>
          <p:cNvSpPr/>
          <p:nvPr/>
        </p:nvSpPr>
        <p:spPr>
          <a:xfrm>
            <a:off x="10444936" y="31427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4" name="Shape 3412"/>
          <p:cNvSpPr/>
          <p:nvPr/>
        </p:nvSpPr>
        <p:spPr>
          <a:xfrm>
            <a:off x="10719557" y="31048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5" name="Shape 3413"/>
          <p:cNvSpPr/>
          <p:nvPr/>
        </p:nvSpPr>
        <p:spPr>
          <a:xfrm>
            <a:off x="10435386" y="30714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6" name="Shape 3414"/>
          <p:cNvSpPr/>
          <p:nvPr/>
        </p:nvSpPr>
        <p:spPr>
          <a:xfrm>
            <a:off x="10647629" y="30949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7" name="Shape 3415"/>
          <p:cNvSpPr/>
          <p:nvPr/>
        </p:nvSpPr>
        <p:spPr>
          <a:xfrm>
            <a:off x="10695649" y="3092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8" name="Shape 3416"/>
          <p:cNvSpPr/>
          <p:nvPr/>
        </p:nvSpPr>
        <p:spPr>
          <a:xfrm>
            <a:off x="10737375" y="31339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9" name="Shape 3417"/>
          <p:cNvSpPr/>
          <p:nvPr/>
        </p:nvSpPr>
        <p:spPr>
          <a:xfrm>
            <a:off x="10380507" y="31302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0" name="Shape 3418"/>
          <p:cNvSpPr/>
          <p:nvPr/>
        </p:nvSpPr>
        <p:spPr>
          <a:xfrm>
            <a:off x="10593474" y="31086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1" name="Shape 3419"/>
          <p:cNvSpPr/>
          <p:nvPr/>
        </p:nvSpPr>
        <p:spPr>
          <a:xfrm>
            <a:off x="10470786" y="30882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2" name="Shape 3420"/>
          <p:cNvSpPr/>
          <p:nvPr/>
        </p:nvSpPr>
        <p:spPr>
          <a:xfrm>
            <a:off x="10492613" y="30101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3" name="Shape 3421"/>
          <p:cNvSpPr/>
          <p:nvPr/>
        </p:nvSpPr>
        <p:spPr>
          <a:xfrm>
            <a:off x="10463092" y="3091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4" name="Shape 3422"/>
          <p:cNvSpPr/>
          <p:nvPr/>
        </p:nvSpPr>
        <p:spPr>
          <a:xfrm>
            <a:off x="10609317" y="3293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5" name="Shape 3423"/>
          <p:cNvSpPr/>
          <p:nvPr/>
        </p:nvSpPr>
        <p:spPr>
          <a:xfrm>
            <a:off x="10685945" y="3243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6" name="Shape 3424"/>
          <p:cNvSpPr/>
          <p:nvPr/>
        </p:nvSpPr>
        <p:spPr>
          <a:xfrm>
            <a:off x="10473990" y="33556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7" name="Shape 3425"/>
          <p:cNvSpPr/>
          <p:nvPr/>
        </p:nvSpPr>
        <p:spPr>
          <a:xfrm>
            <a:off x="10722253" y="33327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8" name="Shape 3426"/>
          <p:cNvSpPr/>
          <p:nvPr/>
        </p:nvSpPr>
        <p:spPr>
          <a:xfrm>
            <a:off x="10342124" y="33760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9" name="Shape 3427"/>
          <p:cNvSpPr/>
          <p:nvPr/>
        </p:nvSpPr>
        <p:spPr>
          <a:xfrm>
            <a:off x="10743392" y="24488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0" name="Shape 3428"/>
          <p:cNvSpPr/>
          <p:nvPr/>
        </p:nvSpPr>
        <p:spPr>
          <a:xfrm>
            <a:off x="10392523" y="34967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1" name="Shape 3429"/>
          <p:cNvSpPr/>
          <p:nvPr/>
        </p:nvSpPr>
        <p:spPr>
          <a:xfrm>
            <a:off x="10594155" y="3508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2" name="Shape 3430"/>
          <p:cNvSpPr/>
          <p:nvPr/>
        </p:nvSpPr>
        <p:spPr>
          <a:xfrm>
            <a:off x="10336170" y="35475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3" name="Shape 3431"/>
          <p:cNvSpPr/>
          <p:nvPr/>
        </p:nvSpPr>
        <p:spPr>
          <a:xfrm>
            <a:off x="10439407" y="3515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4" name="Shape 3432"/>
          <p:cNvSpPr/>
          <p:nvPr/>
        </p:nvSpPr>
        <p:spPr>
          <a:xfrm>
            <a:off x="10590505" y="35306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5" name="Shape 3433"/>
          <p:cNvSpPr/>
          <p:nvPr/>
        </p:nvSpPr>
        <p:spPr>
          <a:xfrm>
            <a:off x="10429814" y="36574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6" name="Shape 3434"/>
          <p:cNvSpPr/>
          <p:nvPr/>
        </p:nvSpPr>
        <p:spPr>
          <a:xfrm>
            <a:off x="10636668" y="36350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7" name="Shape 3435"/>
          <p:cNvSpPr/>
          <p:nvPr/>
        </p:nvSpPr>
        <p:spPr>
          <a:xfrm>
            <a:off x="10555588" y="35971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8" name="Shape 3436"/>
          <p:cNvSpPr/>
          <p:nvPr/>
        </p:nvSpPr>
        <p:spPr>
          <a:xfrm>
            <a:off x="10616480" y="34928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9" name="Shape 3437"/>
          <p:cNvSpPr/>
          <p:nvPr/>
        </p:nvSpPr>
        <p:spPr>
          <a:xfrm>
            <a:off x="10419919" y="36168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0" name="Shape 3438"/>
          <p:cNvSpPr/>
          <p:nvPr/>
        </p:nvSpPr>
        <p:spPr>
          <a:xfrm>
            <a:off x="10463128" y="34505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1" name="Shape 3439"/>
          <p:cNvSpPr/>
          <p:nvPr/>
        </p:nvSpPr>
        <p:spPr>
          <a:xfrm>
            <a:off x="10547471" y="3581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2" name="Shape 3440"/>
          <p:cNvSpPr/>
          <p:nvPr/>
        </p:nvSpPr>
        <p:spPr>
          <a:xfrm>
            <a:off x="10443525" y="25555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3" name="Shape 3441"/>
          <p:cNvSpPr/>
          <p:nvPr/>
        </p:nvSpPr>
        <p:spPr>
          <a:xfrm>
            <a:off x="10499616" y="30981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4" name="Shape 3442"/>
          <p:cNvSpPr/>
          <p:nvPr/>
        </p:nvSpPr>
        <p:spPr>
          <a:xfrm>
            <a:off x="10691467" y="34190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5" name="Shape 3443"/>
          <p:cNvSpPr/>
          <p:nvPr/>
        </p:nvSpPr>
        <p:spPr>
          <a:xfrm>
            <a:off x="10612335" y="3342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6" name="Shape 3444"/>
          <p:cNvSpPr/>
          <p:nvPr/>
        </p:nvSpPr>
        <p:spPr>
          <a:xfrm>
            <a:off x="10606185" y="32686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7" name="Shape 3445"/>
          <p:cNvSpPr/>
          <p:nvPr/>
        </p:nvSpPr>
        <p:spPr>
          <a:xfrm>
            <a:off x="10706267" y="24785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8" name="Shape 3446"/>
          <p:cNvSpPr/>
          <p:nvPr/>
        </p:nvSpPr>
        <p:spPr>
          <a:xfrm>
            <a:off x="10608548" y="34061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9" name="Shape 3447"/>
          <p:cNvSpPr/>
          <p:nvPr/>
        </p:nvSpPr>
        <p:spPr>
          <a:xfrm>
            <a:off x="10528943" y="32984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0" name="Shape 3448"/>
          <p:cNvSpPr/>
          <p:nvPr/>
        </p:nvSpPr>
        <p:spPr>
          <a:xfrm>
            <a:off x="10724530" y="24735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1" name="Shape 3449"/>
          <p:cNvSpPr/>
          <p:nvPr/>
        </p:nvSpPr>
        <p:spPr>
          <a:xfrm>
            <a:off x="10388052" y="2521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2" name="Shape 3450"/>
          <p:cNvSpPr/>
          <p:nvPr/>
        </p:nvSpPr>
        <p:spPr>
          <a:xfrm>
            <a:off x="10697274" y="25171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3" name="Shape 3451"/>
          <p:cNvSpPr/>
          <p:nvPr/>
        </p:nvSpPr>
        <p:spPr>
          <a:xfrm>
            <a:off x="10589521" y="32711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4" name="Shape 3452"/>
          <p:cNvSpPr/>
          <p:nvPr/>
        </p:nvSpPr>
        <p:spPr>
          <a:xfrm>
            <a:off x="10557531" y="3359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5" name="Shape 3453"/>
          <p:cNvSpPr/>
          <p:nvPr/>
        </p:nvSpPr>
        <p:spPr>
          <a:xfrm>
            <a:off x="10434317" y="31551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6" name="Shape 3454"/>
          <p:cNvSpPr/>
          <p:nvPr/>
        </p:nvSpPr>
        <p:spPr>
          <a:xfrm>
            <a:off x="10360261" y="31315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7" name="Shape 3455"/>
          <p:cNvSpPr/>
          <p:nvPr/>
        </p:nvSpPr>
        <p:spPr>
          <a:xfrm>
            <a:off x="10712347" y="3151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8" name="Shape 3456"/>
          <p:cNvSpPr/>
          <p:nvPr/>
        </p:nvSpPr>
        <p:spPr>
          <a:xfrm>
            <a:off x="10684415" y="31432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9" name="Shape 3457"/>
          <p:cNvSpPr/>
          <p:nvPr/>
        </p:nvSpPr>
        <p:spPr>
          <a:xfrm>
            <a:off x="10406640" y="31693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0" name="Shape 3458"/>
          <p:cNvSpPr/>
          <p:nvPr/>
        </p:nvSpPr>
        <p:spPr>
          <a:xfrm>
            <a:off x="10379372" y="31602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1" name="Shape 3459"/>
          <p:cNvSpPr/>
          <p:nvPr/>
        </p:nvSpPr>
        <p:spPr>
          <a:xfrm>
            <a:off x="10516343" y="3401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2" name="Shape 3460"/>
          <p:cNvSpPr/>
          <p:nvPr/>
        </p:nvSpPr>
        <p:spPr>
          <a:xfrm>
            <a:off x="10688713" y="34361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3" name="Shape 3461"/>
          <p:cNvSpPr/>
          <p:nvPr/>
        </p:nvSpPr>
        <p:spPr>
          <a:xfrm>
            <a:off x="10366112" y="33873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4" name="Shape 3462"/>
          <p:cNvSpPr/>
          <p:nvPr/>
        </p:nvSpPr>
        <p:spPr>
          <a:xfrm>
            <a:off x="10747113" y="32838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5" name="Shape 3463"/>
          <p:cNvSpPr/>
          <p:nvPr/>
        </p:nvSpPr>
        <p:spPr>
          <a:xfrm>
            <a:off x="10596279" y="31783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6" name="Shape 3464"/>
          <p:cNvSpPr/>
          <p:nvPr/>
        </p:nvSpPr>
        <p:spPr>
          <a:xfrm>
            <a:off x="10592356" y="34385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7" name="Shape 3465"/>
          <p:cNvSpPr/>
          <p:nvPr/>
        </p:nvSpPr>
        <p:spPr>
          <a:xfrm>
            <a:off x="10331747" y="34347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8" name="Shape 3466"/>
          <p:cNvSpPr/>
          <p:nvPr/>
        </p:nvSpPr>
        <p:spPr>
          <a:xfrm>
            <a:off x="10442938" y="33908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9" name="Shape 3467"/>
          <p:cNvSpPr/>
          <p:nvPr/>
        </p:nvSpPr>
        <p:spPr>
          <a:xfrm>
            <a:off x="10500459" y="34438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0" name="Shape 3468"/>
          <p:cNvSpPr/>
          <p:nvPr/>
        </p:nvSpPr>
        <p:spPr>
          <a:xfrm>
            <a:off x="10387818" y="2642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1" name="Shape 3469"/>
          <p:cNvSpPr/>
          <p:nvPr/>
        </p:nvSpPr>
        <p:spPr>
          <a:xfrm>
            <a:off x="10396558" y="32582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2" name="Shape 3470"/>
          <p:cNvSpPr/>
          <p:nvPr/>
        </p:nvSpPr>
        <p:spPr>
          <a:xfrm>
            <a:off x="10414929" y="34722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3" name="Shape 3471"/>
          <p:cNvSpPr/>
          <p:nvPr/>
        </p:nvSpPr>
        <p:spPr>
          <a:xfrm>
            <a:off x="10569682" y="34629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4" name="Shape 3472"/>
          <p:cNvSpPr/>
          <p:nvPr/>
        </p:nvSpPr>
        <p:spPr>
          <a:xfrm>
            <a:off x="10688390" y="35323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5" name="Shape 3473"/>
          <p:cNvSpPr/>
          <p:nvPr/>
        </p:nvSpPr>
        <p:spPr>
          <a:xfrm>
            <a:off x="10513301" y="36489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6" name="Shape 3474"/>
          <p:cNvSpPr/>
          <p:nvPr/>
        </p:nvSpPr>
        <p:spPr>
          <a:xfrm>
            <a:off x="10753299" y="34717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7" name="Shape 3475"/>
          <p:cNvSpPr/>
          <p:nvPr/>
        </p:nvSpPr>
        <p:spPr>
          <a:xfrm>
            <a:off x="10488921" y="28969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8" name="Shape 3476"/>
          <p:cNvSpPr/>
          <p:nvPr/>
        </p:nvSpPr>
        <p:spPr>
          <a:xfrm>
            <a:off x="10622357" y="29266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9" name="Shape 3477"/>
          <p:cNvSpPr/>
          <p:nvPr/>
        </p:nvSpPr>
        <p:spPr>
          <a:xfrm>
            <a:off x="10455201" y="3329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0" name="Shape 3478"/>
          <p:cNvSpPr/>
          <p:nvPr/>
        </p:nvSpPr>
        <p:spPr>
          <a:xfrm>
            <a:off x="10530690" y="34463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1" name="Shape 3479"/>
          <p:cNvSpPr/>
          <p:nvPr/>
        </p:nvSpPr>
        <p:spPr>
          <a:xfrm>
            <a:off x="10428728" y="35811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2" name="Shape 3480"/>
          <p:cNvSpPr/>
          <p:nvPr/>
        </p:nvSpPr>
        <p:spPr>
          <a:xfrm>
            <a:off x="10331243" y="24265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3" name="Shape 3481"/>
          <p:cNvSpPr/>
          <p:nvPr/>
        </p:nvSpPr>
        <p:spPr>
          <a:xfrm>
            <a:off x="10694628" y="32114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4" name="Shape 3482"/>
          <p:cNvSpPr/>
          <p:nvPr/>
        </p:nvSpPr>
        <p:spPr>
          <a:xfrm>
            <a:off x="10449673" y="3220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5" name="Shape 3483"/>
          <p:cNvSpPr/>
          <p:nvPr/>
        </p:nvSpPr>
        <p:spPr>
          <a:xfrm>
            <a:off x="10497514" y="33797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6" name="Shape 3484"/>
          <p:cNvSpPr/>
          <p:nvPr/>
        </p:nvSpPr>
        <p:spPr>
          <a:xfrm>
            <a:off x="10757139" y="27203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7" name="Shape 3485"/>
          <p:cNvSpPr/>
          <p:nvPr/>
        </p:nvSpPr>
        <p:spPr>
          <a:xfrm>
            <a:off x="10606209" y="2870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8" name="Shape 3486"/>
          <p:cNvSpPr/>
          <p:nvPr/>
        </p:nvSpPr>
        <p:spPr>
          <a:xfrm>
            <a:off x="10677967" y="29760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9" name="Shape 3487"/>
          <p:cNvSpPr/>
          <p:nvPr/>
        </p:nvSpPr>
        <p:spPr>
          <a:xfrm>
            <a:off x="10607140" y="27960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0" name="Shape 3488"/>
          <p:cNvSpPr/>
          <p:nvPr/>
        </p:nvSpPr>
        <p:spPr>
          <a:xfrm>
            <a:off x="10396316" y="33464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1" name="Shape 3489"/>
          <p:cNvSpPr/>
          <p:nvPr/>
        </p:nvSpPr>
        <p:spPr>
          <a:xfrm>
            <a:off x="10617578" y="27221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2" name="Shape 3490"/>
          <p:cNvSpPr/>
          <p:nvPr/>
        </p:nvSpPr>
        <p:spPr>
          <a:xfrm>
            <a:off x="10485504" y="30112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3" name="Shape 3491"/>
          <p:cNvSpPr/>
          <p:nvPr/>
        </p:nvSpPr>
        <p:spPr>
          <a:xfrm>
            <a:off x="10441949" y="27073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4" name="Shape 3492"/>
          <p:cNvSpPr/>
          <p:nvPr/>
        </p:nvSpPr>
        <p:spPr>
          <a:xfrm>
            <a:off x="10634067" y="3396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5" name="Shape 3493"/>
          <p:cNvSpPr/>
          <p:nvPr/>
        </p:nvSpPr>
        <p:spPr>
          <a:xfrm>
            <a:off x="10592483" y="3790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6" name="Shape 3494"/>
          <p:cNvSpPr/>
          <p:nvPr/>
        </p:nvSpPr>
        <p:spPr>
          <a:xfrm>
            <a:off x="10387811" y="31428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7" name="Shape 3495"/>
          <p:cNvSpPr/>
          <p:nvPr/>
        </p:nvSpPr>
        <p:spPr>
          <a:xfrm>
            <a:off x="10457025" y="30984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8" name="Shape 3496"/>
          <p:cNvSpPr/>
          <p:nvPr/>
        </p:nvSpPr>
        <p:spPr>
          <a:xfrm>
            <a:off x="10416303" y="32383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9" name="Shape 3497"/>
          <p:cNvSpPr/>
          <p:nvPr/>
        </p:nvSpPr>
        <p:spPr>
          <a:xfrm>
            <a:off x="10634473" y="31514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0" name="Shape 3498"/>
          <p:cNvSpPr/>
          <p:nvPr/>
        </p:nvSpPr>
        <p:spPr>
          <a:xfrm>
            <a:off x="10552091" y="31686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1" name="Shape 3499"/>
          <p:cNvSpPr/>
          <p:nvPr/>
        </p:nvSpPr>
        <p:spPr>
          <a:xfrm>
            <a:off x="10426958" y="32473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2" name="Shape 3500"/>
          <p:cNvSpPr/>
          <p:nvPr/>
        </p:nvSpPr>
        <p:spPr>
          <a:xfrm>
            <a:off x="10584173" y="3547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3" name="Shape 3501"/>
          <p:cNvSpPr/>
          <p:nvPr/>
        </p:nvSpPr>
        <p:spPr>
          <a:xfrm>
            <a:off x="10389103" y="34683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4" name="Shape 3502"/>
          <p:cNvSpPr/>
          <p:nvPr/>
        </p:nvSpPr>
        <p:spPr>
          <a:xfrm>
            <a:off x="10580093" y="35331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5" name="Shape 3503"/>
          <p:cNvSpPr/>
          <p:nvPr/>
        </p:nvSpPr>
        <p:spPr>
          <a:xfrm>
            <a:off x="10558738" y="34841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6" name="Shape 3504"/>
          <p:cNvSpPr/>
          <p:nvPr/>
        </p:nvSpPr>
        <p:spPr>
          <a:xfrm>
            <a:off x="10555502" y="31564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7" name="Shape 3505"/>
          <p:cNvSpPr/>
          <p:nvPr/>
        </p:nvSpPr>
        <p:spPr>
          <a:xfrm>
            <a:off x="10381943" y="30665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8" name="Shape 3506"/>
          <p:cNvSpPr/>
          <p:nvPr/>
        </p:nvSpPr>
        <p:spPr>
          <a:xfrm>
            <a:off x="10612570" y="33206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9" name="Shape 3507"/>
          <p:cNvSpPr/>
          <p:nvPr/>
        </p:nvSpPr>
        <p:spPr>
          <a:xfrm>
            <a:off x="10406850" y="31496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0" name="Shape 3508"/>
          <p:cNvSpPr/>
          <p:nvPr/>
        </p:nvSpPr>
        <p:spPr>
          <a:xfrm>
            <a:off x="10740351" y="2998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1" name="Shape 3509"/>
          <p:cNvSpPr/>
          <p:nvPr/>
        </p:nvSpPr>
        <p:spPr>
          <a:xfrm>
            <a:off x="10411088" y="30421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2" name="Shape 3510"/>
          <p:cNvSpPr/>
          <p:nvPr/>
        </p:nvSpPr>
        <p:spPr>
          <a:xfrm>
            <a:off x="10650666" y="30914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3" name="Shape 3511"/>
          <p:cNvSpPr/>
          <p:nvPr/>
        </p:nvSpPr>
        <p:spPr>
          <a:xfrm>
            <a:off x="10661435" y="30320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4" name="Shape 3512"/>
          <p:cNvSpPr/>
          <p:nvPr/>
        </p:nvSpPr>
        <p:spPr>
          <a:xfrm>
            <a:off x="10632719" y="2953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5" name="Shape 3513"/>
          <p:cNvSpPr/>
          <p:nvPr/>
        </p:nvSpPr>
        <p:spPr>
          <a:xfrm>
            <a:off x="10350823" y="35096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6" name="Shape 3514"/>
          <p:cNvSpPr/>
          <p:nvPr/>
        </p:nvSpPr>
        <p:spPr>
          <a:xfrm>
            <a:off x="10507111" y="32457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7" name="Shape 3515"/>
          <p:cNvSpPr/>
          <p:nvPr/>
        </p:nvSpPr>
        <p:spPr>
          <a:xfrm>
            <a:off x="10591143" y="32340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8" name="Shape 3516"/>
          <p:cNvSpPr/>
          <p:nvPr/>
        </p:nvSpPr>
        <p:spPr>
          <a:xfrm>
            <a:off x="10578452" y="3239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9" name="Shape 3517"/>
          <p:cNvSpPr/>
          <p:nvPr/>
        </p:nvSpPr>
        <p:spPr>
          <a:xfrm>
            <a:off x="10646835" y="3268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0" name="Shape 3518"/>
          <p:cNvSpPr/>
          <p:nvPr/>
        </p:nvSpPr>
        <p:spPr>
          <a:xfrm>
            <a:off x="10383817" y="34986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1" name="Shape 3519"/>
          <p:cNvSpPr/>
          <p:nvPr/>
        </p:nvSpPr>
        <p:spPr>
          <a:xfrm>
            <a:off x="10564585" y="32718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2" name="Shape 3520"/>
          <p:cNvSpPr/>
          <p:nvPr/>
        </p:nvSpPr>
        <p:spPr>
          <a:xfrm>
            <a:off x="10337954" y="27618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3" name="Shape 3521"/>
          <p:cNvSpPr/>
          <p:nvPr/>
        </p:nvSpPr>
        <p:spPr>
          <a:xfrm>
            <a:off x="10743613" y="33105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4" name="Shape 3522"/>
          <p:cNvSpPr/>
          <p:nvPr/>
        </p:nvSpPr>
        <p:spPr>
          <a:xfrm>
            <a:off x="10471485" y="33542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5" name="Shape 3523"/>
          <p:cNvSpPr/>
          <p:nvPr/>
        </p:nvSpPr>
        <p:spPr>
          <a:xfrm>
            <a:off x="10517850" y="31489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6" name="Shape 3524"/>
          <p:cNvSpPr/>
          <p:nvPr/>
        </p:nvSpPr>
        <p:spPr>
          <a:xfrm>
            <a:off x="10603936" y="27634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7" name="Shape 3525"/>
          <p:cNvSpPr/>
          <p:nvPr/>
        </p:nvSpPr>
        <p:spPr>
          <a:xfrm>
            <a:off x="10501989" y="29643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8" name="Shape 3526"/>
          <p:cNvSpPr/>
          <p:nvPr/>
        </p:nvSpPr>
        <p:spPr>
          <a:xfrm>
            <a:off x="10368381" y="33618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9" name="Shape 3527"/>
          <p:cNvSpPr/>
          <p:nvPr/>
        </p:nvSpPr>
        <p:spPr>
          <a:xfrm>
            <a:off x="10673986" y="3422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0" name="Shape 3528"/>
          <p:cNvSpPr/>
          <p:nvPr/>
        </p:nvSpPr>
        <p:spPr>
          <a:xfrm>
            <a:off x="10740563" y="33144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1" name="Shape 3529"/>
          <p:cNvSpPr/>
          <p:nvPr/>
        </p:nvSpPr>
        <p:spPr>
          <a:xfrm>
            <a:off x="10370383" y="3459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2" name="Shape 3530"/>
          <p:cNvSpPr/>
          <p:nvPr/>
        </p:nvSpPr>
        <p:spPr>
          <a:xfrm>
            <a:off x="10505209" y="27458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3" name="Shape 3531"/>
          <p:cNvSpPr/>
          <p:nvPr/>
        </p:nvSpPr>
        <p:spPr>
          <a:xfrm>
            <a:off x="10681802" y="24916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4" name="Shape 3532"/>
          <p:cNvSpPr/>
          <p:nvPr/>
        </p:nvSpPr>
        <p:spPr>
          <a:xfrm>
            <a:off x="10725572" y="32981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5" name="Shape 3533"/>
          <p:cNvSpPr/>
          <p:nvPr/>
        </p:nvSpPr>
        <p:spPr>
          <a:xfrm>
            <a:off x="10497397" y="24806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6" name="Shape 3534"/>
          <p:cNvSpPr/>
          <p:nvPr/>
        </p:nvSpPr>
        <p:spPr>
          <a:xfrm>
            <a:off x="10513726" y="34896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7" name="Shape 3535"/>
          <p:cNvSpPr/>
          <p:nvPr/>
        </p:nvSpPr>
        <p:spPr>
          <a:xfrm>
            <a:off x="10460399" y="34957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8" name="Shape 3536"/>
          <p:cNvSpPr/>
          <p:nvPr/>
        </p:nvSpPr>
        <p:spPr>
          <a:xfrm>
            <a:off x="10394988" y="35165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9" name="Shape 3537"/>
          <p:cNvSpPr/>
          <p:nvPr/>
        </p:nvSpPr>
        <p:spPr>
          <a:xfrm>
            <a:off x="10480887" y="35759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0" name="Shape 3538"/>
          <p:cNvSpPr/>
          <p:nvPr/>
        </p:nvSpPr>
        <p:spPr>
          <a:xfrm>
            <a:off x="10558423" y="3533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1" name="Shape 3539"/>
          <p:cNvSpPr/>
          <p:nvPr/>
        </p:nvSpPr>
        <p:spPr>
          <a:xfrm>
            <a:off x="10554580" y="35334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2" name="Shape 3540"/>
          <p:cNvSpPr/>
          <p:nvPr/>
        </p:nvSpPr>
        <p:spPr>
          <a:xfrm>
            <a:off x="10601689" y="35591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3" name="Shape 3541"/>
          <p:cNvSpPr/>
          <p:nvPr/>
        </p:nvSpPr>
        <p:spPr>
          <a:xfrm>
            <a:off x="10375349" y="3568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4" name="Shape 3542"/>
          <p:cNvSpPr/>
          <p:nvPr/>
        </p:nvSpPr>
        <p:spPr>
          <a:xfrm>
            <a:off x="10563058" y="36659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5" name="Shape 3543"/>
          <p:cNvSpPr/>
          <p:nvPr/>
        </p:nvSpPr>
        <p:spPr>
          <a:xfrm>
            <a:off x="10643556" y="35202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6" name="Shape 3544"/>
          <p:cNvSpPr/>
          <p:nvPr/>
        </p:nvSpPr>
        <p:spPr>
          <a:xfrm>
            <a:off x="10355943" y="34497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7" name="Shape 3545"/>
          <p:cNvSpPr/>
          <p:nvPr/>
        </p:nvSpPr>
        <p:spPr>
          <a:xfrm>
            <a:off x="10657733" y="29645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8" name="Shape 3546"/>
          <p:cNvSpPr/>
          <p:nvPr/>
        </p:nvSpPr>
        <p:spPr>
          <a:xfrm>
            <a:off x="10699512" y="30711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9" name="Shape 3547"/>
          <p:cNvSpPr/>
          <p:nvPr/>
        </p:nvSpPr>
        <p:spPr>
          <a:xfrm>
            <a:off x="10532282" y="30996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0" name="Shape 3548"/>
          <p:cNvSpPr/>
          <p:nvPr/>
        </p:nvSpPr>
        <p:spPr>
          <a:xfrm>
            <a:off x="10385631" y="32514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1" name="Shape 3549"/>
          <p:cNvSpPr/>
          <p:nvPr/>
        </p:nvSpPr>
        <p:spPr>
          <a:xfrm>
            <a:off x="10717157" y="32699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2" name="Shape 3550"/>
          <p:cNvSpPr/>
          <p:nvPr/>
        </p:nvSpPr>
        <p:spPr>
          <a:xfrm>
            <a:off x="10624549" y="34297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3" name="Shape 3551"/>
          <p:cNvSpPr/>
          <p:nvPr/>
        </p:nvSpPr>
        <p:spPr>
          <a:xfrm>
            <a:off x="10582684" y="29739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4" name="Shape 3552"/>
          <p:cNvSpPr/>
          <p:nvPr/>
        </p:nvSpPr>
        <p:spPr>
          <a:xfrm>
            <a:off x="10634055" y="3500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5" name="Shape 3553"/>
          <p:cNvSpPr/>
          <p:nvPr/>
        </p:nvSpPr>
        <p:spPr>
          <a:xfrm>
            <a:off x="10533190" y="29725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6" name="Shape 3554"/>
          <p:cNvSpPr/>
          <p:nvPr/>
        </p:nvSpPr>
        <p:spPr>
          <a:xfrm>
            <a:off x="10596566" y="35337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7" name="Shape 3555"/>
          <p:cNvSpPr/>
          <p:nvPr/>
        </p:nvSpPr>
        <p:spPr>
          <a:xfrm>
            <a:off x="10387516" y="29633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8" name="Shape 3556"/>
          <p:cNvSpPr/>
          <p:nvPr/>
        </p:nvSpPr>
        <p:spPr>
          <a:xfrm>
            <a:off x="10460694" y="3526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9" name="Shape 3557"/>
          <p:cNvSpPr/>
          <p:nvPr/>
        </p:nvSpPr>
        <p:spPr>
          <a:xfrm>
            <a:off x="10351314" y="27773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0" name="Shape 3558"/>
          <p:cNvSpPr/>
          <p:nvPr/>
        </p:nvSpPr>
        <p:spPr>
          <a:xfrm>
            <a:off x="10631739" y="35796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1" name="Shape 3559"/>
          <p:cNvSpPr/>
          <p:nvPr/>
        </p:nvSpPr>
        <p:spPr>
          <a:xfrm>
            <a:off x="10704981" y="35099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2" name="Shape 3560"/>
          <p:cNvSpPr/>
          <p:nvPr/>
        </p:nvSpPr>
        <p:spPr>
          <a:xfrm>
            <a:off x="10689189" y="31576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3" name="Shape 3561"/>
          <p:cNvSpPr/>
          <p:nvPr/>
        </p:nvSpPr>
        <p:spPr>
          <a:xfrm>
            <a:off x="10398759" y="28247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4" name="Shape 3562"/>
          <p:cNvSpPr/>
          <p:nvPr/>
        </p:nvSpPr>
        <p:spPr>
          <a:xfrm>
            <a:off x="10464910" y="30672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5" name="Shape 3563"/>
          <p:cNvSpPr/>
          <p:nvPr/>
        </p:nvSpPr>
        <p:spPr>
          <a:xfrm>
            <a:off x="10456459" y="28783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6" name="Shape 3564"/>
          <p:cNvSpPr/>
          <p:nvPr/>
        </p:nvSpPr>
        <p:spPr>
          <a:xfrm>
            <a:off x="10450567" y="26439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7" name="Shape 3565"/>
          <p:cNvSpPr/>
          <p:nvPr/>
        </p:nvSpPr>
        <p:spPr>
          <a:xfrm>
            <a:off x="10652089" y="26987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8" name="Shape 3566"/>
          <p:cNvSpPr/>
          <p:nvPr/>
        </p:nvSpPr>
        <p:spPr>
          <a:xfrm>
            <a:off x="10639010" y="3052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9" name="Shape 3567"/>
          <p:cNvSpPr/>
          <p:nvPr/>
        </p:nvSpPr>
        <p:spPr>
          <a:xfrm>
            <a:off x="10719060" y="25096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0" name="Shape 3568"/>
          <p:cNvSpPr/>
          <p:nvPr/>
        </p:nvSpPr>
        <p:spPr>
          <a:xfrm>
            <a:off x="10576786" y="2669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1" name="Shape 3569"/>
          <p:cNvSpPr/>
          <p:nvPr/>
        </p:nvSpPr>
        <p:spPr>
          <a:xfrm>
            <a:off x="10737873" y="25443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2" name="Shape 3570"/>
          <p:cNvSpPr/>
          <p:nvPr/>
        </p:nvSpPr>
        <p:spPr>
          <a:xfrm>
            <a:off x="10490143" y="2851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3" name="Shape 3571"/>
          <p:cNvSpPr/>
          <p:nvPr/>
        </p:nvSpPr>
        <p:spPr>
          <a:xfrm>
            <a:off x="10515213" y="29656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4" name="Shape 3572"/>
          <p:cNvSpPr/>
          <p:nvPr/>
        </p:nvSpPr>
        <p:spPr>
          <a:xfrm>
            <a:off x="10523592" y="27042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5" name="Shape 3573"/>
          <p:cNvSpPr/>
          <p:nvPr/>
        </p:nvSpPr>
        <p:spPr>
          <a:xfrm>
            <a:off x="10527634" y="26755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6" name="Shape 3574"/>
          <p:cNvSpPr/>
          <p:nvPr/>
        </p:nvSpPr>
        <p:spPr>
          <a:xfrm>
            <a:off x="10475900" y="3104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7" name="Shape 3575"/>
          <p:cNvSpPr/>
          <p:nvPr/>
        </p:nvSpPr>
        <p:spPr>
          <a:xfrm>
            <a:off x="10417896" y="28546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8" name="Shape 3576"/>
          <p:cNvSpPr/>
          <p:nvPr/>
        </p:nvSpPr>
        <p:spPr>
          <a:xfrm>
            <a:off x="10507974" y="27804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9" name="Shape 3577"/>
          <p:cNvSpPr/>
          <p:nvPr/>
        </p:nvSpPr>
        <p:spPr>
          <a:xfrm>
            <a:off x="10655886" y="29725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0" name="Shape 3578"/>
          <p:cNvSpPr/>
          <p:nvPr/>
        </p:nvSpPr>
        <p:spPr>
          <a:xfrm>
            <a:off x="10435899" y="31712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1" name="Shape 3579"/>
          <p:cNvSpPr/>
          <p:nvPr/>
        </p:nvSpPr>
        <p:spPr>
          <a:xfrm>
            <a:off x="10653761" y="26793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2" name="Shape 3580"/>
          <p:cNvSpPr/>
          <p:nvPr/>
        </p:nvSpPr>
        <p:spPr>
          <a:xfrm>
            <a:off x="10538100" y="25449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3" name="Shape 3581"/>
          <p:cNvSpPr/>
          <p:nvPr/>
        </p:nvSpPr>
        <p:spPr>
          <a:xfrm>
            <a:off x="10567613" y="28564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4" name="Shape 3582"/>
          <p:cNvSpPr/>
          <p:nvPr/>
        </p:nvSpPr>
        <p:spPr>
          <a:xfrm>
            <a:off x="10759853" y="32630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5" name="Shape 3583"/>
          <p:cNvSpPr/>
          <p:nvPr/>
        </p:nvSpPr>
        <p:spPr>
          <a:xfrm>
            <a:off x="10616145" y="36011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6" name="Shape 3584"/>
          <p:cNvSpPr/>
          <p:nvPr/>
        </p:nvSpPr>
        <p:spPr>
          <a:xfrm>
            <a:off x="10596194" y="3243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7" name="Shape 3585"/>
          <p:cNvSpPr/>
          <p:nvPr/>
        </p:nvSpPr>
        <p:spPr>
          <a:xfrm>
            <a:off x="10683645" y="32407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8" name="Shape 3586"/>
          <p:cNvSpPr/>
          <p:nvPr/>
        </p:nvSpPr>
        <p:spPr>
          <a:xfrm>
            <a:off x="10502675" y="35321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9" name="Shape 3587"/>
          <p:cNvSpPr/>
          <p:nvPr/>
        </p:nvSpPr>
        <p:spPr>
          <a:xfrm>
            <a:off x="10579036" y="32405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0" name="Shape 3588"/>
          <p:cNvSpPr/>
          <p:nvPr/>
        </p:nvSpPr>
        <p:spPr>
          <a:xfrm>
            <a:off x="10369077" y="32637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1" name="Shape 3589"/>
          <p:cNvSpPr/>
          <p:nvPr/>
        </p:nvSpPr>
        <p:spPr>
          <a:xfrm>
            <a:off x="10591315" y="32468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2" name="Shape 3590"/>
          <p:cNvSpPr/>
          <p:nvPr/>
        </p:nvSpPr>
        <p:spPr>
          <a:xfrm>
            <a:off x="10688642" y="37071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3" name="Shape 3591"/>
          <p:cNvSpPr/>
          <p:nvPr/>
        </p:nvSpPr>
        <p:spPr>
          <a:xfrm>
            <a:off x="10635961" y="36665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4" name="Shape 3592"/>
          <p:cNvSpPr/>
          <p:nvPr/>
        </p:nvSpPr>
        <p:spPr>
          <a:xfrm>
            <a:off x="10649375" y="36211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5" name="Shape 3593"/>
          <p:cNvSpPr/>
          <p:nvPr/>
        </p:nvSpPr>
        <p:spPr>
          <a:xfrm>
            <a:off x="10641687" y="36537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6" name="Shape 3594"/>
          <p:cNvSpPr/>
          <p:nvPr/>
        </p:nvSpPr>
        <p:spPr>
          <a:xfrm>
            <a:off x="10353584" y="33544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7" name="Shape 3595"/>
          <p:cNvSpPr/>
          <p:nvPr/>
        </p:nvSpPr>
        <p:spPr>
          <a:xfrm>
            <a:off x="10456540" y="32601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8" name="Shape 3596"/>
          <p:cNvSpPr/>
          <p:nvPr/>
        </p:nvSpPr>
        <p:spPr>
          <a:xfrm>
            <a:off x="10729126" y="33167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9" name="Shape 3597"/>
          <p:cNvSpPr/>
          <p:nvPr/>
        </p:nvSpPr>
        <p:spPr>
          <a:xfrm>
            <a:off x="10574456" y="33842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0" name="Shape 3598"/>
          <p:cNvSpPr/>
          <p:nvPr/>
        </p:nvSpPr>
        <p:spPr>
          <a:xfrm>
            <a:off x="10681022" y="24305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1" name="Shape 3599"/>
          <p:cNvSpPr/>
          <p:nvPr/>
        </p:nvSpPr>
        <p:spPr>
          <a:xfrm>
            <a:off x="10456975" y="32984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2" name="Shape 3600"/>
          <p:cNvSpPr/>
          <p:nvPr/>
        </p:nvSpPr>
        <p:spPr>
          <a:xfrm>
            <a:off x="10696940" y="32771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3" name="Shape 3601"/>
          <p:cNvSpPr/>
          <p:nvPr/>
        </p:nvSpPr>
        <p:spPr>
          <a:xfrm>
            <a:off x="10657523" y="33957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4" name="Shape 3602"/>
          <p:cNvSpPr/>
          <p:nvPr/>
        </p:nvSpPr>
        <p:spPr>
          <a:xfrm>
            <a:off x="10722433" y="3347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5" name="Shape 3603"/>
          <p:cNvSpPr/>
          <p:nvPr/>
        </p:nvSpPr>
        <p:spPr>
          <a:xfrm>
            <a:off x="10393611" y="3351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6" name="Shape 3604"/>
          <p:cNvSpPr/>
          <p:nvPr/>
        </p:nvSpPr>
        <p:spPr>
          <a:xfrm>
            <a:off x="10759931" y="34007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7" name="Shape 3605"/>
          <p:cNvSpPr/>
          <p:nvPr/>
        </p:nvSpPr>
        <p:spPr>
          <a:xfrm>
            <a:off x="10595849" y="33151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8" name="Shape 3606"/>
          <p:cNvSpPr/>
          <p:nvPr/>
        </p:nvSpPr>
        <p:spPr>
          <a:xfrm>
            <a:off x="10739488" y="32985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9" name="Shape 3607"/>
          <p:cNvSpPr/>
          <p:nvPr/>
        </p:nvSpPr>
        <p:spPr>
          <a:xfrm>
            <a:off x="10685361" y="33508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0" name="Shape 3608"/>
          <p:cNvSpPr/>
          <p:nvPr/>
        </p:nvSpPr>
        <p:spPr>
          <a:xfrm>
            <a:off x="10372030" y="34840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1" name="Shape 3609"/>
          <p:cNvSpPr/>
          <p:nvPr/>
        </p:nvSpPr>
        <p:spPr>
          <a:xfrm>
            <a:off x="10584961" y="35459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2" name="Shape 3610"/>
          <p:cNvSpPr/>
          <p:nvPr/>
        </p:nvSpPr>
        <p:spPr>
          <a:xfrm>
            <a:off x="10417139" y="33556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3" name="Shape 3611"/>
          <p:cNvSpPr/>
          <p:nvPr/>
        </p:nvSpPr>
        <p:spPr>
          <a:xfrm>
            <a:off x="10452352" y="34483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4" name="Shape 3612"/>
          <p:cNvSpPr/>
          <p:nvPr/>
        </p:nvSpPr>
        <p:spPr>
          <a:xfrm>
            <a:off x="10730265" y="34786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5" name="Shape 3613"/>
          <p:cNvSpPr/>
          <p:nvPr/>
        </p:nvSpPr>
        <p:spPr>
          <a:xfrm>
            <a:off x="10375417" y="34485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6" name="Shape 3614"/>
          <p:cNvSpPr/>
          <p:nvPr/>
        </p:nvSpPr>
        <p:spPr>
          <a:xfrm>
            <a:off x="10748082" y="31236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7" name="Shape 3615"/>
          <p:cNvSpPr/>
          <p:nvPr/>
        </p:nvSpPr>
        <p:spPr>
          <a:xfrm>
            <a:off x="10392038" y="31773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8" name="Shape 3616"/>
          <p:cNvSpPr/>
          <p:nvPr/>
        </p:nvSpPr>
        <p:spPr>
          <a:xfrm>
            <a:off x="10519931" y="30054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9" name="Shape 3617"/>
          <p:cNvSpPr/>
          <p:nvPr/>
        </p:nvSpPr>
        <p:spPr>
          <a:xfrm>
            <a:off x="10627872" y="26330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0" name="Shape 3618"/>
          <p:cNvSpPr/>
          <p:nvPr/>
        </p:nvSpPr>
        <p:spPr>
          <a:xfrm>
            <a:off x="10635126" y="3693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1" name="Shape 3619"/>
          <p:cNvSpPr/>
          <p:nvPr/>
        </p:nvSpPr>
        <p:spPr>
          <a:xfrm>
            <a:off x="10341604" y="3436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2" name="Shape 3620"/>
          <p:cNvSpPr/>
          <p:nvPr/>
        </p:nvSpPr>
        <p:spPr>
          <a:xfrm>
            <a:off x="10505576" y="35502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3" name="Shape 3621"/>
          <p:cNvSpPr/>
          <p:nvPr/>
        </p:nvSpPr>
        <p:spPr>
          <a:xfrm>
            <a:off x="10669612" y="35563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4" name="Shape 3622"/>
          <p:cNvSpPr/>
          <p:nvPr/>
        </p:nvSpPr>
        <p:spPr>
          <a:xfrm>
            <a:off x="10346656" y="34845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5" name="Shape 3623"/>
          <p:cNvSpPr/>
          <p:nvPr/>
        </p:nvSpPr>
        <p:spPr>
          <a:xfrm>
            <a:off x="10713860" y="3687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6" name="Shape 3624"/>
          <p:cNvSpPr/>
          <p:nvPr/>
        </p:nvSpPr>
        <p:spPr>
          <a:xfrm>
            <a:off x="10628084" y="36198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7" name="Shape 3625"/>
          <p:cNvSpPr/>
          <p:nvPr/>
        </p:nvSpPr>
        <p:spPr>
          <a:xfrm>
            <a:off x="10422095" y="3461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8" name="Shape 3626"/>
          <p:cNvSpPr/>
          <p:nvPr/>
        </p:nvSpPr>
        <p:spPr>
          <a:xfrm>
            <a:off x="10521532" y="36048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9" name="Shape 3627"/>
          <p:cNvSpPr/>
          <p:nvPr/>
        </p:nvSpPr>
        <p:spPr>
          <a:xfrm>
            <a:off x="10441093" y="27036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0" name="Shape 3628"/>
          <p:cNvSpPr/>
          <p:nvPr/>
        </p:nvSpPr>
        <p:spPr>
          <a:xfrm>
            <a:off x="10655137" y="28938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1" name="Shape 3629"/>
          <p:cNvSpPr/>
          <p:nvPr/>
        </p:nvSpPr>
        <p:spPr>
          <a:xfrm>
            <a:off x="10634080" y="35213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2" name="Shape 3630"/>
          <p:cNvSpPr/>
          <p:nvPr/>
        </p:nvSpPr>
        <p:spPr>
          <a:xfrm>
            <a:off x="10395052" y="36206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3" name="Shape 3631"/>
          <p:cNvSpPr/>
          <p:nvPr/>
        </p:nvSpPr>
        <p:spPr>
          <a:xfrm>
            <a:off x="10420053" y="29189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4" name="Shape 3632"/>
          <p:cNvSpPr/>
          <p:nvPr/>
        </p:nvSpPr>
        <p:spPr>
          <a:xfrm>
            <a:off x="10541340" y="34503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5" name="Shape 3633"/>
          <p:cNvSpPr/>
          <p:nvPr/>
        </p:nvSpPr>
        <p:spPr>
          <a:xfrm>
            <a:off x="10539558" y="32093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6" name="Shape 3634"/>
          <p:cNvSpPr/>
          <p:nvPr/>
        </p:nvSpPr>
        <p:spPr>
          <a:xfrm>
            <a:off x="10565073" y="3216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7" name="Shape 3635"/>
          <p:cNvSpPr/>
          <p:nvPr/>
        </p:nvSpPr>
        <p:spPr>
          <a:xfrm>
            <a:off x="10367078" y="32281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8" name="Shape 3636"/>
          <p:cNvSpPr/>
          <p:nvPr/>
        </p:nvSpPr>
        <p:spPr>
          <a:xfrm>
            <a:off x="10339247" y="3298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9" name="Shape 3637"/>
          <p:cNvSpPr/>
          <p:nvPr/>
        </p:nvSpPr>
        <p:spPr>
          <a:xfrm>
            <a:off x="10455223" y="32473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40" name="Shape 3638"/>
          <p:cNvSpPr/>
          <p:nvPr/>
        </p:nvSpPr>
        <p:spPr>
          <a:xfrm>
            <a:off x="10498274" y="32745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41" name="Shape 3639"/>
          <p:cNvSpPr/>
          <p:nvPr/>
        </p:nvSpPr>
        <p:spPr>
          <a:xfrm>
            <a:off x="10547289" y="32309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42" name="Shape 3640"/>
          <p:cNvSpPr/>
          <p:nvPr/>
        </p:nvSpPr>
        <p:spPr>
          <a:xfrm>
            <a:off x="10658637" y="32053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43" name="Shape 3641"/>
          <p:cNvSpPr/>
          <p:nvPr/>
        </p:nvSpPr>
        <p:spPr>
          <a:xfrm>
            <a:off x="10566400" y="2509309"/>
            <a:ext cx="0" cy="1110757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3644" name="Shape 3642"/>
          <p:cNvSpPr/>
          <p:nvPr/>
        </p:nvSpPr>
        <p:spPr>
          <a:xfrm>
            <a:off x="10452100" y="3620066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3645" name="Shape 3643"/>
          <p:cNvSpPr/>
          <p:nvPr/>
        </p:nvSpPr>
        <p:spPr>
          <a:xfrm>
            <a:off x="10452100" y="2509309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3646" name="Shape 3644"/>
          <p:cNvSpPr/>
          <p:nvPr/>
        </p:nvSpPr>
        <p:spPr>
          <a:xfrm>
            <a:off x="10401300" y="3114231"/>
            <a:ext cx="330200" cy="355678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3647" name="Shape 3645"/>
          <p:cNvSpPr/>
          <p:nvPr/>
        </p:nvSpPr>
        <p:spPr>
          <a:xfrm>
            <a:off x="10401300" y="3313289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3648" name="Shape 3646"/>
          <p:cNvSpPr/>
          <p:nvPr/>
        </p:nvSpPr>
        <p:spPr>
          <a:xfrm>
            <a:off x="10236200" y="41402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49" name="Text 3647"/>
          <p:cNvSpPr/>
          <p:nvPr/>
        </p:nvSpPr>
        <p:spPr>
          <a:xfrm>
            <a:off x="9156700" y="42481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3650" name="Text 3648"/>
          <p:cNvSpPr/>
          <p:nvPr/>
        </p:nvSpPr>
        <p:spPr>
          <a:xfrm>
            <a:off x="838200" y="4876800"/>
            <a:ext cx="444500" cy="431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2300" dirty="0"/>
          </a:p>
        </p:txBody>
      </p:sp>
      <p:sp>
        <p:nvSpPr>
          <p:cNvPr id="3651" name="Text 3649"/>
          <p:cNvSpPr/>
          <p:nvPr/>
        </p:nvSpPr>
        <p:spPr>
          <a:xfrm>
            <a:off x="1308100" y="4876800"/>
            <a:ext cx="2413000" cy="393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9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</a:t>
            </a:r>
            <a:r>
              <a:rPr lang="en-US" altLang="zh-CN" sz="19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pose</a:t>
            </a:r>
            <a:endParaRPr lang="en-US" sz="1900" dirty="0"/>
          </a:p>
        </p:txBody>
      </p:sp>
      <p:sp>
        <p:nvSpPr>
          <p:cNvPr id="3652" name="Text 3650"/>
          <p:cNvSpPr/>
          <p:nvPr/>
        </p:nvSpPr>
        <p:spPr>
          <a:xfrm>
            <a:off x="2032000" y="5257800"/>
            <a:ext cx="407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Centre pocket</a:t>
            </a:r>
            <a:endParaRPr lang="en-US" sz="1500" dirty="0"/>
          </a:p>
        </p:txBody>
      </p:sp>
      <p:sp>
        <p:nvSpPr>
          <p:cNvPr id="3653" name="Text 3651"/>
          <p:cNvSpPr/>
          <p:nvPr/>
        </p:nvSpPr>
        <p:spPr>
          <a:xfrm>
            <a:off x="6985000" y="5257800"/>
            <a:ext cx="407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Envelope pocket</a:t>
            </a:r>
            <a:endParaRPr lang="en-US" sz="1500" dirty="0"/>
          </a:p>
        </p:txBody>
      </p:sp>
      <p:sp>
        <p:nvSpPr>
          <p:cNvPr id="3654" name="Shape 3652"/>
          <p:cNvSpPr/>
          <p:nvPr/>
        </p:nvSpPr>
        <p:spPr>
          <a:xfrm>
            <a:off x="1638300" y="5613400"/>
            <a:ext cx="0" cy="261620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3655" name="Shape 3653"/>
          <p:cNvSpPr/>
          <p:nvPr/>
        </p:nvSpPr>
        <p:spPr>
          <a:xfrm>
            <a:off x="1638300" y="8229600"/>
            <a:ext cx="9893300" cy="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3656" name="Shape 3654"/>
          <p:cNvSpPr/>
          <p:nvPr/>
        </p:nvSpPr>
        <p:spPr>
          <a:xfrm>
            <a:off x="1574800" y="811576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57" name="Text 3655"/>
          <p:cNvSpPr/>
          <p:nvPr/>
        </p:nvSpPr>
        <p:spPr>
          <a:xfrm>
            <a:off x="1003300" y="800146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</a:t>
            </a:r>
            <a:endParaRPr lang="en-US" sz="1300" dirty="0"/>
          </a:p>
        </p:txBody>
      </p:sp>
      <p:sp>
        <p:nvSpPr>
          <p:cNvPr id="3658" name="Shape 3656"/>
          <p:cNvSpPr/>
          <p:nvPr/>
        </p:nvSpPr>
        <p:spPr>
          <a:xfrm>
            <a:off x="1574800" y="775318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59" name="Text 3657"/>
          <p:cNvSpPr/>
          <p:nvPr/>
        </p:nvSpPr>
        <p:spPr>
          <a:xfrm>
            <a:off x="1003300" y="763888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</a:t>
            </a:r>
            <a:endParaRPr lang="en-US" sz="1300" dirty="0"/>
          </a:p>
        </p:txBody>
      </p:sp>
      <p:sp>
        <p:nvSpPr>
          <p:cNvPr id="3660" name="Shape 3658"/>
          <p:cNvSpPr/>
          <p:nvPr/>
        </p:nvSpPr>
        <p:spPr>
          <a:xfrm>
            <a:off x="1574800" y="7478902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61" name="Text 3659"/>
          <p:cNvSpPr/>
          <p:nvPr/>
        </p:nvSpPr>
        <p:spPr>
          <a:xfrm>
            <a:off x="1003300" y="7364602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3662" name="Shape 3660"/>
          <p:cNvSpPr/>
          <p:nvPr/>
        </p:nvSpPr>
        <p:spPr>
          <a:xfrm>
            <a:off x="1574800" y="7204621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63" name="Text 3661"/>
          <p:cNvSpPr/>
          <p:nvPr/>
        </p:nvSpPr>
        <p:spPr>
          <a:xfrm>
            <a:off x="1003300" y="7090321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3664" name="Shape 3662"/>
          <p:cNvSpPr/>
          <p:nvPr/>
        </p:nvSpPr>
        <p:spPr>
          <a:xfrm>
            <a:off x="1574800" y="7044177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65" name="Text 3663"/>
          <p:cNvSpPr/>
          <p:nvPr/>
        </p:nvSpPr>
        <p:spPr>
          <a:xfrm>
            <a:off x="1003300" y="6929877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3666" name="Shape 3664"/>
          <p:cNvSpPr/>
          <p:nvPr/>
        </p:nvSpPr>
        <p:spPr>
          <a:xfrm>
            <a:off x="1574800" y="6842042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67" name="Text 3665"/>
          <p:cNvSpPr/>
          <p:nvPr/>
        </p:nvSpPr>
        <p:spPr>
          <a:xfrm>
            <a:off x="1003300" y="6727742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668" name="Shape 3666"/>
          <p:cNvSpPr/>
          <p:nvPr/>
        </p:nvSpPr>
        <p:spPr>
          <a:xfrm>
            <a:off x="1574800" y="6567761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69" name="Text 3667"/>
          <p:cNvSpPr/>
          <p:nvPr/>
        </p:nvSpPr>
        <p:spPr>
          <a:xfrm>
            <a:off x="1003300" y="6453461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3670" name="Shape 3668"/>
          <p:cNvSpPr/>
          <p:nvPr/>
        </p:nvSpPr>
        <p:spPr>
          <a:xfrm>
            <a:off x="1574800" y="5930900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71" name="Text 3669"/>
          <p:cNvSpPr/>
          <p:nvPr/>
        </p:nvSpPr>
        <p:spPr>
          <a:xfrm>
            <a:off x="1003300" y="5816600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300" dirty="0"/>
          </a:p>
        </p:txBody>
      </p:sp>
      <p:sp>
        <p:nvSpPr>
          <p:cNvPr id="3672" name="Shape 3670"/>
          <p:cNvSpPr/>
          <p:nvPr/>
        </p:nvSpPr>
        <p:spPr>
          <a:xfrm>
            <a:off x="1574800" y="5664200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73" name="Text 3671"/>
          <p:cNvSpPr/>
          <p:nvPr/>
        </p:nvSpPr>
        <p:spPr>
          <a:xfrm>
            <a:off x="927100" y="5537200"/>
            <a:ext cx="584200" cy="241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</a:t>
            </a:r>
            <a:endParaRPr lang="en-US" sz="1300" dirty="0"/>
          </a:p>
        </p:txBody>
      </p:sp>
      <p:sp>
        <p:nvSpPr>
          <p:cNvPr id="3674" name="Shape 3672"/>
          <p:cNvSpPr/>
          <p:nvPr/>
        </p:nvSpPr>
        <p:spPr>
          <a:xfrm>
            <a:off x="1574800" y="5791200"/>
            <a:ext cx="88900" cy="63500"/>
          </a:xfrm>
          <a:prstGeom prst="line">
            <a:avLst/>
          </a:prstGeom>
          <a:noFill/>
          <a:ln w="11430">
            <a:solidFill>
              <a:srgbClr val="25323B"/>
            </a:solidFill>
            <a:prstDash val="solid"/>
          </a:ln>
        </p:spPr>
      </p:sp>
      <p:sp>
        <p:nvSpPr>
          <p:cNvPr id="3675" name="Shape 3673"/>
          <p:cNvSpPr/>
          <p:nvPr/>
        </p:nvSpPr>
        <p:spPr>
          <a:xfrm>
            <a:off x="1574800" y="5854700"/>
            <a:ext cx="88900" cy="63500"/>
          </a:xfrm>
          <a:prstGeom prst="line">
            <a:avLst/>
          </a:prstGeom>
          <a:noFill/>
          <a:ln w="11430">
            <a:solidFill>
              <a:srgbClr val="25323B"/>
            </a:solidFill>
            <a:prstDash val="solid"/>
          </a:ln>
        </p:spPr>
      </p:sp>
      <p:sp>
        <p:nvSpPr>
          <p:cNvPr id="3676" name="Shape 3674"/>
          <p:cNvSpPr/>
          <p:nvPr/>
        </p:nvSpPr>
        <p:spPr>
          <a:xfrm>
            <a:off x="1638300" y="7204621"/>
            <a:ext cx="98933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3677" name="Shape 3675"/>
          <p:cNvSpPr/>
          <p:nvPr/>
        </p:nvSpPr>
        <p:spPr>
          <a:xfrm>
            <a:off x="1638300" y="7044177"/>
            <a:ext cx="98933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3678" name="Text 3676"/>
          <p:cNvSpPr/>
          <p:nvPr/>
        </p:nvSpPr>
        <p:spPr>
          <a:xfrm>
            <a:off x="806450" y="5321971"/>
            <a:ext cx="393700" cy="215900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RMSD (Å)</a:t>
            </a:r>
            <a:endParaRPr lang="en-US" sz="1600" dirty="0"/>
          </a:p>
        </p:txBody>
      </p:sp>
      <p:sp>
        <p:nvSpPr>
          <p:cNvPr id="3679" name="Shape 3677"/>
          <p:cNvSpPr/>
          <p:nvPr/>
        </p:nvSpPr>
        <p:spPr>
          <a:xfrm>
            <a:off x="6578600" y="5626100"/>
            <a:ext cx="0" cy="2603500"/>
          </a:xfrm>
          <a:prstGeom prst="line">
            <a:avLst/>
          </a:prstGeom>
          <a:noFill/>
          <a:ln w="10795">
            <a:solidFill>
              <a:srgbClr val="B8C2C8"/>
            </a:solidFill>
            <a:prstDash val="solid"/>
          </a:ln>
        </p:spPr>
      </p:sp>
      <p:sp>
        <p:nvSpPr>
          <p:cNvPr id="3680" name="Shape 3678"/>
          <p:cNvSpPr/>
          <p:nvPr/>
        </p:nvSpPr>
        <p:spPr>
          <a:xfrm>
            <a:off x="2792492" y="75815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1" name="Shape 3679"/>
          <p:cNvSpPr/>
          <p:nvPr/>
        </p:nvSpPr>
        <p:spPr>
          <a:xfrm>
            <a:off x="2749544" y="75680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2" name="Shape 3680"/>
          <p:cNvSpPr/>
          <p:nvPr/>
        </p:nvSpPr>
        <p:spPr>
          <a:xfrm>
            <a:off x="2501558" y="76114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3" name="Shape 3681"/>
          <p:cNvSpPr/>
          <p:nvPr/>
        </p:nvSpPr>
        <p:spPr>
          <a:xfrm>
            <a:off x="2719474" y="76299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4" name="Shape 3682"/>
          <p:cNvSpPr/>
          <p:nvPr/>
        </p:nvSpPr>
        <p:spPr>
          <a:xfrm>
            <a:off x="2384340" y="76663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5" name="Shape 3683"/>
          <p:cNvSpPr/>
          <p:nvPr/>
        </p:nvSpPr>
        <p:spPr>
          <a:xfrm>
            <a:off x="2583156" y="75652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6" name="Shape 3684"/>
          <p:cNvSpPr/>
          <p:nvPr/>
        </p:nvSpPr>
        <p:spPr>
          <a:xfrm>
            <a:off x="2553048" y="76478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7" name="Shape 3685"/>
          <p:cNvSpPr/>
          <p:nvPr/>
        </p:nvSpPr>
        <p:spPr>
          <a:xfrm>
            <a:off x="2608025" y="7631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8" name="Shape 3686"/>
          <p:cNvSpPr/>
          <p:nvPr/>
        </p:nvSpPr>
        <p:spPr>
          <a:xfrm>
            <a:off x="2587188" y="75804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9" name="Shape 3687"/>
          <p:cNvSpPr/>
          <p:nvPr/>
        </p:nvSpPr>
        <p:spPr>
          <a:xfrm>
            <a:off x="2797066" y="75767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0" name="Shape 3688"/>
          <p:cNvSpPr/>
          <p:nvPr/>
        </p:nvSpPr>
        <p:spPr>
          <a:xfrm>
            <a:off x="2598170" y="76432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1" name="Shape 3689"/>
          <p:cNvSpPr/>
          <p:nvPr/>
        </p:nvSpPr>
        <p:spPr>
          <a:xfrm>
            <a:off x="2742717" y="75847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2" name="Shape 3690"/>
          <p:cNvSpPr/>
          <p:nvPr/>
        </p:nvSpPr>
        <p:spPr>
          <a:xfrm>
            <a:off x="2584113" y="76245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3" name="Shape 3691"/>
          <p:cNvSpPr/>
          <p:nvPr/>
        </p:nvSpPr>
        <p:spPr>
          <a:xfrm>
            <a:off x="2785836" y="76030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4" name="Shape 3692"/>
          <p:cNvSpPr/>
          <p:nvPr/>
        </p:nvSpPr>
        <p:spPr>
          <a:xfrm>
            <a:off x="2424428" y="75952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5" name="Shape 3693"/>
          <p:cNvSpPr/>
          <p:nvPr/>
        </p:nvSpPr>
        <p:spPr>
          <a:xfrm>
            <a:off x="2416081" y="76432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6" name="Shape 3694"/>
          <p:cNvSpPr/>
          <p:nvPr/>
        </p:nvSpPr>
        <p:spPr>
          <a:xfrm>
            <a:off x="2441788" y="76260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7" name="Shape 3695"/>
          <p:cNvSpPr/>
          <p:nvPr/>
        </p:nvSpPr>
        <p:spPr>
          <a:xfrm>
            <a:off x="2531588" y="76205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8" name="Shape 3696"/>
          <p:cNvSpPr/>
          <p:nvPr/>
        </p:nvSpPr>
        <p:spPr>
          <a:xfrm>
            <a:off x="2433161" y="76371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9" name="Shape 3697"/>
          <p:cNvSpPr/>
          <p:nvPr/>
        </p:nvSpPr>
        <p:spPr>
          <a:xfrm>
            <a:off x="2742963" y="75777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0" name="Shape 3698"/>
          <p:cNvSpPr/>
          <p:nvPr/>
        </p:nvSpPr>
        <p:spPr>
          <a:xfrm>
            <a:off x="2755945" y="75756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1" name="Shape 3699"/>
          <p:cNvSpPr/>
          <p:nvPr/>
        </p:nvSpPr>
        <p:spPr>
          <a:xfrm>
            <a:off x="2441852" y="75428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2" name="Shape 3700"/>
          <p:cNvSpPr/>
          <p:nvPr/>
        </p:nvSpPr>
        <p:spPr>
          <a:xfrm>
            <a:off x="2546715" y="7514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3" name="Shape 3701"/>
          <p:cNvSpPr/>
          <p:nvPr/>
        </p:nvSpPr>
        <p:spPr>
          <a:xfrm>
            <a:off x="2416480" y="75462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4" name="Shape 3702"/>
          <p:cNvSpPr/>
          <p:nvPr/>
        </p:nvSpPr>
        <p:spPr>
          <a:xfrm>
            <a:off x="2401275" y="75755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5" name="Shape 3703"/>
          <p:cNvSpPr/>
          <p:nvPr/>
        </p:nvSpPr>
        <p:spPr>
          <a:xfrm>
            <a:off x="2569517" y="76597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6" name="Shape 3704"/>
          <p:cNvSpPr/>
          <p:nvPr/>
        </p:nvSpPr>
        <p:spPr>
          <a:xfrm>
            <a:off x="2448853" y="75573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7" name="Shape 3705"/>
          <p:cNvSpPr/>
          <p:nvPr/>
        </p:nvSpPr>
        <p:spPr>
          <a:xfrm>
            <a:off x="2766052" y="75670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8" name="Shape 3706"/>
          <p:cNvSpPr/>
          <p:nvPr/>
        </p:nvSpPr>
        <p:spPr>
          <a:xfrm>
            <a:off x="2521126" y="76077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9" name="Shape 3707"/>
          <p:cNvSpPr/>
          <p:nvPr/>
        </p:nvSpPr>
        <p:spPr>
          <a:xfrm>
            <a:off x="2486404" y="76028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0" name="Shape 3708"/>
          <p:cNvSpPr/>
          <p:nvPr/>
        </p:nvSpPr>
        <p:spPr>
          <a:xfrm>
            <a:off x="2374344" y="76313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1" name="Shape 3709"/>
          <p:cNvSpPr/>
          <p:nvPr/>
        </p:nvSpPr>
        <p:spPr>
          <a:xfrm>
            <a:off x="2793253" y="7631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2" name="Shape 3710"/>
          <p:cNvSpPr/>
          <p:nvPr/>
        </p:nvSpPr>
        <p:spPr>
          <a:xfrm>
            <a:off x="2553729" y="75652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3" name="Shape 3711"/>
          <p:cNvSpPr/>
          <p:nvPr/>
        </p:nvSpPr>
        <p:spPr>
          <a:xfrm>
            <a:off x="2520387" y="76041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4" name="Shape 3712"/>
          <p:cNvSpPr/>
          <p:nvPr/>
        </p:nvSpPr>
        <p:spPr>
          <a:xfrm>
            <a:off x="2769455" y="76224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5" name="Shape 3713"/>
          <p:cNvSpPr/>
          <p:nvPr/>
        </p:nvSpPr>
        <p:spPr>
          <a:xfrm>
            <a:off x="2720394" y="77036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6" name="Shape 3714"/>
          <p:cNvSpPr/>
          <p:nvPr/>
        </p:nvSpPr>
        <p:spPr>
          <a:xfrm>
            <a:off x="2413330" y="76348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7" name="Shape 3715"/>
          <p:cNvSpPr/>
          <p:nvPr/>
        </p:nvSpPr>
        <p:spPr>
          <a:xfrm>
            <a:off x="2490111" y="7646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8" name="Shape 3716"/>
          <p:cNvSpPr/>
          <p:nvPr/>
        </p:nvSpPr>
        <p:spPr>
          <a:xfrm>
            <a:off x="2534377" y="75821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9" name="Shape 3717"/>
          <p:cNvSpPr/>
          <p:nvPr/>
        </p:nvSpPr>
        <p:spPr>
          <a:xfrm>
            <a:off x="2497429" y="75593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0" name="Shape 3718"/>
          <p:cNvSpPr/>
          <p:nvPr/>
        </p:nvSpPr>
        <p:spPr>
          <a:xfrm>
            <a:off x="2654129" y="76088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1" name="Shape 3719"/>
          <p:cNvSpPr/>
          <p:nvPr/>
        </p:nvSpPr>
        <p:spPr>
          <a:xfrm>
            <a:off x="2533378" y="75785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2" name="Shape 3720"/>
          <p:cNvSpPr/>
          <p:nvPr/>
        </p:nvSpPr>
        <p:spPr>
          <a:xfrm>
            <a:off x="2431011" y="75918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3" name="Shape 3721"/>
          <p:cNvSpPr/>
          <p:nvPr/>
        </p:nvSpPr>
        <p:spPr>
          <a:xfrm>
            <a:off x="2454543" y="75727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4" name="Shape 3722"/>
          <p:cNvSpPr/>
          <p:nvPr/>
        </p:nvSpPr>
        <p:spPr>
          <a:xfrm>
            <a:off x="2373508" y="75931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5" name="Shape 3723"/>
          <p:cNvSpPr/>
          <p:nvPr/>
        </p:nvSpPr>
        <p:spPr>
          <a:xfrm>
            <a:off x="2579529" y="75740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6" name="Shape 3724"/>
          <p:cNvSpPr/>
          <p:nvPr/>
        </p:nvSpPr>
        <p:spPr>
          <a:xfrm>
            <a:off x="2515349" y="7656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7" name="Shape 3725"/>
          <p:cNvSpPr/>
          <p:nvPr/>
        </p:nvSpPr>
        <p:spPr>
          <a:xfrm>
            <a:off x="2370099" y="75856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8" name="Shape 3726"/>
          <p:cNvSpPr/>
          <p:nvPr/>
        </p:nvSpPr>
        <p:spPr>
          <a:xfrm>
            <a:off x="2578715" y="75947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9" name="Shape 3727"/>
          <p:cNvSpPr/>
          <p:nvPr/>
        </p:nvSpPr>
        <p:spPr>
          <a:xfrm>
            <a:off x="2589903" y="75702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0" name="Shape 3728"/>
          <p:cNvSpPr/>
          <p:nvPr/>
        </p:nvSpPr>
        <p:spPr>
          <a:xfrm>
            <a:off x="2498003" y="76082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1" name="Shape 3729"/>
          <p:cNvSpPr/>
          <p:nvPr/>
        </p:nvSpPr>
        <p:spPr>
          <a:xfrm>
            <a:off x="2483833" y="7560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2" name="Shape 3730"/>
          <p:cNvSpPr/>
          <p:nvPr/>
        </p:nvSpPr>
        <p:spPr>
          <a:xfrm>
            <a:off x="2640226" y="7644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3" name="Shape 3731"/>
          <p:cNvSpPr/>
          <p:nvPr/>
        </p:nvSpPr>
        <p:spPr>
          <a:xfrm>
            <a:off x="2399796" y="76863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4" name="Shape 3732"/>
          <p:cNvSpPr/>
          <p:nvPr/>
        </p:nvSpPr>
        <p:spPr>
          <a:xfrm>
            <a:off x="2514101" y="76689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5" name="Shape 3733"/>
          <p:cNvSpPr/>
          <p:nvPr/>
        </p:nvSpPr>
        <p:spPr>
          <a:xfrm>
            <a:off x="2726547" y="76148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6" name="Shape 3734"/>
          <p:cNvSpPr/>
          <p:nvPr/>
        </p:nvSpPr>
        <p:spPr>
          <a:xfrm>
            <a:off x="2612088" y="75848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7" name="Shape 3735"/>
          <p:cNvSpPr/>
          <p:nvPr/>
        </p:nvSpPr>
        <p:spPr>
          <a:xfrm>
            <a:off x="2674284" y="7649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8" name="Shape 3736"/>
          <p:cNvSpPr/>
          <p:nvPr/>
        </p:nvSpPr>
        <p:spPr>
          <a:xfrm>
            <a:off x="2552355" y="7576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9" name="Shape 3737"/>
          <p:cNvSpPr/>
          <p:nvPr/>
        </p:nvSpPr>
        <p:spPr>
          <a:xfrm>
            <a:off x="2752213" y="76396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0" name="Shape 3738"/>
          <p:cNvSpPr/>
          <p:nvPr/>
        </p:nvSpPr>
        <p:spPr>
          <a:xfrm>
            <a:off x="2433133" y="7575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1" name="Shape 3739"/>
          <p:cNvSpPr/>
          <p:nvPr/>
        </p:nvSpPr>
        <p:spPr>
          <a:xfrm>
            <a:off x="2579931" y="76474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2" name="Shape 3740"/>
          <p:cNvSpPr/>
          <p:nvPr/>
        </p:nvSpPr>
        <p:spPr>
          <a:xfrm>
            <a:off x="2646908" y="76206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3" name="Shape 3741"/>
          <p:cNvSpPr/>
          <p:nvPr/>
        </p:nvSpPr>
        <p:spPr>
          <a:xfrm>
            <a:off x="2399442" y="7597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4" name="Shape 3742"/>
          <p:cNvSpPr/>
          <p:nvPr/>
        </p:nvSpPr>
        <p:spPr>
          <a:xfrm>
            <a:off x="2576717" y="75795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5" name="Shape 3743"/>
          <p:cNvSpPr/>
          <p:nvPr/>
        </p:nvSpPr>
        <p:spPr>
          <a:xfrm>
            <a:off x="2504920" y="76324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6" name="Shape 3744"/>
          <p:cNvSpPr/>
          <p:nvPr/>
        </p:nvSpPr>
        <p:spPr>
          <a:xfrm>
            <a:off x="2376491" y="76447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7" name="Shape 3745"/>
          <p:cNvSpPr/>
          <p:nvPr/>
        </p:nvSpPr>
        <p:spPr>
          <a:xfrm>
            <a:off x="2644920" y="75896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8" name="Shape 3746"/>
          <p:cNvSpPr/>
          <p:nvPr/>
        </p:nvSpPr>
        <p:spPr>
          <a:xfrm>
            <a:off x="2654341" y="75941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9" name="Shape 3747"/>
          <p:cNvSpPr/>
          <p:nvPr/>
        </p:nvSpPr>
        <p:spPr>
          <a:xfrm>
            <a:off x="2482831" y="7667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0" name="Shape 3748"/>
          <p:cNvSpPr/>
          <p:nvPr/>
        </p:nvSpPr>
        <p:spPr>
          <a:xfrm>
            <a:off x="2581113" y="76145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1" name="Shape 3749"/>
          <p:cNvSpPr/>
          <p:nvPr/>
        </p:nvSpPr>
        <p:spPr>
          <a:xfrm>
            <a:off x="2744327" y="77214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2" name="Shape 3750"/>
          <p:cNvSpPr/>
          <p:nvPr/>
        </p:nvSpPr>
        <p:spPr>
          <a:xfrm>
            <a:off x="2610858" y="76235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3" name="Shape 3751"/>
          <p:cNvSpPr/>
          <p:nvPr/>
        </p:nvSpPr>
        <p:spPr>
          <a:xfrm>
            <a:off x="2561656" y="75604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4" name="Shape 3752"/>
          <p:cNvSpPr/>
          <p:nvPr/>
        </p:nvSpPr>
        <p:spPr>
          <a:xfrm>
            <a:off x="2424495" y="76441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5" name="Shape 3753"/>
          <p:cNvSpPr/>
          <p:nvPr/>
        </p:nvSpPr>
        <p:spPr>
          <a:xfrm>
            <a:off x="2591304" y="76883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6" name="Shape 3754"/>
          <p:cNvSpPr/>
          <p:nvPr/>
        </p:nvSpPr>
        <p:spPr>
          <a:xfrm>
            <a:off x="2689358" y="75757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7" name="Shape 3755"/>
          <p:cNvSpPr/>
          <p:nvPr/>
        </p:nvSpPr>
        <p:spPr>
          <a:xfrm>
            <a:off x="2536606" y="75099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8" name="Shape 3756"/>
          <p:cNvSpPr/>
          <p:nvPr/>
        </p:nvSpPr>
        <p:spPr>
          <a:xfrm>
            <a:off x="2765436" y="7136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9" name="Shape 3757"/>
          <p:cNvSpPr/>
          <p:nvPr/>
        </p:nvSpPr>
        <p:spPr>
          <a:xfrm>
            <a:off x="2605077" y="76131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0" name="Shape 3758"/>
          <p:cNvSpPr/>
          <p:nvPr/>
        </p:nvSpPr>
        <p:spPr>
          <a:xfrm>
            <a:off x="2397241" y="72734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1" name="Shape 3759"/>
          <p:cNvSpPr/>
          <p:nvPr/>
        </p:nvSpPr>
        <p:spPr>
          <a:xfrm>
            <a:off x="2531668" y="73480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2" name="Shape 3760"/>
          <p:cNvSpPr/>
          <p:nvPr/>
        </p:nvSpPr>
        <p:spPr>
          <a:xfrm>
            <a:off x="2678622" y="7573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3" name="Shape 3761"/>
          <p:cNvSpPr/>
          <p:nvPr/>
        </p:nvSpPr>
        <p:spPr>
          <a:xfrm>
            <a:off x="2759549" y="76464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4" name="Shape 3762"/>
          <p:cNvSpPr/>
          <p:nvPr/>
        </p:nvSpPr>
        <p:spPr>
          <a:xfrm>
            <a:off x="2508653" y="7736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5" name="Shape 3763"/>
          <p:cNvSpPr/>
          <p:nvPr/>
        </p:nvSpPr>
        <p:spPr>
          <a:xfrm>
            <a:off x="2754706" y="75558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6" name="Shape 3764"/>
          <p:cNvSpPr/>
          <p:nvPr/>
        </p:nvSpPr>
        <p:spPr>
          <a:xfrm>
            <a:off x="2511637" y="76041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7" name="Shape 3765"/>
          <p:cNvSpPr/>
          <p:nvPr/>
        </p:nvSpPr>
        <p:spPr>
          <a:xfrm>
            <a:off x="2628085" y="76664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8" name="Shape 3766"/>
          <p:cNvSpPr/>
          <p:nvPr/>
        </p:nvSpPr>
        <p:spPr>
          <a:xfrm>
            <a:off x="2780559" y="76785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9" name="Shape 3767"/>
          <p:cNvSpPr/>
          <p:nvPr/>
        </p:nvSpPr>
        <p:spPr>
          <a:xfrm>
            <a:off x="2388917" y="77465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0" name="Shape 3768"/>
          <p:cNvSpPr/>
          <p:nvPr/>
        </p:nvSpPr>
        <p:spPr>
          <a:xfrm>
            <a:off x="2389111" y="77525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1" name="Shape 3769"/>
          <p:cNvSpPr/>
          <p:nvPr/>
        </p:nvSpPr>
        <p:spPr>
          <a:xfrm>
            <a:off x="2776608" y="75887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2" name="Shape 3770"/>
          <p:cNvSpPr/>
          <p:nvPr/>
        </p:nvSpPr>
        <p:spPr>
          <a:xfrm>
            <a:off x="2478221" y="7704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3" name="Shape 3771"/>
          <p:cNvSpPr/>
          <p:nvPr/>
        </p:nvSpPr>
        <p:spPr>
          <a:xfrm>
            <a:off x="2614871" y="77960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4" name="Shape 3772"/>
          <p:cNvSpPr/>
          <p:nvPr/>
        </p:nvSpPr>
        <p:spPr>
          <a:xfrm>
            <a:off x="2369153" y="76371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5" name="Shape 3773"/>
          <p:cNvSpPr/>
          <p:nvPr/>
        </p:nvSpPr>
        <p:spPr>
          <a:xfrm>
            <a:off x="2603607" y="75177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6" name="Shape 3774"/>
          <p:cNvSpPr/>
          <p:nvPr/>
        </p:nvSpPr>
        <p:spPr>
          <a:xfrm>
            <a:off x="2563500" y="76250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7" name="Shape 3775"/>
          <p:cNvSpPr/>
          <p:nvPr/>
        </p:nvSpPr>
        <p:spPr>
          <a:xfrm>
            <a:off x="2723826" y="7585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8" name="Shape 3776"/>
          <p:cNvSpPr/>
          <p:nvPr/>
        </p:nvSpPr>
        <p:spPr>
          <a:xfrm>
            <a:off x="2704128" y="73341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9" name="Shape 3777"/>
          <p:cNvSpPr/>
          <p:nvPr/>
        </p:nvSpPr>
        <p:spPr>
          <a:xfrm>
            <a:off x="2394089" y="75897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0" name="Shape 3778"/>
          <p:cNvSpPr/>
          <p:nvPr/>
        </p:nvSpPr>
        <p:spPr>
          <a:xfrm>
            <a:off x="2492013" y="7267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1" name="Shape 3779"/>
          <p:cNvSpPr/>
          <p:nvPr/>
        </p:nvSpPr>
        <p:spPr>
          <a:xfrm>
            <a:off x="2557040" y="72948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2" name="Shape 3780"/>
          <p:cNvSpPr/>
          <p:nvPr/>
        </p:nvSpPr>
        <p:spPr>
          <a:xfrm>
            <a:off x="2749930" y="7687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3" name="Shape 3781"/>
          <p:cNvSpPr/>
          <p:nvPr/>
        </p:nvSpPr>
        <p:spPr>
          <a:xfrm>
            <a:off x="2749919" y="73959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4" name="Shape 3782"/>
          <p:cNvSpPr/>
          <p:nvPr/>
        </p:nvSpPr>
        <p:spPr>
          <a:xfrm>
            <a:off x="2402526" y="76566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5" name="Shape 3783"/>
          <p:cNvSpPr/>
          <p:nvPr/>
        </p:nvSpPr>
        <p:spPr>
          <a:xfrm>
            <a:off x="2561670" y="73383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6" name="Shape 3784"/>
          <p:cNvSpPr/>
          <p:nvPr/>
        </p:nvSpPr>
        <p:spPr>
          <a:xfrm>
            <a:off x="2631372" y="73651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7" name="Shape 3785"/>
          <p:cNvSpPr/>
          <p:nvPr/>
        </p:nvSpPr>
        <p:spPr>
          <a:xfrm>
            <a:off x="2677828" y="73060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8" name="Shape 3786"/>
          <p:cNvSpPr/>
          <p:nvPr/>
        </p:nvSpPr>
        <p:spPr>
          <a:xfrm>
            <a:off x="2584067" y="7369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9" name="Shape 3787"/>
          <p:cNvSpPr/>
          <p:nvPr/>
        </p:nvSpPr>
        <p:spPr>
          <a:xfrm>
            <a:off x="2511924" y="73033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0" name="Shape 3788"/>
          <p:cNvSpPr/>
          <p:nvPr/>
        </p:nvSpPr>
        <p:spPr>
          <a:xfrm>
            <a:off x="2780194" y="76811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1" name="Shape 3789"/>
          <p:cNvSpPr/>
          <p:nvPr/>
        </p:nvSpPr>
        <p:spPr>
          <a:xfrm>
            <a:off x="2673098" y="7303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2" name="Shape 3790"/>
          <p:cNvSpPr/>
          <p:nvPr/>
        </p:nvSpPr>
        <p:spPr>
          <a:xfrm>
            <a:off x="2683328" y="7443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3" name="Shape 3791"/>
          <p:cNvSpPr/>
          <p:nvPr/>
        </p:nvSpPr>
        <p:spPr>
          <a:xfrm>
            <a:off x="2699751" y="76886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4" name="Shape 3792"/>
          <p:cNvSpPr/>
          <p:nvPr/>
        </p:nvSpPr>
        <p:spPr>
          <a:xfrm>
            <a:off x="2387532" y="72583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5" name="Shape 3793"/>
          <p:cNvSpPr/>
          <p:nvPr/>
        </p:nvSpPr>
        <p:spPr>
          <a:xfrm>
            <a:off x="2698664" y="7283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6" name="Shape 3794"/>
          <p:cNvSpPr/>
          <p:nvPr/>
        </p:nvSpPr>
        <p:spPr>
          <a:xfrm>
            <a:off x="2653746" y="77442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7" name="Shape 3795"/>
          <p:cNvSpPr/>
          <p:nvPr/>
        </p:nvSpPr>
        <p:spPr>
          <a:xfrm>
            <a:off x="2606045" y="77681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8" name="Shape 3796"/>
          <p:cNvSpPr/>
          <p:nvPr/>
        </p:nvSpPr>
        <p:spPr>
          <a:xfrm>
            <a:off x="2791100" y="73371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9" name="Shape 3797"/>
          <p:cNvSpPr/>
          <p:nvPr/>
        </p:nvSpPr>
        <p:spPr>
          <a:xfrm>
            <a:off x="2391677" y="73234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0" name="Shape 3798"/>
          <p:cNvSpPr/>
          <p:nvPr/>
        </p:nvSpPr>
        <p:spPr>
          <a:xfrm>
            <a:off x="2791461" y="74202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1" name="Shape 3799"/>
          <p:cNvSpPr/>
          <p:nvPr/>
        </p:nvSpPr>
        <p:spPr>
          <a:xfrm>
            <a:off x="2534566" y="74033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2" name="Shape 3800"/>
          <p:cNvSpPr/>
          <p:nvPr/>
        </p:nvSpPr>
        <p:spPr>
          <a:xfrm>
            <a:off x="2532070" y="7244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3" name="Shape 3801"/>
          <p:cNvSpPr/>
          <p:nvPr/>
        </p:nvSpPr>
        <p:spPr>
          <a:xfrm>
            <a:off x="2647766" y="73140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4" name="Shape 3802"/>
          <p:cNvSpPr/>
          <p:nvPr/>
        </p:nvSpPr>
        <p:spPr>
          <a:xfrm>
            <a:off x="2581829" y="73719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5" name="Shape 3803"/>
          <p:cNvSpPr/>
          <p:nvPr/>
        </p:nvSpPr>
        <p:spPr>
          <a:xfrm>
            <a:off x="2709566" y="72207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6" name="Shape 3804"/>
          <p:cNvSpPr/>
          <p:nvPr/>
        </p:nvSpPr>
        <p:spPr>
          <a:xfrm>
            <a:off x="2740714" y="81847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7" name="Shape 3805"/>
          <p:cNvSpPr/>
          <p:nvPr/>
        </p:nvSpPr>
        <p:spPr>
          <a:xfrm>
            <a:off x="2506434" y="81196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8" name="Shape 3806"/>
          <p:cNvSpPr/>
          <p:nvPr/>
        </p:nvSpPr>
        <p:spPr>
          <a:xfrm>
            <a:off x="2451794" y="71247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9" name="Shape 3807"/>
          <p:cNvSpPr/>
          <p:nvPr/>
        </p:nvSpPr>
        <p:spPr>
          <a:xfrm>
            <a:off x="2555998" y="75095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0" name="Shape 3808"/>
          <p:cNvSpPr/>
          <p:nvPr/>
        </p:nvSpPr>
        <p:spPr>
          <a:xfrm>
            <a:off x="2577873" y="74323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1" name="Shape 3809"/>
          <p:cNvSpPr/>
          <p:nvPr/>
        </p:nvSpPr>
        <p:spPr>
          <a:xfrm>
            <a:off x="2660018" y="66785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2" name="Shape 3810"/>
          <p:cNvSpPr/>
          <p:nvPr/>
        </p:nvSpPr>
        <p:spPr>
          <a:xfrm>
            <a:off x="2381768" y="68123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3" name="Shape 3811"/>
          <p:cNvSpPr/>
          <p:nvPr/>
        </p:nvSpPr>
        <p:spPr>
          <a:xfrm>
            <a:off x="2683710" y="6820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4" name="Shape 3812"/>
          <p:cNvSpPr/>
          <p:nvPr/>
        </p:nvSpPr>
        <p:spPr>
          <a:xfrm>
            <a:off x="2680030" y="66863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5" name="Shape 3813"/>
          <p:cNvSpPr/>
          <p:nvPr/>
        </p:nvSpPr>
        <p:spPr>
          <a:xfrm>
            <a:off x="2627767" y="67372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6" name="Shape 3814"/>
          <p:cNvSpPr/>
          <p:nvPr/>
        </p:nvSpPr>
        <p:spPr>
          <a:xfrm>
            <a:off x="2772149" y="6816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7" name="Shape 3815"/>
          <p:cNvSpPr/>
          <p:nvPr/>
        </p:nvSpPr>
        <p:spPr>
          <a:xfrm>
            <a:off x="2433042" y="67486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8" name="Shape 3816"/>
          <p:cNvSpPr/>
          <p:nvPr/>
        </p:nvSpPr>
        <p:spPr>
          <a:xfrm>
            <a:off x="2580706" y="68996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9" name="Shape 3817"/>
          <p:cNvSpPr/>
          <p:nvPr/>
        </p:nvSpPr>
        <p:spPr>
          <a:xfrm>
            <a:off x="2398575" y="67959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0" name="Shape 3818"/>
          <p:cNvSpPr/>
          <p:nvPr/>
        </p:nvSpPr>
        <p:spPr>
          <a:xfrm>
            <a:off x="2685292" y="68839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1" name="Shape 3819"/>
          <p:cNvSpPr/>
          <p:nvPr/>
        </p:nvSpPr>
        <p:spPr>
          <a:xfrm>
            <a:off x="2743512" y="65948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2" name="Shape 3820"/>
          <p:cNvSpPr/>
          <p:nvPr/>
        </p:nvSpPr>
        <p:spPr>
          <a:xfrm>
            <a:off x="2514839" y="67260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3" name="Shape 3821"/>
          <p:cNvSpPr/>
          <p:nvPr/>
        </p:nvSpPr>
        <p:spPr>
          <a:xfrm>
            <a:off x="2486049" y="69527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4" name="Shape 3822"/>
          <p:cNvSpPr/>
          <p:nvPr/>
        </p:nvSpPr>
        <p:spPr>
          <a:xfrm>
            <a:off x="2501319" y="68338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5" name="Shape 3823"/>
          <p:cNvSpPr/>
          <p:nvPr/>
        </p:nvSpPr>
        <p:spPr>
          <a:xfrm>
            <a:off x="2521505" y="66660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6" name="Shape 3824"/>
          <p:cNvSpPr/>
          <p:nvPr/>
        </p:nvSpPr>
        <p:spPr>
          <a:xfrm>
            <a:off x="2555168" y="68666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7" name="Shape 3825"/>
          <p:cNvSpPr/>
          <p:nvPr/>
        </p:nvSpPr>
        <p:spPr>
          <a:xfrm>
            <a:off x="2435912" y="6812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8" name="Shape 3826"/>
          <p:cNvSpPr/>
          <p:nvPr/>
        </p:nvSpPr>
        <p:spPr>
          <a:xfrm>
            <a:off x="2532633" y="68605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9" name="Shape 3827"/>
          <p:cNvSpPr/>
          <p:nvPr/>
        </p:nvSpPr>
        <p:spPr>
          <a:xfrm>
            <a:off x="2506249" y="66754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0" name="Shape 3828"/>
          <p:cNvSpPr/>
          <p:nvPr/>
        </p:nvSpPr>
        <p:spPr>
          <a:xfrm>
            <a:off x="2666949" y="66880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1" name="Shape 3829"/>
          <p:cNvSpPr/>
          <p:nvPr/>
        </p:nvSpPr>
        <p:spPr>
          <a:xfrm>
            <a:off x="2449272" y="66505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2" name="Shape 3830"/>
          <p:cNvSpPr/>
          <p:nvPr/>
        </p:nvSpPr>
        <p:spPr>
          <a:xfrm>
            <a:off x="2561239" y="6745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3" name="Shape 3831"/>
          <p:cNvSpPr/>
          <p:nvPr/>
        </p:nvSpPr>
        <p:spPr>
          <a:xfrm>
            <a:off x="2716273" y="68877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4" name="Shape 3832"/>
          <p:cNvSpPr/>
          <p:nvPr/>
        </p:nvSpPr>
        <p:spPr>
          <a:xfrm>
            <a:off x="2646783" y="67088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5" name="Shape 3833"/>
          <p:cNvSpPr/>
          <p:nvPr/>
        </p:nvSpPr>
        <p:spPr>
          <a:xfrm>
            <a:off x="2739684" y="66499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6" name="Shape 3834"/>
          <p:cNvSpPr/>
          <p:nvPr/>
        </p:nvSpPr>
        <p:spPr>
          <a:xfrm>
            <a:off x="2431636" y="66573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7" name="Shape 3835"/>
          <p:cNvSpPr/>
          <p:nvPr/>
        </p:nvSpPr>
        <p:spPr>
          <a:xfrm>
            <a:off x="2561487" y="6751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8" name="Shape 3836"/>
          <p:cNvSpPr/>
          <p:nvPr/>
        </p:nvSpPr>
        <p:spPr>
          <a:xfrm>
            <a:off x="2491634" y="69332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9" name="Shape 3837"/>
          <p:cNvSpPr/>
          <p:nvPr/>
        </p:nvSpPr>
        <p:spPr>
          <a:xfrm>
            <a:off x="2623797" y="67199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0" name="Shape 3838"/>
          <p:cNvSpPr/>
          <p:nvPr/>
        </p:nvSpPr>
        <p:spPr>
          <a:xfrm>
            <a:off x="2791438" y="67553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1" name="Shape 3839"/>
          <p:cNvSpPr/>
          <p:nvPr/>
        </p:nvSpPr>
        <p:spPr>
          <a:xfrm>
            <a:off x="2776007" y="68279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2" name="Shape 3840"/>
          <p:cNvSpPr/>
          <p:nvPr/>
        </p:nvSpPr>
        <p:spPr>
          <a:xfrm>
            <a:off x="2510709" y="65363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3" name="Shape 3841"/>
          <p:cNvSpPr/>
          <p:nvPr/>
        </p:nvSpPr>
        <p:spPr>
          <a:xfrm>
            <a:off x="2445143" y="6759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4" name="Shape 3842"/>
          <p:cNvSpPr/>
          <p:nvPr/>
        </p:nvSpPr>
        <p:spPr>
          <a:xfrm>
            <a:off x="2480702" y="67404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5" name="Shape 3843"/>
          <p:cNvSpPr/>
          <p:nvPr/>
        </p:nvSpPr>
        <p:spPr>
          <a:xfrm>
            <a:off x="2479093" y="67838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6" name="Shape 3844"/>
          <p:cNvSpPr/>
          <p:nvPr/>
        </p:nvSpPr>
        <p:spPr>
          <a:xfrm>
            <a:off x="2490145" y="67271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7" name="Shape 3845"/>
          <p:cNvSpPr/>
          <p:nvPr/>
        </p:nvSpPr>
        <p:spPr>
          <a:xfrm>
            <a:off x="2541037" y="67593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8" name="Shape 3846"/>
          <p:cNvSpPr/>
          <p:nvPr/>
        </p:nvSpPr>
        <p:spPr>
          <a:xfrm>
            <a:off x="2464016" y="7111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9" name="Shape 3847"/>
          <p:cNvSpPr/>
          <p:nvPr/>
        </p:nvSpPr>
        <p:spPr>
          <a:xfrm>
            <a:off x="2600078" y="74659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0" name="Shape 3848"/>
          <p:cNvSpPr/>
          <p:nvPr/>
        </p:nvSpPr>
        <p:spPr>
          <a:xfrm>
            <a:off x="2559127" y="75094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1" name="Shape 3849"/>
          <p:cNvSpPr/>
          <p:nvPr/>
        </p:nvSpPr>
        <p:spPr>
          <a:xfrm>
            <a:off x="2762330" y="71667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2" name="Shape 3850"/>
          <p:cNvSpPr/>
          <p:nvPr/>
        </p:nvSpPr>
        <p:spPr>
          <a:xfrm>
            <a:off x="2751047" y="70768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3" name="Shape 3851"/>
          <p:cNvSpPr/>
          <p:nvPr/>
        </p:nvSpPr>
        <p:spPr>
          <a:xfrm>
            <a:off x="2644092" y="75226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4" name="Shape 3852"/>
          <p:cNvSpPr/>
          <p:nvPr/>
        </p:nvSpPr>
        <p:spPr>
          <a:xfrm>
            <a:off x="2580496" y="74485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5" name="Shape 3853"/>
          <p:cNvSpPr/>
          <p:nvPr/>
        </p:nvSpPr>
        <p:spPr>
          <a:xfrm>
            <a:off x="2710389" y="7346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6" name="Shape 3854"/>
          <p:cNvSpPr/>
          <p:nvPr/>
        </p:nvSpPr>
        <p:spPr>
          <a:xfrm>
            <a:off x="2682248" y="68401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7" name="Shape 3855"/>
          <p:cNvSpPr/>
          <p:nvPr/>
        </p:nvSpPr>
        <p:spPr>
          <a:xfrm>
            <a:off x="2509786" y="7007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8" name="Shape 3856"/>
          <p:cNvSpPr/>
          <p:nvPr/>
        </p:nvSpPr>
        <p:spPr>
          <a:xfrm>
            <a:off x="2797906" y="67589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9" name="Shape 3857"/>
          <p:cNvSpPr/>
          <p:nvPr/>
        </p:nvSpPr>
        <p:spPr>
          <a:xfrm>
            <a:off x="2572574" y="69027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0" name="Shape 3858"/>
          <p:cNvSpPr/>
          <p:nvPr/>
        </p:nvSpPr>
        <p:spPr>
          <a:xfrm>
            <a:off x="2436391" y="68926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1" name="Shape 3859"/>
          <p:cNvSpPr/>
          <p:nvPr/>
        </p:nvSpPr>
        <p:spPr>
          <a:xfrm>
            <a:off x="2580348" y="73355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2" name="Shape 3860"/>
          <p:cNvSpPr/>
          <p:nvPr/>
        </p:nvSpPr>
        <p:spPr>
          <a:xfrm>
            <a:off x="2683143" y="68178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3" name="Shape 3861"/>
          <p:cNvSpPr/>
          <p:nvPr/>
        </p:nvSpPr>
        <p:spPr>
          <a:xfrm>
            <a:off x="2789024" y="70295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4" name="Shape 3862"/>
          <p:cNvSpPr/>
          <p:nvPr/>
        </p:nvSpPr>
        <p:spPr>
          <a:xfrm>
            <a:off x="2475846" y="71672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5" name="Shape 3863"/>
          <p:cNvSpPr/>
          <p:nvPr/>
        </p:nvSpPr>
        <p:spPr>
          <a:xfrm>
            <a:off x="2404076" y="68705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6" name="Shape 3864"/>
          <p:cNvSpPr/>
          <p:nvPr/>
        </p:nvSpPr>
        <p:spPr>
          <a:xfrm>
            <a:off x="2561060" y="69937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7" name="Shape 3865"/>
          <p:cNvSpPr/>
          <p:nvPr/>
        </p:nvSpPr>
        <p:spPr>
          <a:xfrm>
            <a:off x="2715818" y="70461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8" name="Shape 3866"/>
          <p:cNvSpPr/>
          <p:nvPr/>
        </p:nvSpPr>
        <p:spPr>
          <a:xfrm>
            <a:off x="2463148" y="71983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9" name="Shape 3867"/>
          <p:cNvSpPr/>
          <p:nvPr/>
        </p:nvSpPr>
        <p:spPr>
          <a:xfrm>
            <a:off x="2545554" y="6977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0" name="Shape 3868"/>
          <p:cNvSpPr/>
          <p:nvPr/>
        </p:nvSpPr>
        <p:spPr>
          <a:xfrm>
            <a:off x="2373746" y="67574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1" name="Shape 3869"/>
          <p:cNvSpPr/>
          <p:nvPr/>
        </p:nvSpPr>
        <p:spPr>
          <a:xfrm>
            <a:off x="2659741" y="68852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2" name="Shape 3870"/>
          <p:cNvSpPr/>
          <p:nvPr/>
        </p:nvSpPr>
        <p:spPr>
          <a:xfrm>
            <a:off x="2650375" y="73288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3" name="Shape 3871"/>
          <p:cNvSpPr/>
          <p:nvPr/>
        </p:nvSpPr>
        <p:spPr>
          <a:xfrm>
            <a:off x="2701124" y="68457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4" name="Shape 3872"/>
          <p:cNvSpPr/>
          <p:nvPr/>
        </p:nvSpPr>
        <p:spPr>
          <a:xfrm>
            <a:off x="2508806" y="72198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5" name="Shape 3873"/>
          <p:cNvSpPr/>
          <p:nvPr/>
        </p:nvSpPr>
        <p:spPr>
          <a:xfrm>
            <a:off x="2607952" y="71206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6" name="Shape 3874"/>
          <p:cNvSpPr/>
          <p:nvPr/>
        </p:nvSpPr>
        <p:spPr>
          <a:xfrm>
            <a:off x="2603593" y="68170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7" name="Shape 3875"/>
          <p:cNvSpPr/>
          <p:nvPr/>
        </p:nvSpPr>
        <p:spPr>
          <a:xfrm>
            <a:off x="2796485" y="68731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8" name="Shape 3876"/>
          <p:cNvSpPr/>
          <p:nvPr/>
        </p:nvSpPr>
        <p:spPr>
          <a:xfrm>
            <a:off x="2789455" y="69945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9" name="Shape 3877"/>
          <p:cNvSpPr/>
          <p:nvPr/>
        </p:nvSpPr>
        <p:spPr>
          <a:xfrm>
            <a:off x="2543667" y="72356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0" name="Shape 3878"/>
          <p:cNvSpPr/>
          <p:nvPr/>
        </p:nvSpPr>
        <p:spPr>
          <a:xfrm>
            <a:off x="2744273" y="69997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1" name="Shape 3879"/>
          <p:cNvSpPr/>
          <p:nvPr/>
        </p:nvSpPr>
        <p:spPr>
          <a:xfrm>
            <a:off x="2674953" y="67968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2" name="Shape 3880"/>
          <p:cNvSpPr/>
          <p:nvPr/>
        </p:nvSpPr>
        <p:spPr>
          <a:xfrm>
            <a:off x="2580762" y="6749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3" name="Shape 3881"/>
          <p:cNvSpPr/>
          <p:nvPr/>
        </p:nvSpPr>
        <p:spPr>
          <a:xfrm>
            <a:off x="2490817" y="7387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4" name="Shape 3882"/>
          <p:cNvSpPr/>
          <p:nvPr/>
        </p:nvSpPr>
        <p:spPr>
          <a:xfrm>
            <a:off x="2638229" y="70320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5" name="Shape 3883"/>
          <p:cNvSpPr/>
          <p:nvPr/>
        </p:nvSpPr>
        <p:spPr>
          <a:xfrm>
            <a:off x="2633271" y="68193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6" name="Shape 3884"/>
          <p:cNvSpPr/>
          <p:nvPr/>
        </p:nvSpPr>
        <p:spPr>
          <a:xfrm>
            <a:off x="2592057" y="68859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7" name="Shape 3885"/>
          <p:cNvSpPr/>
          <p:nvPr/>
        </p:nvSpPr>
        <p:spPr>
          <a:xfrm>
            <a:off x="2527068" y="70211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8" name="Shape 3886"/>
          <p:cNvSpPr/>
          <p:nvPr/>
        </p:nvSpPr>
        <p:spPr>
          <a:xfrm>
            <a:off x="2784918" y="7215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9" name="Shape 3887"/>
          <p:cNvSpPr/>
          <p:nvPr/>
        </p:nvSpPr>
        <p:spPr>
          <a:xfrm>
            <a:off x="2794268" y="70001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0" name="Shape 3888"/>
          <p:cNvSpPr/>
          <p:nvPr/>
        </p:nvSpPr>
        <p:spPr>
          <a:xfrm>
            <a:off x="2430686" y="67942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1" name="Shape 3889"/>
          <p:cNvSpPr/>
          <p:nvPr/>
        </p:nvSpPr>
        <p:spPr>
          <a:xfrm>
            <a:off x="2713026" y="67641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2" name="Shape 3890"/>
          <p:cNvSpPr/>
          <p:nvPr/>
        </p:nvSpPr>
        <p:spPr>
          <a:xfrm>
            <a:off x="2619429" y="74998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3" name="Shape 3891"/>
          <p:cNvSpPr/>
          <p:nvPr/>
        </p:nvSpPr>
        <p:spPr>
          <a:xfrm>
            <a:off x="2423243" y="75479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4" name="Shape 3892"/>
          <p:cNvSpPr/>
          <p:nvPr/>
        </p:nvSpPr>
        <p:spPr>
          <a:xfrm>
            <a:off x="2372904" y="75666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5" name="Shape 3893"/>
          <p:cNvSpPr/>
          <p:nvPr/>
        </p:nvSpPr>
        <p:spPr>
          <a:xfrm>
            <a:off x="2774663" y="73714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6" name="Shape 3894"/>
          <p:cNvSpPr/>
          <p:nvPr/>
        </p:nvSpPr>
        <p:spPr>
          <a:xfrm>
            <a:off x="2482036" y="72793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7" name="Shape 3895"/>
          <p:cNvSpPr/>
          <p:nvPr/>
        </p:nvSpPr>
        <p:spPr>
          <a:xfrm>
            <a:off x="2756657" y="71753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8" name="Shape 3896"/>
          <p:cNvSpPr/>
          <p:nvPr/>
        </p:nvSpPr>
        <p:spPr>
          <a:xfrm>
            <a:off x="2472486" y="7319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9" name="Shape 3897"/>
          <p:cNvSpPr/>
          <p:nvPr/>
        </p:nvSpPr>
        <p:spPr>
          <a:xfrm>
            <a:off x="2684729" y="71508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0" name="Shape 3898"/>
          <p:cNvSpPr/>
          <p:nvPr/>
        </p:nvSpPr>
        <p:spPr>
          <a:xfrm>
            <a:off x="2732749" y="72905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1" name="Shape 3899"/>
          <p:cNvSpPr/>
          <p:nvPr/>
        </p:nvSpPr>
        <p:spPr>
          <a:xfrm>
            <a:off x="2774475" y="71199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2" name="Shape 3900"/>
          <p:cNvSpPr/>
          <p:nvPr/>
        </p:nvSpPr>
        <p:spPr>
          <a:xfrm>
            <a:off x="2417607" y="71956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3" name="Shape 3901"/>
          <p:cNvSpPr/>
          <p:nvPr/>
        </p:nvSpPr>
        <p:spPr>
          <a:xfrm>
            <a:off x="2630574" y="7269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4" name="Shape 3902"/>
          <p:cNvSpPr/>
          <p:nvPr/>
        </p:nvSpPr>
        <p:spPr>
          <a:xfrm>
            <a:off x="2507886" y="71687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5" name="Shape 3903"/>
          <p:cNvSpPr/>
          <p:nvPr/>
        </p:nvSpPr>
        <p:spPr>
          <a:xfrm>
            <a:off x="2529713" y="71087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6" name="Shape 3904"/>
          <p:cNvSpPr/>
          <p:nvPr/>
        </p:nvSpPr>
        <p:spPr>
          <a:xfrm>
            <a:off x="2500192" y="7555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7" name="Shape 3905"/>
          <p:cNvSpPr/>
          <p:nvPr/>
        </p:nvSpPr>
        <p:spPr>
          <a:xfrm>
            <a:off x="2646417" y="75745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8" name="Shape 3906"/>
          <p:cNvSpPr/>
          <p:nvPr/>
        </p:nvSpPr>
        <p:spPr>
          <a:xfrm>
            <a:off x="2723045" y="7355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9" name="Shape 3907"/>
          <p:cNvSpPr/>
          <p:nvPr/>
        </p:nvSpPr>
        <p:spPr>
          <a:xfrm>
            <a:off x="2511090" y="71717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0" name="Shape 3908"/>
          <p:cNvSpPr/>
          <p:nvPr/>
        </p:nvSpPr>
        <p:spPr>
          <a:xfrm>
            <a:off x="2759353" y="73750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1" name="Shape 3909"/>
          <p:cNvSpPr/>
          <p:nvPr/>
        </p:nvSpPr>
        <p:spPr>
          <a:xfrm>
            <a:off x="2379224" y="73549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2" name="Shape 3910"/>
          <p:cNvSpPr/>
          <p:nvPr/>
        </p:nvSpPr>
        <p:spPr>
          <a:xfrm>
            <a:off x="2780492" y="7385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3" name="Shape 3911"/>
          <p:cNvSpPr/>
          <p:nvPr/>
        </p:nvSpPr>
        <p:spPr>
          <a:xfrm>
            <a:off x="2429623" y="7977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4" name="Shape 3912"/>
          <p:cNvSpPr/>
          <p:nvPr/>
        </p:nvSpPr>
        <p:spPr>
          <a:xfrm>
            <a:off x="2631255" y="79932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5" name="Shape 3913"/>
          <p:cNvSpPr/>
          <p:nvPr/>
        </p:nvSpPr>
        <p:spPr>
          <a:xfrm>
            <a:off x="2373270" y="79129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6" name="Shape 3914"/>
          <p:cNvSpPr/>
          <p:nvPr/>
        </p:nvSpPr>
        <p:spPr>
          <a:xfrm>
            <a:off x="2476507" y="76455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7" name="Shape 3915"/>
          <p:cNvSpPr/>
          <p:nvPr/>
        </p:nvSpPr>
        <p:spPr>
          <a:xfrm>
            <a:off x="2627605" y="8040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8" name="Shape 3916"/>
          <p:cNvSpPr/>
          <p:nvPr/>
        </p:nvSpPr>
        <p:spPr>
          <a:xfrm>
            <a:off x="2466914" y="77761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9" name="Shape 3917"/>
          <p:cNvSpPr/>
          <p:nvPr/>
        </p:nvSpPr>
        <p:spPr>
          <a:xfrm>
            <a:off x="2673768" y="75645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0" name="Shape 3918"/>
          <p:cNvSpPr/>
          <p:nvPr/>
        </p:nvSpPr>
        <p:spPr>
          <a:xfrm>
            <a:off x="2592688" y="78679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1" name="Shape 3919"/>
          <p:cNvSpPr/>
          <p:nvPr/>
        </p:nvSpPr>
        <p:spPr>
          <a:xfrm>
            <a:off x="2653580" y="7620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2" name="Shape 3920"/>
          <p:cNvSpPr/>
          <p:nvPr/>
        </p:nvSpPr>
        <p:spPr>
          <a:xfrm>
            <a:off x="2457019" y="7913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3" name="Shape 3921"/>
          <p:cNvSpPr/>
          <p:nvPr/>
        </p:nvSpPr>
        <p:spPr>
          <a:xfrm>
            <a:off x="2500228" y="76646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4" name="Shape 3922"/>
          <p:cNvSpPr/>
          <p:nvPr/>
        </p:nvSpPr>
        <p:spPr>
          <a:xfrm>
            <a:off x="2584571" y="78879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5" name="Shape 3923"/>
          <p:cNvSpPr/>
          <p:nvPr/>
        </p:nvSpPr>
        <p:spPr>
          <a:xfrm>
            <a:off x="2480625" y="72054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6" name="Shape 3924"/>
          <p:cNvSpPr/>
          <p:nvPr/>
        </p:nvSpPr>
        <p:spPr>
          <a:xfrm>
            <a:off x="2536716" y="7573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7" name="Shape 3925"/>
          <p:cNvSpPr/>
          <p:nvPr/>
        </p:nvSpPr>
        <p:spPr>
          <a:xfrm>
            <a:off x="2728567" y="73697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8" name="Shape 3926"/>
          <p:cNvSpPr/>
          <p:nvPr/>
        </p:nvSpPr>
        <p:spPr>
          <a:xfrm>
            <a:off x="2649435" y="73843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9" name="Shape 3927"/>
          <p:cNvSpPr/>
          <p:nvPr/>
        </p:nvSpPr>
        <p:spPr>
          <a:xfrm>
            <a:off x="2643285" y="6875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0" name="Shape 3928"/>
          <p:cNvSpPr/>
          <p:nvPr/>
        </p:nvSpPr>
        <p:spPr>
          <a:xfrm>
            <a:off x="2743367" y="69361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1" name="Shape 3929"/>
          <p:cNvSpPr/>
          <p:nvPr/>
        </p:nvSpPr>
        <p:spPr>
          <a:xfrm>
            <a:off x="2645648" y="71058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2" name="Shape 3930"/>
          <p:cNvSpPr/>
          <p:nvPr/>
        </p:nvSpPr>
        <p:spPr>
          <a:xfrm>
            <a:off x="2566043" y="69303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3" name="Shape 3931"/>
          <p:cNvSpPr/>
          <p:nvPr/>
        </p:nvSpPr>
        <p:spPr>
          <a:xfrm>
            <a:off x="2761630" y="6963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4" name="Shape 3932"/>
          <p:cNvSpPr/>
          <p:nvPr/>
        </p:nvSpPr>
        <p:spPr>
          <a:xfrm>
            <a:off x="2425152" y="72131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5" name="Shape 3933"/>
          <p:cNvSpPr/>
          <p:nvPr/>
        </p:nvSpPr>
        <p:spPr>
          <a:xfrm>
            <a:off x="2734374" y="71018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6" name="Shape 3934"/>
          <p:cNvSpPr/>
          <p:nvPr/>
        </p:nvSpPr>
        <p:spPr>
          <a:xfrm>
            <a:off x="2626621" y="68755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7" name="Shape 3935"/>
          <p:cNvSpPr/>
          <p:nvPr/>
        </p:nvSpPr>
        <p:spPr>
          <a:xfrm>
            <a:off x="2594631" y="69780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8" name="Shape 3936"/>
          <p:cNvSpPr/>
          <p:nvPr/>
        </p:nvSpPr>
        <p:spPr>
          <a:xfrm>
            <a:off x="2471417" y="72782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9" name="Shape 3937"/>
          <p:cNvSpPr/>
          <p:nvPr/>
        </p:nvSpPr>
        <p:spPr>
          <a:xfrm>
            <a:off x="2397361" y="72657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0" name="Shape 3938"/>
          <p:cNvSpPr/>
          <p:nvPr/>
        </p:nvSpPr>
        <p:spPr>
          <a:xfrm>
            <a:off x="2749447" y="72483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1" name="Shape 3939"/>
          <p:cNvSpPr/>
          <p:nvPr/>
        </p:nvSpPr>
        <p:spPr>
          <a:xfrm>
            <a:off x="2721515" y="72467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2" name="Shape 3940"/>
          <p:cNvSpPr/>
          <p:nvPr/>
        </p:nvSpPr>
        <p:spPr>
          <a:xfrm>
            <a:off x="2443740" y="7271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3" name="Shape 3941"/>
          <p:cNvSpPr/>
          <p:nvPr/>
        </p:nvSpPr>
        <p:spPr>
          <a:xfrm>
            <a:off x="2416472" y="72607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4" name="Shape 3942"/>
          <p:cNvSpPr/>
          <p:nvPr/>
        </p:nvSpPr>
        <p:spPr>
          <a:xfrm>
            <a:off x="2553443" y="74785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5" name="Shape 3943"/>
          <p:cNvSpPr/>
          <p:nvPr/>
        </p:nvSpPr>
        <p:spPr>
          <a:xfrm>
            <a:off x="2725813" y="76558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6" name="Shape 3944"/>
          <p:cNvSpPr/>
          <p:nvPr/>
        </p:nvSpPr>
        <p:spPr>
          <a:xfrm>
            <a:off x="2403212" y="7195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7" name="Shape 3945"/>
          <p:cNvSpPr/>
          <p:nvPr/>
        </p:nvSpPr>
        <p:spPr>
          <a:xfrm>
            <a:off x="2784213" y="74281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8" name="Shape 3946"/>
          <p:cNvSpPr/>
          <p:nvPr/>
        </p:nvSpPr>
        <p:spPr>
          <a:xfrm>
            <a:off x="2633379" y="72464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9" name="Shape 3947"/>
          <p:cNvSpPr/>
          <p:nvPr/>
        </p:nvSpPr>
        <p:spPr>
          <a:xfrm>
            <a:off x="2629456" y="75739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0" name="Shape 3948"/>
          <p:cNvSpPr/>
          <p:nvPr/>
        </p:nvSpPr>
        <p:spPr>
          <a:xfrm>
            <a:off x="2368847" y="76330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1" name="Shape 3949"/>
          <p:cNvSpPr/>
          <p:nvPr/>
        </p:nvSpPr>
        <p:spPr>
          <a:xfrm>
            <a:off x="2480038" y="76782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2" name="Shape 3950"/>
          <p:cNvSpPr/>
          <p:nvPr/>
        </p:nvSpPr>
        <p:spPr>
          <a:xfrm>
            <a:off x="2537559" y="77212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3" name="Shape 3951"/>
          <p:cNvSpPr/>
          <p:nvPr/>
        </p:nvSpPr>
        <p:spPr>
          <a:xfrm>
            <a:off x="2424918" y="71203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4" name="Shape 3952"/>
          <p:cNvSpPr/>
          <p:nvPr/>
        </p:nvSpPr>
        <p:spPr>
          <a:xfrm>
            <a:off x="2433658" y="6782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5" name="Shape 3953"/>
          <p:cNvSpPr/>
          <p:nvPr/>
        </p:nvSpPr>
        <p:spPr>
          <a:xfrm>
            <a:off x="2452029" y="7680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6" name="Shape 3954"/>
          <p:cNvSpPr/>
          <p:nvPr/>
        </p:nvSpPr>
        <p:spPr>
          <a:xfrm>
            <a:off x="2606782" y="7700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7" name="Shape 3955"/>
          <p:cNvSpPr/>
          <p:nvPr/>
        </p:nvSpPr>
        <p:spPr>
          <a:xfrm>
            <a:off x="2725490" y="7802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8" name="Shape 3956"/>
          <p:cNvSpPr/>
          <p:nvPr/>
        </p:nvSpPr>
        <p:spPr>
          <a:xfrm>
            <a:off x="2550401" y="76591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9" name="Shape 3957"/>
          <p:cNvSpPr/>
          <p:nvPr/>
        </p:nvSpPr>
        <p:spPr>
          <a:xfrm>
            <a:off x="2790399" y="76404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0" name="Shape 3958"/>
          <p:cNvSpPr/>
          <p:nvPr/>
        </p:nvSpPr>
        <p:spPr>
          <a:xfrm>
            <a:off x="2526021" y="6731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1" name="Shape 3959"/>
          <p:cNvSpPr/>
          <p:nvPr/>
        </p:nvSpPr>
        <p:spPr>
          <a:xfrm>
            <a:off x="2659457" y="66866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2" name="Shape 3960"/>
          <p:cNvSpPr/>
          <p:nvPr/>
        </p:nvSpPr>
        <p:spPr>
          <a:xfrm>
            <a:off x="2492301" y="75060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3" name="Shape 3961"/>
          <p:cNvSpPr/>
          <p:nvPr/>
        </p:nvSpPr>
        <p:spPr>
          <a:xfrm>
            <a:off x="2465828" y="72006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4" name="Shape 3962"/>
          <p:cNvSpPr/>
          <p:nvPr/>
        </p:nvSpPr>
        <p:spPr>
          <a:xfrm>
            <a:off x="2368343" y="6943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5" name="Shape 3963"/>
          <p:cNvSpPr/>
          <p:nvPr/>
        </p:nvSpPr>
        <p:spPr>
          <a:xfrm>
            <a:off x="2731728" y="67697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6" name="Shape 3964"/>
          <p:cNvSpPr/>
          <p:nvPr/>
        </p:nvSpPr>
        <p:spPr>
          <a:xfrm>
            <a:off x="2486773" y="66301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7" name="Shape 3965"/>
          <p:cNvSpPr/>
          <p:nvPr/>
        </p:nvSpPr>
        <p:spPr>
          <a:xfrm>
            <a:off x="2534614" y="68551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8" name="Shape 3966"/>
          <p:cNvSpPr/>
          <p:nvPr/>
        </p:nvSpPr>
        <p:spPr>
          <a:xfrm>
            <a:off x="2794239" y="71531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9" name="Shape 3967"/>
          <p:cNvSpPr/>
          <p:nvPr/>
        </p:nvSpPr>
        <p:spPr>
          <a:xfrm>
            <a:off x="2643309" y="72095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0" name="Shape 3968"/>
          <p:cNvSpPr/>
          <p:nvPr/>
        </p:nvSpPr>
        <p:spPr>
          <a:xfrm>
            <a:off x="2715067" y="7096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1" name="Shape 3969"/>
          <p:cNvSpPr/>
          <p:nvPr/>
        </p:nvSpPr>
        <p:spPr>
          <a:xfrm>
            <a:off x="2644240" y="7333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2" name="Shape 3970"/>
          <p:cNvSpPr/>
          <p:nvPr/>
        </p:nvSpPr>
        <p:spPr>
          <a:xfrm>
            <a:off x="2433416" y="7337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3" name="Shape 3971"/>
          <p:cNvSpPr/>
          <p:nvPr/>
        </p:nvSpPr>
        <p:spPr>
          <a:xfrm>
            <a:off x="2654678" y="72634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4" name="Shape 3972"/>
          <p:cNvSpPr/>
          <p:nvPr/>
        </p:nvSpPr>
        <p:spPr>
          <a:xfrm>
            <a:off x="2522604" y="7326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5" name="Shape 3973"/>
          <p:cNvSpPr/>
          <p:nvPr/>
        </p:nvSpPr>
        <p:spPr>
          <a:xfrm>
            <a:off x="2479049" y="73623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6" name="Shape 3974"/>
          <p:cNvSpPr/>
          <p:nvPr/>
        </p:nvSpPr>
        <p:spPr>
          <a:xfrm>
            <a:off x="2671167" y="76270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7" name="Shape 3975"/>
          <p:cNvSpPr/>
          <p:nvPr/>
        </p:nvSpPr>
        <p:spPr>
          <a:xfrm>
            <a:off x="2629583" y="6833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8" name="Shape 3976"/>
          <p:cNvSpPr/>
          <p:nvPr/>
        </p:nvSpPr>
        <p:spPr>
          <a:xfrm>
            <a:off x="2424911" y="76181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9" name="Shape 3977"/>
          <p:cNvSpPr/>
          <p:nvPr/>
        </p:nvSpPr>
        <p:spPr>
          <a:xfrm>
            <a:off x="2494125" y="7507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0" name="Shape 3978"/>
          <p:cNvSpPr/>
          <p:nvPr/>
        </p:nvSpPr>
        <p:spPr>
          <a:xfrm>
            <a:off x="2453403" y="75568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1" name="Shape 3979"/>
          <p:cNvSpPr/>
          <p:nvPr/>
        </p:nvSpPr>
        <p:spPr>
          <a:xfrm>
            <a:off x="2671573" y="75381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2" name="Shape 3980"/>
          <p:cNvSpPr/>
          <p:nvPr/>
        </p:nvSpPr>
        <p:spPr>
          <a:xfrm>
            <a:off x="2589191" y="7585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3" name="Shape 3981"/>
          <p:cNvSpPr/>
          <p:nvPr/>
        </p:nvSpPr>
        <p:spPr>
          <a:xfrm>
            <a:off x="2464058" y="75383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4" name="Shape 3982"/>
          <p:cNvSpPr/>
          <p:nvPr/>
        </p:nvSpPr>
        <p:spPr>
          <a:xfrm>
            <a:off x="2621273" y="76750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5" name="Shape 3983"/>
          <p:cNvSpPr/>
          <p:nvPr/>
        </p:nvSpPr>
        <p:spPr>
          <a:xfrm>
            <a:off x="2426203" y="76912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6" name="Shape 3984"/>
          <p:cNvSpPr/>
          <p:nvPr/>
        </p:nvSpPr>
        <p:spPr>
          <a:xfrm>
            <a:off x="2617193" y="76698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7" name="Shape 3985"/>
          <p:cNvSpPr/>
          <p:nvPr/>
        </p:nvSpPr>
        <p:spPr>
          <a:xfrm>
            <a:off x="2595838" y="7697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8" name="Shape 3986"/>
          <p:cNvSpPr/>
          <p:nvPr/>
        </p:nvSpPr>
        <p:spPr>
          <a:xfrm>
            <a:off x="2592602" y="7012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9" name="Shape 3987"/>
          <p:cNvSpPr/>
          <p:nvPr/>
        </p:nvSpPr>
        <p:spPr>
          <a:xfrm>
            <a:off x="2419043" y="7152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0" name="Shape 3988"/>
          <p:cNvSpPr/>
          <p:nvPr/>
        </p:nvSpPr>
        <p:spPr>
          <a:xfrm>
            <a:off x="2649670" y="69078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1" name="Shape 3989"/>
          <p:cNvSpPr/>
          <p:nvPr/>
        </p:nvSpPr>
        <p:spPr>
          <a:xfrm>
            <a:off x="2443950" y="70422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2" name="Shape 3990"/>
          <p:cNvSpPr/>
          <p:nvPr/>
        </p:nvSpPr>
        <p:spPr>
          <a:xfrm>
            <a:off x="2777451" y="70266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3" name="Shape 3991"/>
          <p:cNvSpPr/>
          <p:nvPr/>
        </p:nvSpPr>
        <p:spPr>
          <a:xfrm>
            <a:off x="2448188" y="70928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4" name="Shape 3992"/>
          <p:cNvSpPr/>
          <p:nvPr/>
        </p:nvSpPr>
        <p:spPr>
          <a:xfrm>
            <a:off x="2687766" y="70817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5" name="Shape 3993"/>
          <p:cNvSpPr/>
          <p:nvPr/>
        </p:nvSpPr>
        <p:spPr>
          <a:xfrm>
            <a:off x="2698535" y="7070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6" name="Shape 3994"/>
          <p:cNvSpPr/>
          <p:nvPr/>
        </p:nvSpPr>
        <p:spPr>
          <a:xfrm>
            <a:off x="2669819" y="68303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7" name="Shape 3995"/>
          <p:cNvSpPr/>
          <p:nvPr/>
        </p:nvSpPr>
        <p:spPr>
          <a:xfrm>
            <a:off x="2387923" y="7393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8" name="Shape 3996"/>
          <p:cNvSpPr/>
          <p:nvPr/>
        </p:nvSpPr>
        <p:spPr>
          <a:xfrm>
            <a:off x="2544211" y="73523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9" name="Shape 3997"/>
          <p:cNvSpPr/>
          <p:nvPr/>
        </p:nvSpPr>
        <p:spPr>
          <a:xfrm>
            <a:off x="2628243" y="73522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0" name="Shape 3998"/>
          <p:cNvSpPr/>
          <p:nvPr/>
        </p:nvSpPr>
        <p:spPr>
          <a:xfrm>
            <a:off x="2615552" y="73544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1" name="Shape 3999"/>
          <p:cNvSpPr/>
          <p:nvPr/>
        </p:nvSpPr>
        <p:spPr>
          <a:xfrm>
            <a:off x="2683935" y="74794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2" name="Shape 4000"/>
          <p:cNvSpPr/>
          <p:nvPr/>
        </p:nvSpPr>
        <p:spPr>
          <a:xfrm>
            <a:off x="2420917" y="74095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3" name="Shape 4001"/>
          <p:cNvSpPr/>
          <p:nvPr/>
        </p:nvSpPr>
        <p:spPr>
          <a:xfrm>
            <a:off x="2601685" y="69879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4" name="Shape 4002"/>
          <p:cNvSpPr/>
          <p:nvPr/>
        </p:nvSpPr>
        <p:spPr>
          <a:xfrm>
            <a:off x="2375054" y="70576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5" name="Shape 4003"/>
          <p:cNvSpPr/>
          <p:nvPr/>
        </p:nvSpPr>
        <p:spPr>
          <a:xfrm>
            <a:off x="2780713" y="69150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6" name="Shape 4004"/>
          <p:cNvSpPr/>
          <p:nvPr/>
        </p:nvSpPr>
        <p:spPr>
          <a:xfrm>
            <a:off x="2508585" y="74584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7" name="Shape 4005"/>
          <p:cNvSpPr/>
          <p:nvPr/>
        </p:nvSpPr>
        <p:spPr>
          <a:xfrm>
            <a:off x="2554950" y="72396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8" name="Shape 4006"/>
          <p:cNvSpPr/>
          <p:nvPr/>
        </p:nvSpPr>
        <p:spPr>
          <a:xfrm>
            <a:off x="2641036" y="72874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9" name="Shape 4007"/>
          <p:cNvSpPr/>
          <p:nvPr/>
        </p:nvSpPr>
        <p:spPr>
          <a:xfrm>
            <a:off x="2539089" y="73617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0" name="Shape 4008"/>
          <p:cNvSpPr/>
          <p:nvPr/>
        </p:nvSpPr>
        <p:spPr>
          <a:xfrm>
            <a:off x="2405481" y="68474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1" name="Shape 4009"/>
          <p:cNvSpPr/>
          <p:nvPr/>
        </p:nvSpPr>
        <p:spPr>
          <a:xfrm>
            <a:off x="2711086" y="72391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2" name="Shape 4010"/>
          <p:cNvSpPr/>
          <p:nvPr/>
        </p:nvSpPr>
        <p:spPr>
          <a:xfrm>
            <a:off x="2777663" y="71795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3" name="Shape 4011"/>
          <p:cNvSpPr/>
          <p:nvPr/>
        </p:nvSpPr>
        <p:spPr>
          <a:xfrm>
            <a:off x="2407483" y="71846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4" name="Shape 4012"/>
          <p:cNvSpPr/>
          <p:nvPr/>
        </p:nvSpPr>
        <p:spPr>
          <a:xfrm>
            <a:off x="2542309" y="68565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5" name="Shape 4013"/>
          <p:cNvSpPr/>
          <p:nvPr/>
        </p:nvSpPr>
        <p:spPr>
          <a:xfrm>
            <a:off x="2718902" y="71027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6" name="Shape 4014"/>
          <p:cNvSpPr/>
          <p:nvPr/>
        </p:nvSpPr>
        <p:spPr>
          <a:xfrm>
            <a:off x="2762672" y="69074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7" name="Shape 4015"/>
          <p:cNvSpPr/>
          <p:nvPr/>
        </p:nvSpPr>
        <p:spPr>
          <a:xfrm>
            <a:off x="2534497" y="71424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8" name="Shape 4016"/>
          <p:cNvSpPr/>
          <p:nvPr/>
        </p:nvSpPr>
        <p:spPr>
          <a:xfrm>
            <a:off x="2550826" y="7269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9" name="Shape 4017"/>
          <p:cNvSpPr/>
          <p:nvPr/>
        </p:nvSpPr>
        <p:spPr>
          <a:xfrm>
            <a:off x="2497499" y="70317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0" name="Shape 4018"/>
          <p:cNvSpPr/>
          <p:nvPr/>
        </p:nvSpPr>
        <p:spPr>
          <a:xfrm>
            <a:off x="2432088" y="77899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1" name="Shape 4019"/>
          <p:cNvSpPr/>
          <p:nvPr/>
        </p:nvSpPr>
        <p:spPr>
          <a:xfrm>
            <a:off x="2517987" y="72084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2" name="Shape 4020"/>
          <p:cNvSpPr/>
          <p:nvPr/>
        </p:nvSpPr>
        <p:spPr>
          <a:xfrm>
            <a:off x="2595523" y="75062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3" name="Shape 4021"/>
          <p:cNvSpPr/>
          <p:nvPr/>
        </p:nvSpPr>
        <p:spPr>
          <a:xfrm>
            <a:off x="2591680" y="70224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4" name="Shape 4022"/>
          <p:cNvSpPr/>
          <p:nvPr/>
        </p:nvSpPr>
        <p:spPr>
          <a:xfrm>
            <a:off x="2638789" y="71818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5" name="Shape 4023"/>
          <p:cNvSpPr/>
          <p:nvPr/>
        </p:nvSpPr>
        <p:spPr>
          <a:xfrm>
            <a:off x="2412449" y="74651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6" name="Shape 4024"/>
          <p:cNvSpPr/>
          <p:nvPr/>
        </p:nvSpPr>
        <p:spPr>
          <a:xfrm>
            <a:off x="2600158" y="75926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7" name="Shape 4025"/>
          <p:cNvSpPr/>
          <p:nvPr/>
        </p:nvSpPr>
        <p:spPr>
          <a:xfrm>
            <a:off x="2680656" y="71827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8" name="Shape 4026"/>
          <p:cNvSpPr/>
          <p:nvPr/>
        </p:nvSpPr>
        <p:spPr>
          <a:xfrm>
            <a:off x="2393043" y="74463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9" name="Shape 4027"/>
          <p:cNvSpPr/>
          <p:nvPr/>
        </p:nvSpPr>
        <p:spPr>
          <a:xfrm>
            <a:off x="2694833" y="69583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0" name="Shape 4028"/>
          <p:cNvSpPr/>
          <p:nvPr/>
        </p:nvSpPr>
        <p:spPr>
          <a:xfrm>
            <a:off x="2736612" y="72111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1" name="Shape 4029"/>
          <p:cNvSpPr/>
          <p:nvPr/>
        </p:nvSpPr>
        <p:spPr>
          <a:xfrm>
            <a:off x="2569382" y="71988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2" name="Shape 4030"/>
          <p:cNvSpPr/>
          <p:nvPr/>
        </p:nvSpPr>
        <p:spPr>
          <a:xfrm>
            <a:off x="2422731" y="72572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3" name="Shape 4031"/>
          <p:cNvSpPr/>
          <p:nvPr/>
        </p:nvSpPr>
        <p:spPr>
          <a:xfrm>
            <a:off x="2754257" y="7180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4" name="Shape 4032"/>
          <p:cNvSpPr/>
          <p:nvPr/>
        </p:nvSpPr>
        <p:spPr>
          <a:xfrm>
            <a:off x="2661649" y="75776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5" name="Shape 4033"/>
          <p:cNvSpPr/>
          <p:nvPr/>
        </p:nvSpPr>
        <p:spPr>
          <a:xfrm>
            <a:off x="2619784" y="72890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6" name="Shape 4034"/>
          <p:cNvSpPr/>
          <p:nvPr/>
        </p:nvSpPr>
        <p:spPr>
          <a:xfrm>
            <a:off x="2671155" y="72063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7" name="Shape 4035"/>
          <p:cNvSpPr/>
          <p:nvPr/>
        </p:nvSpPr>
        <p:spPr>
          <a:xfrm>
            <a:off x="2570290" y="7059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8" name="Shape 4036"/>
          <p:cNvSpPr/>
          <p:nvPr/>
        </p:nvSpPr>
        <p:spPr>
          <a:xfrm>
            <a:off x="2633666" y="77027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9" name="Shape 4037"/>
          <p:cNvSpPr/>
          <p:nvPr/>
        </p:nvSpPr>
        <p:spPr>
          <a:xfrm>
            <a:off x="2424616" y="70359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0" name="Shape 4038"/>
          <p:cNvSpPr/>
          <p:nvPr/>
        </p:nvSpPr>
        <p:spPr>
          <a:xfrm>
            <a:off x="2497794" y="75278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1" name="Shape 4039"/>
          <p:cNvSpPr/>
          <p:nvPr/>
        </p:nvSpPr>
        <p:spPr>
          <a:xfrm>
            <a:off x="2369999" y="5626100"/>
            <a:ext cx="76200" cy="63500"/>
          </a:xfrm>
          <a:prstGeom prst="triangle">
            <a:avLst/>
          </a:prstGeom>
          <a:solidFill>
            <a:srgbClr val="2D887E">
              <a:alpha val="82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2" name="Shape 4040"/>
          <p:cNvSpPr/>
          <p:nvPr/>
        </p:nvSpPr>
        <p:spPr>
          <a:xfrm>
            <a:off x="2668839" y="7374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3" name="Shape 4041"/>
          <p:cNvSpPr/>
          <p:nvPr/>
        </p:nvSpPr>
        <p:spPr>
          <a:xfrm>
            <a:off x="2742081" y="73376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4" name="Shape 4042"/>
          <p:cNvSpPr/>
          <p:nvPr/>
        </p:nvSpPr>
        <p:spPr>
          <a:xfrm>
            <a:off x="2726289" y="70243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5" name="Shape 4043"/>
          <p:cNvSpPr/>
          <p:nvPr/>
        </p:nvSpPr>
        <p:spPr>
          <a:xfrm>
            <a:off x="2435859" y="68047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6" name="Shape 4044"/>
          <p:cNvSpPr/>
          <p:nvPr/>
        </p:nvSpPr>
        <p:spPr>
          <a:xfrm>
            <a:off x="2502010" y="68013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7" name="Shape 4045"/>
          <p:cNvSpPr/>
          <p:nvPr/>
        </p:nvSpPr>
        <p:spPr>
          <a:xfrm>
            <a:off x="2493559" y="72631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8" name="Shape 4046"/>
          <p:cNvSpPr/>
          <p:nvPr/>
        </p:nvSpPr>
        <p:spPr>
          <a:xfrm>
            <a:off x="2487667" y="6719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9" name="Shape 4047"/>
          <p:cNvSpPr/>
          <p:nvPr/>
        </p:nvSpPr>
        <p:spPr>
          <a:xfrm>
            <a:off x="2689189" y="69141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0" name="Shape 4048"/>
          <p:cNvSpPr/>
          <p:nvPr/>
        </p:nvSpPr>
        <p:spPr>
          <a:xfrm>
            <a:off x="2676110" y="6796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1" name="Shape 4049"/>
          <p:cNvSpPr/>
          <p:nvPr/>
        </p:nvSpPr>
        <p:spPr>
          <a:xfrm>
            <a:off x="2756160" y="67451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2" name="Shape 4050"/>
          <p:cNvSpPr/>
          <p:nvPr/>
        </p:nvSpPr>
        <p:spPr>
          <a:xfrm>
            <a:off x="2613886" y="67364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3" name="Shape 4051"/>
          <p:cNvSpPr/>
          <p:nvPr/>
        </p:nvSpPr>
        <p:spPr>
          <a:xfrm>
            <a:off x="2774973" y="66551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4" name="Shape 4052"/>
          <p:cNvSpPr/>
          <p:nvPr/>
        </p:nvSpPr>
        <p:spPr>
          <a:xfrm>
            <a:off x="2527243" y="67339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5" name="Shape 4053"/>
          <p:cNvSpPr/>
          <p:nvPr/>
        </p:nvSpPr>
        <p:spPr>
          <a:xfrm>
            <a:off x="2552313" y="66066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6" name="Shape 4054"/>
          <p:cNvSpPr/>
          <p:nvPr/>
        </p:nvSpPr>
        <p:spPr>
          <a:xfrm>
            <a:off x="2560692" y="69100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7" name="Shape 4055"/>
          <p:cNvSpPr/>
          <p:nvPr/>
        </p:nvSpPr>
        <p:spPr>
          <a:xfrm>
            <a:off x="2564734" y="6737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8" name="Shape 4056"/>
          <p:cNvSpPr/>
          <p:nvPr/>
        </p:nvSpPr>
        <p:spPr>
          <a:xfrm>
            <a:off x="2513000" y="72712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9" name="Shape 4057"/>
          <p:cNvSpPr/>
          <p:nvPr/>
        </p:nvSpPr>
        <p:spPr>
          <a:xfrm>
            <a:off x="2454996" y="68331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0" name="Shape 4058"/>
          <p:cNvSpPr/>
          <p:nvPr/>
        </p:nvSpPr>
        <p:spPr>
          <a:xfrm>
            <a:off x="2545074" y="67477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1" name="Shape 4059"/>
          <p:cNvSpPr/>
          <p:nvPr/>
        </p:nvSpPr>
        <p:spPr>
          <a:xfrm>
            <a:off x="2692986" y="66912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2" name="Shape 4060"/>
          <p:cNvSpPr/>
          <p:nvPr/>
        </p:nvSpPr>
        <p:spPr>
          <a:xfrm>
            <a:off x="2472999" y="68257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3" name="Shape 4061"/>
          <p:cNvSpPr/>
          <p:nvPr/>
        </p:nvSpPr>
        <p:spPr>
          <a:xfrm>
            <a:off x="2690861" y="67568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4" name="Shape 4062"/>
          <p:cNvSpPr/>
          <p:nvPr/>
        </p:nvSpPr>
        <p:spPr>
          <a:xfrm>
            <a:off x="2575200" y="72813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5" name="Shape 4063"/>
          <p:cNvSpPr/>
          <p:nvPr/>
        </p:nvSpPr>
        <p:spPr>
          <a:xfrm>
            <a:off x="2604713" y="68463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6" name="Shape 4064"/>
          <p:cNvSpPr/>
          <p:nvPr/>
        </p:nvSpPr>
        <p:spPr>
          <a:xfrm>
            <a:off x="2796953" y="74466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7" name="Shape 4065"/>
          <p:cNvSpPr/>
          <p:nvPr/>
        </p:nvSpPr>
        <p:spPr>
          <a:xfrm>
            <a:off x="2653245" y="7688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8" name="Shape 4066"/>
          <p:cNvSpPr/>
          <p:nvPr/>
        </p:nvSpPr>
        <p:spPr>
          <a:xfrm>
            <a:off x="2633294" y="74693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9" name="Shape 4067"/>
          <p:cNvSpPr/>
          <p:nvPr/>
        </p:nvSpPr>
        <p:spPr>
          <a:xfrm>
            <a:off x="2720745" y="69835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0" name="Shape 4068"/>
          <p:cNvSpPr/>
          <p:nvPr/>
        </p:nvSpPr>
        <p:spPr>
          <a:xfrm>
            <a:off x="2539775" y="74523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1" name="Shape 4069"/>
          <p:cNvSpPr/>
          <p:nvPr/>
        </p:nvSpPr>
        <p:spPr>
          <a:xfrm>
            <a:off x="2616136" y="72876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2" name="Shape 4070"/>
          <p:cNvSpPr/>
          <p:nvPr/>
        </p:nvSpPr>
        <p:spPr>
          <a:xfrm>
            <a:off x="2406177" y="73202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3" name="Shape 4071"/>
          <p:cNvSpPr/>
          <p:nvPr/>
        </p:nvSpPr>
        <p:spPr>
          <a:xfrm>
            <a:off x="2628415" y="70252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4" name="Shape 4072"/>
          <p:cNvSpPr/>
          <p:nvPr/>
        </p:nvSpPr>
        <p:spPr>
          <a:xfrm>
            <a:off x="2725742" y="78569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5" name="Shape 4073"/>
          <p:cNvSpPr/>
          <p:nvPr/>
        </p:nvSpPr>
        <p:spPr>
          <a:xfrm>
            <a:off x="2673061" y="75184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6" name="Shape 4074"/>
          <p:cNvSpPr/>
          <p:nvPr/>
        </p:nvSpPr>
        <p:spPr>
          <a:xfrm>
            <a:off x="2686475" y="73985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7" name="Shape 4075"/>
          <p:cNvSpPr/>
          <p:nvPr/>
        </p:nvSpPr>
        <p:spPr>
          <a:xfrm>
            <a:off x="2678787" y="79157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8" name="Shape 4076"/>
          <p:cNvSpPr/>
          <p:nvPr/>
        </p:nvSpPr>
        <p:spPr>
          <a:xfrm>
            <a:off x="2390684" y="6965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9" name="Shape 4077"/>
          <p:cNvSpPr/>
          <p:nvPr/>
        </p:nvSpPr>
        <p:spPr>
          <a:xfrm>
            <a:off x="2493640" y="71156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0" name="Shape 4078"/>
          <p:cNvSpPr/>
          <p:nvPr/>
        </p:nvSpPr>
        <p:spPr>
          <a:xfrm>
            <a:off x="2766226" y="71639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1" name="Shape 4079"/>
          <p:cNvSpPr/>
          <p:nvPr/>
        </p:nvSpPr>
        <p:spPr>
          <a:xfrm>
            <a:off x="2611556" y="71069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2" name="Shape 4080"/>
          <p:cNvSpPr/>
          <p:nvPr/>
        </p:nvSpPr>
        <p:spPr>
          <a:xfrm>
            <a:off x="2718122" y="69721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3" name="Shape 4081"/>
          <p:cNvSpPr/>
          <p:nvPr/>
        </p:nvSpPr>
        <p:spPr>
          <a:xfrm>
            <a:off x="2494075" y="6976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4" name="Shape 4082"/>
          <p:cNvSpPr/>
          <p:nvPr/>
        </p:nvSpPr>
        <p:spPr>
          <a:xfrm>
            <a:off x="2734040" y="72063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5" name="Shape 4083"/>
          <p:cNvSpPr/>
          <p:nvPr/>
        </p:nvSpPr>
        <p:spPr>
          <a:xfrm>
            <a:off x="2694623" y="70720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6" name="Shape 4084"/>
          <p:cNvSpPr/>
          <p:nvPr/>
        </p:nvSpPr>
        <p:spPr>
          <a:xfrm>
            <a:off x="2759533" y="70735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7" name="Shape 4085"/>
          <p:cNvSpPr/>
          <p:nvPr/>
        </p:nvSpPr>
        <p:spPr>
          <a:xfrm>
            <a:off x="2430711" y="7182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8" name="Shape 4086"/>
          <p:cNvSpPr/>
          <p:nvPr/>
        </p:nvSpPr>
        <p:spPr>
          <a:xfrm>
            <a:off x="2797031" y="70681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9" name="Shape 4087"/>
          <p:cNvSpPr/>
          <p:nvPr/>
        </p:nvSpPr>
        <p:spPr>
          <a:xfrm>
            <a:off x="2632949" y="7071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0" name="Shape 4088"/>
          <p:cNvSpPr/>
          <p:nvPr/>
        </p:nvSpPr>
        <p:spPr>
          <a:xfrm>
            <a:off x="2776588" y="7096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1" name="Shape 4089"/>
          <p:cNvSpPr/>
          <p:nvPr/>
        </p:nvSpPr>
        <p:spPr>
          <a:xfrm>
            <a:off x="2722461" y="71136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2" name="Shape 4090"/>
          <p:cNvSpPr/>
          <p:nvPr/>
        </p:nvSpPr>
        <p:spPr>
          <a:xfrm>
            <a:off x="2409130" y="75790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3" name="Shape 4091"/>
          <p:cNvSpPr/>
          <p:nvPr/>
        </p:nvSpPr>
        <p:spPr>
          <a:xfrm>
            <a:off x="2622061" y="75458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4" name="Shape 4092"/>
          <p:cNvSpPr/>
          <p:nvPr/>
        </p:nvSpPr>
        <p:spPr>
          <a:xfrm>
            <a:off x="2454239" y="72539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5" name="Shape 4093"/>
          <p:cNvSpPr/>
          <p:nvPr/>
        </p:nvSpPr>
        <p:spPr>
          <a:xfrm>
            <a:off x="2489452" y="75506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6" name="Shape 4094"/>
          <p:cNvSpPr/>
          <p:nvPr/>
        </p:nvSpPr>
        <p:spPr>
          <a:xfrm>
            <a:off x="2767365" y="76410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7" name="Shape 4095"/>
          <p:cNvSpPr/>
          <p:nvPr/>
        </p:nvSpPr>
        <p:spPr>
          <a:xfrm>
            <a:off x="2412517" y="76920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8" name="Shape 4096"/>
          <p:cNvSpPr/>
          <p:nvPr/>
        </p:nvSpPr>
        <p:spPr>
          <a:xfrm>
            <a:off x="2785182" y="71412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9" name="Shape 4097"/>
          <p:cNvSpPr/>
          <p:nvPr/>
        </p:nvSpPr>
        <p:spPr>
          <a:xfrm>
            <a:off x="2429138" y="71213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0" name="Shape 4098"/>
          <p:cNvSpPr/>
          <p:nvPr/>
        </p:nvSpPr>
        <p:spPr>
          <a:xfrm>
            <a:off x="2557031" y="70497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1" name="Shape 4099"/>
          <p:cNvSpPr/>
          <p:nvPr/>
        </p:nvSpPr>
        <p:spPr>
          <a:xfrm>
            <a:off x="2664972" y="72362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2" name="Shape 4100"/>
          <p:cNvSpPr/>
          <p:nvPr/>
        </p:nvSpPr>
        <p:spPr>
          <a:xfrm>
            <a:off x="2672226" y="69824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3" name="Shape 4101"/>
          <p:cNvSpPr/>
          <p:nvPr/>
        </p:nvSpPr>
        <p:spPr>
          <a:xfrm>
            <a:off x="2378704" y="78618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4" name="Shape 4102"/>
          <p:cNvSpPr/>
          <p:nvPr/>
        </p:nvSpPr>
        <p:spPr>
          <a:xfrm>
            <a:off x="2542676" y="71414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5" name="Shape 4103"/>
          <p:cNvSpPr/>
          <p:nvPr/>
        </p:nvSpPr>
        <p:spPr>
          <a:xfrm>
            <a:off x="2706712" y="71034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6" name="Shape 4104"/>
          <p:cNvSpPr/>
          <p:nvPr/>
        </p:nvSpPr>
        <p:spPr>
          <a:xfrm>
            <a:off x="2383756" y="71579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7" name="Shape 4105"/>
          <p:cNvSpPr/>
          <p:nvPr/>
        </p:nvSpPr>
        <p:spPr>
          <a:xfrm>
            <a:off x="2750960" y="78596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8" name="Shape 4106"/>
          <p:cNvSpPr/>
          <p:nvPr/>
        </p:nvSpPr>
        <p:spPr>
          <a:xfrm>
            <a:off x="2665184" y="77648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9" name="Shape 4107"/>
          <p:cNvSpPr/>
          <p:nvPr/>
        </p:nvSpPr>
        <p:spPr>
          <a:xfrm>
            <a:off x="2459195" y="78368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0" name="Shape 4108"/>
          <p:cNvSpPr/>
          <p:nvPr/>
        </p:nvSpPr>
        <p:spPr>
          <a:xfrm>
            <a:off x="2558632" y="77862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1" name="Shape 4109"/>
          <p:cNvSpPr/>
          <p:nvPr/>
        </p:nvSpPr>
        <p:spPr>
          <a:xfrm>
            <a:off x="2478193" y="7847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2" name="Shape 4110"/>
          <p:cNvSpPr/>
          <p:nvPr/>
        </p:nvSpPr>
        <p:spPr>
          <a:xfrm>
            <a:off x="2692237" y="77847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3" name="Shape 4111"/>
          <p:cNvSpPr/>
          <p:nvPr/>
        </p:nvSpPr>
        <p:spPr>
          <a:xfrm>
            <a:off x="2671180" y="78418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4" name="Shape 4112"/>
          <p:cNvSpPr/>
          <p:nvPr/>
        </p:nvSpPr>
        <p:spPr>
          <a:xfrm>
            <a:off x="2432152" y="78724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5" name="Shape 4113"/>
          <p:cNvSpPr/>
          <p:nvPr/>
        </p:nvSpPr>
        <p:spPr>
          <a:xfrm>
            <a:off x="2457153" y="6953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6" name="Shape 4114"/>
          <p:cNvSpPr/>
          <p:nvPr/>
        </p:nvSpPr>
        <p:spPr>
          <a:xfrm>
            <a:off x="2578440" y="7632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7" name="Shape 4115"/>
          <p:cNvSpPr/>
          <p:nvPr/>
        </p:nvSpPr>
        <p:spPr>
          <a:xfrm>
            <a:off x="2576658" y="7198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8" name="Shape 4116"/>
          <p:cNvSpPr/>
          <p:nvPr/>
        </p:nvSpPr>
        <p:spPr>
          <a:xfrm>
            <a:off x="2602173" y="69179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9" name="Shape 4117"/>
          <p:cNvSpPr/>
          <p:nvPr/>
        </p:nvSpPr>
        <p:spPr>
          <a:xfrm>
            <a:off x="2404178" y="7186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0" name="Shape 4118"/>
          <p:cNvSpPr/>
          <p:nvPr/>
        </p:nvSpPr>
        <p:spPr>
          <a:xfrm>
            <a:off x="2376347" y="69017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1" name="Shape 4119"/>
          <p:cNvSpPr/>
          <p:nvPr/>
        </p:nvSpPr>
        <p:spPr>
          <a:xfrm>
            <a:off x="2492323" y="73174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2" name="Shape 4120"/>
          <p:cNvSpPr/>
          <p:nvPr/>
        </p:nvSpPr>
        <p:spPr>
          <a:xfrm>
            <a:off x="2535374" y="68161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3" name="Shape 4121"/>
          <p:cNvSpPr/>
          <p:nvPr/>
        </p:nvSpPr>
        <p:spPr>
          <a:xfrm>
            <a:off x="2584389" y="71335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4" name="Shape 4122"/>
          <p:cNvSpPr/>
          <p:nvPr/>
        </p:nvSpPr>
        <p:spPr>
          <a:xfrm>
            <a:off x="2695737" y="6895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5" name="Shape 4123"/>
          <p:cNvSpPr/>
          <p:nvPr/>
        </p:nvSpPr>
        <p:spPr>
          <a:xfrm>
            <a:off x="2603500" y="6754114"/>
            <a:ext cx="0" cy="1040089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4126" name="Shape 4124"/>
          <p:cNvSpPr/>
          <p:nvPr/>
        </p:nvSpPr>
        <p:spPr>
          <a:xfrm>
            <a:off x="2489200" y="7794204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4127" name="Shape 4125"/>
          <p:cNvSpPr/>
          <p:nvPr/>
        </p:nvSpPr>
        <p:spPr>
          <a:xfrm>
            <a:off x="2489200" y="6754114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4128" name="Shape 4126"/>
          <p:cNvSpPr/>
          <p:nvPr/>
        </p:nvSpPr>
        <p:spPr>
          <a:xfrm>
            <a:off x="2438400" y="7032593"/>
            <a:ext cx="330200" cy="576881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4129" name="Shape 4127"/>
          <p:cNvSpPr/>
          <p:nvPr/>
        </p:nvSpPr>
        <p:spPr>
          <a:xfrm>
            <a:off x="2438400" y="7337138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4130" name="Shape 4128"/>
          <p:cNvSpPr/>
          <p:nvPr/>
        </p:nvSpPr>
        <p:spPr>
          <a:xfrm>
            <a:off x="3452892" y="73649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1" name="Shape 4129"/>
          <p:cNvSpPr/>
          <p:nvPr/>
        </p:nvSpPr>
        <p:spPr>
          <a:xfrm>
            <a:off x="3409944" y="73882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2" name="Shape 4130"/>
          <p:cNvSpPr/>
          <p:nvPr/>
        </p:nvSpPr>
        <p:spPr>
          <a:xfrm>
            <a:off x="3161958" y="74728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3" name="Shape 4131"/>
          <p:cNvSpPr/>
          <p:nvPr/>
        </p:nvSpPr>
        <p:spPr>
          <a:xfrm>
            <a:off x="3379874" y="7456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4" name="Shape 4132"/>
          <p:cNvSpPr/>
          <p:nvPr/>
        </p:nvSpPr>
        <p:spPr>
          <a:xfrm>
            <a:off x="3044740" y="73854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5" name="Shape 4133"/>
          <p:cNvSpPr/>
          <p:nvPr/>
        </p:nvSpPr>
        <p:spPr>
          <a:xfrm>
            <a:off x="3243556" y="73911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6" name="Shape 4134"/>
          <p:cNvSpPr/>
          <p:nvPr/>
        </p:nvSpPr>
        <p:spPr>
          <a:xfrm>
            <a:off x="3213448" y="74507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7" name="Shape 4135"/>
          <p:cNvSpPr/>
          <p:nvPr/>
        </p:nvSpPr>
        <p:spPr>
          <a:xfrm>
            <a:off x="3268425" y="7493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8" name="Shape 4136"/>
          <p:cNvSpPr/>
          <p:nvPr/>
        </p:nvSpPr>
        <p:spPr>
          <a:xfrm>
            <a:off x="3247588" y="73597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9" name="Shape 4137"/>
          <p:cNvSpPr/>
          <p:nvPr/>
        </p:nvSpPr>
        <p:spPr>
          <a:xfrm>
            <a:off x="3457466" y="7394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0" name="Shape 4138"/>
          <p:cNvSpPr/>
          <p:nvPr/>
        </p:nvSpPr>
        <p:spPr>
          <a:xfrm>
            <a:off x="3258570" y="74607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1" name="Shape 4139"/>
          <p:cNvSpPr/>
          <p:nvPr/>
        </p:nvSpPr>
        <p:spPr>
          <a:xfrm>
            <a:off x="3403117" y="73709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2" name="Shape 4140"/>
          <p:cNvSpPr/>
          <p:nvPr/>
        </p:nvSpPr>
        <p:spPr>
          <a:xfrm>
            <a:off x="3244513" y="74843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3" name="Shape 4141"/>
          <p:cNvSpPr/>
          <p:nvPr/>
        </p:nvSpPr>
        <p:spPr>
          <a:xfrm>
            <a:off x="3446236" y="73959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4" name="Shape 4142"/>
          <p:cNvSpPr/>
          <p:nvPr/>
        </p:nvSpPr>
        <p:spPr>
          <a:xfrm>
            <a:off x="3084828" y="72688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5" name="Shape 4143"/>
          <p:cNvSpPr/>
          <p:nvPr/>
        </p:nvSpPr>
        <p:spPr>
          <a:xfrm>
            <a:off x="3076481" y="74612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6" name="Shape 4144"/>
          <p:cNvSpPr/>
          <p:nvPr/>
        </p:nvSpPr>
        <p:spPr>
          <a:xfrm>
            <a:off x="3102188" y="73712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7" name="Shape 4145"/>
          <p:cNvSpPr/>
          <p:nvPr/>
        </p:nvSpPr>
        <p:spPr>
          <a:xfrm>
            <a:off x="3191988" y="74662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8" name="Shape 4146"/>
          <p:cNvSpPr/>
          <p:nvPr/>
        </p:nvSpPr>
        <p:spPr>
          <a:xfrm>
            <a:off x="3093561" y="74579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9" name="Shape 4147"/>
          <p:cNvSpPr/>
          <p:nvPr/>
        </p:nvSpPr>
        <p:spPr>
          <a:xfrm>
            <a:off x="3403363" y="73921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0" name="Shape 4148"/>
          <p:cNvSpPr/>
          <p:nvPr/>
        </p:nvSpPr>
        <p:spPr>
          <a:xfrm>
            <a:off x="3416345" y="74245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1" name="Shape 4149"/>
          <p:cNvSpPr/>
          <p:nvPr/>
        </p:nvSpPr>
        <p:spPr>
          <a:xfrm>
            <a:off x="3102252" y="74112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2" name="Shape 4150"/>
          <p:cNvSpPr/>
          <p:nvPr/>
        </p:nvSpPr>
        <p:spPr>
          <a:xfrm>
            <a:off x="3207115" y="74934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3" name="Shape 4151"/>
          <p:cNvSpPr/>
          <p:nvPr/>
        </p:nvSpPr>
        <p:spPr>
          <a:xfrm>
            <a:off x="3076880" y="73856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4" name="Shape 4152"/>
          <p:cNvSpPr/>
          <p:nvPr/>
        </p:nvSpPr>
        <p:spPr>
          <a:xfrm>
            <a:off x="3061675" y="74217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5" name="Shape 4153"/>
          <p:cNvSpPr/>
          <p:nvPr/>
        </p:nvSpPr>
        <p:spPr>
          <a:xfrm>
            <a:off x="3229917" y="75914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6" name="Shape 4154"/>
          <p:cNvSpPr/>
          <p:nvPr/>
        </p:nvSpPr>
        <p:spPr>
          <a:xfrm>
            <a:off x="3109253" y="74092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7" name="Shape 4155"/>
          <p:cNvSpPr/>
          <p:nvPr/>
        </p:nvSpPr>
        <p:spPr>
          <a:xfrm>
            <a:off x="3426452" y="74339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8" name="Shape 4156"/>
          <p:cNvSpPr/>
          <p:nvPr/>
        </p:nvSpPr>
        <p:spPr>
          <a:xfrm>
            <a:off x="3181526" y="74271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9" name="Shape 4157"/>
          <p:cNvSpPr/>
          <p:nvPr/>
        </p:nvSpPr>
        <p:spPr>
          <a:xfrm>
            <a:off x="3146804" y="75090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0" name="Shape 4158"/>
          <p:cNvSpPr/>
          <p:nvPr/>
        </p:nvSpPr>
        <p:spPr>
          <a:xfrm>
            <a:off x="3034744" y="74211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1" name="Shape 4159"/>
          <p:cNvSpPr/>
          <p:nvPr/>
        </p:nvSpPr>
        <p:spPr>
          <a:xfrm>
            <a:off x="3453653" y="74134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2" name="Shape 4160"/>
          <p:cNvSpPr/>
          <p:nvPr/>
        </p:nvSpPr>
        <p:spPr>
          <a:xfrm>
            <a:off x="3214129" y="74260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3" name="Shape 4161"/>
          <p:cNvSpPr/>
          <p:nvPr/>
        </p:nvSpPr>
        <p:spPr>
          <a:xfrm>
            <a:off x="3180787" y="73800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4" name="Shape 4162"/>
          <p:cNvSpPr/>
          <p:nvPr/>
        </p:nvSpPr>
        <p:spPr>
          <a:xfrm>
            <a:off x="3429855" y="73973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5" name="Shape 4163"/>
          <p:cNvSpPr/>
          <p:nvPr/>
        </p:nvSpPr>
        <p:spPr>
          <a:xfrm>
            <a:off x="3380794" y="74795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6" name="Shape 4164"/>
          <p:cNvSpPr/>
          <p:nvPr/>
        </p:nvSpPr>
        <p:spPr>
          <a:xfrm>
            <a:off x="3073730" y="73584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7" name="Shape 4165"/>
          <p:cNvSpPr/>
          <p:nvPr/>
        </p:nvSpPr>
        <p:spPr>
          <a:xfrm>
            <a:off x="3150511" y="73685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8" name="Shape 4166"/>
          <p:cNvSpPr/>
          <p:nvPr/>
        </p:nvSpPr>
        <p:spPr>
          <a:xfrm>
            <a:off x="3194777" y="7483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9" name="Shape 4167"/>
          <p:cNvSpPr/>
          <p:nvPr/>
        </p:nvSpPr>
        <p:spPr>
          <a:xfrm>
            <a:off x="3157829" y="74505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0" name="Shape 4168"/>
          <p:cNvSpPr/>
          <p:nvPr/>
        </p:nvSpPr>
        <p:spPr>
          <a:xfrm>
            <a:off x="3314529" y="74045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1" name="Shape 4169"/>
          <p:cNvSpPr/>
          <p:nvPr/>
        </p:nvSpPr>
        <p:spPr>
          <a:xfrm>
            <a:off x="3193778" y="73522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2" name="Shape 4170"/>
          <p:cNvSpPr/>
          <p:nvPr/>
        </p:nvSpPr>
        <p:spPr>
          <a:xfrm>
            <a:off x="3091411" y="74446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3" name="Shape 4171"/>
          <p:cNvSpPr/>
          <p:nvPr/>
        </p:nvSpPr>
        <p:spPr>
          <a:xfrm>
            <a:off x="3114943" y="74710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4" name="Shape 4172"/>
          <p:cNvSpPr/>
          <p:nvPr/>
        </p:nvSpPr>
        <p:spPr>
          <a:xfrm>
            <a:off x="3033908" y="74249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5" name="Shape 4173"/>
          <p:cNvSpPr/>
          <p:nvPr/>
        </p:nvSpPr>
        <p:spPr>
          <a:xfrm>
            <a:off x="3239929" y="74140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6" name="Shape 4174"/>
          <p:cNvSpPr/>
          <p:nvPr/>
        </p:nvSpPr>
        <p:spPr>
          <a:xfrm>
            <a:off x="3175749" y="73889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7" name="Shape 4175"/>
          <p:cNvSpPr/>
          <p:nvPr/>
        </p:nvSpPr>
        <p:spPr>
          <a:xfrm>
            <a:off x="3030499" y="7480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8" name="Shape 4176"/>
          <p:cNvSpPr/>
          <p:nvPr/>
        </p:nvSpPr>
        <p:spPr>
          <a:xfrm>
            <a:off x="3239115" y="73842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9" name="Shape 4177"/>
          <p:cNvSpPr/>
          <p:nvPr/>
        </p:nvSpPr>
        <p:spPr>
          <a:xfrm>
            <a:off x="3250303" y="73735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0" name="Shape 4178"/>
          <p:cNvSpPr/>
          <p:nvPr/>
        </p:nvSpPr>
        <p:spPr>
          <a:xfrm>
            <a:off x="3158403" y="7516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1" name="Shape 4179"/>
          <p:cNvSpPr/>
          <p:nvPr/>
        </p:nvSpPr>
        <p:spPr>
          <a:xfrm>
            <a:off x="3144233" y="74773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2" name="Shape 4180"/>
          <p:cNvSpPr/>
          <p:nvPr/>
        </p:nvSpPr>
        <p:spPr>
          <a:xfrm>
            <a:off x="3300626" y="75752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3" name="Shape 4181"/>
          <p:cNvSpPr/>
          <p:nvPr/>
        </p:nvSpPr>
        <p:spPr>
          <a:xfrm>
            <a:off x="3060196" y="7405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4" name="Shape 4182"/>
          <p:cNvSpPr/>
          <p:nvPr/>
        </p:nvSpPr>
        <p:spPr>
          <a:xfrm>
            <a:off x="3174501" y="74663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5" name="Shape 4183"/>
          <p:cNvSpPr/>
          <p:nvPr/>
        </p:nvSpPr>
        <p:spPr>
          <a:xfrm>
            <a:off x="3386947" y="74443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6" name="Shape 4184"/>
          <p:cNvSpPr/>
          <p:nvPr/>
        </p:nvSpPr>
        <p:spPr>
          <a:xfrm>
            <a:off x="3272488" y="74266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7" name="Shape 4185"/>
          <p:cNvSpPr/>
          <p:nvPr/>
        </p:nvSpPr>
        <p:spPr>
          <a:xfrm>
            <a:off x="3334684" y="74731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8" name="Shape 4186"/>
          <p:cNvSpPr/>
          <p:nvPr/>
        </p:nvSpPr>
        <p:spPr>
          <a:xfrm>
            <a:off x="3212755" y="73898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9" name="Shape 4187"/>
          <p:cNvSpPr/>
          <p:nvPr/>
        </p:nvSpPr>
        <p:spPr>
          <a:xfrm>
            <a:off x="3412613" y="74242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0" name="Shape 4188"/>
          <p:cNvSpPr/>
          <p:nvPr/>
        </p:nvSpPr>
        <p:spPr>
          <a:xfrm>
            <a:off x="3093533" y="74070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1" name="Shape 4189"/>
          <p:cNvSpPr/>
          <p:nvPr/>
        </p:nvSpPr>
        <p:spPr>
          <a:xfrm>
            <a:off x="3240331" y="74150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2" name="Shape 4190"/>
          <p:cNvSpPr/>
          <p:nvPr/>
        </p:nvSpPr>
        <p:spPr>
          <a:xfrm>
            <a:off x="3307308" y="75317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3" name="Shape 4191"/>
          <p:cNvSpPr/>
          <p:nvPr/>
        </p:nvSpPr>
        <p:spPr>
          <a:xfrm>
            <a:off x="3059842" y="73826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4" name="Shape 4192"/>
          <p:cNvSpPr/>
          <p:nvPr/>
        </p:nvSpPr>
        <p:spPr>
          <a:xfrm>
            <a:off x="3237117" y="7400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5" name="Shape 4193"/>
          <p:cNvSpPr/>
          <p:nvPr/>
        </p:nvSpPr>
        <p:spPr>
          <a:xfrm>
            <a:off x="3165320" y="74850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6" name="Shape 4194"/>
          <p:cNvSpPr/>
          <p:nvPr/>
        </p:nvSpPr>
        <p:spPr>
          <a:xfrm>
            <a:off x="3036891" y="74159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7" name="Shape 4195"/>
          <p:cNvSpPr/>
          <p:nvPr/>
        </p:nvSpPr>
        <p:spPr>
          <a:xfrm>
            <a:off x="3305320" y="74292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8" name="Shape 4196"/>
          <p:cNvSpPr/>
          <p:nvPr/>
        </p:nvSpPr>
        <p:spPr>
          <a:xfrm>
            <a:off x="3314741" y="73843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9" name="Shape 4197"/>
          <p:cNvSpPr/>
          <p:nvPr/>
        </p:nvSpPr>
        <p:spPr>
          <a:xfrm>
            <a:off x="3143231" y="74467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0" name="Shape 4198"/>
          <p:cNvSpPr/>
          <p:nvPr/>
        </p:nvSpPr>
        <p:spPr>
          <a:xfrm>
            <a:off x="3241513" y="74549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1" name="Shape 4199"/>
          <p:cNvSpPr/>
          <p:nvPr/>
        </p:nvSpPr>
        <p:spPr>
          <a:xfrm>
            <a:off x="3404727" y="73544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2" name="Shape 4200"/>
          <p:cNvSpPr/>
          <p:nvPr/>
        </p:nvSpPr>
        <p:spPr>
          <a:xfrm>
            <a:off x="3271258" y="74663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3" name="Shape 4201"/>
          <p:cNvSpPr/>
          <p:nvPr/>
        </p:nvSpPr>
        <p:spPr>
          <a:xfrm>
            <a:off x="3222056" y="73637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4" name="Shape 4202"/>
          <p:cNvSpPr/>
          <p:nvPr/>
        </p:nvSpPr>
        <p:spPr>
          <a:xfrm>
            <a:off x="3084895" y="74192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5" name="Shape 4203"/>
          <p:cNvSpPr/>
          <p:nvPr/>
        </p:nvSpPr>
        <p:spPr>
          <a:xfrm>
            <a:off x="3251704" y="74981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6" name="Shape 4204"/>
          <p:cNvSpPr/>
          <p:nvPr/>
        </p:nvSpPr>
        <p:spPr>
          <a:xfrm>
            <a:off x="3349758" y="74378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7" name="Shape 4205"/>
          <p:cNvSpPr/>
          <p:nvPr/>
        </p:nvSpPr>
        <p:spPr>
          <a:xfrm>
            <a:off x="3197006" y="74433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8" name="Shape 4206"/>
          <p:cNvSpPr/>
          <p:nvPr/>
        </p:nvSpPr>
        <p:spPr>
          <a:xfrm>
            <a:off x="3425836" y="7180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9" name="Shape 4207"/>
          <p:cNvSpPr/>
          <p:nvPr/>
        </p:nvSpPr>
        <p:spPr>
          <a:xfrm>
            <a:off x="3265477" y="75242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0" name="Shape 4208"/>
          <p:cNvSpPr/>
          <p:nvPr/>
        </p:nvSpPr>
        <p:spPr>
          <a:xfrm>
            <a:off x="3057641" y="73747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1" name="Shape 4209"/>
          <p:cNvSpPr/>
          <p:nvPr/>
        </p:nvSpPr>
        <p:spPr>
          <a:xfrm>
            <a:off x="3192068" y="7533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2" name="Shape 4210"/>
          <p:cNvSpPr/>
          <p:nvPr/>
        </p:nvSpPr>
        <p:spPr>
          <a:xfrm>
            <a:off x="3339022" y="74957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3" name="Shape 4211"/>
          <p:cNvSpPr/>
          <p:nvPr/>
        </p:nvSpPr>
        <p:spPr>
          <a:xfrm>
            <a:off x="3419949" y="75254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4" name="Shape 4212"/>
          <p:cNvSpPr/>
          <p:nvPr/>
        </p:nvSpPr>
        <p:spPr>
          <a:xfrm>
            <a:off x="3169053" y="75489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5" name="Shape 4213"/>
          <p:cNvSpPr/>
          <p:nvPr/>
        </p:nvSpPr>
        <p:spPr>
          <a:xfrm>
            <a:off x="3415106" y="75033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6" name="Shape 4214"/>
          <p:cNvSpPr/>
          <p:nvPr/>
        </p:nvSpPr>
        <p:spPr>
          <a:xfrm>
            <a:off x="3172037" y="75810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7" name="Shape 4215"/>
          <p:cNvSpPr/>
          <p:nvPr/>
        </p:nvSpPr>
        <p:spPr>
          <a:xfrm>
            <a:off x="3288485" y="7668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8" name="Shape 4216"/>
          <p:cNvSpPr/>
          <p:nvPr/>
        </p:nvSpPr>
        <p:spPr>
          <a:xfrm>
            <a:off x="3440959" y="75868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9" name="Shape 4217"/>
          <p:cNvSpPr/>
          <p:nvPr/>
        </p:nvSpPr>
        <p:spPr>
          <a:xfrm>
            <a:off x="3049317" y="7770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0" name="Shape 4218"/>
          <p:cNvSpPr/>
          <p:nvPr/>
        </p:nvSpPr>
        <p:spPr>
          <a:xfrm>
            <a:off x="3049511" y="76858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1" name="Shape 4219"/>
          <p:cNvSpPr/>
          <p:nvPr/>
        </p:nvSpPr>
        <p:spPr>
          <a:xfrm>
            <a:off x="3437008" y="76599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2" name="Shape 4220"/>
          <p:cNvSpPr/>
          <p:nvPr/>
        </p:nvSpPr>
        <p:spPr>
          <a:xfrm>
            <a:off x="3138621" y="76273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3" name="Shape 4221"/>
          <p:cNvSpPr/>
          <p:nvPr/>
        </p:nvSpPr>
        <p:spPr>
          <a:xfrm>
            <a:off x="3275271" y="77984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4" name="Shape 4222"/>
          <p:cNvSpPr/>
          <p:nvPr/>
        </p:nvSpPr>
        <p:spPr>
          <a:xfrm>
            <a:off x="3029553" y="7601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5" name="Shape 4223"/>
          <p:cNvSpPr/>
          <p:nvPr/>
        </p:nvSpPr>
        <p:spPr>
          <a:xfrm>
            <a:off x="3264007" y="76331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6" name="Shape 4224"/>
          <p:cNvSpPr/>
          <p:nvPr/>
        </p:nvSpPr>
        <p:spPr>
          <a:xfrm>
            <a:off x="3223900" y="75751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7" name="Shape 4225"/>
          <p:cNvSpPr/>
          <p:nvPr/>
        </p:nvSpPr>
        <p:spPr>
          <a:xfrm>
            <a:off x="3384226" y="7456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8" name="Shape 4226"/>
          <p:cNvSpPr/>
          <p:nvPr/>
        </p:nvSpPr>
        <p:spPr>
          <a:xfrm>
            <a:off x="3364528" y="74164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9" name="Shape 4227"/>
          <p:cNvSpPr/>
          <p:nvPr/>
        </p:nvSpPr>
        <p:spPr>
          <a:xfrm>
            <a:off x="3054489" y="73839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0" name="Shape 4228"/>
          <p:cNvSpPr/>
          <p:nvPr/>
        </p:nvSpPr>
        <p:spPr>
          <a:xfrm>
            <a:off x="3152413" y="68459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1" name="Shape 4229"/>
          <p:cNvSpPr/>
          <p:nvPr/>
        </p:nvSpPr>
        <p:spPr>
          <a:xfrm>
            <a:off x="3217440" y="69727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2" name="Shape 4230"/>
          <p:cNvSpPr/>
          <p:nvPr/>
        </p:nvSpPr>
        <p:spPr>
          <a:xfrm>
            <a:off x="3410330" y="75085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3" name="Shape 4231"/>
          <p:cNvSpPr/>
          <p:nvPr/>
        </p:nvSpPr>
        <p:spPr>
          <a:xfrm>
            <a:off x="3410319" y="7121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4" name="Shape 4232"/>
          <p:cNvSpPr/>
          <p:nvPr/>
        </p:nvSpPr>
        <p:spPr>
          <a:xfrm>
            <a:off x="3062926" y="75914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5" name="Shape 4233"/>
          <p:cNvSpPr/>
          <p:nvPr/>
        </p:nvSpPr>
        <p:spPr>
          <a:xfrm>
            <a:off x="3222070" y="70770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6" name="Shape 4234"/>
          <p:cNvSpPr/>
          <p:nvPr/>
        </p:nvSpPr>
        <p:spPr>
          <a:xfrm>
            <a:off x="3291772" y="68737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7" name="Shape 4235"/>
          <p:cNvSpPr/>
          <p:nvPr/>
        </p:nvSpPr>
        <p:spPr>
          <a:xfrm>
            <a:off x="3338228" y="7005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8" name="Shape 4236"/>
          <p:cNvSpPr/>
          <p:nvPr/>
        </p:nvSpPr>
        <p:spPr>
          <a:xfrm>
            <a:off x="3244467" y="68970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9" name="Shape 4237"/>
          <p:cNvSpPr/>
          <p:nvPr/>
        </p:nvSpPr>
        <p:spPr>
          <a:xfrm>
            <a:off x="3172324" y="7095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0" name="Shape 4238"/>
          <p:cNvSpPr/>
          <p:nvPr/>
        </p:nvSpPr>
        <p:spPr>
          <a:xfrm>
            <a:off x="3440594" y="74924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1" name="Shape 4239"/>
          <p:cNvSpPr/>
          <p:nvPr/>
        </p:nvSpPr>
        <p:spPr>
          <a:xfrm>
            <a:off x="3333498" y="71532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2" name="Shape 4240"/>
          <p:cNvSpPr/>
          <p:nvPr/>
        </p:nvSpPr>
        <p:spPr>
          <a:xfrm>
            <a:off x="3343728" y="67732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3" name="Shape 4241"/>
          <p:cNvSpPr/>
          <p:nvPr/>
        </p:nvSpPr>
        <p:spPr>
          <a:xfrm>
            <a:off x="3360151" y="74923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4" name="Shape 4242"/>
          <p:cNvSpPr/>
          <p:nvPr/>
        </p:nvSpPr>
        <p:spPr>
          <a:xfrm>
            <a:off x="3047932" y="72193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5" name="Shape 4243"/>
          <p:cNvSpPr/>
          <p:nvPr/>
        </p:nvSpPr>
        <p:spPr>
          <a:xfrm>
            <a:off x="3359064" y="71531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6" name="Shape 4244"/>
          <p:cNvSpPr/>
          <p:nvPr/>
        </p:nvSpPr>
        <p:spPr>
          <a:xfrm>
            <a:off x="3314146" y="76154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7" name="Shape 4245"/>
          <p:cNvSpPr/>
          <p:nvPr/>
        </p:nvSpPr>
        <p:spPr>
          <a:xfrm>
            <a:off x="3266445" y="75396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8" name="Shape 4246"/>
          <p:cNvSpPr/>
          <p:nvPr/>
        </p:nvSpPr>
        <p:spPr>
          <a:xfrm>
            <a:off x="3451500" y="70387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9" name="Shape 4247"/>
          <p:cNvSpPr/>
          <p:nvPr/>
        </p:nvSpPr>
        <p:spPr>
          <a:xfrm>
            <a:off x="3052077" y="69634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0" name="Shape 4248"/>
          <p:cNvSpPr/>
          <p:nvPr/>
        </p:nvSpPr>
        <p:spPr>
          <a:xfrm>
            <a:off x="3451861" y="71798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1" name="Shape 4249"/>
          <p:cNvSpPr/>
          <p:nvPr/>
        </p:nvSpPr>
        <p:spPr>
          <a:xfrm>
            <a:off x="3194966" y="70156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2" name="Shape 4250"/>
          <p:cNvSpPr/>
          <p:nvPr/>
        </p:nvSpPr>
        <p:spPr>
          <a:xfrm>
            <a:off x="3192470" y="71145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3" name="Shape 4251"/>
          <p:cNvSpPr/>
          <p:nvPr/>
        </p:nvSpPr>
        <p:spPr>
          <a:xfrm>
            <a:off x="3308166" y="7134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4" name="Shape 4252"/>
          <p:cNvSpPr/>
          <p:nvPr/>
        </p:nvSpPr>
        <p:spPr>
          <a:xfrm>
            <a:off x="3242229" y="74591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5" name="Shape 4253"/>
          <p:cNvSpPr/>
          <p:nvPr/>
        </p:nvSpPr>
        <p:spPr>
          <a:xfrm>
            <a:off x="3369966" y="71037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6" name="Shape 4254"/>
          <p:cNvSpPr/>
          <p:nvPr/>
        </p:nvSpPr>
        <p:spPr>
          <a:xfrm>
            <a:off x="3401114" y="74970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7" name="Shape 4255"/>
          <p:cNvSpPr/>
          <p:nvPr/>
        </p:nvSpPr>
        <p:spPr>
          <a:xfrm>
            <a:off x="3166834" y="7619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8" name="Shape 4256"/>
          <p:cNvSpPr/>
          <p:nvPr/>
        </p:nvSpPr>
        <p:spPr>
          <a:xfrm>
            <a:off x="3112194" y="69177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9" name="Shape 4257"/>
          <p:cNvSpPr/>
          <p:nvPr/>
        </p:nvSpPr>
        <p:spPr>
          <a:xfrm>
            <a:off x="3216398" y="68686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0" name="Shape 4258"/>
          <p:cNvSpPr/>
          <p:nvPr/>
        </p:nvSpPr>
        <p:spPr>
          <a:xfrm>
            <a:off x="3238273" y="7076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1" name="Shape 4259"/>
          <p:cNvSpPr/>
          <p:nvPr/>
        </p:nvSpPr>
        <p:spPr>
          <a:xfrm>
            <a:off x="3320418" y="66671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2" name="Shape 4260"/>
          <p:cNvSpPr/>
          <p:nvPr/>
        </p:nvSpPr>
        <p:spPr>
          <a:xfrm>
            <a:off x="3042168" y="6872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3" name="Shape 4261"/>
          <p:cNvSpPr/>
          <p:nvPr/>
        </p:nvSpPr>
        <p:spPr>
          <a:xfrm>
            <a:off x="3344110" y="68575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4" name="Shape 4262"/>
          <p:cNvSpPr/>
          <p:nvPr/>
        </p:nvSpPr>
        <p:spPr>
          <a:xfrm>
            <a:off x="3340430" y="6649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5" name="Shape 4263"/>
          <p:cNvSpPr/>
          <p:nvPr/>
        </p:nvSpPr>
        <p:spPr>
          <a:xfrm>
            <a:off x="3288167" y="67861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6" name="Shape 4264"/>
          <p:cNvSpPr/>
          <p:nvPr/>
        </p:nvSpPr>
        <p:spPr>
          <a:xfrm>
            <a:off x="3432549" y="6859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7" name="Shape 4265"/>
          <p:cNvSpPr/>
          <p:nvPr/>
        </p:nvSpPr>
        <p:spPr>
          <a:xfrm>
            <a:off x="3093442" y="67662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8" name="Shape 4266"/>
          <p:cNvSpPr/>
          <p:nvPr/>
        </p:nvSpPr>
        <p:spPr>
          <a:xfrm>
            <a:off x="3241106" y="69370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9" name="Shape 4267"/>
          <p:cNvSpPr/>
          <p:nvPr/>
        </p:nvSpPr>
        <p:spPr>
          <a:xfrm>
            <a:off x="3058975" y="67503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0" name="Shape 4268"/>
          <p:cNvSpPr/>
          <p:nvPr/>
        </p:nvSpPr>
        <p:spPr>
          <a:xfrm>
            <a:off x="3345692" y="69102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1" name="Shape 4269"/>
          <p:cNvSpPr/>
          <p:nvPr/>
        </p:nvSpPr>
        <p:spPr>
          <a:xfrm>
            <a:off x="3403912" y="65981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2" name="Shape 4270"/>
          <p:cNvSpPr/>
          <p:nvPr/>
        </p:nvSpPr>
        <p:spPr>
          <a:xfrm>
            <a:off x="3175239" y="66965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3" name="Shape 4271"/>
          <p:cNvSpPr/>
          <p:nvPr/>
        </p:nvSpPr>
        <p:spPr>
          <a:xfrm>
            <a:off x="3146449" y="6982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4" name="Shape 4272"/>
          <p:cNvSpPr/>
          <p:nvPr/>
        </p:nvSpPr>
        <p:spPr>
          <a:xfrm>
            <a:off x="3161719" y="68595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5" name="Shape 4273"/>
          <p:cNvSpPr/>
          <p:nvPr/>
        </p:nvSpPr>
        <p:spPr>
          <a:xfrm>
            <a:off x="3181905" y="6607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6" name="Shape 4274"/>
          <p:cNvSpPr/>
          <p:nvPr/>
        </p:nvSpPr>
        <p:spPr>
          <a:xfrm>
            <a:off x="3215568" y="6843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7" name="Shape 4275"/>
          <p:cNvSpPr/>
          <p:nvPr/>
        </p:nvSpPr>
        <p:spPr>
          <a:xfrm>
            <a:off x="3096312" y="6739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8" name="Shape 4276"/>
          <p:cNvSpPr/>
          <p:nvPr/>
        </p:nvSpPr>
        <p:spPr>
          <a:xfrm>
            <a:off x="3193033" y="6864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9" name="Shape 4277"/>
          <p:cNvSpPr/>
          <p:nvPr/>
        </p:nvSpPr>
        <p:spPr>
          <a:xfrm>
            <a:off x="3166649" y="66580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0" name="Shape 4278"/>
          <p:cNvSpPr/>
          <p:nvPr/>
        </p:nvSpPr>
        <p:spPr>
          <a:xfrm>
            <a:off x="3327349" y="6658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1" name="Shape 4279"/>
          <p:cNvSpPr/>
          <p:nvPr/>
        </p:nvSpPr>
        <p:spPr>
          <a:xfrm>
            <a:off x="3109672" y="66320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2" name="Shape 4280"/>
          <p:cNvSpPr/>
          <p:nvPr/>
        </p:nvSpPr>
        <p:spPr>
          <a:xfrm>
            <a:off x="3221639" y="6746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3" name="Shape 4281"/>
          <p:cNvSpPr/>
          <p:nvPr/>
        </p:nvSpPr>
        <p:spPr>
          <a:xfrm>
            <a:off x="3376673" y="6876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4" name="Shape 4282"/>
          <p:cNvSpPr/>
          <p:nvPr/>
        </p:nvSpPr>
        <p:spPr>
          <a:xfrm>
            <a:off x="3307183" y="6671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5" name="Shape 4283"/>
          <p:cNvSpPr/>
          <p:nvPr/>
        </p:nvSpPr>
        <p:spPr>
          <a:xfrm>
            <a:off x="3400084" y="66578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6" name="Shape 4284"/>
          <p:cNvSpPr/>
          <p:nvPr/>
        </p:nvSpPr>
        <p:spPr>
          <a:xfrm>
            <a:off x="3092036" y="6636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7" name="Shape 4285"/>
          <p:cNvSpPr/>
          <p:nvPr/>
        </p:nvSpPr>
        <p:spPr>
          <a:xfrm>
            <a:off x="3221887" y="67006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8" name="Shape 4286"/>
          <p:cNvSpPr/>
          <p:nvPr/>
        </p:nvSpPr>
        <p:spPr>
          <a:xfrm>
            <a:off x="3152034" y="69375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9" name="Shape 4287"/>
          <p:cNvSpPr/>
          <p:nvPr/>
        </p:nvSpPr>
        <p:spPr>
          <a:xfrm>
            <a:off x="3284197" y="66679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0" name="Shape 4288"/>
          <p:cNvSpPr/>
          <p:nvPr/>
        </p:nvSpPr>
        <p:spPr>
          <a:xfrm>
            <a:off x="3451838" y="67249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1" name="Shape 4289"/>
          <p:cNvSpPr/>
          <p:nvPr/>
        </p:nvSpPr>
        <p:spPr>
          <a:xfrm>
            <a:off x="3436407" y="67971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2" name="Shape 4290"/>
          <p:cNvSpPr/>
          <p:nvPr/>
        </p:nvSpPr>
        <p:spPr>
          <a:xfrm>
            <a:off x="3171109" y="6821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3" name="Shape 4291"/>
          <p:cNvSpPr/>
          <p:nvPr/>
        </p:nvSpPr>
        <p:spPr>
          <a:xfrm>
            <a:off x="3105543" y="67257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4" name="Shape 4292"/>
          <p:cNvSpPr/>
          <p:nvPr/>
        </p:nvSpPr>
        <p:spPr>
          <a:xfrm>
            <a:off x="3141102" y="6791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5" name="Shape 4293"/>
          <p:cNvSpPr/>
          <p:nvPr/>
        </p:nvSpPr>
        <p:spPr>
          <a:xfrm>
            <a:off x="3139493" y="67280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6" name="Shape 4294"/>
          <p:cNvSpPr/>
          <p:nvPr/>
        </p:nvSpPr>
        <p:spPr>
          <a:xfrm>
            <a:off x="3150545" y="6663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7" name="Shape 4295"/>
          <p:cNvSpPr/>
          <p:nvPr/>
        </p:nvSpPr>
        <p:spPr>
          <a:xfrm>
            <a:off x="3201437" y="68104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8" name="Shape 4296"/>
          <p:cNvSpPr/>
          <p:nvPr/>
        </p:nvSpPr>
        <p:spPr>
          <a:xfrm>
            <a:off x="3124416" y="70814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9" name="Shape 4297"/>
          <p:cNvSpPr/>
          <p:nvPr/>
        </p:nvSpPr>
        <p:spPr>
          <a:xfrm>
            <a:off x="3260478" y="71686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0" name="Shape 4298"/>
          <p:cNvSpPr/>
          <p:nvPr/>
        </p:nvSpPr>
        <p:spPr>
          <a:xfrm>
            <a:off x="3219527" y="76517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1" name="Shape 4299"/>
          <p:cNvSpPr/>
          <p:nvPr/>
        </p:nvSpPr>
        <p:spPr>
          <a:xfrm>
            <a:off x="3422730" y="68678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2" name="Shape 4300"/>
          <p:cNvSpPr/>
          <p:nvPr/>
        </p:nvSpPr>
        <p:spPr>
          <a:xfrm>
            <a:off x="3411447" y="71255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3" name="Shape 4301"/>
          <p:cNvSpPr/>
          <p:nvPr/>
        </p:nvSpPr>
        <p:spPr>
          <a:xfrm>
            <a:off x="3304492" y="7505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4" name="Shape 4302"/>
          <p:cNvSpPr/>
          <p:nvPr/>
        </p:nvSpPr>
        <p:spPr>
          <a:xfrm>
            <a:off x="3240896" y="73539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5" name="Shape 4303"/>
          <p:cNvSpPr/>
          <p:nvPr/>
        </p:nvSpPr>
        <p:spPr>
          <a:xfrm>
            <a:off x="3370789" y="7388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6" name="Shape 4304"/>
          <p:cNvSpPr/>
          <p:nvPr/>
        </p:nvSpPr>
        <p:spPr>
          <a:xfrm>
            <a:off x="3342648" y="68481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7" name="Shape 4305"/>
          <p:cNvSpPr/>
          <p:nvPr/>
        </p:nvSpPr>
        <p:spPr>
          <a:xfrm>
            <a:off x="3170186" y="69760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8" name="Shape 4306"/>
          <p:cNvSpPr/>
          <p:nvPr/>
        </p:nvSpPr>
        <p:spPr>
          <a:xfrm>
            <a:off x="3458306" y="67745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9" name="Shape 4307"/>
          <p:cNvSpPr/>
          <p:nvPr/>
        </p:nvSpPr>
        <p:spPr>
          <a:xfrm>
            <a:off x="3232974" y="70552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0" name="Shape 4308"/>
          <p:cNvSpPr/>
          <p:nvPr/>
        </p:nvSpPr>
        <p:spPr>
          <a:xfrm>
            <a:off x="3096791" y="69929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1" name="Shape 4309"/>
          <p:cNvSpPr/>
          <p:nvPr/>
        </p:nvSpPr>
        <p:spPr>
          <a:xfrm>
            <a:off x="3240748" y="73206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2" name="Shape 4310"/>
          <p:cNvSpPr/>
          <p:nvPr/>
        </p:nvSpPr>
        <p:spPr>
          <a:xfrm>
            <a:off x="3343543" y="70006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3" name="Shape 4311"/>
          <p:cNvSpPr/>
          <p:nvPr/>
        </p:nvSpPr>
        <p:spPr>
          <a:xfrm>
            <a:off x="3449424" y="70458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4" name="Shape 4312"/>
          <p:cNvSpPr/>
          <p:nvPr/>
        </p:nvSpPr>
        <p:spPr>
          <a:xfrm>
            <a:off x="3136246" y="72004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5" name="Shape 4313"/>
          <p:cNvSpPr/>
          <p:nvPr/>
        </p:nvSpPr>
        <p:spPr>
          <a:xfrm>
            <a:off x="3064476" y="68608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6" name="Shape 4314"/>
          <p:cNvSpPr/>
          <p:nvPr/>
        </p:nvSpPr>
        <p:spPr>
          <a:xfrm>
            <a:off x="3221460" y="68790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7" name="Shape 4315"/>
          <p:cNvSpPr/>
          <p:nvPr/>
        </p:nvSpPr>
        <p:spPr>
          <a:xfrm>
            <a:off x="3376218" y="7052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8" name="Shape 4316"/>
          <p:cNvSpPr/>
          <p:nvPr/>
        </p:nvSpPr>
        <p:spPr>
          <a:xfrm>
            <a:off x="3123548" y="7212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9" name="Shape 4317"/>
          <p:cNvSpPr/>
          <p:nvPr/>
        </p:nvSpPr>
        <p:spPr>
          <a:xfrm>
            <a:off x="3205954" y="7011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0" name="Shape 4318"/>
          <p:cNvSpPr/>
          <p:nvPr/>
        </p:nvSpPr>
        <p:spPr>
          <a:xfrm>
            <a:off x="3034146" y="67668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1" name="Shape 4319"/>
          <p:cNvSpPr/>
          <p:nvPr/>
        </p:nvSpPr>
        <p:spPr>
          <a:xfrm>
            <a:off x="3320141" y="70230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2" name="Shape 4320"/>
          <p:cNvSpPr/>
          <p:nvPr/>
        </p:nvSpPr>
        <p:spPr>
          <a:xfrm>
            <a:off x="3310775" y="72118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3" name="Shape 4321"/>
          <p:cNvSpPr/>
          <p:nvPr/>
        </p:nvSpPr>
        <p:spPr>
          <a:xfrm>
            <a:off x="3361524" y="6912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4" name="Shape 4322"/>
          <p:cNvSpPr/>
          <p:nvPr/>
        </p:nvSpPr>
        <p:spPr>
          <a:xfrm>
            <a:off x="3169206" y="7257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5" name="Shape 4323"/>
          <p:cNvSpPr/>
          <p:nvPr/>
        </p:nvSpPr>
        <p:spPr>
          <a:xfrm>
            <a:off x="3268352" y="6959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6" name="Shape 4324"/>
          <p:cNvSpPr/>
          <p:nvPr/>
        </p:nvSpPr>
        <p:spPr>
          <a:xfrm>
            <a:off x="3263993" y="6860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7" name="Shape 4325"/>
          <p:cNvSpPr/>
          <p:nvPr/>
        </p:nvSpPr>
        <p:spPr>
          <a:xfrm>
            <a:off x="3456885" y="68840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8" name="Shape 4326"/>
          <p:cNvSpPr/>
          <p:nvPr/>
        </p:nvSpPr>
        <p:spPr>
          <a:xfrm>
            <a:off x="3449855" y="70212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9" name="Shape 4327"/>
          <p:cNvSpPr/>
          <p:nvPr/>
        </p:nvSpPr>
        <p:spPr>
          <a:xfrm>
            <a:off x="3204067" y="7096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0" name="Shape 4328"/>
          <p:cNvSpPr/>
          <p:nvPr/>
        </p:nvSpPr>
        <p:spPr>
          <a:xfrm>
            <a:off x="3404673" y="70288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1" name="Shape 4329"/>
          <p:cNvSpPr/>
          <p:nvPr/>
        </p:nvSpPr>
        <p:spPr>
          <a:xfrm>
            <a:off x="3335353" y="6786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2" name="Shape 4330"/>
          <p:cNvSpPr/>
          <p:nvPr/>
        </p:nvSpPr>
        <p:spPr>
          <a:xfrm>
            <a:off x="3241162" y="67578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3" name="Shape 4331"/>
          <p:cNvSpPr/>
          <p:nvPr/>
        </p:nvSpPr>
        <p:spPr>
          <a:xfrm>
            <a:off x="3151217" y="72295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4" name="Shape 4332"/>
          <p:cNvSpPr/>
          <p:nvPr/>
        </p:nvSpPr>
        <p:spPr>
          <a:xfrm>
            <a:off x="3298629" y="69713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5" name="Shape 4333"/>
          <p:cNvSpPr/>
          <p:nvPr/>
        </p:nvSpPr>
        <p:spPr>
          <a:xfrm>
            <a:off x="3293671" y="68403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6" name="Shape 4334"/>
          <p:cNvSpPr/>
          <p:nvPr/>
        </p:nvSpPr>
        <p:spPr>
          <a:xfrm>
            <a:off x="3252457" y="69195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7" name="Shape 4335"/>
          <p:cNvSpPr/>
          <p:nvPr/>
        </p:nvSpPr>
        <p:spPr>
          <a:xfrm>
            <a:off x="3187468" y="70511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8" name="Shape 4336"/>
          <p:cNvSpPr/>
          <p:nvPr/>
        </p:nvSpPr>
        <p:spPr>
          <a:xfrm>
            <a:off x="3445318" y="71915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9" name="Shape 4337"/>
          <p:cNvSpPr/>
          <p:nvPr/>
        </p:nvSpPr>
        <p:spPr>
          <a:xfrm>
            <a:off x="3454668" y="70378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0" name="Shape 4338"/>
          <p:cNvSpPr/>
          <p:nvPr/>
        </p:nvSpPr>
        <p:spPr>
          <a:xfrm>
            <a:off x="3091086" y="68059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1" name="Shape 4339"/>
          <p:cNvSpPr/>
          <p:nvPr/>
        </p:nvSpPr>
        <p:spPr>
          <a:xfrm>
            <a:off x="3373426" y="67657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2" name="Shape 4340"/>
          <p:cNvSpPr/>
          <p:nvPr/>
        </p:nvSpPr>
        <p:spPr>
          <a:xfrm>
            <a:off x="3279829" y="75614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3" name="Shape 4341"/>
          <p:cNvSpPr/>
          <p:nvPr/>
        </p:nvSpPr>
        <p:spPr>
          <a:xfrm>
            <a:off x="3083643" y="7521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4" name="Shape 4342"/>
          <p:cNvSpPr/>
          <p:nvPr/>
        </p:nvSpPr>
        <p:spPr>
          <a:xfrm>
            <a:off x="3033304" y="74597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5" name="Shape 4343"/>
          <p:cNvSpPr/>
          <p:nvPr/>
        </p:nvSpPr>
        <p:spPr>
          <a:xfrm>
            <a:off x="3435063" y="72124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6" name="Shape 4344"/>
          <p:cNvSpPr/>
          <p:nvPr/>
        </p:nvSpPr>
        <p:spPr>
          <a:xfrm>
            <a:off x="3142436" y="71356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7" name="Shape 4345"/>
          <p:cNvSpPr/>
          <p:nvPr/>
        </p:nvSpPr>
        <p:spPr>
          <a:xfrm>
            <a:off x="3417057" y="72073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8" name="Shape 4346"/>
          <p:cNvSpPr/>
          <p:nvPr/>
        </p:nvSpPr>
        <p:spPr>
          <a:xfrm>
            <a:off x="3132886" y="71815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9" name="Shape 4347"/>
          <p:cNvSpPr/>
          <p:nvPr/>
        </p:nvSpPr>
        <p:spPr>
          <a:xfrm>
            <a:off x="3345129" y="7241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0" name="Shape 4348"/>
          <p:cNvSpPr/>
          <p:nvPr/>
        </p:nvSpPr>
        <p:spPr>
          <a:xfrm>
            <a:off x="3393149" y="71858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1" name="Shape 4349"/>
          <p:cNvSpPr/>
          <p:nvPr/>
        </p:nvSpPr>
        <p:spPr>
          <a:xfrm>
            <a:off x="3434875" y="7136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2" name="Shape 4350"/>
          <p:cNvSpPr/>
          <p:nvPr/>
        </p:nvSpPr>
        <p:spPr>
          <a:xfrm>
            <a:off x="3078007" y="71605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3" name="Shape 4351"/>
          <p:cNvSpPr/>
          <p:nvPr/>
        </p:nvSpPr>
        <p:spPr>
          <a:xfrm>
            <a:off x="3290974" y="71915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4" name="Shape 4352"/>
          <p:cNvSpPr/>
          <p:nvPr/>
        </p:nvSpPr>
        <p:spPr>
          <a:xfrm>
            <a:off x="3168286" y="7276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5" name="Shape 4353"/>
          <p:cNvSpPr/>
          <p:nvPr/>
        </p:nvSpPr>
        <p:spPr>
          <a:xfrm>
            <a:off x="3190113" y="7103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6" name="Shape 4354"/>
          <p:cNvSpPr/>
          <p:nvPr/>
        </p:nvSpPr>
        <p:spPr>
          <a:xfrm>
            <a:off x="3160592" y="73832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7" name="Shape 4355"/>
          <p:cNvSpPr/>
          <p:nvPr/>
        </p:nvSpPr>
        <p:spPr>
          <a:xfrm>
            <a:off x="3306817" y="73405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8" name="Shape 4356"/>
          <p:cNvSpPr/>
          <p:nvPr/>
        </p:nvSpPr>
        <p:spPr>
          <a:xfrm>
            <a:off x="3383445" y="73636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9" name="Shape 4357"/>
          <p:cNvSpPr/>
          <p:nvPr/>
        </p:nvSpPr>
        <p:spPr>
          <a:xfrm>
            <a:off x="3171490" y="71657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0" name="Shape 4358"/>
          <p:cNvSpPr/>
          <p:nvPr/>
        </p:nvSpPr>
        <p:spPr>
          <a:xfrm>
            <a:off x="3419753" y="70116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1" name="Shape 4359"/>
          <p:cNvSpPr/>
          <p:nvPr/>
        </p:nvSpPr>
        <p:spPr>
          <a:xfrm>
            <a:off x="3039624" y="73652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2" name="Shape 4360"/>
          <p:cNvSpPr/>
          <p:nvPr/>
        </p:nvSpPr>
        <p:spPr>
          <a:xfrm>
            <a:off x="3440892" y="72657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3" name="Shape 4361"/>
          <p:cNvSpPr/>
          <p:nvPr/>
        </p:nvSpPr>
        <p:spPr>
          <a:xfrm>
            <a:off x="3090023" y="77685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4" name="Shape 4362"/>
          <p:cNvSpPr/>
          <p:nvPr/>
        </p:nvSpPr>
        <p:spPr>
          <a:xfrm>
            <a:off x="3291655" y="78414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5" name="Shape 4363"/>
          <p:cNvSpPr/>
          <p:nvPr/>
        </p:nvSpPr>
        <p:spPr>
          <a:xfrm>
            <a:off x="3033670" y="77299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6" name="Shape 4364"/>
          <p:cNvSpPr/>
          <p:nvPr/>
        </p:nvSpPr>
        <p:spPr>
          <a:xfrm>
            <a:off x="3136907" y="75772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7" name="Shape 4365"/>
          <p:cNvSpPr/>
          <p:nvPr/>
        </p:nvSpPr>
        <p:spPr>
          <a:xfrm>
            <a:off x="3288005" y="77705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8" name="Shape 4366"/>
          <p:cNvSpPr/>
          <p:nvPr/>
        </p:nvSpPr>
        <p:spPr>
          <a:xfrm>
            <a:off x="3127314" y="78976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9" name="Shape 4367"/>
          <p:cNvSpPr/>
          <p:nvPr/>
        </p:nvSpPr>
        <p:spPr>
          <a:xfrm>
            <a:off x="3334168" y="7631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0" name="Shape 4368"/>
          <p:cNvSpPr/>
          <p:nvPr/>
        </p:nvSpPr>
        <p:spPr>
          <a:xfrm>
            <a:off x="3253088" y="79146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1" name="Shape 4369"/>
          <p:cNvSpPr/>
          <p:nvPr/>
        </p:nvSpPr>
        <p:spPr>
          <a:xfrm>
            <a:off x="3313980" y="75721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2" name="Shape 4370"/>
          <p:cNvSpPr/>
          <p:nvPr/>
        </p:nvSpPr>
        <p:spPr>
          <a:xfrm>
            <a:off x="3117419" y="79137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3" name="Shape 4371"/>
          <p:cNvSpPr/>
          <p:nvPr/>
        </p:nvSpPr>
        <p:spPr>
          <a:xfrm>
            <a:off x="3160628" y="75591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4" name="Shape 4372"/>
          <p:cNvSpPr/>
          <p:nvPr/>
        </p:nvSpPr>
        <p:spPr>
          <a:xfrm>
            <a:off x="3244971" y="79142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5" name="Shape 4373"/>
          <p:cNvSpPr/>
          <p:nvPr/>
        </p:nvSpPr>
        <p:spPr>
          <a:xfrm>
            <a:off x="3141025" y="70144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6" name="Shape 4374"/>
          <p:cNvSpPr/>
          <p:nvPr/>
        </p:nvSpPr>
        <p:spPr>
          <a:xfrm>
            <a:off x="3197116" y="7085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7" name="Shape 4375"/>
          <p:cNvSpPr/>
          <p:nvPr/>
        </p:nvSpPr>
        <p:spPr>
          <a:xfrm>
            <a:off x="3388967" y="74044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8" name="Shape 4376"/>
          <p:cNvSpPr/>
          <p:nvPr/>
        </p:nvSpPr>
        <p:spPr>
          <a:xfrm>
            <a:off x="3309835" y="74200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9" name="Shape 4377"/>
          <p:cNvSpPr/>
          <p:nvPr/>
        </p:nvSpPr>
        <p:spPr>
          <a:xfrm>
            <a:off x="3303685" y="69309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0" name="Shape 4378"/>
          <p:cNvSpPr/>
          <p:nvPr/>
        </p:nvSpPr>
        <p:spPr>
          <a:xfrm>
            <a:off x="3403767" y="70678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1" name="Shape 4379"/>
          <p:cNvSpPr/>
          <p:nvPr/>
        </p:nvSpPr>
        <p:spPr>
          <a:xfrm>
            <a:off x="3306048" y="72470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2" name="Shape 4380"/>
          <p:cNvSpPr/>
          <p:nvPr/>
        </p:nvSpPr>
        <p:spPr>
          <a:xfrm>
            <a:off x="3226443" y="69515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3" name="Shape 4381"/>
          <p:cNvSpPr/>
          <p:nvPr/>
        </p:nvSpPr>
        <p:spPr>
          <a:xfrm>
            <a:off x="3422030" y="70237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4" name="Shape 4382"/>
          <p:cNvSpPr/>
          <p:nvPr/>
        </p:nvSpPr>
        <p:spPr>
          <a:xfrm>
            <a:off x="3085552" y="72364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5" name="Shape 4383"/>
          <p:cNvSpPr/>
          <p:nvPr/>
        </p:nvSpPr>
        <p:spPr>
          <a:xfrm>
            <a:off x="3394774" y="72699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6" name="Shape 4384"/>
          <p:cNvSpPr/>
          <p:nvPr/>
        </p:nvSpPr>
        <p:spPr>
          <a:xfrm>
            <a:off x="3287021" y="6931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7" name="Shape 4385"/>
          <p:cNvSpPr/>
          <p:nvPr/>
        </p:nvSpPr>
        <p:spPr>
          <a:xfrm>
            <a:off x="3255031" y="69692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8" name="Shape 4386"/>
          <p:cNvSpPr/>
          <p:nvPr/>
        </p:nvSpPr>
        <p:spPr>
          <a:xfrm>
            <a:off x="3131817" y="72749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9" name="Shape 4387"/>
          <p:cNvSpPr/>
          <p:nvPr/>
        </p:nvSpPr>
        <p:spPr>
          <a:xfrm>
            <a:off x="3057761" y="7225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0" name="Shape 4388"/>
          <p:cNvSpPr/>
          <p:nvPr/>
        </p:nvSpPr>
        <p:spPr>
          <a:xfrm>
            <a:off x="3409847" y="72531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1" name="Shape 4389"/>
          <p:cNvSpPr/>
          <p:nvPr/>
        </p:nvSpPr>
        <p:spPr>
          <a:xfrm>
            <a:off x="3381915" y="72505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2" name="Shape 4390"/>
          <p:cNvSpPr/>
          <p:nvPr/>
        </p:nvSpPr>
        <p:spPr>
          <a:xfrm>
            <a:off x="3104140" y="72646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3" name="Shape 4391"/>
          <p:cNvSpPr/>
          <p:nvPr/>
        </p:nvSpPr>
        <p:spPr>
          <a:xfrm>
            <a:off x="3076872" y="7253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4" name="Shape 4392"/>
          <p:cNvSpPr/>
          <p:nvPr/>
        </p:nvSpPr>
        <p:spPr>
          <a:xfrm>
            <a:off x="3213843" y="70203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5" name="Shape 4393"/>
          <p:cNvSpPr/>
          <p:nvPr/>
        </p:nvSpPr>
        <p:spPr>
          <a:xfrm>
            <a:off x="3386213" y="73446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6" name="Shape 4394"/>
          <p:cNvSpPr/>
          <p:nvPr/>
        </p:nvSpPr>
        <p:spPr>
          <a:xfrm>
            <a:off x="3063612" y="7112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7" name="Shape 4395"/>
          <p:cNvSpPr/>
          <p:nvPr/>
        </p:nvSpPr>
        <p:spPr>
          <a:xfrm>
            <a:off x="3444613" y="74768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8" name="Shape 4396"/>
          <p:cNvSpPr/>
          <p:nvPr/>
        </p:nvSpPr>
        <p:spPr>
          <a:xfrm>
            <a:off x="3293779" y="71434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9" name="Shape 4397"/>
          <p:cNvSpPr/>
          <p:nvPr/>
        </p:nvSpPr>
        <p:spPr>
          <a:xfrm>
            <a:off x="3289856" y="75345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0" name="Shape 4398"/>
          <p:cNvSpPr/>
          <p:nvPr/>
        </p:nvSpPr>
        <p:spPr>
          <a:xfrm>
            <a:off x="3029247" y="7520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1" name="Shape 4399"/>
          <p:cNvSpPr/>
          <p:nvPr/>
        </p:nvSpPr>
        <p:spPr>
          <a:xfrm>
            <a:off x="3140438" y="7495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2" name="Shape 4400"/>
          <p:cNvSpPr/>
          <p:nvPr/>
        </p:nvSpPr>
        <p:spPr>
          <a:xfrm>
            <a:off x="3197959" y="75485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3" name="Shape 4401"/>
          <p:cNvSpPr/>
          <p:nvPr/>
        </p:nvSpPr>
        <p:spPr>
          <a:xfrm>
            <a:off x="3085318" y="70099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4" name="Shape 4402"/>
          <p:cNvSpPr/>
          <p:nvPr/>
        </p:nvSpPr>
        <p:spPr>
          <a:xfrm>
            <a:off x="3094058" y="67268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5" name="Shape 4403"/>
          <p:cNvSpPr/>
          <p:nvPr/>
        </p:nvSpPr>
        <p:spPr>
          <a:xfrm>
            <a:off x="3112429" y="7561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6" name="Shape 4404"/>
          <p:cNvSpPr/>
          <p:nvPr/>
        </p:nvSpPr>
        <p:spPr>
          <a:xfrm>
            <a:off x="3267182" y="77148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7" name="Shape 4405"/>
          <p:cNvSpPr/>
          <p:nvPr/>
        </p:nvSpPr>
        <p:spPr>
          <a:xfrm>
            <a:off x="3385890" y="7726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8" name="Shape 4406"/>
          <p:cNvSpPr/>
          <p:nvPr/>
        </p:nvSpPr>
        <p:spPr>
          <a:xfrm>
            <a:off x="3210801" y="77447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9" name="Shape 4407"/>
          <p:cNvSpPr/>
          <p:nvPr/>
        </p:nvSpPr>
        <p:spPr>
          <a:xfrm>
            <a:off x="3450799" y="76061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0" name="Shape 4408"/>
          <p:cNvSpPr/>
          <p:nvPr/>
        </p:nvSpPr>
        <p:spPr>
          <a:xfrm>
            <a:off x="3186421" y="67081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1" name="Shape 4409"/>
          <p:cNvSpPr/>
          <p:nvPr/>
        </p:nvSpPr>
        <p:spPr>
          <a:xfrm>
            <a:off x="3319857" y="66985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2" name="Shape 4410"/>
          <p:cNvSpPr/>
          <p:nvPr/>
        </p:nvSpPr>
        <p:spPr>
          <a:xfrm>
            <a:off x="3152701" y="72601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3" name="Shape 4411"/>
          <p:cNvSpPr/>
          <p:nvPr/>
        </p:nvSpPr>
        <p:spPr>
          <a:xfrm>
            <a:off x="3228190" y="74133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4" name="Shape 4412"/>
          <p:cNvSpPr/>
          <p:nvPr/>
        </p:nvSpPr>
        <p:spPr>
          <a:xfrm>
            <a:off x="3126228" y="71912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5" name="Shape 4413"/>
          <p:cNvSpPr/>
          <p:nvPr/>
        </p:nvSpPr>
        <p:spPr>
          <a:xfrm>
            <a:off x="3028743" y="68932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6" name="Shape 4414"/>
          <p:cNvSpPr/>
          <p:nvPr/>
        </p:nvSpPr>
        <p:spPr>
          <a:xfrm>
            <a:off x="3392128" y="66320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7" name="Shape 4415"/>
          <p:cNvSpPr/>
          <p:nvPr/>
        </p:nvSpPr>
        <p:spPr>
          <a:xfrm>
            <a:off x="3147173" y="6617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8" name="Shape 4416"/>
          <p:cNvSpPr/>
          <p:nvPr/>
        </p:nvSpPr>
        <p:spPr>
          <a:xfrm>
            <a:off x="3195014" y="70016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9" name="Shape 4417"/>
          <p:cNvSpPr/>
          <p:nvPr/>
        </p:nvSpPr>
        <p:spPr>
          <a:xfrm>
            <a:off x="3454639" y="73898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0" name="Shape 4418"/>
          <p:cNvSpPr/>
          <p:nvPr/>
        </p:nvSpPr>
        <p:spPr>
          <a:xfrm>
            <a:off x="3303709" y="70268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1" name="Shape 4419"/>
          <p:cNvSpPr/>
          <p:nvPr/>
        </p:nvSpPr>
        <p:spPr>
          <a:xfrm>
            <a:off x="3375467" y="70720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2" name="Shape 4420"/>
          <p:cNvSpPr/>
          <p:nvPr/>
        </p:nvSpPr>
        <p:spPr>
          <a:xfrm>
            <a:off x="3304640" y="72095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3" name="Shape 4421"/>
          <p:cNvSpPr/>
          <p:nvPr/>
        </p:nvSpPr>
        <p:spPr>
          <a:xfrm>
            <a:off x="3093816" y="72371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4" name="Shape 4422"/>
          <p:cNvSpPr/>
          <p:nvPr/>
        </p:nvSpPr>
        <p:spPr>
          <a:xfrm>
            <a:off x="3315078" y="71482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5" name="Shape 4423"/>
          <p:cNvSpPr/>
          <p:nvPr/>
        </p:nvSpPr>
        <p:spPr>
          <a:xfrm>
            <a:off x="3183004" y="70898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6" name="Shape 4424"/>
          <p:cNvSpPr/>
          <p:nvPr/>
        </p:nvSpPr>
        <p:spPr>
          <a:xfrm>
            <a:off x="3139449" y="71476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7" name="Shape 4425"/>
          <p:cNvSpPr/>
          <p:nvPr/>
        </p:nvSpPr>
        <p:spPr>
          <a:xfrm>
            <a:off x="3331567" y="75545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8" name="Shape 4426"/>
          <p:cNvSpPr/>
          <p:nvPr/>
        </p:nvSpPr>
        <p:spPr>
          <a:xfrm>
            <a:off x="3289983" y="69312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9" name="Shape 4427"/>
          <p:cNvSpPr/>
          <p:nvPr/>
        </p:nvSpPr>
        <p:spPr>
          <a:xfrm>
            <a:off x="3085311" y="72978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0" name="Shape 4428"/>
          <p:cNvSpPr/>
          <p:nvPr/>
        </p:nvSpPr>
        <p:spPr>
          <a:xfrm>
            <a:off x="3154525" y="69734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1" name="Shape 4429"/>
          <p:cNvSpPr/>
          <p:nvPr/>
        </p:nvSpPr>
        <p:spPr>
          <a:xfrm>
            <a:off x="3113803" y="72462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2" name="Shape 4430"/>
          <p:cNvSpPr/>
          <p:nvPr/>
        </p:nvSpPr>
        <p:spPr>
          <a:xfrm>
            <a:off x="3331973" y="70928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3" name="Shape 4431"/>
          <p:cNvSpPr/>
          <p:nvPr/>
        </p:nvSpPr>
        <p:spPr>
          <a:xfrm>
            <a:off x="3249591" y="70997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4" name="Shape 4432"/>
          <p:cNvSpPr/>
          <p:nvPr/>
        </p:nvSpPr>
        <p:spPr>
          <a:xfrm>
            <a:off x="3124458" y="71353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5" name="Shape 4433"/>
          <p:cNvSpPr/>
          <p:nvPr/>
        </p:nvSpPr>
        <p:spPr>
          <a:xfrm>
            <a:off x="3281673" y="76754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6" name="Shape 4434"/>
          <p:cNvSpPr/>
          <p:nvPr/>
        </p:nvSpPr>
        <p:spPr>
          <a:xfrm>
            <a:off x="3086603" y="76734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7" name="Shape 4435"/>
          <p:cNvSpPr/>
          <p:nvPr/>
        </p:nvSpPr>
        <p:spPr>
          <a:xfrm>
            <a:off x="3277593" y="76696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8" name="Shape 4436"/>
          <p:cNvSpPr/>
          <p:nvPr/>
        </p:nvSpPr>
        <p:spPr>
          <a:xfrm>
            <a:off x="3256238" y="76871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9" name="Shape 4437"/>
          <p:cNvSpPr/>
          <p:nvPr/>
        </p:nvSpPr>
        <p:spPr>
          <a:xfrm>
            <a:off x="3253002" y="69603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0" name="Shape 4438"/>
          <p:cNvSpPr/>
          <p:nvPr/>
        </p:nvSpPr>
        <p:spPr>
          <a:xfrm>
            <a:off x="3079443" y="7177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1" name="Shape 4439"/>
          <p:cNvSpPr/>
          <p:nvPr/>
        </p:nvSpPr>
        <p:spPr>
          <a:xfrm>
            <a:off x="3310070" y="6894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2" name="Shape 4440"/>
          <p:cNvSpPr/>
          <p:nvPr/>
        </p:nvSpPr>
        <p:spPr>
          <a:xfrm>
            <a:off x="3104350" y="70756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3" name="Shape 4441"/>
          <p:cNvSpPr/>
          <p:nvPr/>
        </p:nvSpPr>
        <p:spPr>
          <a:xfrm>
            <a:off x="3437851" y="70295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4" name="Shape 4442"/>
          <p:cNvSpPr/>
          <p:nvPr/>
        </p:nvSpPr>
        <p:spPr>
          <a:xfrm>
            <a:off x="3108588" y="71845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5" name="Shape 4443"/>
          <p:cNvSpPr/>
          <p:nvPr/>
        </p:nvSpPr>
        <p:spPr>
          <a:xfrm>
            <a:off x="3348166" y="7144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6" name="Shape 4444"/>
          <p:cNvSpPr/>
          <p:nvPr/>
        </p:nvSpPr>
        <p:spPr>
          <a:xfrm>
            <a:off x="3358935" y="71845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7" name="Shape 4445"/>
          <p:cNvSpPr/>
          <p:nvPr/>
        </p:nvSpPr>
        <p:spPr>
          <a:xfrm>
            <a:off x="3330219" y="6840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8" name="Shape 4446"/>
          <p:cNvSpPr/>
          <p:nvPr/>
        </p:nvSpPr>
        <p:spPr>
          <a:xfrm>
            <a:off x="3048323" y="7464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9" name="Shape 4447"/>
          <p:cNvSpPr/>
          <p:nvPr/>
        </p:nvSpPr>
        <p:spPr>
          <a:xfrm>
            <a:off x="3204611" y="75155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0" name="Shape 4448"/>
          <p:cNvSpPr/>
          <p:nvPr/>
        </p:nvSpPr>
        <p:spPr>
          <a:xfrm>
            <a:off x="3288643" y="75586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1" name="Shape 4449"/>
          <p:cNvSpPr/>
          <p:nvPr/>
        </p:nvSpPr>
        <p:spPr>
          <a:xfrm>
            <a:off x="3275952" y="75584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2" name="Shape 4450"/>
          <p:cNvSpPr/>
          <p:nvPr/>
        </p:nvSpPr>
        <p:spPr>
          <a:xfrm>
            <a:off x="3344335" y="75480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3" name="Shape 4451"/>
          <p:cNvSpPr/>
          <p:nvPr/>
        </p:nvSpPr>
        <p:spPr>
          <a:xfrm>
            <a:off x="3081317" y="7562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4" name="Shape 4452"/>
          <p:cNvSpPr/>
          <p:nvPr/>
        </p:nvSpPr>
        <p:spPr>
          <a:xfrm>
            <a:off x="3262085" y="68664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5" name="Shape 4453"/>
          <p:cNvSpPr/>
          <p:nvPr/>
        </p:nvSpPr>
        <p:spPr>
          <a:xfrm>
            <a:off x="3035454" y="70758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6" name="Shape 4454"/>
          <p:cNvSpPr/>
          <p:nvPr/>
        </p:nvSpPr>
        <p:spPr>
          <a:xfrm>
            <a:off x="3441113" y="6936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7" name="Shape 4455"/>
          <p:cNvSpPr/>
          <p:nvPr/>
        </p:nvSpPr>
        <p:spPr>
          <a:xfrm>
            <a:off x="3168985" y="7477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8" name="Shape 4456"/>
          <p:cNvSpPr/>
          <p:nvPr/>
        </p:nvSpPr>
        <p:spPr>
          <a:xfrm>
            <a:off x="3215350" y="72343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9" name="Shape 4457"/>
          <p:cNvSpPr/>
          <p:nvPr/>
        </p:nvSpPr>
        <p:spPr>
          <a:xfrm>
            <a:off x="3301436" y="70324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0" name="Shape 4458"/>
          <p:cNvSpPr/>
          <p:nvPr/>
        </p:nvSpPr>
        <p:spPr>
          <a:xfrm>
            <a:off x="3199489" y="73561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1" name="Shape 4459"/>
          <p:cNvSpPr/>
          <p:nvPr/>
        </p:nvSpPr>
        <p:spPr>
          <a:xfrm>
            <a:off x="3065881" y="6828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2" name="Shape 4460"/>
          <p:cNvSpPr/>
          <p:nvPr/>
        </p:nvSpPr>
        <p:spPr>
          <a:xfrm>
            <a:off x="3371486" y="7327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3" name="Shape 4461"/>
          <p:cNvSpPr/>
          <p:nvPr/>
        </p:nvSpPr>
        <p:spPr>
          <a:xfrm>
            <a:off x="3438063" y="7286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4" name="Shape 4462"/>
          <p:cNvSpPr/>
          <p:nvPr/>
        </p:nvSpPr>
        <p:spPr>
          <a:xfrm>
            <a:off x="3067883" y="72573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5" name="Shape 4463"/>
          <p:cNvSpPr/>
          <p:nvPr/>
        </p:nvSpPr>
        <p:spPr>
          <a:xfrm>
            <a:off x="3202709" y="69651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6" name="Shape 4464"/>
          <p:cNvSpPr/>
          <p:nvPr/>
        </p:nvSpPr>
        <p:spPr>
          <a:xfrm>
            <a:off x="3379302" y="71090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7" name="Shape 4465"/>
          <p:cNvSpPr/>
          <p:nvPr/>
        </p:nvSpPr>
        <p:spPr>
          <a:xfrm>
            <a:off x="3423072" y="67788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8" name="Shape 4466"/>
          <p:cNvSpPr/>
          <p:nvPr/>
        </p:nvSpPr>
        <p:spPr>
          <a:xfrm>
            <a:off x="3194897" y="71293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9" name="Shape 4467"/>
          <p:cNvSpPr/>
          <p:nvPr/>
        </p:nvSpPr>
        <p:spPr>
          <a:xfrm>
            <a:off x="3211226" y="70044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0" name="Shape 4468"/>
          <p:cNvSpPr/>
          <p:nvPr/>
        </p:nvSpPr>
        <p:spPr>
          <a:xfrm>
            <a:off x="3157899" y="70767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1" name="Shape 4469"/>
          <p:cNvSpPr/>
          <p:nvPr/>
        </p:nvSpPr>
        <p:spPr>
          <a:xfrm>
            <a:off x="3092488" y="76553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2" name="Shape 4470"/>
          <p:cNvSpPr/>
          <p:nvPr/>
        </p:nvSpPr>
        <p:spPr>
          <a:xfrm>
            <a:off x="3178387" y="70141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3" name="Shape 4471"/>
          <p:cNvSpPr/>
          <p:nvPr/>
        </p:nvSpPr>
        <p:spPr>
          <a:xfrm>
            <a:off x="3255923" y="75787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4" name="Shape 4472"/>
          <p:cNvSpPr/>
          <p:nvPr/>
        </p:nvSpPr>
        <p:spPr>
          <a:xfrm>
            <a:off x="3252080" y="7015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5" name="Shape 4473"/>
          <p:cNvSpPr/>
          <p:nvPr/>
        </p:nvSpPr>
        <p:spPr>
          <a:xfrm>
            <a:off x="3299189" y="72034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6" name="Shape 4474"/>
          <p:cNvSpPr/>
          <p:nvPr/>
        </p:nvSpPr>
        <p:spPr>
          <a:xfrm>
            <a:off x="3072849" y="7349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7" name="Shape 4475"/>
          <p:cNvSpPr/>
          <p:nvPr/>
        </p:nvSpPr>
        <p:spPr>
          <a:xfrm>
            <a:off x="3260558" y="76193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8" name="Shape 4476"/>
          <p:cNvSpPr/>
          <p:nvPr/>
        </p:nvSpPr>
        <p:spPr>
          <a:xfrm>
            <a:off x="3341056" y="70494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9" name="Shape 4477"/>
          <p:cNvSpPr/>
          <p:nvPr/>
        </p:nvSpPr>
        <p:spPr>
          <a:xfrm>
            <a:off x="3053443" y="74420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0" name="Shape 4478"/>
          <p:cNvSpPr/>
          <p:nvPr/>
        </p:nvSpPr>
        <p:spPr>
          <a:xfrm>
            <a:off x="3355233" y="7018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1" name="Shape 4479"/>
          <p:cNvSpPr/>
          <p:nvPr/>
        </p:nvSpPr>
        <p:spPr>
          <a:xfrm>
            <a:off x="3397012" y="72600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2" name="Shape 4480"/>
          <p:cNvSpPr/>
          <p:nvPr/>
        </p:nvSpPr>
        <p:spPr>
          <a:xfrm>
            <a:off x="3229782" y="72529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3" name="Shape 4481"/>
          <p:cNvSpPr/>
          <p:nvPr/>
        </p:nvSpPr>
        <p:spPr>
          <a:xfrm>
            <a:off x="3083131" y="71732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4" name="Shape 4482"/>
          <p:cNvSpPr/>
          <p:nvPr/>
        </p:nvSpPr>
        <p:spPr>
          <a:xfrm>
            <a:off x="3414657" y="7185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5" name="Shape 4483"/>
          <p:cNvSpPr/>
          <p:nvPr/>
        </p:nvSpPr>
        <p:spPr>
          <a:xfrm>
            <a:off x="3322049" y="7468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6" name="Shape 4484"/>
          <p:cNvSpPr/>
          <p:nvPr/>
        </p:nvSpPr>
        <p:spPr>
          <a:xfrm>
            <a:off x="3280184" y="71041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7" name="Shape 4485"/>
          <p:cNvSpPr/>
          <p:nvPr/>
        </p:nvSpPr>
        <p:spPr>
          <a:xfrm>
            <a:off x="3331555" y="7491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8" name="Shape 4486"/>
          <p:cNvSpPr/>
          <p:nvPr/>
        </p:nvSpPr>
        <p:spPr>
          <a:xfrm>
            <a:off x="3230690" y="7261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9" name="Shape 4487"/>
          <p:cNvSpPr/>
          <p:nvPr/>
        </p:nvSpPr>
        <p:spPr>
          <a:xfrm>
            <a:off x="3294066" y="75048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0" name="Shape 4488"/>
          <p:cNvSpPr/>
          <p:nvPr/>
        </p:nvSpPr>
        <p:spPr>
          <a:xfrm>
            <a:off x="3085016" y="6973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1" name="Shape 4489"/>
          <p:cNvSpPr/>
          <p:nvPr/>
        </p:nvSpPr>
        <p:spPr>
          <a:xfrm>
            <a:off x="3158194" y="75370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2" name="Shape 4490"/>
          <p:cNvSpPr/>
          <p:nvPr/>
        </p:nvSpPr>
        <p:spPr>
          <a:xfrm>
            <a:off x="3030399" y="5626100"/>
            <a:ext cx="76200" cy="63500"/>
          </a:xfrm>
          <a:prstGeom prst="triangle">
            <a:avLst/>
          </a:prstGeom>
          <a:solidFill>
            <a:srgbClr val="5879BD">
              <a:alpha val="82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3" name="Shape 4491"/>
          <p:cNvSpPr/>
          <p:nvPr/>
        </p:nvSpPr>
        <p:spPr>
          <a:xfrm>
            <a:off x="3329239" y="75967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4" name="Shape 4492"/>
          <p:cNvSpPr/>
          <p:nvPr/>
        </p:nvSpPr>
        <p:spPr>
          <a:xfrm>
            <a:off x="3402481" y="74107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5" name="Shape 4493"/>
          <p:cNvSpPr/>
          <p:nvPr/>
        </p:nvSpPr>
        <p:spPr>
          <a:xfrm>
            <a:off x="3386689" y="69851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6" name="Shape 4494"/>
          <p:cNvSpPr/>
          <p:nvPr/>
        </p:nvSpPr>
        <p:spPr>
          <a:xfrm>
            <a:off x="3096259" y="68591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7" name="Shape 4495"/>
          <p:cNvSpPr/>
          <p:nvPr/>
        </p:nvSpPr>
        <p:spPr>
          <a:xfrm>
            <a:off x="3162410" y="68412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8" name="Shape 4496"/>
          <p:cNvSpPr/>
          <p:nvPr/>
        </p:nvSpPr>
        <p:spPr>
          <a:xfrm>
            <a:off x="3153959" y="68776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9" name="Shape 4497"/>
          <p:cNvSpPr/>
          <p:nvPr/>
        </p:nvSpPr>
        <p:spPr>
          <a:xfrm>
            <a:off x="3148067" y="68151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0" name="Shape 4498"/>
          <p:cNvSpPr/>
          <p:nvPr/>
        </p:nvSpPr>
        <p:spPr>
          <a:xfrm>
            <a:off x="3349589" y="70269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1" name="Shape 4499"/>
          <p:cNvSpPr/>
          <p:nvPr/>
        </p:nvSpPr>
        <p:spPr>
          <a:xfrm>
            <a:off x="3336510" y="67272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2" name="Shape 4500"/>
          <p:cNvSpPr/>
          <p:nvPr/>
        </p:nvSpPr>
        <p:spPr>
          <a:xfrm>
            <a:off x="3416560" y="7088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3" name="Shape 4501"/>
          <p:cNvSpPr/>
          <p:nvPr/>
        </p:nvSpPr>
        <p:spPr>
          <a:xfrm>
            <a:off x="3274286" y="67421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4" name="Shape 4502"/>
          <p:cNvSpPr/>
          <p:nvPr/>
        </p:nvSpPr>
        <p:spPr>
          <a:xfrm>
            <a:off x="3435373" y="67449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5" name="Shape 4503"/>
          <p:cNvSpPr/>
          <p:nvPr/>
        </p:nvSpPr>
        <p:spPr>
          <a:xfrm>
            <a:off x="3187643" y="6824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6" name="Shape 4504"/>
          <p:cNvSpPr/>
          <p:nvPr/>
        </p:nvSpPr>
        <p:spPr>
          <a:xfrm>
            <a:off x="3212713" y="65936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7" name="Shape 4505"/>
          <p:cNvSpPr/>
          <p:nvPr/>
        </p:nvSpPr>
        <p:spPr>
          <a:xfrm>
            <a:off x="3221092" y="69731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8" name="Shape 4506"/>
          <p:cNvSpPr/>
          <p:nvPr/>
        </p:nvSpPr>
        <p:spPr>
          <a:xfrm>
            <a:off x="3225134" y="6574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9" name="Shape 4507"/>
          <p:cNvSpPr/>
          <p:nvPr/>
        </p:nvSpPr>
        <p:spPr>
          <a:xfrm>
            <a:off x="3173400" y="6715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0" name="Shape 4508"/>
          <p:cNvSpPr/>
          <p:nvPr/>
        </p:nvSpPr>
        <p:spPr>
          <a:xfrm>
            <a:off x="3115396" y="67926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1" name="Shape 4509"/>
          <p:cNvSpPr/>
          <p:nvPr/>
        </p:nvSpPr>
        <p:spPr>
          <a:xfrm>
            <a:off x="3205474" y="6709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2" name="Shape 4510"/>
          <p:cNvSpPr/>
          <p:nvPr/>
        </p:nvSpPr>
        <p:spPr>
          <a:xfrm>
            <a:off x="3353386" y="66700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3" name="Shape 4511"/>
          <p:cNvSpPr/>
          <p:nvPr/>
        </p:nvSpPr>
        <p:spPr>
          <a:xfrm>
            <a:off x="3133399" y="69716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4" name="Shape 4512"/>
          <p:cNvSpPr/>
          <p:nvPr/>
        </p:nvSpPr>
        <p:spPr>
          <a:xfrm>
            <a:off x="3351261" y="68013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5" name="Shape 4513"/>
          <p:cNvSpPr/>
          <p:nvPr/>
        </p:nvSpPr>
        <p:spPr>
          <a:xfrm>
            <a:off x="3235600" y="7237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6" name="Shape 4514"/>
          <p:cNvSpPr/>
          <p:nvPr/>
        </p:nvSpPr>
        <p:spPr>
          <a:xfrm>
            <a:off x="3265113" y="67342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7" name="Shape 4515"/>
          <p:cNvSpPr/>
          <p:nvPr/>
        </p:nvSpPr>
        <p:spPr>
          <a:xfrm>
            <a:off x="3457353" y="73336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8" name="Shape 4516"/>
          <p:cNvSpPr/>
          <p:nvPr/>
        </p:nvSpPr>
        <p:spPr>
          <a:xfrm>
            <a:off x="3313645" y="7724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9" name="Shape 4517"/>
          <p:cNvSpPr/>
          <p:nvPr/>
        </p:nvSpPr>
        <p:spPr>
          <a:xfrm>
            <a:off x="3293694" y="72777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0" name="Shape 4518"/>
          <p:cNvSpPr/>
          <p:nvPr/>
        </p:nvSpPr>
        <p:spPr>
          <a:xfrm>
            <a:off x="3381145" y="74310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1" name="Shape 4519"/>
          <p:cNvSpPr/>
          <p:nvPr/>
        </p:nvSpPr>
        <p:spPr>
          <a:xfrm>
            <a:off x="3200175" y="75058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2" name="Shape 4520"/>
          <p:cNvSpPr/>
          <p:nvPr/>
        </p:nvSpPr>
        <p:spPr>
          <a:xfrm>
            <a:off x="3276536" y="71255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3" name="Shape 4521"/>
          <p:cNvSpPr/>
          <p:nvPr/>
        </p:nvSpPr>
        <p:spPr>
          <a:xfrm>
            <a:off x="3066577" y="72842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4" name="Shape 4522"/>
          <p:cNvSpPr/>
          <p:nvPr/>
        </p:nvSpPr>
        <p:spPr>
          <a:xfrm>
            <a:off x="3288815" y="73044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5" name="Shape 4523"/>
          <p:cNvSpPr/>
          <p:nvPr/>
        </p:nvSpPr>
        <p:spPr>
          <a:xfrm>
            <a:off x="3386142" y="78485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6" name="Shape 4524"/>
          <p:cNvSpPr/>
          <p:nvPr/>
        </p:nvSpPr>
        <p:spPr>
          <a:xfrm>
            <a:off x="3333461" y="69565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7" name="Shape 4525"/>
          <p:cNvSpPr/>
          <p:nvPr/>
        </p:nvSpPr>
        <p:spPr>
          <a:xfrm>
            <a:off x="3346875" y="7187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8" name="Shape 4526"/>
          <p:cNvSpPr/>
          <p:nvPr/>
        </p:nvSpPr>
        <p:spPr>
          <a:xfrm>
            <a:off x="3339187" y="78607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9" name="Shape 4527"/>
          <p:cNvSpPr/>
          <p:nvPr/>
        </p:nvSpPr>
        <p:spPr>
          <a:xfrm>
            <a:off x="3051084" y="7185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0" name="Shape 4528"/>
          <p:cNvSpPr/>
          <p:nvPr/>
        </p:nvSpPr>
        <p:spPr>
          <a:xfrm>
            <a:off x="3154040" y="70026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1" name="Shape 4529"/>
          <p:cNvSpPr/>
          <p:nvPr/>
        </p:nvSpPr>
        <p:spPr>
          <a:xfrm>
            <a:off x="3426626" y="73050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2" name="Shape 4530"/>
          <p:cNvSpPr/>
          <p:nvPr/>
        </p:nvSpPr>
        <p:spPr>
          <a:xfrm>
            <a:off x="3271956" y="72563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3" name="Shape 4531"/>
          <p:cNvSpPr/>
          <p:nvPr/>
        </p:nvSpPr>
        <p:spPr>
          <a:xfrm>
            <a:off x="3378522" y="71490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4" name="Shape 4532"/>
          <p:cNvSpPr/>
          <p:nvPr/>
        </p:nvSpPr>
        <p:spPr>
          <a:xfrm>
            <a:off x="3154475" y="69559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5" name="Shape 4533"/>
          <p:cNvSpPr/>
          <p:nvPr/>
        </p:nvSpPr>
        <p:spPr>
          <a:xfrm>
            <a:off x="3394440" y="71483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6" name="Shape 4534"/>
          <p:cNvSpPr/>
          <p:nvPr/>
        </p:nvSpPr>
        <p:spPr>
          <a:xfrm>
            <a:off x="3355023" y="72484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7" name="Shape 4535"/>
          <p:cNvSpPr/>
          <p:nvPr/>
        </p:nvSpPr>
        <p:spPr>
          <a:xfrm>
            <a:off x="3419933" y="72409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8" name="Shape 4536"/>
          <p:cNvSpPr/>
          <p:nvPr/>
        </p:nvSpPr>
        <p:spPr>
          <a:xfrm>
            <a:off x="3091111" y="72192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9" name="Shape 4537"/>
          <p:cNvSpPr/>
          <p:nvPr/>
        </p:nvSpPr>
        <p:spPr>
          <a:xfrm>
            <a:off x="3457431" y="7349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0" name="Shape 4538"/>
          <p:cNvSpPr/>
          <p:nvPr/>
        </p:nvSpPr>
        <p:spPr>
          <a:xfrm>
            <a:off x="3293349" y="72491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1" name="Shape 4539"/>
          <p:cNvSpPr/>
          <p:nvPr/>
        </p:nvSpPr>
        <p:spPr>
          <a:xfrm>
            <a:off x="3436988" y="6982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2" name="Shape 4540"/>
          <p:cNvSpPr/>
          <p:nvPr/>
        </p:nvSpPr>
        <p:spPr>
          <a:xfrm>
            <a:off x="3382861" y="72475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3" name="Shape 4541"/>
          <p:cNvSpPr/>
          <p:nvPr/>
        </p:nvSpPr>
        <p:spPr>
          <a:xfrm>
            <a:off x="3069530" y="75936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4" name="Shape 4542"/>
          <p:cNvSpPr/>
          <p:nvPr/>
        </p:nvSpPr>
        <p:spPr>
          <a:xfrm>
            <a:off x="3282461" y="76312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5" name="Shape 4543"/>
          <p:cNvSpPr/>
          <p:nvPr/>
        </p:nvSpPr>
        <p:spPr>
          <a:xfrm>
            <a:off x="3114639" y="73129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6" name="Shape 4544"/>
          <p:cNvSpPr/>
          <p:nvPr/>
        </p:nvSpPr>
        <p:spPr>
          <a:xfrm>
            <a:off x="3149852" y="75112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7" name="Shape 4545"/>
          <p:cNvSpPr/>
          <p:nvPr/>
        </p:nvSpPr>
        <p:spPr>
          <a:xfrm>
            <a:off x="3427765" y="76537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8" name="Shape 4546"/>
          <p:cNvSpPr/>
          <p:nvPr/>
        </p:nvSpPr>
        <p:spPr>
          <a:xfrm>
            <a:off x="3072917" y="75223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9" name="Shape 4547"/>
          <p:cNvSpPr/>
          <p:nvPr/>
        </p:nvSpPr>
        <p:spPr>
          <a:xfrm>
            <a:off x="3445582" y="70154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0" name="Shape 4548"/>
          <p:cNvSpPr/>
          <p:nvPr/>
        </p:nvSpPr>
        <p:spPr>
          <a:xfrm>
            <a:off x="3089538" y="69080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1" name="Shape 4549"/>
          <p:cNvSpPr/>
          <p:nvPr/>
        </p:nvSpPr>
        <p:spPr>
          <a:xfrm>
            <a:off x="3217431" y="68906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2" name="Shape 4550"/>
          <p:cNvSpPr/>
          <p:nvPr/>
        </p:nvSpPr>
        <p:spPr>
          <a:xfrm>
            <a:off x="3325372" y="72170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3" name="Shape 4551"/>
          <p:cNvSpPr/>
          <p:nvPr/>
        </p:nvSpPr>
        <p:spPr>
          <a:xfrm>
            <a:off x="3332626" y="68635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4" name="Shape 4552"/>
          <p:cNvSpPr/>
          <p:nvPr/>
        </p:nvSpPr>
        <p:spPr>
          <a:xfrm>
            <a:off x="3039104" y="77013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5" name="Shape 4553"/>
          <p:cNvSpPr/>
          <p:nvPr/>
        </p:nvSpPr>
        <p:spPr>
          <a:xfrm>
            <a:off x="3203076" y="71801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6" name="Shape 4554"/>
          <p:cNvSpPr/>
          <p:nvPr/>
        </p:nvSpPr>
        <p:spPr>
          <a:xfrm>
            <a:off x="3367112" y="7128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7" name="Shape 4555"/>
          <p:cNvSpPr/>
          <p:nvPr/>
        </p:nvSpPr>
        <p:spPr>
          <a:xfrm>
            <a:off x="3044156" y="71620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8" name="Shape 4556"/>
          <p:cNvSpPr/>
          <p:nvPr/>
        </p:nvSpPr>
        <p:spPr>
          <a:xfrm>
            <a:off x="3411360" y="77458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9" name="Shape 4557"/>
          <p:cNvSpPr/>
          <p:nvPr/>
        </p:nvSpPr>
        <p:spPr>
          <a:xfrm>
            <a:off x="3325584" y="76994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0" name="Shape 4558"/>
          <p:cNvSpPr/>
          <p:nvPr/>
        </p:nvSpPr>
        <p:spPr>
          <a:xfrm>
            <a:off x="3119595" y="76934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1" name="Shape 4559"/>
          <p:cNvSpPr/>
          <p:nvPr/>
        </p:nvSpPr>
        <p:spPr>
          <a:xfrm>
            <a:off x="3219032" y="77170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2" name="Shape 4560"/>
          <p:cNvSpPr/>
          <p:nvPr/>
        </p:nvSpPr>
        <p:spPr>
          <a:xfrm>
            <a:off x="3138593" y="6892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3" name="Shape 4561"/>
          <p:cNvSpPr/>
          <p:nvPr/>
        </p:nvSpPr>
        <p:spPr>
          <a:xfrm>
            <a:off x="3352637" y="70079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4" name="Shape 4562"/>
          <p:cNvSpPr/>
          <p:nvPr/>
        </p:nvSpPr>
        <p:spPr>
          <a:xfrm>
            <a:off x="3331580" y="78802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5" name="Shape 4563"/>
          <p:cNvSpPr/>
          <p:nvPr/>
        </p:nvSpPr>
        <p:spPr>
          <a:xfrm>
            <a:off x="3092552" y="78436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6" name="Shape 4564"/>
          <p:cNvSpPr/>
          <p:nvPr/>
        </p:nvSpPr>
        <p:spPr>
          <a:xfrm>
            <a:off x="3117553" y="6921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7" name="Shape 4565"/>
          <p:cNvSpPr/>
          <p:nvPr/>
        </p:nvSpPr>
        <p:spPr>
          <a:xfrm>
            <a:off x="3238840" y="75700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8" name="Shape 4566"/>
          <p:cNvSpPr/>
          <p:nvPr/>
        </p:nvSpPr>
        <p:spPr>
          <a:xfrm>
            <a:off x="3237058" y="72351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9" name="Shape 4567"/>
          <p:cNvSpPr/>
          <p:nvPr/>
        </p:nvSpPr>
        <p:spPr>
          <a:xfrm>
            <a:off x="3262573" y="68530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0" name="Shape 4568"/>
          <p:cNvSpPr/>
          <p:nvPr/>
        </p:nvSpPr>
        <p:spPr>
          <a:xfrm>
            <a:off x="3064578" y="73438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1" name="Shape 4569"/>
          <p:cNvSpPr/>
          <p:nvPr/>
        </p:nvSpPr>
        <p:spPr>
          <a:xfrm>
            <a:off x="3036747" y="68453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2" name="Shape 4570"/>
          <p:cNvSpPr/>
          <p:nvPr/>
        </p:nvSpPr>
        <p:spPr>
          <a:xfrm>
            <a:off x="3152723" y="73259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3" name="Shape 4571"/>
          <p:cNvSpPr/>
          <p:nvPr/>
        </p:nvSpPr>
        <p:spPr>
          <a:xfrm>
            <a:off x="3195774" y="68811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4" name="Shape 4572"/>
          <p:cNvSpPr/>
          <p:nvPr/>
        </p:nvSpPr>
        <p:spPr>
          <a:xfrm>
            <a:off x="3244789" y="71696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5" name="Shape 4573"/>
          <p:cNvSpPr/>
          <p:nvPr/>
        </p:nvSpPr>
        <p:spPr>
          <a:xfrm>
            <a:off x="3356137" y="68354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6" name="Shape 4574"/>
          <p:cNvSpPr/>
          <p:nvPr/>
        </p:nvSpPr>
        <p:spPr>
          <a:xfrm>
            <a:off x="3263900" y="6730348"/>
            <a:ext cx="0" cy="981171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4577" name="Shape 4575"/>
          <p:cNvSpPr/>
          <p:nvPr/>
        </p:nvSpPr>
        <p:spPr>
          <a:xfrm>
            <a:off x="3149600" y="7711520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4578" name="Shape 4576"/>
          <p:cNvSpPr/>
          <p:nvPr/>
        </p:nvSpPr>
        <p:spPr>
          <a:xfrm>
            <a:off x="3149600" y="6730348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4579" name="Shape 4577"/>
          <p:cNvSpPr/>
          <p:nvPr/>
        </p:nvSpPr>
        <p:spPr>
          <a:xfrm>
            <a:off x="3098800" y="6993930"/>
            <a:ext cx="330200" cy="484606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4580" name="Shape 4578"/>
          <p:cNvSpPr/>
          <p:nvPr/>
        </p:nvSpPr>
        <p:spPr>
          <a:xfrm>
            <a:off x="3098800" y="7258785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4581" name="Shape 4579"/>
          <p:cNvSpPr/>
          <p:nvPr/>
        </p:nvSpPr>
        <p:spPr>
          <a:xfrm>
            <a:off x="2933700" y="82296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4582" name="Text 4580"/>
          <p:cNvSpPr/>
          <p:nvPr/>
        </p:nvSpPr>
        <p:spPr>
          <a:xfrm>
            <a:off x="1854200" y="83375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PocketXMol-official</a:t>
            </a:r>
          </a:p>
        </p:txBody>
      </p:sp>
      <p:sp>
        <p:nvSpPr>
          <p:cNvPr id="4583" name="Shape 4581"/>
          <p:cNvSpPr/>
          <p:nvPr/>
        </p:nvSpPr>
        <p:spPr>
          <a:xfrm>
            <a:off x="5014992" y="76253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4" name="Shape 4582"/>
          <p:cNvSpPr/>
          <p:nvPr/>
        </p:nvSpPr>
        <p:spPr>
          <a:xfrm>
            <a:off x="4972044" y="76906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5" name="Shape 4583"/>
          <p:cNvSpPr/>
          <p:nvPr/>
        </p:nvSpPr>
        <p:spPr>
          <a:xfrm>
            <a:off x="4724058" y="76333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6" name="Shape 4584"/>
          <p:cNvSpPr/>
          <p:nvPr/>
        </p:nvSpPr>
        <p:spPr>
          <a:xfrm>
            <a:off x="4941974" y="75867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7" name="Shape 4585"/>
          <p:cNvSpPr/>
          <p:nvPr/>
        </p:nvSpPr>
        <p:spPr>
          <a:xfrm>
            <a:off x="4606840" y="76142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8" name="Shape 4586"/>
          <p:cNvSpPr/>
          <p:nvPr/>
        </p:nvSpPr>
        <p:spPr>
          <a:xfrm>
            <a:off x="4805656" y="76307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9" name="Shape 4587"/>
          <p:cNvSpPr/>
          <p:nvPr/>
        </p:nvSpPr>
        <p:spPr>
          <a:xfrm>
            <a:off x="4775548" y="76258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0" name="Shape 4588"/>
          <p:cNvSpPr/>
          <p:nvPr/>
        </p:nvSpPr>
        <p:spPr>
          <a:xfrm>
            <a:off x="4830525" y="76184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1" name="Shape 4589"/>
          <p:cNvSpPr/>
          <p:nvPr/>
        </p:nvSpPr>
        <p:spPr>
          <a:xfrm>
            <a:off x="4809688" y="7618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2" name="Shape 4590"/>
          <p:cNvSpPr/>
          <p:nvPr/>
        </p:nvSpPr>
        <p:spPr>
          <a:xfrm>
            <a:off x="5019566" y="7626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3" name="Shape 4591"/>
          <p:cNvSpPr/>
          <p:nvPr/>
        </p:nvSpPr>
        <p:spPr>
          <a:xfrm>
            <a:off x="4820670" y="76609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4" name="Shape 4592"/>
          <p:cNvSpPr/>
          <p:nvPr/>
        </p:nvSpPr>
        <p:spPr>
          <a:xfrm>
            <a:off x="4965217" y="76215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5" name="Shape 4593"/>
          <p:cNvSpPr/>
          <p:nvPr/>
        </p:nvSpPr>
        <p:spPr>
          <a:xfrm>
            <a:off x="4806613" y="7627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6" name="Shape 4594"/>
          <p:cNvSpPr/>
          <p:nvPr/>
        </p:nvSpPr>
        <p:spPr>
          <a:xfrm>
            <a:off x="5008336" y="76721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7" name="Shape 4595"/>
          <p:cNvSpPr/>
          <p:nvPr/>
        </p:nvSpPr>
        <p:spPr>
          <a:xfrm>
            <a:off x="4646928" y="7668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8" name="Shape 4596"/>
          <p:cNvSpPr/>
          <p:nvPr/>
        </p:nvSpPr>
        <p:spPr>
          <a:xfrm>
            <a:off x="4638581" y="76710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9" name="Shape 4597"/>
          <p:cNvSpPr/>
          <p:nvPr/>
        </p:nvSpPr>
        <p:spPr>
          <a:xfrm>
            <a:off x="4664288" y="75855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0" name="Shape 4598"/>
          <p:cNvSpPr/>
          <p:nvPr/>
        </p:nvSpPr>
        <p:spPr>
          <a:xfrm>
            <a:off x="4754088" y="76860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1" name="Shape 4599"/>
          <p:cNvSpPr/>
          <p:nvPr/>
        </p:nvSpPr>
        <p:spPr>
          <a:xfrm>
            <a:off x="4655661" y="76468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2" name="Shape 4600"/>
          <p:cNvSpPr/>
          <p:nvPr/>
        </p:nvSpPr>
        <p:spPr>
          <a:xfrm>
            <a:off x="4965463" y="76211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3" name="Shape 4601"/>
          <p:cNvSpPr/>
          <p:nvPr/>
        </p:nvSpPr>
        <p:spPr>
          <a:xfrm>
            <a:off x="4978445" y="7629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4" name="Shape 4602"/>
          <p:cNvSpPr/>
          <p:nvPr/>
        </p:nvSpPr>
        <p:spPr>
          <a:xfrm>
            <a:off x="4664352" y="76261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5" name="Shape 4603"/>
          <p:cNvSpPr/>
          <p:nvPr/>
        </p:nvSpPr>
        <p:spPr>
          <a:xfrm>
            <a:off x="4769215" y="76231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6" name="Shape 4604"/>
          <p:cNvSpPr/>
          <p:nvPr/>
        </p:nvSpPr>
        <p:spPr>
          <a:xfrm>
            <a:off x="4638980" y="76386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7" name="Shape 4605"/>
          <p:cNvSpPr/>
          <p:nvPr/>
        </p:nvSpPr>
        <p:spPr>
          <a:xfrm>
            <a:off x="4623775" y="76252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8" name="Shape 4606"/>
          <p:cNvSpPr/>
          <p:nvPr/>
        </p:nvSpPr>
        <p:spPr>
          <a:xfrm>
            <a:off x="4792017" y="76266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9" name="Shape 4607"/>
          <p:cNvSpPr/>
          <p:nvPr/>
        </p:nvSpPr>
        <p:spPr>
          <a:xfrm>
            <a:off x="4671353" y="7606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0" name="Shape 4608"/>
          <p:cNvSpPr/>
          <p:nvPr/>
        </p:nvSpPr>
        <p:spPr>
          <a:xfrm>
            <a:off x="4988552" y="76358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1" name="Shape 4609"/>
          <p:cNvSpPr/>
          <p:nvPr/>
        </p:nvSpPr>
        <p:spPr>
          <a:xfrm>
            <a:off x="4743626" y="76604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2" name="Shape 4610"/>
          <p:cNvSpPr/>
          <p:nvPr/>
        </p:nvSpPr>
        <p:spPr>
          <a:xfrm>
            <a:off x="4708904" y="76066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3" name="Shape 4611"/>
          <p:cNvSpPr/>
          <p:nvPr/>
        </p:nvSpPr>
        <p:spPr>
          <a:xfrm>
            <a:off x="4596844" y="77042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4" name="Shape 4612"/>
          <p:cNvSpPr/>
          <p:nvPr/>
        </p:nvSpPr>
        <p:spPr>
          <a:xfrm>
            <a:off x="5015753" y="76317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5" name="Shape 4613"/>
          <p:cNvSpPr/>
          <p:nvPr/>
        </p:nvSpPr>
        <p:spPr>
          <a:xfrm>
            <a:off x="4776229" y="7631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6" name="Shape 4614"/>
          <p:cNvSpPr/>
          <p:nvPr/>
        </p:nvSpPr>
        <p:spPr>
          <a:xfrm>
            <a:off x="4742887" y="7663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7" name="Shape 4615"/>
          <p:cNvSpPr/>
          <p:nvPr/>
        </p:nvSpPr>
        <p:spPr>
          <a:xfrm>
            <a:off x="4991955" y="76779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8" name="Shape 4616"/>
          <p:cNvSpPr/>
          <p:nvPr/>
        </p:nvSpPr>
        <p:spPr>
          <a:xfrm>
            <a:off x="4942894" y="76694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9" name="Shape 4617"/>
          <p:cNvSpPr/>
          <p:nvPr/>
        </p:nvSpPr>
        <p:spPr>
          <a:xfrm>
            <a:off x="4635830" y="7624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0" name="Shape 4618"/>
          <p:cNvSpPr/>
          <p:nvPr/>
        </p:nvSpPr>
        <p:spPr>
          <a:xfrm>
            <a:off x="4712611" y="76102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1" name="Shape 4619"/>
          <p:cNvSpPr/>
          <p:nvPr/>
        </p:nvSpPr>
        <p:spPr>
          <a:xfrm>
            <a:off x="4756877" y="76463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2" name="Shape 4620"/>
          <p:cNvSpPr/>
          <p:nvPr/>
        </p:nvSpPr>
        <p:spPr>
          <a:xfrm>
            <a:off x="4719929" y="76860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3" name="Shape 4621"/>
          <p:cNvSpPr/>
          <p:nvPr/>
        </p:nvSpPr>
        <p:spPr>
          <a:xfrm>
            <a:off x="4876629" y="76716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4" name="Shape 4622"/>
          <p:cNvSpPr/>
          <p:nvPr/>
        </p:nvSpPr>
        <p:spPr>
          <a:xfrm>
            <a:off x="4755878" y="76158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5" name="Shape 4623"/>
          <p:cNvSpPr/>
          <p:nvPr/>
        </p:nvSpPr>
        <p:spPr>
          <a:xfrm>
            <a:off x="4653511" y="7660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6" name="Shape 4624"/>
          <p:cNvSpPr/>
          <p:nvPr/>
        </p:nvSpPr>
        <p:spPr>
          <a:xfrm>
            <a:off x="4677043" y="7645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7" name="Shape 4625"/>
          <p:cNvSpPr/>
          <p:nvPr/>
        </p:nvSpPr>
        <p:spPr>
          <a:xfrm>
            <a:off x="4596008" y="76880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8" name="Shape 4626"/>
          <p:cNvSpPr/>
          <p:nvPr/>
        </p:nvSpPr>
        <p:spPr>
          <a:xfrm>
            <a:off x="4802029" y="76684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9" name="Shape 4627"/>
          <p:cNvSpPr/>
          <p:nvPr/>
        </p:nvSpPr>
        <p:spPr>
          <a:xfrm>
            <a:off x="4737849" y="76132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0" name="Shape 4628"/>
          <p:cNvSpPr/>
          <p:nvPr/>
        </p:nvSpPr>
        <p:spPr>
          <a:xfrm>
            <a:off x="4592599" y="76121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1" name="Shape 4629"/>
          <p:cNvSpPr/>
          <p:nvPr/>
        </p:nvSpPr>
        <p:spPr>
          <a:xfrm>
            <a:off x="4801215" y="7684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2" name="Shape 4630"/>
          <p:cNvSpPr/>
          <p:nvPr/>
        </p:nvSpPr>
        <p:spPr>
          <a:xfrm>
            <a:off x="4812403" y="76201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3" name="Shape 4631"/>
          <p:cNvSpPr/>
          <p:nvPr/>
        </p:nvSpPr>
        <p:spPr>
          <a:xfrm>
            <a:off x="4720503" y="7614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4" name="Shape 4632"/>
          <p:cNvSpPr/>
          <p:nvPr/>
        </p:nvSpPr>
        <p:spPr>
          <a:xfrm>
            <a:off x="4706333" y="77127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5" name="Shape 4633"/>
          <p:cNvSpPr/>
          <p:nvPr/>
        </p:nvSpPr>
        <p:spPr>
          <a:xfrm>
            <a:off x="4862726" y="7660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6" name="Shape 4634"/>
          <p:cNvSpPr/>
          <p:nvPr/>
        </p:nvSpPr>
        <p:spPr>
          <a:xfrm>
            <a:off x="4622296" y="77034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7" name="Shape 4635"/>
          <p:cNvSpPr/>
          <p:nvPr/>
        </p:nvSpPr>
        <p:spPr>
          <a:xfrm>
            <a:off x="4736601" y="7727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8" name="Shape 4636"/>
          <p:cNvSpPr/>
          <p:nvPr/>
        </p:nvSpPr>
        <p:spPr>
          <a:xfrm>
            <a:off x="4949047" y="7642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9" name="Shape 4637"/>
          <p:cNvSpPr/>
          <p:nvPr/>
        </p:nvSpPr>
        <p:spPr>
          <a:xfrm>
            <a:off x="4834588" y="76482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0" name="Shape 4638"/>
          <p:cNvSpPr/>
          <p:nvPr/>
        </p:nvSpPr>
        <p:spPr>
          <a:xfrm>
            <a:off x="4896784" y="76883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1" name="Shape 4639"/>
          <p:cNvSpPr/>
          <p:nvPr/>
        </p:nvSpPr>
        <p:spPr>
          <a:xfrm>
            <a:off x="4774855" y="76021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2" name="Shape 4640"/>
          <p:cNvSpPr/>
          <p:nvPr/>
        </p:nvSpPr>
        <p:spPr>
          <a:xfrm>
            <a:off x="4974713" y="76816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3" name="Shape 4641"/>
          <p:cNvSpPr/>
          <p:nvPr/>
        </p:nvSpPr>
        <p:spPr>
          <a:xfrm>
            <a:off x="4655633" y="76308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4" name="Shape 4642"/>
          <p:cNvSpPr/>
          <p:nvPr/>
        </p:nvSpPr>
        <p:spPr>
          <a:xfrm>
            <a:off x="4802431" y="76400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5" name="Shape 4643"/>
          <p:cNvSpPr/>
          <p:nvPr/>
        </p:nvSpPr>
        <p:spPr>
          <a:xfrm>
            <a:off x="4869408" y="76284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6" name="Shape 4644"/>
          <p:cNvSpPr/>
          <p:nvPr/>
        </p:nvSpPr>
        <p:spPr>
          <a:xfrm>
            <a:off x="4621942" y="76289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7" name="Shape 4645"/>
          <p:cNvSpPr/>
          <p:nvPr/>
        </p:nvSpPr>
        <p:spPr>
          <a:xfrm>
            <a:off x="4799217" y="76211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8" name="Shape 4646"/>
          <p:cNvSpPr/>
          <p:nvPr/>
        </p:nvSpPr>
        <p:spPr>
          <a:xfrm>
            <a:off x="4727420" y="7706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9" name="Shape 4647"/>
          <p:cNvSpPr/>
          <p:nvPr/>
        </p:nvSpPr>
        <p:spPr>
          <a:xfrm>
            <a:off x="4598991" y="76240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0" name="Shape 4648"/>
          <p:cNvSpPr/>
          <p:nvPr/>
        </p:nvSpPr>
        <p:spPr>
          <a:xfrm>
            <a:off x="4867420" y="7653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1" name="Shape 4649"/>
          <p:cNvSpPr/>
          <p:nvPr/>
        </p:nvSpPr>
        <p:spPr>
          <a:xfrm>
            <a:off x="4876841" y="76530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2" name="Shape 4650"/>
          <p:cNvSpPr/>
          <p:nvPr/>
        </p:nvSpPr>
        <p:spPr>
          <a:xfrm>
            <a:off x="4705331" y="77046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3" name="Shape 4651"/>
          <p:cNvSpPr/>
          <p:nvPr/>
        </p:nvSpPr>
        <p:spPr>
          <a:xfrm>
            <a:off x="4803613" y="76411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4" name="Shape 4652"/>
          <p:cNvSpPr/>
          <p:nvPr/>
        </p:nvSpPr>
        <p:spPr>
          <a:xfrm>
            <a:off x="4966827" y="76083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5" name="Shape 4653"/>
          <p:cNvSpPr/>
          <p:nvPr/>
        </p:nvSpPr>
        <p:spPr>
          <a:xfrm>
            <a:off x="4833358" y="77161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6" name="Shape 4654"/>
          <p:cNvSpPr/>
          <p:nvPr/>
        </p:nvSpPr>
        <p:spPr>
          <a:xfrm>
            <a:off x="4784156" y="76247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7" name="Shape 4655"/>
          <p:cNvSpPr/>
          <p:nvPr/>
        </p:nvSpPr>
        <p:spPr>
          <a:xfrm>
            <a:off x="4646995" y="76212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8" name="Shape 4656"/>
          <p:cNvSpPr/>
          <p:nvPr/>
        </p:nvSpPr>
        <p:spPr>
          <a:xfrm>
            <a:off x="4813804" y="76195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9" name="Shape 4657"/>
          <p:cNvSpPr/>
          <p:nvPr/>
        </p:nvSpPr>
        <p:spPr>
          <a:xfrm>
            <a:off x="4911858" y="76779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0" name="Shape 4658"/>
          <p:cNvSpPr/>
          <p:nvPr/>
        </p:nvSpPr>
        <p:spPr>
          <a:xfrm>
            <a:off x="4759106" y="76354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1" name="Shape 4659"/>
          <p:cNvSpPr/>
          <p:nvPr/>
        </p:nvSpPr>
        <p:spPr>
          <a:xfrm>
            <a:off x="4987936" y="73344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2" name="Shape 4660"/>
          <p:cNvSpPr/>
          <p:nvPr/>
        </p:nvSpPr>
        <p:spPr>
          <a:xfrm>
            <a:off x="4827577" y="76679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3" name="Shape 4661"/>
          <p:cNvSpPr/>
          <p:nvPr/>
        </p:nvSpPr>
        <p:spPr>
          <a:xfrm>
            <a:off x="4619741" y="76910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4" name="Shape 4662"/>
          <p:cNvSpPr/>
          <p:nvPr/>
        </p:nvSpPr>
        <p:spPr>
          <a:xfrm>
            <a:off x="4754168" y="76626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5" name="Shape 4663"/>
          <p:cNvSpPr/>
          <p:nvPr/>
        </p:nvSpPr>
        <p:spPr>
          <a:xfrm>
            <a:off x="4901122" y="76666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6" name="Shape 4664"/>
          <p:cNvSpPr/>
          <p:nvPr/>
        </p:nvSpPr>
        <p:spPr>
          <a:xfrm>
            <a:off x="4982049" y="77964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7" name="Shape 4665"/>
          <p:cNvSpPr/>
          <p:nvPr/>
        </p:nvSpPr>
        <p:spPr>
          <a:xfrm>
            <a:off x="4731153" y="78537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8" name="Shape 4666"/>
          <p:cNvSpPr/>
          <p:nvPr/>
        </p:nvSpPr>
        <p:spPr>
          <a:xfrm>
            <a:off x="4977206" y="76365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9" name="Shape 4667"/>
          <p:cNvSpPr/>
          <p:nvPr/>
        </p:nvSpPr>
        <p:spPr>
          <a:xfrm>
            <a:off x="4734137" y="76914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0" name="Shape 4668"/>
          <p:cNvSpPr/>
          <p:nvPr/>
        </p:nvSpPr>
        <p:spPr>
          <a:xfrm>
            <a:off x="4850585" y="76940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1" name="Shape 4669"/>
          <p:cNvSpPr/>
          <p:nvPr/>
        </p:nvSpPr>
        <p:spPr>
          <a:xfrm>
            <a:off x="5003059" y="7848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2" name="Shape 4670"/>
          <p:cNvSpPr/>
          <p:nvPr/>
        </p:nvSpPr>
        <p:spPr>
          <a:xfrm>
            <a:off x="4611417" y="78188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3" name="Shape 4671"/>
          <p:cNvSpPr/>
          <p:nvPr/>
        </p:nvSpPr>
        <p:spPr>
          <a:xfrm>
            <a:off x="4611611" y="79383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4" name="Shape 4672"/>
          <p:cNvSpPr/>
          <p:nvPr/>
        </p:nvSpPr>
        <p:spPr>
          <a:xfrm>
            <a:off x="4999108" y="76815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5" name="Shape 4673"/>
          <p:cNvSpPr/>
          <p:nvPr/>
        </p:nvSpPr>
        <p:spPr>
          <a:xfrm>
            <a:off x="4700721" y="7835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6" name="Shape 4674"/>
          <p:cNvSpPr/>
          <p:nvPr/>
        </p:nvSpPr>
        <p:spPr>
          <a:xfrm>
            <a:off x="4837371" y="78988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7" name="Shape 4675"/>
          <p:cNvSpPr/>
          <p:nvPr/>
        </p:nvSpPr>
        <p:spPr>
          <a:xfrm>
            <a:off x="4591653" y="78753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8" name="Shape 4676"/>
          <p:cNvSpPr/>
          <p:nvPr/>
        </p:nvSpPr>
        <p:spPr>
          <a:xfrm>
            <a:off x="4826107" y="79874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9" name="Shape 4677"/>
          <p:cNvSpPr/>
          <p:nvPr/>
        </p:nvSpPr>
        <p:spPr>
          <a:xfrm>
            <a:off x="4786000" y="78288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0" name="Shape 4678"/>
          <p:cNvSpPr/>
          <p:nvPr/>
        </p:nvSpPr>
        <p:spPr>
          <a:xfrm>
            <a:off x="4946326" y="75959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1" name="Shape 4679"/>
          <p:cNvSpPr/>
          <p:nvPr/>
        </p:nvSpPr>
        <p:spPr>
          <a:xfrm>
            <a:off x="4926628" y="75312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2" name="Shape 4680"/>
          <p:cNvSpPr/>
          <p:nvPr/>
        </p:nvSpPr>
        <p:spPr>
          <a:xfrm>
            <a:off x="4616589" y="75109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3" name="Shape 4681"/>
          <p:cNvSpPr/>
          <p:nvPr/>
        </p:nvSpPr>
        <p:spPr>
          <a:xfrm>
            <a:off x="4714513" y="7461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4" name="Shape 4682"/>
          <p:cNvSpPr/>
          <p:nvPr/>
        </p:nvSpPr>
        <p:spPr>
          <a:xfrm>
            <a:off x="4779540" y="74787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5" name="Shape 4683"/>
          <p:cNvSpPr/>
          <p:nvPr/>
        </p:nvSpPr>
        <p:spPr>
          <a:xfrm>
            <a:off x="4972430" y="7652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6" name="Shape 4684"/>
          <p:cNvSpPr/>
          <p:nvPr/>
        </p:nvSpPr>
        <p:spPr>
          <a:xfrm>
            <a:off x="4972419" y="6901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7" name="Shape 4685"/>
          <p:cNvSpPr/>
          <p:nvPr/>
        </p:nvSpPr>
        <p:spPr>
          <a:xfrm>
            <a:off x="4625026" y="77115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8" name="Shape 4686"/>
          <p:cNvSpPr/>
          <p:nvPr/>
        </p:nvSpPr>
        <p:spPr>
          <a:xfrm>
            <a:off x="4784170" y="6911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9" name="Shape 4687"/>
          <p:cNvSpPr/>
          <p:nvPr/>
        </p:nvSpPr>
        <p:spPr>
          <a:xfrm>
            <a:off x="4853872" y="74218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0" name="Shape 4688"/>
          <p:cNvSpPr/>
          <p:nvPr/>
        </p:nvSpPr>
        <p:spPr>
          <a:xfrm>
            <a:off x="4900328" y="7412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1" name="Shape 4689"/>
          <p:cNvSpPr/>
          <p:nvPr/>
        </p:nvSpPr>
        <p:spPr>
          <a:xfrm>
            <a:off x="4806567" y="74536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2" name="Shape 4690"/>
          <p:cNvSpPr/>
          <p:nvPr/>
        </p:nvSpPr>
        <p:spPr>
          <a:xfrm>
            <a:off x="4734424" y="73600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3" name="Shape 4691"/>
          <p:cNvSpPr/>
          <p:nvPr/>
        </p:nvSpPr>
        <p:spPr>
          <a:xfrm>
            <a:off x="5002694" y="7746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4" name="Shape 4692"/>
          <p:cNvSpPr/>
          <p:nvPr/>
        </p:nvSpPr>
        <p:spPr>
          <a:xfrm>
            <a:off x="4895598" y="69216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5" name="Shape 4693"/>
          <p:cNvSpPr/>
          <p:nvPr/>
        </p:nvSpPr>
        <p:spPr>
          <a:xfrm>
            <a:off x="4905828" y="74323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6" name="Shape 4694"/>
          <p:cNvSpPr/>
          <p:nvPr/>
        </p:nvSpPr>
        <p:spPr>
          <a:xfrm>
            <a:off x="4922251" y="7669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7" name="Shape 4695"/>
          <p:cNvSpPr/>
          <p:nvPr/>
        </p:nvSpPr>
        <p:spPr>
          <a:xfrm>
            <a:off x="4610032" y="73001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8" name="Shape 4696"/>
          <p:cNvSpPr/>
          <p:nvPr/>
        </p:nvSpPr>
        <p:spPr>
          <a:xfrm>
            <a:off x="4921164" y="69108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9" name="Shape 4697"/>
          <p:cNvSpPr/>
          <p:nvPr/>
        </p:nvSpPr>
        <p:spPr>
          <a:xfrm>
            <a:off x="4876246" y="76929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0" name="Shape 4698"/>
          <p:cNvSpPr/>
          <p:nvPr/>
        </p:nvSpPr>
        <p:spPr>
          <a:xfrm>
            <a:off x="4828545" y="77095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1" name="Shape 4699"/>
          <p:cNvSpPr/>
          <p:nvPr/>
        </p:nvSpPr>
        <p:spPr>
          <a:xfrm>
            <a:off x="5013600" y="70276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2" name="Shape 4700"/>
          <p:cNvSpPr/>
          <p:nvPr/>
        </p:nvSpPr>
        <p:spPr>
          <a:xfrm>
            <a:off x="4614177" y="69379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3" name="Shape 4701"/>
          <p:cNvSpPr/>
          <p:nvPr/>
        </p:nvSpPr>
        <p:spPr>
          <a:xfrm>
            <a:off x="5013961" y="74372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4" name="Shape 4702"/>
          <p:cNvSpPr/>
          <p:nvPr/>
        </p:nvSpPr>
        <p:spPr>
          <a:xfrm>
            <a:off x="4757066" y="7502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5" name="Shape 4703"/>
          <p:cNvSpPr/>
          <p:nvPr/>
        </p:nvSpPr>
        <p:spPr>
          <a:xfrm>
            <a:off x="4754570" y="7343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6" name="Shape 4704"/>
          <p:cNvSpPr/>
          <p:nvPr/>
        </p:nvSpPr>
        <p:spPr>
          <a:xfrm>
            <a:off x="4870266" y="7359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7" name="Shape 4705"/>
          <p:cNvSpPr/>
          <p:nvPr/>
        </p:nvSpPr>
        <p:spPr>
          <a:xfrm>
            <a:off x="4804329" y="73742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8" name="Shape 4706"/>
          <p:cNvSpPr/>
          <p:nvPr/>
        </p:nvSpPr>
        <p:spPr>
          <a:xfrm>
            <a:off x="4932066" y="7292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9" name="Shape 4707"/>
          <p:cNvSpPr/>
          <p:nvPr/>
        </p:nvSpPr>
        <p:spPr>
          <a:xfrm>
            <a:off x="4963214" y="78779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0" name="Shape 4708"/>
          <p:cNvSpPr/>
          <p:nvPr/>
        </p:nvSpPr>
        <p:spPr>
          <a:xfrm>
            <a:off x="4728934" y="80297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1" name="Shape 4709"/>
          <p:cNvSpPr/>
          <p:nvPr/>
        </p:nvSpPr>
        <p:spPr>
          <a:xfrm>
            <a:off x="4674294" y="7675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2" name="Shape 4710"/>
          <p:cNvSpPr/>
          <p:nvPr/>
        </p:nvSpPr>
        <p:spPr>
          <a:xfrm>
            <a:off x="4778498" y="77459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3" name="Shape 4711"/>
          <p:cNvSpPr/>
          <p:nvPr/>
        </p:nvSpPr>
        <p:spPr>
          <a:xfrm>
            <a:off x="4800373" y="76980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4" name="Shape 4712"/>
          <p:cNvSpPr/>
          <p:nvPr/>
        </p:nvSpPr>
        <p:spPr>
          <a:xfrm>
            <a:off x="4882518" y="7490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5" name="Shape 4713"/>
          <p:cNvSpPr/>
          <p:nvPr/>
        </p:nvSpPr>
        <p:spPr>
          <a:xfrm>
            <a:off x="4604268" y="69027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6" name="Shape 4714"/>
          <p:cNvSpPr/>
          <p:nvPr/>
        </p:nvSpPr>
        <p:spPr>
          <a:xfrm>
            <a:off x="4906210" y="7525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7" name="Shape 4715"/>
          <p:cNvSpPr/>
          <p:nvPr/>
        </p:nvSpPr>
        <p:spPr>
          <a:xfrm>
            <a:off x="4902530" y="7317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8" name="Shape 4716"/>
          <p:cNvSpPr/>
          <p:nvPr/>
        </p:nvSpPr>
        <p:spPr>
          <a:xfrm>
            <a:off x="4850267" y="74176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9" name="Shape 4717"/>
          <p:cNvSpPr/>
          <p:nvPr/>
        </p:nvSpPr>
        <p:spPr>
          <a:xfrm>
            <a:off x="4994649" y="75527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0" name="Shape 4718"/>
          <p:cNvSpPr/>
          <p:nvPr/>
        </p:nvSpPr>
        <p:spPr>
          <a:xfrm>
            <a:off x="4655542" y="75947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1" name="Shape 4719"/>
          <p:cNvSpPr/>
          <p:nvPr/>
        </p:nvSpPr>
        <p:spPr>
          <a:xfrm>
            <a:off x="4803206" y="72972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2" name="Shape 4720"/>
          <p:cNvSpPr/>
          <p:nvPr/>
        </p:nvSpPr>
        <p:spPr>
          <a:xfrm>
            <a:off x="4621075" y="76574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3" name="Shape 4721"/>
          <p:cNvSpPr/>
          <p:nvPr/>
        </p:nvSpPr>
        <p:spPr>
          <a:xfrm>
            <a:off x="4907792" y="76936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4" name="Shape 4722"/>
          <p:cNvSpPr/>
          <p:nvPr/>
        </p:nvSpPr>
        <p:spPr>
          <a:xfrm>
            <a:off x="4966012" y="7644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5" name="Shape 4723"/>
          <p:cNvSpPr/>
          <p:nvPr/>
        </p:nvSpPr>
        <p:spPr>
          <a:xfrm>
            <a:off x="4737339" y="7744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6" name="Shape 4724"/>
          <p:cNvSpPr/>
          <p:nvPr/>
        </p:nvSpPr>
        <p:spPr>
          <a:xfrm>
            <a:off x="4708549" y="7676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7" name="Shape 4725"/>
          <p:cNvSpPr/>
          <p:nvPr/>
        </p:nvSpPr>
        <p:spPr>
          <a:xfrm>
            <a:off x="4723819" y="76602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8" name="Shape 4726"/>
          <p:cNvSpPr/>
          <p:nvPr/>
        </p:nvSpPr>
        <p:spPr>
          <a:xfrm>
            <a:off x="4744005" y="72853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9" name="Shape 4727"/>
          <p:cNvSpPr/>
          <p:nvPr/>
        </p:nvSpPr>
        <p:spPr>
          <a:xfrm>
            <a:off x="4777668" y="77513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0" name="Shape 4728"/>
          <p:cNvSpPr/>
          <p:nvPr/>
        </p:nvSpPr>
        <p:spPr>
          <a:xfrm>
            <a:off x="4658412" y="76801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1" name="Shape 4729"/>
          <p:cNvSpPr/>
          <p:nvPr/>
        </p:nvSpPr>
        <p:spPr>
          <a:xfrm>
            <a:off x="4755133" y="76528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2" name="Shape 4730"/>
          <p:cNvSpPr/>
          <p:nvPr/>
        </p:nvSpPr>
        <p:spPr>
          <a:xfrm>
            <a:off x="4728749" y="74552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3" name="Shape 4731"/>
          <p:cNvSpPr/>
          <p:nvPr/>
        </p:nvSpPr>
        <p:spPr>
          <a:xfrm>
            <a:off x="4889449" y="74079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4" name="Shape 4732"/>
          <p:cNvSpPr/>
          <p:nvPr/>
        </p:nvSpPr>
        <p:spPr>
          <a:xfrm>
            <a:off x="4671772" y="7201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5" name="Shape 4733"/>
          <p:cNvSpPr/>
          <p:nvPr/>
        </p:nvSpPr>
        <p:spPr>
          <a:xfrm>
            <a:off x="4783739" y="74259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6" name="Shape 4734"/>
          <p:cNvSpPr/>
          <p:nvPr/>
        </p:nvSpPr>
        <p:spPr>
          <a:xfrm>
            <a:off x="4938773" y="73546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7" name="Shape 4735"/>
          <p:cNvSpPr/>
          <p:nvPr/>
        </p:nvSpPr>
        <p:spPr>
          <a:xfrm>
            <a:off x="4869283" y="75073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8" name="Shape 4736"/>
          <p:cNvSpPr/>
          <p:nvPr/>
        </p:nvSpPr>
        <p:spPr>
          <a:xfrm>
            <a:off x="4962184" y="71901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9" name="Shape 4737"/>
          <p:cNvSpPr/>
          <p:nvPr/>
        </p:nvSpPr>
        <p:spPr>
          <a:xfrm>
            <a:off x="4654136" y="76805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0" name="Shape 4738"/>
          <p:cNvSpPr/>
          <p:nvPr/>
        </p:nvSpPr>
        <p:spPr>
          <a:xfrm>
            <a:off x="4783987" y="7633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1" name="Shape 4739"/>
          <p:cNvSpPr/>
          <p:nvPr/>
        </p:nvSpPr>
        <p:spPr>
          <a:xfrm>
            <a:off x="4714134" y="76748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2" name="Shape 4740"/>
          <p:cNvSpPr/>
          <p:nvPr/>
        </p:nvSpPr>
        <p:spPr>
          <a:xfrm>
            <a:off x="4846297" y="7455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3" name="Shape 4741"/>
          <p:cNvSpPr/>
          <p:nvPr/>
        </p:nvSpPr>
        <p:spPr>
          <a:xfrm>
            <a:off x="5013938" y="73395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4" name="Shape 4742"/>
          <p:cNvSpPr/>
          <p:nvPr/>
        </p:nvSpPr>
        <p:spPr>
          <a:xfrm>
            <a:off x="4998507" y="77739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5" name="Shape 4743"/>
          <p:cNvSpPr/>
          <p:nvPr/>
        </p:nvSpPr>
        <p:spPr>
          <a:xfrm>
            <a:off x="4733209" y="6652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6" name="Shape 4744"/>
          <p:cNvSpPr/>
          <p:nvPr/>
        </p:nvSpPr>
        <p:spPr>
          <a:xfrm>
            <a:off x="4667643" y="74853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7" name="Shape 4745"/>
          <p:cNvSpPr/>
          <p:nvPr/>
        </p:nvSpPr>
        <p:spPr>
          <a:xfrm>
            <a:off x="4703202" y="74914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8" name="Shape 4746"/>
          <p:cNvSpPr/>
          <p:nvPr/>
        </p:nvSpPr>
        <p:spPr>
          <a:xfrm>
            <a:off x="4701593" y="7515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9" name="Shape 4747"/>
          <p:cNvSpPr/>
          <p:nvPr/>
        </p:nvSpPr>
        <p:spPr>
          <a:xfrm>
            <a:off x="4712645" y="74284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0" name="Shape 4748"/>
          <p:cNvSpPr/>
          <p:nvPr/>
        </p:nvSpPr>
        <p:spPr>
          <a:xfrm>
            <a:off x="4763537" y="7192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1" name="Shape 4749"/>
          <p:cNvSpPr/>
          <p:nvPr/>
        </p:nvSpPr>
        <p:spPr>
          <a:xfrm>
            <a:off x="4686516" y="75566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2" name="Shape 4750"/>
          <p:cNvSpPr/>
          <p:nvPr/>
        </p:nvSpPr>
        <p:spPr>
          <a:xfrm>
            <a:off x="4822578" y="75797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3" name="Shape 4751"/>
          <p:cNvSpPr/>
          <p:nvPr/>
        </p:nvSpPr>
        <p:spPr>
          <a:xfrm>
            <a:off x="4781627" y="75422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4" name="Shape 4752"/>
          <p:cNvSpPr/>
          <p:nvPr/>
        </p:nvSpPr>
        <p:spPr>
          <a:xfrm>
            <a:off x="4984830" y="75133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5" name="Shape 4753"/>
          <p:cNvSpPr/>
          <p:nvPr/>
        </p:nvSpPr>
        <p:spPr>
          <a:xfrm>
            <a:off x="4973547" y="72605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6" name="Shape 4754"/>
          <p:cNvSpPr/>
          <p:nvPr/>
        </p:nvSpPr>
        <p:spPr>
          <a:xfrm>
            <a:off x="4866592" y="76931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7" name="Shape 4755"/>
          <p:cNvSpPr/>
          <p:nvPr/>
        </p:nvSpPr>
        <p:spPr>
          <a:xfrm>
            <a:off x="4802996" y="7512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8" name="Shape 4756"/>
          <p:cNvSpPr/>
          <p:nvPr/>
        </p:nvSpPr>
        <p:spPr>
          <a:xfrm>
            <a:off x="4932889" y="74889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9" name="Shape 4757"/>
          <p:cNvSpPr/>
          <p:nvPr/>
        </p:nvSpPr>
        <p:spPr>
          <a:xfrm>
            <a:off x="4904748" y="67949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0" name="Shape 4758"/>
          <p:cNvSpPr/>
          <p:nvPr/>
        </p:nvSpPr>
        <p:spPr>
          <a:xfrm>
            <a:off x="4732286" y="7380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1" name="Shape 4759"/>
          <p:cNvSpPr/>
          <p:nvPr/>
        </p:nvSpPr>
        <p:spPr>
          <a:xfrm>
            <a:off x="5020406" y="72129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2" name="Shape 4760"/>
          <p:cNvSpPr/>
          <p:nvPr/>
        </p:nvSpPr>
        <p:spPr>
          <a:xfrm>
            <a:off x="4795074" y="75172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3" name="Shape 4761"/>
          <p:cNvSpPr/>
          <p:nvPr/>
        </p:nvSpPr>
        <p:spPr>
          <a:xfrm>
            <a:off x="4658891" y="7332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4" name="Shape 4762"/>
          <p:cNvSpPr/>
          <p:nvPr/>
        </p:nvSpPr>
        <p:spPr>
          <a:xfrm>
            <a:off x="4802848" y="73917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5" name="Shape 4763"/>
          <p:cNvSpPr/>
          <p:nvPr/>
        </p:nvSpPr>
        <p:spPr>
          <a:xfrm>
            <a:off x="4905643" y="72608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6" name="Shape 4764"/>
          <p:cNvSpPr/>
          <p:nvPr/>
        </p:nvSpPr>
        <p:spPr>
          <a:xfrm>
            <a:off x="5011524" y="73108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7" name="Shape 4765"/>
          <p:cNvSpPr/>
          <p:nvPr/>
        </p:nvSpPr>
        <p:spPr>
          <a:xfrm>
            <a:off x="4698346" y="7360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8" name="Shape 4766"/>
          <p:cNvSpPr/>
          <p:nvPr/>
        </p:nvSpPr>
        <p:spPr>
          <a:xfrm>
            <a:off x="4626576" y="6791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9" name="Shape 4767"/>
          <p:cNvSpPr/>
          <p:nvPr/>
        </p:nvSpPr>
        <p:spPr>
          <a:xfrm>
            <a:off x="4783560" y="72690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0" name="Shape 4768"/>
          <p:cNvSpPr/>
          <p:nvPr/>
        </p:nvSpPr>
        <p:spPr>
          <a:xfrm>
            <a:off x="4938318" y="71100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1" name="Shape 4769"/>
          <p:cNvSpPr/>
          <p:nvPr/>
        </p:nvSpPr>
        <p:spPr>
          <a:xfrm>
            <a:off x="4685648" y="74720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2" name="Shape 4770"/>
          <p:cNvSpPr/>
          <p:nvPr/>
        </p:nvSpPr>
        <p:spPr>
          <a:xfrm>
            <a:off x="4768054" y="72951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3" name="Shape 4771"/>
          <p:cNvSpPr/>
          <p:nvPr/>
        </p:nvSpPr>
        <p:spPr>
          <a:xfrm>
            <a:off x="4596246" y="72350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4" name="Shape 4772"/>
          <p:cNvSpPr/>
          <p:nvPr/>
        </p:nvSpPr>
        <p:spPr>
          <a:xfrm>
            <a:off x="4882241" y="74407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5" name="Shape 4773"/>
          <p:cNvSpPr/>
          <p:nvPr/>
        </p:nvSpPr>
        <p:spPr>
          <a:xfrm>
            <a:off x="4872875" y="73316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6" name="Shape 4774"/>
          <p:cNvSpPr/>
          <p:nvPr/>
        </p:nvSpPr>
        <p:spPr>
          <a:xfrm>
            <a:off x="4923624" y="69982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7" name="Shape 4775"/>
          <p:cNvSpPr/>
          <p:nvPr/>
        </p:nvSpPr>
        <p:spPr>
          <a:xfrm>
            <a:off x="4731306" y="72603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8" name="Shape 4776"/>
          <p:cNvSpPr/>
          <p:nvPr/>
        </p:nvSpPr>
        <p:spPr>
          <a:xfrm>
            <a:off x="4830452" y="73719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9" name="Shape 4777"/>
          <p:cNvSpPr/>
          <p:nvPr/>
        </p:nvSpPr>
        <p:spPr>
          <a:xfrm>
            <a:off x="4826093" y="72954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0" name="Shape 4778"/>
          <p:cNvSpPr/>
          <p:nvPr/>
        </p:nvSpPr>
        <p:spPr>
          <a:xfrm>
            <a:off x="5018985" y="74413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1" name="Shape 4779"/>
          <p:cNvSpPr/>
          <p:nvPr/>
        </p:nvSpPr>
        <p:spPr>
          <a:xfrm>
            <a:off x="5011955" y="7260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2" name="Shape 4780"/>
          <p:cNvSpPr/>
          <p:nvPr/>
        </p:nvSpPr>
        <p:spPr>
          <a:xfrm>
            <a:off x="4766167" y="7403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3" name="Shape 4781"/>
          <p:cNvSpPr/>
          <p:nvPr/>
        </p:nvSpPr>
        <p:spPr>
          <a:xfrm>
            <a:off x="4966773" y="70706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4" name="Shape 4782"/>
          <p:cNvSpPr/>
          <p:nvPr/>
        </p:nvSpPr>
        <p:spPr>
          <a:xfrm>
            <a:off x="4897453" y="72356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5" name="Shape 4783"/>
          <p:cNvSpPr/>
          <p:nvPr/>
        </p:nvSpPr>
        <p:spPr>
          <a:xfrm>
            <a:off x="4803262" y="72586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6" name="Shape 4784"/>
          <p:cNvSpPr/>
          <p:nvPr/>
        </p:nvSpPr>
        <p:spPr>
          <a:xfrm>
            <a:off x="4713317" y="72777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7" name="Shape 4785"/>
          <p:cNvSpPr/>
          <p:nvPr/>
        </p:nvSpPr>
        <p:spPr>
          <a:xfrm>
            <a:off x="4860729" y="73820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8" name="Shape 4786"/>
          <p:cNvSpPr/>
          <p:nvPr/>
        </p:nvSpPr>
        <p:spPr>
          <a:xfrm>
            <a:off x="4855771" y="73089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9" name="Shape 4787"/>
          <p:cNvSpPr/>
          <p:nvPr/>
        </p:nvSpPr>
        <p:spPr>
          <a:xfrm>
            <a:off x="4814557" y="71109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0" name="Shape 4788"/>
          <p:cNvSpPr/>
          <p:nvPr/>
        </p:nvSpPr>
        <p:spPr>
          <a:xfrm>
            <a:off x="4749568" y="72763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1" name="Shape 4789"/>
          <p:cNvSpPr/>
          <p:nvPr/>
        </p:nvSpPr>
        <p:spPr>
          <a:xfrm>
            <a:off x="5007418" y="73770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2" name="Shape 4790"/>
          <p:cNvSpPr/>
          <p:nvPr/>
        </p:nvSpPr>
        <p:spPr>
          <a:xfrm>
            <a:off x="5016768" y="70545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3" name="Shape 4791"/>
          <p:cNvSpPr/>
          <p:nvPr/>
        </p:nvSpPr>
        <p:spPr>
          <a:xfrm>
            <a:off x="4653186" y="72097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4" name="Shape 4792"/>
          <p:cNvSpPr/>
          <p:nvPr/>
        </p:nvSpPr>
        <p:spPr>
          <a:xfrm>
            <a:off x="4935526" y="72548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5" name="Shape 4793"/>
          <p:cNvSpPr/>
          <p:nvPr/>
        </p:nvSpPr>
        <p:spPr>
          <a:xfrm>
            <a:off x="4841929" y="75906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6" name="Shape 4794"/>
          <p:cNvSpPr/>
          <p:nvPr/>
        </p:nvSpPr>
        <p:spPr>
          <a:xfrm>
            <a:off x="4645743" y="75275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7" name="Shape 4795"/>
          <p:cNvSpPr/>
          <p:nvPr/>
        </p:nvSpPr>
        <p:spPr>
          <a:xfrm>
            <a:off x="4595404" y="7551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8" name="Shape 4796"/>
          <p:cNvSpPr/>
          <p:nvPr/>
        </p:nvSpPr>
        <p:spPr>
          <a:xfrm>
            <a:off x="4997163" y="74539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9" name="Shape 4797"/>
          <p:cNvSpPr/>
          <p:nvPr/>
        </p:nvSpPr>
        <p:spPr>
          <a:xfrm>
            <a:off x="4704536" y="7502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0" name="Shape 4798"/>
          <p:cNvSpPr/>
          <p:nvPr/>
        </p:nvSpPr>
        <p:spPr>
          <a:xfrm>
            <a:off x="4979157" y="73631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1" name="Shape 4799"/>
          <p:cNvSpPr/>
          <p:nvPr/>
        </p:nvSpPr>
        <p:spPr>
          <a:xfrm>
            <a:off x="4694986" y="7475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2" name="Shape 4800"/>
          <p:cNvSpPr/>
          <p:nvPr/>
        </p:nvSpPr>
        <p:spPr>
          <a:xfrm>
            <a:off x="4907229" y="73886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3" name="Shape 4801"/>
          <p:cNvSpPr/>
          <p:nvPr/>
        </p:nvSpPr>
        <p:spPr>
          <a:xfrm>
            <a:off x="4955249" y="72323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4" name="Shape 4802"/>
          <p:cNvSpPr/>
          <p:nvPr/>
        </p:nvSpPr>
        <p:spPr>
          <a:xfrm>
            <a:off x="4996975" y="72410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5" name="Shape 4803"/>
          <p:cNvSpPr/>
          <p:nvPr/>
        </p:nvSpPr>
        <p:spPr>
          <a:xfrm>
            <a:off x="4640107" y="73724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6" name="Shape 4804"/>
          <p:cNvSpPr/>
          <p:nvPr/>
        </p:nvSpPr>
        <p:spPr>
          <a:xfrm>
            <a:off x="4853074" y="7231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7" name="Shape 4805"/>
          <p:cNvSpPr/>
          <p:nvPr/>
        </p:nvSpPr>
        <p:spPr>
          <a:xfrm>
            <a:off x="4730386" y="72339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8" name="Shape 4806"/>
          <p:cNvSpPr/>
          <p:nvPr/>
        </p:nvSpPr>
        <p:spPr>
          <a:xfrm>
            <a:off x="4752213" y="74259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9" name="Shape 4807"/>
          <p:cNvSpPr/>
          <p:nvPr/>
        </p:nvSpPr>
        <p:spPr>
          <a:xfrm>
            <a:off x="4722692" y="7814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0" name="Shape 4808"/>
          <p:cNvSpPr/>
          <p:nvPr/>
        </p:nvSpPr>
        <p:spPr>
          <a:xfrm>
            <a:off x="4868917" y="7698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1" name="Shape 4809"/>
          <p:cNvSpPr/>
          <p:nvPr/>
        </p:nvSpPr>
        <p:spPr>
          <a:xfrm>
            <a:off x="4945545" y="74954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2" name="Shape 4810"/>
          <p:cNvSpPr/>
          <p:nvPr/>
        </p:nvSpPr>
        <p:spPr>
          <a:xfrm>
            <a:off x="4733590" y="74579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3" name="Shape 4811"/>
          <p:cNvSpPr/>
          <p:nvPr/>
        </p:nvSpPr>
        <p:spPr>
          <a:xfrm>
            <a:off x="4981853" y="74959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4" name="Shape 4812"/>
          <p:cNvSpPr/>
          <p:nvPr/>
        </p:nvSpPr>
        <p:spPr>
          <a:xfrm>
            <a:off x="4601724" y="74484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5" name="Shape 4813"/>
          <p:cNvSpPr/>
          <p:nvPr/>
        </p:nvSpPr>
        <p:spPr>
          <a:xfrm>
            <a:off x="5002992" y="75818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6" name="Shape 4814"/>
          <p:cNvSpPr/>
          <p:nvPr/>
        </p:nvSpPr>
        <p:spPr>
          <a:xfrm>
            <a:off x="4652123" y="78076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7" name="Shape 4815"/>
          <p:cNvSpPr/>
          <p:nvPr/>
        </p:nvSpPr>
        <p:spPr>
          <a:xfrm>
            <a:off x="4853755" y="77680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8" name="Shape 4816"/>
          <p:cNvSpPr/>
          <p:nvPr/>
        </p:nvSpPr>
        <p:spPr>
          <a:xfrm>
            <a:off x="4595770" y="77949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9" name="Shape 4817"/>
          <p:cNvSpPr/>
          <p:nvPr/>
        </p:nvSpPr>
        <p:spPr>
          <a:xfrm>
            <a:off x="4699007" y="78752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0" name="Shape 4818"/>
          <p:cNvSpPr/>
          <p:nvPr/>
        </p:nvSpPr>
        <p:spPr>
          <a:xfrm>
            <a:off x="4850105" y="7795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1" name="Shape 4819"/>
          <p:cNvSpPr/>
          <p:nvPr/>
        </p:nvSpPr>
        <p:spPr>
          <a:xfrm>
            <a:off x="4689414" y="79811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2" name="Shape 4820"/>
          <p:cNvSpPr/>
          <p:nvPr/>
        </p:nvSpPr>
        <p:spPr>
          <a:xfrm>
            <a:off x="4896268" y="78019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3" name="Shape 4821"/>
          <p:cNvSpPr/>
          <p:nvPr/>
        </p:nvSpPr>
        <p:spPr>
          <a:xfrm>
            <a:off x="4815188" y="78161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4" name="Shape 4822"/>
          <p:cNvSpPr/>
          <p:nvPr/>
        </p:nvSpPr>
        <p:spPr>
          <a:xfrm>
            <a:off x="4876080" y="77993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5" name="Shape 4823"/>
          <p:cNvSpPr/>
          <p:nvPr/>
        </p:nvSpPr>
        <p:spPr>
          <a:xfrm>
            <a:off x="4679519" y="78057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6" name="Shape 4824"/>
          <p:cNvSpPr/>
          <p:nvPr/>
        </p:nvSpPr>
        <p:spPr>
          <a:xfrm>
            <a:off x="4722728" y="77691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7" name="Shape 4825"/>
          <p:cNvSpPr/>
          <p:nvPr/>
        </p:nvSpPr>
        <p:spPr>
          <a:xfrm>
            <a:off x="4807071" y="78805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8" name="Shape 4826"/>
          <p:cNvSpPr/>
          <p:nvPr/>
        </p:nvSpPr>
        <p:spPr>
          <a:xfrm>
            <a:off x="4703125" y="75225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9" name="Shape 4827"/>
          <p:cNvSpPr/>
          <p:nvPr/>
        </p:nvSpPr>
        <p:spPr>
          <a:xfrm>
            <a:off x="4759216" y="76509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0" name="Shape 4828"/>
          <p:cNvSpPr/>
          <p:nvPr/>
        </p:nvSpPr>
        <p:spPr>
          <a:xfrm>
            <a:off x="4951067" y="75561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1" name="Shape 4829"/>
          <p:cNvSpPr/>
          <p:nvPr/>
        </p:nvSpPr>
        <p:spPr>
          <a:xfrm>
            <a:off x="4871935" y="75621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2" name="Shape 4830"/>
          <p:cNvSpPr/>
          <p:nvPr/>
        </p:nvSpPr>
        <p:spPr>
          <a:xfrm>
            <a:off x="4865785" y="7307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3" name="Shape 4831"/>
          <p:cNvSpPr/>
          <p:nvPr/>
        </p:nvSpPr>
        <p:spPr>
          <a:xfrm>
            <a:off x="4965867" y="75271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4" name="Shape 4832"/>
          <p:cNvSpPr/>
          <p:nvPr/>
        </p:nvSpPr>
        <p:spPr>
          <a:xfrm>
            <a:off x="4868148" y="7465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5" name="Shape 4833"/>
          <p:cNvSpPr/>
          <p:nvPr/>
        </p:nvSpPr>
        <p:spPr>
          <a:xfrm>
            <a:off x="4788543" y="74730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6" name="Shape 4834"/>
          <p:cNvSpPr/>
          <p:nvPr/>
        </p:nvSpPr>
        <p:spPr>
          <a:xfrm>
            <a:off x="4984130" y="7562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7" name="Shape 4835"/>
          <p:cNvSpPr/>
          <p:nvPr/>
        </p:nvSpPr>
        <p:spPr>
          <a:xfrm>
            <a:off x="4647652" y="7549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8" name="Shape 4836"/>
          <p:cNvSpPr/>
          <p:nvPr/>
        </p:nvSpPr>
        <p:spPr>
          <a:xfrm>
            <a:off x="4956874" y="7489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9" name="Shape 4837"/>
          <p:cNvSpPr/>
          <p:nvPr/>
        </p:nvSpPr>
        <p:spPr>
          <a:xfrm>
            <a:off x="4849121" y="74831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0" name="Shape 4838"/>
          <p:cNvSpPr/>
          <p:nvPr/>
        </p:nvSpPr>
        <p:spPr>
          <a:xfrm>
            <a:off x="4817131" y="75904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1" name="Shape 4839"/>
          <p:cNvSpPr/>
          <p:nvPr/>
        </p:nvSpPr>
        <p:spPr>
          <a:xfrm>
            <a:off x="4693917" y="72874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2" name="Shape 4840"/>
          <p:cNvSpPr/>
          <p:nvPr/>
        </p:nvSpPr>
        <p:spPr>
          <a:xfrm>
            <a:off x="4619861" y="72691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3" name="Shape 4841"/>
          <p:cNvSpPr/>
          <p:nvPr/>
        </p:nvSpPr>
        <p:spPr>
          <a:xfrm>
            <a:off x="4971947" y="7280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4" name="Shape 4842"/>
          <p:cNvSpPr/>
          <p:nvPr/>
        </p:nvSpPr>
        <p:spPr>
          <a:xfrm>
            <a:off x="4944015" y="72672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5" name="Shape 4843"/>
          <p:cNvSpPr/>
          <p:nvPr/>
        </p:nvSpPr>
        <p:spPr>
          <a:xfrm>
            <a:off x="4666240" y="72853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6" name="Shape 4844"/>
          <p:cNvSpPr/>
          <p:nvPr/>
        </p:nvSpPr>
        <p:spPr>
          <a:xfrm>
            <a:off x="4638972" y="7277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7" name="Shape 4845"/>
          <p:cNvSpPr/>
          <p:nvPr/>
        </p:nvSpPr>
        <p:spPr>
          <a:xfrm>
            <a:off x="4775943" y="77238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8" name="Shape 4846"/>
          <p:cNvSpPr/>
          <p:nvPr/>
        </p:nvSpPr>
        <p:spPr>
          <a:xfrm>
            <a:off x="4948313" y="77616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9" name="Shape 4847"/>
          <p:cNvSpPr/>
          <p:nvPr/>
        </p:nvSpPr>
        <p:spPr>
          <a:xfrm>
            <a:off x="4625712" y="75411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0" name="Shape 4848"/>
          <p:cNvSpPr/>
          <p:nvPr/>
        </p:nvSpPr>
        <p:spPr>
          <a:xfrm>
            <a:off x="5006713" y="7419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1" name="Shape 4849"/>
          <p:cNvSpPr/>
          <p:nvPr/>
        </p:nvSpPr>
        <p:spPr>
          <a:xfrm>
            <a:off x="4855879" y="72847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2" name="Shape 4850"/>
          <p:cNvSpPr/>
          <p:nvPr/>
        </p:nvSpPr>
        <p:spPr>
          <a:xfrm>
            <a:off x="4851956" y="77058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3" name="Shape 4851"/>
          <p:cNvSpPr/>
          <p:nvPr/>
        </p:nvSpPr>
        <p:spPr>
          <a:xfrm>
            <a:off x="4591347" y="7623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4" name="Shape 4852"/>
          <p:cNvSpPr/>
          <p:nvPr/>
        </p:nvSpPr>
        <p:spPr>
          <a:xfrm>
            <a:off x="4702538" y="76061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5" name="Shape 4853"/>
          <p:cNvSpPr/>
          <p:nvPr/>
        </p:nvSpPr>
        <p:spPr>
          <a:xfrm>
            <a:off x="4760059" y="76401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6" name="Shape 4854"/>
          <p:cNvSpPr/>
          <p:nvPr/>
        </p:nvSpPr>
        <p:spPr>
          <a:xfrm>
            <a:off x="4647418" y="7718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7" name="Shape 4855"/>
          <p:cNvSpPr/>
          <p:nvPr/>
        </p:nvSpPr>
        <p:spPr>
          <a:xfrm>
            <a:off x="4656158" y="73811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8" name="Shape 4856"/>
          <p:cNvSpPr/>
          <p:nvPr/>
        </p:nvSpPr>
        <p:spPr>
          <a:xfrm>
            <a:off x="4674529" y="7778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9" name="Shape 4857"/>
          <p:cNvSpPr/>
          <p:nvPr/>
        </p:nvSpPr>
        <p:spPr>
          <a:xfrm>
            <a:off x="4829282" y="77209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0" name="Shape 4858"/>
          <p:cNvSpPr/>
          <p:nvPr/>
        </p:nvSpPr>
        <p:spPr>
          <a:xfrm>
            <a:off x="4947990" y="78009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1" name="Shape 4859"/>
          <p:cNvSpPr/>
          <p:nvPr/>
        </p:nvSpPr>
        <p:spPr>
          <a:xfrm>
            <a:off x="4772901" y="78079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2" name="Shape 4860"/>
          <p:cNvSpPr/>
          <p:nvPr/>
        </p:nvSpPr>
        <p:spPr>
          <a:xfrm>
            <a:off x="5012899" y="77699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3" name="Shape 4861"/>
          <p:cNvSpPr/>
          <p:nvPr/>
        </p:nvSpPr>
        <p:spPr>
          <a:xfrm>
            <a:off x="4748521" y="7198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4" name="Shape 4862"/>
          <p:cNvSpPr/>
          <p:nvPr/>
        </p:nvSpPr>
        <p:spPr>
          <a:xfrm>
            <a:off x="4881957" y="70913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5" name="Shape 4863"/>
          <p:cNvSpPr/>
          <p:nvPr/>
        </p:nvSpPr>
        <p:spPr>
          <a:xfrm>
            <a:off x="4714801" y="76489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6" name="Shape 4864"/>
          <p:cNvSpPr/>
          <p:nvPr/>
        </p:nvSpPr>
        <p:spPr>
          <a:xfrm>
            <a:off x="4790290" y="76507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7" name="Shape 4865"/>
          <p:cNvSpPr/>
          <p:nvPr/>
        </p:nvSpPr>
        <p:spPr>
          <a:xfrm>
            <a:off x="4688328" y="77186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8" name="Shape 4866"/>
          <p:cNvSpPr/>
          <p:nvPr/>
        </p:nvSpPr>
        <p:spPr>
          <a:xfrm>
            <a:off x="4590843" y="73050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9" name="Shape 4867"/>
          <p:cNvSpPr/>
          <p:nvPr/>
        </p:nvSpPr>
        <p:spPr>
          <a:xfrm>
            <a:off x="4954228" y="7264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0" name="Shape 4868"/>
          <p:cNvSpPr/>
          <p:nvPr/>
        </p:nvSpPr>
        <p:spPr>
          <a:xfrm>
            <a:off x="4709273" y="68420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1" name="Shape 4869"/>
          <p:cNvSpPr/>
          <p:nvPr/>
        </p:nvSpPr>
        <p:spPr>
          <a:xfrm>
            <a:off x="4757114" y="74668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2" name="Shape 4870"/>
          <p:cNvSpPr/>
          <p:nvPr/>
        </p:nvSpPr>
        <p:spPr>
          <a:xfrm>
            <a:off x="5016739" y="75115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3" name="Shape 4871"/>
          <p:cNvSpPr/>
          <p:nvPr/>
        </p:nvSpPr>
        <p:spPr>
          <a:xfrm>
            <a:off x="4865809" y="73686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4" name="Shape 4872"/>
          <p:cNvSpPr/>
          <p:nvPr/>
        </p:nvSpPr>
        <p:spPr>
          <a:xfrm>
            <a:off x="4937567" y="72787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5" name="Shape 4873"/>
          <p:cNvSpPr/>
          <p:nvPr/>
        </p:nvSpPr>
        <p:spPr>
          <a:xfrm>
            <a:off x="4866740" y="7520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6" name="Shape 4874"/>
          <p:cNvSpPr/>
          <p:nvPr/>
        </p:nvSpPr>
        <p:spPr>
          <a:xfrm>
            <a:off x="4655916" y="76230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7" name="Shape 4875"/>
          <p:cNvSpPr/>
          <p:nvPr/>
        </p:nvSpPr>
        <p:spPr>
          <a:xfrm>
            <a:off x="4877178" y="75524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8" name="Shape 4876"/>
          <p:cNvSpPr/>
          <p:nvPr/>
        </p:nvSpPr>
        <p:spPr>
          <a:xfrm>
            <a:off x="4745104" y="75317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9" name="Shape 4877"/>
          <p:cNvSpPr/>
          <p:nvPr/>
        </p:nvSpPr>
        <p:spPr>
          <a:xfrm>
            <a:off x="4701549" y="75642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0" name="Shape 4878"/>
          <p:cNvSpPr/>
          <p:nvPr/>
        </p:nvSpPr>
        <p:spPr>
          <a:xfrm>
            <a:off x="4893667" y="77179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1" name="Shape 4879"/>
          <p:cNvSpPr/>
          <p:nvPr/>
        </p:nvSpPr>
        <p:spPr>
          <a:xfrm>
            <a:off x="4852083" y="69141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2" name="Shape 4880"/>
          <p:cNvSpPr/>
          <p:nvPr/>
        </p:nvSpPr>
        <p:spPr>
          <a:xfrm>
            <a:off x="4647411" y="77017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3" name="Shape 4881"/>
          <p:cNvSpPr/>
          <p:nvPr/>
        </p:nvSpPr>
        <p:spPr>
          <a:xfrm>
            <a:off x="4716625" y="74324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4" name="Shape 4882"/>
          <p:cNvSpPr/>
          <p:nvPr/>
        </p:nvSpPr>
        <p:spPr>
          <a:xfrm>
            <a:off x="4675903" y="75038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5" name="Shape 4883"/>
          <p:cNvSpPr/>
          <p:nvPr/>
        </p:nvSpPr>
        <p:spPr>
          <a:xfrm>
            <a:off x="4894073" y="7680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6" name="Shape 4884"/>
          <p:cNvSpPr/>
          <p:nvPr/>
        </p:nvSpPr>
        <p:spPr>
          <a:xfrm>
            <a:off x="4811691" y="75720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7" name="Shape 4885"/>
          <p:cNvSpPr/>
          <p:nvPr/>
        </p:nvSpPr>
        <p:spPr>
          <a:xfrm>
            <a:off x="4686558" y="77008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8" name="Shape 4886"/>
          <p:cNvSpPr/>
          <p:nvPr/>
        </p:nvSpPr>
        <p:spPr>
          <a:xfrm>
            <a:off x="4843773" y="7719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9" name="Shape 4887"/>
          <p:cNvSpPr/>
          <p:nvPr/>
        </p:nvSpPr>
        <p:spPr>
          <a:xfrm>
            <a:off x="4648703" y="76709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0" name="Shape 4888"/>
          <p:cNvSpPr/>
          <p:nvPr/>
        </p:nvSpPr>
        <p:spPr>
          <a:xfrm>
            <a:off x="4839693" y="77109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1" name="Shape 4889"/>
          <p:cNvSpPr/>
          <p:nvPr/>
        </p:nvSpPr>
        <p:spPr>
          <a:xfrm>
            <a:off x="4818338" y="7663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2" name="Shape 4890"/>
          <p:cNvSpPr/>
          <p:nvPr/>
        </p:nvSpPr>
        <p:spPr>
          <a:xfrm>
            <a:off x="4815102" y="73883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3" name="Shape 4891"/>
          <p:cNvSpPr/>
          <p:nvPr/>
        </p:nvSpPr>
        <p:spPr>
          <a:xfrm>
            <a:off x="4641543" y="74813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4" name="Shape 4892"/>
          <p:cNvSpPr/>
          <p:nvPr/>
        </p:nvSpPr>
        <p:spPr>
          <a:xfrm>
            <a:off x="4872170" y="74221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5" name="Shape 4893"/>
          <p:cNvSpPr/>
          <p:nvPr/>
        </p:nvSpPr>
        <p:spPr>
          <a:xfrm>
            <a:off x="4666450" y="7356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6" name="Shape 4894"/>
          <p:cNvSpPr/>
          <p:nvPr/>
        </p:nvSpPr>
        <p:spPr>
          <a:xfrm>
            <a:off x="4999951" y="72708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7" name="Shape 4895"/>
          <p:cNvSpPr/>
          <p:nvPr/>
        </p:nvSpPr>
        <p:spPr>
          <a:xfrm>
            <a:off x="4670688" y="76052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8" name="Shape 4896"/>
          <p:cNvSpPr/>
          <p:nvPr/>
        </p:nvSpPr>
        <p:spPr>
          <a:xfrm>
            <a:off x="4910266" y="7731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9" name="Shape 4897"/>
          <p:cNvSpPr/>
          <p:nvPr/>
        </p:nvSpPr>
        <p:spPr>
          <a:xfrm>
            <a:off x="4921035" y="73639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0" name="Shape 4898"/>
          <p:cNvSpPr/>
          <p:nvPr/>
        </p:nvSpPr>
        <p:spPr>
          <a:xfrm>
            <a:off x="4892319" y="7531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1" name="Shape 4899"/>
          <p:cNvSpPr/>
          <p:nvPr/>
        </p:nvSpPr>
        <p:spPr>
          <a:xfrm>
            <a:off x="4610423" y="76384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2" name="Shape 4900"/>
          <p:cNvSpPr/>
          <p:nvPr/>
        </p:nvSpPr>
        <p:spPr>
          <a:xfrm>
            <a:off x="4766711" y="75313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3" name="Shape 4901"/>
          <p:cNvSpPr/>
          <p:nvPr/>
        </p:nvSpPr>
        <p:spPr>
          <a:xfrm>
            <a:off x="4850743" y="75569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4" name="Shape 4902"/>
          <p:cNvSpPr/>
          <p:nvPr/>
        </p:nvSpPr>
        <p:spPr>
          <a:xfrm>
            <a:off x="4838052" y="76530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5" name="Shape 4903"/>
          <p:cNvSpPr/>
          <p:nvPr/>
        </p:nvSpPr>
        <p:spPr>
          <a:xfrm>
            <a:off x="4906435" y="75523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6" name="Shape 4904"/>
          <p:cNvSpPr/>
          <p:nvPr/>
        </p:nvSpPr>
        <p:spPr>
          <a:xfrm>
            <a:off x="4643417" y="76592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7" name="Shape 4905"/>
          <p:cNvSpPr/>
          <p:nvPr/>
        </p:nvSpPr>
        <p:spPr>
          <a:xfrm>
            <a:off x="4824185" y="74532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8" name="Shape 4906"/>
          <p:cNvSpPr/>
          <p:nvPr/>
        </p:nvSpPr>
        <p:spPr>
          <a:xfrm>
            <a:off x="4597554" y="73708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9" name="Shape 4907"/>
          <p:cNvSpPr/>
          <p:nvPr/>
        </p:nvSpPr>
        <p:spPr>
          <a:xfrm>
            <a:off x="5003213" y="7536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0" name="Shape 4908"/>
          <p:cNvSpPr/>
          <p:nvPr/>
        </p:nvSpPr>
        <p:spPr>
          <a:xfrm>
            <a:off x="4731085" y="76294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1" name="Shape 4909"/>
          <p:cNvSpPr/>
          <p:nvPr/>
        </p:nvSpPr>
        <p:spPr>
          <a:xfrm>
            <a:off x="4777450" y="7264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2" name="Shape 4910"/>
          <p:cNvSpPr/>
          <p:nvPr/>
        </p:nvSpPr>
        <p:spPr>
          <a:xfrm>
            <a:off x="4863536" y="7167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3" name="Shape 4911"/>
          <p:cNvSpPr/>
          <p:nvPr/>
        </p:nvSpPr>
        <p:spPr>
          <a:xfrm>
            <a:off x="4761589" y="73941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4" name="Shape 4912"/>
          <p:cNvSpPr/>
          <p:nvPr/>
        </p:nvSpPr>
        <p:spPr>
          <a:xfrm>
            <a:off x="4627981" y="74469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5" name="Shape 4913"/>
          <p:cNvSpPr/>
          <p:nvPr/>
        </p:nvSpPr>
        <p:spPr>
          <a:xfrm>
            <a:off x="4933586" y="76501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6" name="Shape 4914"/>
          <p:cNvSpPr/>
          <p:nvPr/>
        </p:nvSpPr>
        <p:spPr>
          <a:xfrm>
            <a:off x="5000163" y="75813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7" name="Shape 4915"/>
          <p:cNvSpPr/>
          <p:nvPr/>
        </p:nvSpPr>
        <p:spPr>
          <a:xfrm>
            <a:off x="4629983" y="75753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8" name="Shape 4916"/>
          <p:cNvSpPr/>
          <p:nvPr/>
        </p:nvSpPr>
        <p:spPr>
          <a:xfrm>
            <a:off x="4764809" y="71977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9" name="Shape 4917"/>
          <p:cNvSpPr/>
          <p:nvPr/>
        </p:nvSpPr>
        <p:spPr>
          <a:xfrm>
            <a:off x="4941402" y="72374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0" name="Shape 4918"/>
          <p:cNvSpPr/>
          <p:nvPr/>
        </p:nvSpPr>
        <p:spPr>
          <a:xfrm>
            <a:off x="4985172" y="74888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1" name="Shape 4919"/>
          <p:cNvSpPr/>
          <p:nvPr/>
        </p:nvSpPr>
        <p:spPr>
          <a:xfrm>
            <a:off x="4756997" y="72077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2" name="Shape 4920"/>
          <p:cNvSpPr/>
          <p:nvPr/>
        </p:nvSpPr>
        <p:spPr>
          <a:xfrm>
            <a:off x="4773326" y="7457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3" name="Shape 4921"/>
          <p:cNvSpPr/>
          <p:nvPr/>
        </p:nvSpPr>
        <p:spPr>
          <a:xfrm>
            <a:off x="4719999" y="79274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4" name="Shape 4922"/>
          <p:cNvSpPr/>
          <p:nvPr/>
        </p:nvSpPr>
        <p:spPr>
          <a:xfrm>
            <a:off x="4654588" y="7863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5" name="Shape 4923"/>
          <p:cNvSpPr/>
          <p:nvPr/>
        </p:nvSpPr>
        <p:spPr>
          <a:xfrm>
            <a:off x="4740487" y="7938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6" name="Shape 4924"/>
          <p:cNvSpPr/>
          <p:nvPr/>
        </p:nvSpPr>
        <p:spPr>
          <a:xfrm>
            <a:off x="4818023" y="7807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7" name="Shape 4925"/>
          <p:cNvSpPr/>
          <p:nvPr/>
        </p:nvSpPr>
        <p:spPr>
          <a:xfrm>
            <a:off x="4814180" y="78957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8" name="Shape 4926"/>
          <p:cNvSpPr/>
          <p:nvPr/>
        </p:nvSpPr>
        <p:spPr>
          <a:xfrm>
            <a:off x="4861289" y="77747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9" name="Shape 4927"/>
          <p:cNvSpPr/>
          <p:nvPr/>
        </p:nvSpPr>
        <p:spPr>
          <a:xfrm>
            <a:off x="4634949" y="77396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0" name="Shape 4928"/>
          <p:cNvSpPr/>
          <p:nvPr/>
        </p:nvSpPr>
        <p:spPr>
          <a:xfrm>
            <a:off x="4822658" y="78169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1" name="Shape 4929"/>
          <p:cNvSpPr/>
          <p:nvPr/>
        </p:nvSpPr>
        <p:spPr>
          <a:xfrm>
            <a:off x="4903156" y="7816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2" name="Shape 4930"/>
          <p:cNvSpPr/>
          <p:nvPr/>
        </p:nvSpPr>
        <p:spPr>
          <a:xfrm>
            <a:off x="4615543" y="78535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3" name="Shape 4931"/>
          <p:cNvSpPr/>
          <p:nvPr/>
        </p:nvSpPr>
        <p:spPr>
          <a:xfrm>
            <a:off x="4917333" y="73975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4" name="Shape 4932"/>
          <p:cNvSpPr/>
          <p:nvPr/>
        </p:nvSpPr>
        <p:spPr>
          <a:xfrm>
            <a:off x="4959112" y="75874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5" name="Shape 4933"/>
          <p:cNvSpPr/>
          <p:nvPr/>
        </p:nvSpPr>
        <p:spPr>
          <a:xfrm>
            <a:off x="4791882" y="75973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6" name="Shape 4934"/>
          <p:cNvSpPr/>
          <p:nvPr/>
        </p:nvSpPr>
        <p:spPr>
          <a:xfrm>
            <a:off x="4645231" y="74759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7" name="Shape 4935"/>
          <p:cNvSpPr/>
          <p:nvPr/>
        </p:nvSpPr>
        <p:spPr>
          <a:xfrm>
            <a:off x="4976757" y="7567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8" name="Shape 4936"/>
          <p:cNvSpPr/>
          <p:nvPr/>
        </p:nvSpPr>
        <p:spPr>
          <a:xfrm>
            <a:off x="4884149" y="76205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9" name="Shape 4937"/>
          <p:cNvSpPr/>
          <p:nvPr/>
        </p:nvSpPr>
        <p:spPr>
          <a:xfrm>
            <a:off x="4842284" y="75045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0" name="Shape 4938"/>
          <p:cNvSpPr/>
          <p:nvPr/>
        </p:nvSpPr>
        <p:spPr>
          <a:xfrm>
            <a:off x="4893655" y="76805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1" name="Shape 4939"/>
          <p:cNvSpPr/>
          <p:nvPr/>
        </p:nvSpPr>
        <p:spPr>
          <a:xfrm>
            <a:off x="4792790" y="76447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2" name="Shape 4940"/>
          <p:cNvSpPr/>
          <p:nvPr/>
        </p:nvSpPr>
        <p:spPr>
          <a:xfrm>
            <a:off x="4856166" y="76225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3" name="Shape 4941"/>
          <p:cNvSpPr/>
          <p:nvPr/>
        </p:nvSpPr>
        <p:spPr>
          <a:xfrm>
            <a:off x="4647116" y="74579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4" name="Shape 4942"/>
          <p:cNvSpPr/>
          <p:nvPr/>
        </p:nvSpPr>
        <p:spPr>
          <a:xfrm>
            <a:off x="4720294" y="7766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5" name="Shape 4943"/>
          <p:cNvSpPr/>
          <p:nvPr/>
        </p:nvSpPr>
        <p:spPr>
          <a:xfrm>
            <a:off x="4610914" y="71525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6" name="Shape 4944"/>
          <p:cNvSpPr/>
          <p:nvPr/>
        </p:nvSpPr>
        <p:spPr>
          <a:xfrm>
            <a:off x="4891339" y="75962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7" name="Shape 4945"/>
          <p:cNvSpPr/>
          <p:nvPr/>
        </p:nvSpPr>
        <p:spPr>
          <a:xfrm>
            <a:off x="4964581" y="76182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8" name="Shape 4946"/>
          <p:cNvSpPr/>
          <p:nvPr/>
        </p:nvSpPr>
        <p:spPr>
          <a:xfrm>
            <a:off x="4948789" y="7259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9" name="Shape 4947"/>
          <p:cNvSpPr/>
          <p:nvPr/>
        </p:nvSpPr>
        <p:spPr>
          <a:xfrm>
            <a:off x="4658359" y="72452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0" name="Shape 4948"/>
          <p:cNvSpPr/>
          <p:nvPr/>
        </p:nvSpPr>
        <p:spPr>
          <a:xfrm>
            <a:off x="4724510" y="73784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1" name="Shape 4949"/>
          <p:cNvSpPr/>
          <p:nvPr/>
        </p:nvSpPr>
        <p:spPr>
          <a:xfrm>
            <a:off x="4716059" y="75126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2" name="Shape 4950"/>
          <p:cNvSpPr/>
          <p:nvPr/>
        </p:nvSpPr>
        <p:spPr>
          <a:xfrm>
            <a:off x="4710167" y="69706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3" name="Shape 4951"/>
          <p:cNvSpPr/>
          <p:nvPr/>
        </p:nvSpPr>
        <p:spPr>
          <a:xfrm>
            <a:off x="4911689" y="7258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4" name="Shape 4952"/>
          <p:cNvSpPr/>
          <p:nvPr/>
        </p:nvSpPr>
        <p:spPr>
          <a:xfrm>
            <a:off x="4898610" y="72266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5" name="Shape 4953"/>
          <p:cNvSpPr/>
          <p:nvPr/>
        </p:nvSpPr>
        <p:spPr>
          <a:xfrm>
            <a:off x="4978660" y="71344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6" name="Shape 4954"/>
          <p:cNvSpPr/>
          <p:nvPr/>
        </p:nvSpPr>
        <p:spPr>
          <a:xfrm>
            <a:off x="4836386" y="69535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7" name="Shape 4955"/>
          <p:cNvSpPr/>
          <p:nvPr/>
        </p:nvSpPr>
        <p:spPr>
          <a:xfrm>
            <a:off x="4997473" y="70192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8" name="Shape 4956"/>
          <p:cNvSpPr/>
          <p:nvPr/>
        </p:nvSpPr>
        <p:spPr>
          <a:xfrm>
            <a:off x="4749743" y="71613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9" name="Shape 4957"/>
          <p:cNvSpPr/>
          <p:nvPr/>
        </p:nvSpPr>
        <p:spPr>
          <a:xfrm>
            <a:off x="4774813" y="69184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0" name="Shape 4958"/>
          <p:cNvSpPr/>
          <p:nvPr/>
        </p:nvSpPr>
        <p:spPr>
          <a:xfrm>
            <a:off x="4783192" y="72452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1" name="Shape 4959"/>
          <p:cNvSpPr/>
          <p:nvPr/>
        </p:nvSpPr>
        <p:spPr>
          <a:xfrm>
            <a:off x="4787234" y="72212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2" name="Shape 4960"/>
          <p:cNvSpPr/>
          <p:nvPr/>
        </p:nvSpPr>
        <p:spPr>
          <a:xfrm>
            <a:off x="4735500" y="7258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3" name="Shape 4961"/>
          <p:cNvSpPr/>
          <p:nvPr/>
        </p:nvSpPr>
        <p:spPr>
          <a:xfrm>
            <a:off x="4677496" y="70466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4" name="Shape 4962"/>
          <p:cNvSpPr/>
          <p:nvPr/>
        </p:nvSpPr>
        <p:spPr>
          <a:xfrm>
            <a:off x="4767574" y="6993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5" name="Shape 4963"/>
          <p:cNvSpPr/>
          <p:nvPr/>
        </p:nvSpPr>
        <p:spPr>
          <a:xfrm>
            <a:off x="4915486" y="70228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6" name="Shape 4964"/>
          <p:cNvSpPr/>
          <p:nvPr/>
        </p:nvSpPr>
        <p:spPr>
          <a:xfrm>
            <a:off x="4695499" y="72252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7" name="Shape 4965"/>
          <p:cNvSpPr/>
          <p:nvPr/>
        </p:nvSpPr>
        <p:spPr>
          <a:xfrm>
            <a:off x="4913361" y="72910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8" name="Shape 4966"/>
          <p:cNvSpPr/>
          <p:nvPr/>
        </p:nvSpPr>
        <p:spPr>
          <a:xfrm>
            <a:off x="4797700" y="7285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9" name="Shape 4967"/>
          <p:cNvSpPr/>
          <p:nvPr/>
        </p:nvSpPr>
        <p:spPr>
          <a:xfrm>
            <a:off x="4827213" y="68028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0" name="Shape 4968"/>
          <p:cNvSpPr/>
          <p:nvPr/>
        </p:nvSpPr>
        <p:spPr>
          <a:xfrm>
            <a:off x="5019453" y="74578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1" name="Shape 4969"/>
          <p:cNvSpPr/>
          <p:nvPr/>
        </p:nvSpPr>
        <p:spPr>
          <a:xfrm>
            <a:off x="4875745" y="76969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2" name="Shape 4970"/>
          <p:cNvSpPr/>
          <p:nvPr/>
        </p:nvSpPr>
        <p:spPr>
          <a:xfrm>
            <a:off x="4855794" y="7328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3" name="Shape 4971"/>
          <p:cNvSpPr/>
          <p:nvPr/>
        </p:nvSpPr>
        <p:spPr>
          <a:xfrm>
            <a:off x="4943245" y="7479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4" name="Shape 4972"/>
          <p:cNvSpPr/>
          <p:nvPr/>
        </p:nvSpPr>
        <p:spPr>
          <a:xfrm>
            <a:off x="4762275" y="75001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5" name="Shape 4973"/>
          <p:cNvSpPr/>
          <p:nvPr/>
        </p:nvSpPr>
        <p:spPr>
          <a:xfrm>
            <a:off x="4838636" y="75144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6" name="Shape 4974"/>
          <p:cNvSpPr/>
          <p:nvPr/>
        </p:nvSpPr>
        <p:spPr>
          <a:xfrm>
            <a:off x="4628677" y="75504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7" name="Shape 4975"/>
          <p:cNvSpPr/>
          <p:nvPr/>
        </p:nvSpPr>
        <p:spPr>
          <a:xfrm>
            <a:off x="4850915" y="75482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8" name="Shape 4976"/>
          <p:cNvSpPr/>
          <p:nvPr/>
        </p:nvSpPr>
        <p:spPr>
          <a:xfrm>
            <a:off x="4948242" y="7958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9" name="Shape 4977"/>
          <p:cNvSpPr/>
          <p:nvPr/>
        </p:nvSpPr>
        <p:spPr>
          <a:xfrm>
            <a:off x="4895561" y="77186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0" name="Shape 4978"/>
          <p:cNvSpPr/>
          <p:nvPr/>
        </p:nvSpPr>
        <p:spPr>
          <a:xfrm>
            <a:off x="4908975" y="77572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1" name="Shape 4979"/>
          <p:cNvSpPr/>
          <p:nvPr/>
        </p:nvSpPr>
        <p:spPr>
          <a:xfrm>
            <a:off x="4901287" y="79068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2" name="Shape 4980"/>
          <p:cNvSpPr/>
          <p:nvPr/>
        </p:nvSpPr>
        <p:spPr>
          <a:xfrm>
            <a:off x="4613184" y="73928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3" name="Shape 4981"/>
          <p:cNvSpPr/>
          <p:nvPr/>
        </p:nvSpPr>
        <p:spPr>
          <a:xfrm>
            <a:off x="4716140" y="74527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4" name="Shape 4982"/>
          <p:cNvSpPr/>
          <p:nvPr/>
        </p:nvSpPr>
        <p:spPr>
          <a:xfrm>
            <a:off x="4988726" y="74316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5" name="Shape 4983"/>
          <p:cNvSpPr/>
          <p:nvPr/>
        </p:nvSpPr>
        <p:spPr>
          <a:xfrm>
            <a:off x="4834056" y="74345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6" name="Shape 4984"/>
          <p:cNvSpPr/>
          <p:nvPr/>
        </p:nvSpPr>
        <p:spPr>
          <a:xfrm>
            <a:off x="4940622" y="74524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7" name="Shape 4985"/>
          <p:cNvSpPr/>
          <p:nvPr/>
        </p:nvSpPr>
        <p:spPr>
          <a:xfrm>
            <a:off x="4716575" y="74636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8" name="Shape 4986"/>
          <p:cNvSpPr/>
          <p:nvPr/>
        </p:nvSpPr>
        <p:spPr>
          <a:xfrm>
            <a:off x="4956540" y="74061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9" name="Shape 4987"/>
          <p:cNvSpPr/>
          <p:nvPr/>
        </p:nvSpPr>
        <p:spPr>
          <a:xfrm>
            <a:off x="4917123" y="74205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0" name="Shape 4988"/>
          <p:cNvSpPr/>
          <p:nvPr/>
        </p:nvSpPr>
        <p:spPr>
          <a:xfrm>
            <a:off x="4982033" y="73816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1" name="Shape 4989"/>
          <p:cNvSpPr/>
          <p:nvPr/>
        </p:nvSpPr>
        <p:spPr>
          <a:xfrm>
            <a:off x="4653211" y="74315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2" name="Shape 4990"/>
          <p:cNvSpPr/>
          <p:nvPr/>
        </p:nvSpPr>
        <p:spPr>
          <a:xfrm>
            <a:off x="5019531" y="74017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3" name="Shape 4991"/>
          <p:cNvSpPr/>
          <p:nvPr/>
        </p:nvSpPr>
        <p:spPr>
          <a:xfrm>
            <a:off x="4855449" y="74651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4" name="Shape 4992"/>
          <p:cNvSpPr/>
          <p:nvPr/>
        </p:nvSpPr>
        <p:spPr>
          <a:xfrm>
            <a:off x="4999088" y="74075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5" name="Shape 4993"/>
          <p:cNvSpPr/>
          <p:nvPr/>
        </p:nvSpPr>
        <p:spPr>
          <a:xfrm>
            <a:off x="4944961" y="73979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6" name="Shape 4994"/>
          <p:cNvSpPr/>
          <p:nvPr/>
        </p:nvSpPr>
        <p:spPr>
          <a:xfrm>
            <a:off x="4631630" y="7706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7" name="Shape 4995"/>
          <p:cNvSpPr/>
          <p:nvPr/>
        </p:nvSpPr>
        <p:spPr>
          <a:xfrm>
            <a:off x="4844561" y="7805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8" name="Shape 4996"/>
          <p:cNvSpPr/>
          <p:nvPr/>
        </p:nvSpPr>
        <p:spPr>
          <a:xfrm>
            <a:off x="4676739" y="76283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9" name="Shape 4997"/>
          <p:cNvSpPr/>
          <p:nvPr/>
        </p:nvSpPr>
        <p:spPr>
          <a:xfrm>
            <a:off x="4711952" y="76167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0" name="Shape 4998"/>
          <p:cNvSpPr/>
          <p:nvPr/>
        </p:nvSpPr>
        <p:spPr>
          <a:xfrm>
            <a:off x="4989865" y="77649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1" name="Shape 4999"/>
          <p:cNvSpPr/>
          <p:nvPr/>
        </p:nvSpPr>
        <p:spPr>
          <a:xfrm>
            <a:off x="4635017" y="7713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2" name="Shape 5000"/>
          <p:cNvSpPr/>
          <p:nvPr/>
        </p:nvSpPr>
        <p:spPr>
          <a:xfrm>
            <a:off x="5007682" y="73548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3" name="Shape 5001"/>
          <p:cNvSpPr/>
          <p:nvPr/>
        </p:nvSpPr>
        <p:spPr>
          <a:xfrm>
            <a:off x="4651638" y="72800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4" name="Shape 5002"/>
          <p:cNvSpPr/>
          <p:nvPr/>
        </p:nvSpPr>
        <p:spPr>
          <a:xfrm>
            <a:off x="4779531" y="75223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5" name="Shape 5003"/>
          <p:cNvSpPr/>
          <p:nvPr/>
        </p:nvSpPr>
        <p:spPr>
          <a:xfrm>
            <a:off x="4887472" y="71768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6" name="Shape 5004"/>
          <p:cNvSpPr/>
          <p:nvPr/>
        </p:nvSpPr>
        <p:spPr>
          <a:xfrm>
            <a:off x="4894726" y="75880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7" name="Shape 5005"/>
          <p:cNvSpPr/>
          <p:nvPr/>
        </p:nvSpPr>
        <p:spPr>
          <a:xfrm>
            <a:off x="4601204" y="79557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8" name="Shape 5006"/>
          <p:cNvSpPr/>
          <p:nvPr/>
        </p:nvSpPr>
        <p:spPr>
          <a:xfrm>
            <a:off x="4765176" y="7635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9" name="Shape 5007"/>
          <p:cNvSpPr/>
          <p:nvPr/>
        </p:nvSpPr>
        <p:spPr>
          <a:xfrm>
            <a:off x="4929212" y="77530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0" name="Shape 5008"/>
          <p:cNvSpPr/>
          <p:nvPr/>
        </p:nvSpPr>
        <p:spPr>
          <a:xfrm>
            <a:off x="4606256" y="76827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1" name="Shape 5009"/>
          <p:cNvSpPr/>
          <p:nvPr/>
        </p:nvSpPr>
        <p:spPr>
          <a:xfrm>
            <a:off x="4973460" y="78580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2" name="Shape 5010"/>
          <p:cNvSpPr/>
          <p:nvPr/>
        </p:nvSpPr>
        <p:spPr>
          <a:xfrm>
            <a:off x="4887684" y="77969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3" name="Shape 5011"/>
          <p:cNvSpPr/>
          <p:nvPr/>
        </p:nvSpPr>
        <p:spPr>
          <a:xfrm>
            <a:off x="4681695" y="77677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4" name="Shape 5012"/>
          <p:cNvSpPr/>
          <p:nvPr/>
        </p:nvSpPr>
        <p:spPr>
          <a:xfrm>
            <a:off x="4781132" y="7760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5" name="Shape 5013"/>
          <p:cNvSpPr/>
          <p:nvPr/>
        </p:nvSpPr>
        <p:spPr>
          <a:xfrm>
            <a:off x="4700693" y="7703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6" name="Shape 5014"/>
          <p:cNvSpPr/>
          <p:nvPr/>
        </p:nvSpPr>
        <p:spPr>
          <a:xfrm>
            <a:off x="4914737" y="76777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7" name="Shape 5015"/>
          <p:cNvSpPr/>
          <p:nvPr/>
        </p:nvSpPr>
        <p:spPr>
          <a:xfrm>
            <a:off x="4893680" y="78665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8" name="Shape 5016"/>
          <p:cNvSpPr/>
          <p:nvPr/>
        </p:nvSpPr>
        <p:spPr>
          <a:xfrm>
            <a:off x="4654652" y="79052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9" name="Shape 5017"/>
          <p:cNvSpPr/>
          <p:nvPr/>
        </p:nvSpPr>
        <p:spPr>
          <a:xfrm>
            <a:off x="4679653" y="74074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0" name="Shape 5018"/>
          <p:cNvSpPr/>
          <p:nvPr/>
        </p:nvSpPr>
        <p:spPr>
          <a:xfrm>
            <a:off x="4800940" y="7844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1" name="Shape 5019"/>
          <p:cNvSpPr/>
          <p:nvPr/>
        </p:nvSpPr>
        <p:spPr>
          <a:xfrm>
            <a:off x="4799158" y="74383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2" name="Shape 5020"/>
          <p:cNvSpPr/>
          <p:nvPr/>
        </p:nvSpPr>
        <p:spPr>
          <a:xfrm>
            <a:off x="4824673" y="74412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3" name="Shape 5021"/>
          <p:cNvSpPr/>
          <p:nvPr/>
        </p:nvSpPr>
        <p:spPr>
          <a:xfrm>
            <a:off x="4626678" y="74041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4" name="Shape 5022"/>
          <p:cNvSpPr/>
          <p:nvPr/>
        </p:nvSpPr>
        <p:spPr>
          <a:xfrm>
            <a:off x="4598847" y="74311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5" name="Shape 5023"/>
          <p:cNvSpPr/>
          <p:nvPr/>
        </p:nvSpPr>
        <p:spPr>
          <a:xfrm>
            <a:off x="4714823" y="75035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6" name="Shape 5024"/>
          <p:cNvSpPr/>
          <p:nvPr/>
        </p:nvSpPr>
        <p:spPr>
          <a:xfrm>
            <a:off x="4757874" y="7450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7" name="Shape 5025"/>
          <p:cNvSpPr/>
          <p:nvPr/>
        </p:nvSpPr>
        <p:spPr>
          <a:xfrm>
            <a:off x="4806889" y="74551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8" name="Shape 5026"/>
          <p:cNvSpPr/>
          <p:nvPr/>
        </p:nvSpPr>
        <p:spPr>
          <a:xfrm>
            <a:off x="4918237" y="74039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9" name="Shape 5027"/>
          <p:cNvSpPr/>
          <p:nvPr/>
        </p:nvSpPr>
        <p:spPr>
          <a:xfrm>
            <a:off x="4826000" y="7095435"/>
            <a:ext cx="0" cy="766558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5030" name="Shape 5028"/>
          <p:cNvSpPr/>
          <p:nvPr/>
        </p:nvSpPr>
        <p:spPr>
          <a:xfrm>
            <a:off x="4711700" y="7861994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5031" name="Shape 5029"/>
          <p:cNvSpPr/>
          <p:nvPr/>
        </p:nvSpPr>
        <p:spPr>
          <a:xfrm>
            <a:off x="4711700" y="7095435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5032" name="Shape 5030"/>
          <p:cNvSpPr/>
          <p:nvPr/>
        </p:nvSpPr>
        <p:spPr>
          <a:xfrm>
            <a:off x="4660900" y="7401416"/>
            <a:ext cx="330200" cy="292440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5033" name="Shape 5031"/>
          <p:cNvSpPr/>
          <p:nvPr/>
        </p:nvSpPr>
        <p:spPr>
          <a:xfrm>
            <a:off x="4660900" y="7581915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5034" name="Shape 5032"/>
          <p:cNvSpPr/>
          <p:nvPr/>
        </p:nvSpPr>
        <p:spPr>
          <a:xfrm>
            <a:off x="5675392" y="75948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5" name="Shape 5033"/>
          <p:cNvSpPr/>
          <p:nvPr/>
        </p:nvSpPr>
        <p:spPr>
          <a:xfrm>
            <a:off x="5632444" y="76261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6" name="Shape 5034"/>
          <p:cNvSpPr/>
          <p:nvPr/>
        </p:nvSpPr>
        <p:spPr>
          <a:xfrm>
            <a:off x="5384458" y="76015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7" name="Shape 5035"/>
          <p:cNvSpPr/>
          <p:nvPr/>
        </p:nvSpPr>
        <p:spPr>
          <a:xfrm>
            <a:off x="5602374" y="75513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8" name="Shape 5036"/>
          <p:cNvSpPr/>
          <p:nvPr/>
        </p:nvSpPr>
        <p:spPr>
          <a:xfrm>
            <a:off x="5267240" y="7601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9" name="Shape 5037"/>
          <p:cNvSpPr/>
          <p:nvPr/>
        </p:nvSpPr>
        <p:spPr>
          <a:xfrm>
            <a:off x="5466056" y="7612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0" name="Shape 5038"/>
          <p:cNvSpPr/>
          <p:nvPr/>
        </p:nvSpPr>
        <p:spPr>
          <a:xfrm>
            <a:off x="5435948" y="76477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1" name="Shape 5039"/>
          <p:cNvSpPr/>
          <p:nvPr/>
        </p:nvSpPr>
        <p:spPr>
          <a:xfrm>
            <a:off x="5490925" y="75857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2" name="Shape 5040"/>
          <p:cNvSpPr/>
          <p:nvPr/>
        </p:nvSpPr>
        <p:spPr>
          <a:xfrm>
            <a:off x="5470088" y="76140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3" name="Shape 5041"/>
          <p:cNvSpPr/>
          <p:nvPr/>
        </p:nvSpPr>
        <p:spPr>
          <a:xfrm>
            <a:off x="5679966" y="76089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4" name="Shape 5042"/>
          <p:cNvSpPr/>
          <p:nvPr/>
        </p:nvSpPr>
        <p:spPr>
          <a:xfrm>
            <a:off x="5481070" y="76778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5" name="Shape 5043"/>
          <p:cNvSpPr/>
          <p:nvPr/>
        </p:nvSpPr>
        <p:spPr>
          <a:xfrm>
            <a:off x="5625617" y="76213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6" name="Shape 5044"/>
          <p:cNvSpPr/>
          <p:nvPr/>
        </p:nvSpPr>
        <p:spPr>
          <a:xfrm>
            <a:off x="5467013" y="7599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7" name="Shape 5045"/>
          <p:cNvSpPr/>
          <p:nvPr/>
        </p:nvSpPr>
        <p:spPr>
          <a:xfrm>
            <a:off x="5668736" y="7608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8" name="Shape 5046"/>
          <p:cNvSpPr/>
          <p:nvPr/>
        </p:nvSpPr>
        <p:spPr>
          <a:xfrm>
            <a:off x="5307328" y="76101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9" name="Shape 5047"/>
          <p:cNvSpPr/>
          <p:nvPr/>
        </p:nvSpPr>
        <p:spPr>
          <a:xfrm>
            <a:off x="5298981" y="76464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0" name="Shape 5048"/>
          <p:cNvSpPr/>
          <p:nvPr/>
        </p:nvSpPr>
        <p:spPr>
          <a:xfrm>
            <a:off x="5324688" y="75738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1" name="Shape 5049"/>
          <p:cNvSpPr/>
          <p:nvPr/>
        </p:nvSpPr>
        <p:spPr>
          <a:xfrm>
            <a:off x="5414488" y="76990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2" name="Shape 5050"/>
          <p:cNvSpPr/>
          <p:nvPr/>
        </p:nvSpPr>
        <p:spPr>
          <a:xfrm>
            <a:off x="5316061" y="76182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3" name="Shape 5051"/>
          <p:cNvSpPr/>
          <p:nvPr/>
        </p:nvSpPr>
        <p:spPr>
          <a:xfrm>
            <a:off x="5625863" y="75661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4" name="Shape 5052"/>
          <p:cNvSpPr/>
          <p:nvPr/>
        </p:nvSpPr>
        <p:spPr>
          <a:xfrm>
            <a:off x="5638845" y="75586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5" name="Shape 5053"/>
          <p:cNvSpPr/>
          <p:nvPr/>
        </p:nvSpPr>
        <p:spPr>
          <a:xfrm>
            <a:off x="5324752" y="76096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6" name="Shape 5054"/>
          <p:cNvSpPr/>
          <p:nvPr/>
        </p:nvSpPr>
        <p:spPr>
          <a:xfrm>
            <a:off x="5429615" y="75844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7" name="Shape 5055"/>
          <p:cNvSpPr/>
          <p:nvPr/>
        </p:nvSpPr>
        <p:spPr>
          <a:xfrm>
            <a:off x="5299380" y="7591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8" name="Shape 5056"/>
          <p:cNvSpPr/>
          <p:nvPr/>
        </p:nvSpPr>
        <p:spPr>
          <a:xfrm>
            <a:off x="5284175" y="76155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9" name="Shape 5057"/>
          <p:cNvSpPr/>
          <p:nvPr/>
        </p:nvSpPr>
        <p:spPr>
          <a:xfrm>
            <a:off x="5452417" y="76073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0" name="Shape 5058"/>
          <p:cNvSpPr/>
          <p:nvPr/>
        </p:nvSpPr>
        <p:spPr>
          <a:xfrm>
            <a:off x="5331753" y="76167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1" name="Shape 5059"/>
          <p:cNvSpPr/>
          <p:nvPr/>
        </p:nvSpPr>
        <p:spPr>
          <a:xfrm>
            <a:off x="5648952" y="76370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2" name="Shape 5060"/>
          <p:cNvSpPr/>
          <p:nvPr/>
        </p:nvSpPr>
        <p:spPr>
          <a:xfrm>
            <a:off x="5404026" y="7696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3" name="Shape 5061"/>
          <p:cNvSpPr/>
          <p:nvPr/>
        </p:nvSpPr>
        <p:spPr>
          <a:xfrm>
            <a:off x="5369304" y="7591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4" name="Shape 5062"/>
          <p:cNvSpPr/>
          <p:nvPr/>
        </p:nvSpPr>
        <p:spPr>
          <a:xfrm>
            <a:off x="5257244" y="76094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5" name="Shape 5063"/>
          <p:cNvSpPr/>
          <p:nvPr/>
        </p:nvSpPr>
        <p:spPr>
          <a:xfrm>
            <a:off x="5676153" y="7580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6" name="Shape 5064"/>
          <p:cNvSpPr/>
          <p:nvPr/>
        </p:nvSpPr>
        <p:spPr>
          <a:xfrm>
            <a:off x="5436629" y="75655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7" name="Shape 5065"/>
          <p:cNvSpPr/>
          <p:nvPr/>
        </p:nvSpPr>
        <p:spPr>
          <a:xfrm>
            <a:off x="5403287" y="7625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8" name="Shape 5066"/>
          <p:cNvSpPr/>
          <p:nvPr/>
        </p:nvSpPr>
        <p:spPr>
          <a:xfrm>
            <a:off x="5652355" y="75581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9" name="Shape 5067"/>
          <p:cNvSpPr/>
          <p:nvPr/>
        </p:nvSpPr>
        <p:spPr>
          <a:xfrm>
            <a:off x="5603294" y="76079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0" name="Shape 5068"/>
          <p:cNvSpPr/>
          <p:nvPr/>
        </p:nvSpPr>
        <p:spPr>
          <a:xfrm>
            <a:off x="5296230" y="7656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1" name="Shape 5069"/>
          <p:cNvSpPr/>
          <p:nvPr/>
        </p:nvSpPr>
        <p:spPr>
          <a:xfrm>
            <a:off x="5373011" y="76078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2" name="Shape 5070"/>
          <p:cNvSpPr/>
          <p:nvPr/>
        </p:nvSpPr>
        <p:spPr>
          <a:xfrm>
            <a:off x="5417277" y="76350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3" name="Shape 5071"/>
          <p:cNvSpPr/>
          <p:nvPr/>
        </p:nvSpPr>
        <p:spPr>
          <a:xfrm>
            <a:off x="5380329" y="7613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4" name="Shape 5072"/>
          <p:cNvSpPr/>
          <p:nvPr/>
        </p:nvSpPr>
        <p:spPr>
          <a:xfrm>
            <a:off x="5537029" y="76134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5" name="Shape 5073"/>
          <p:cNvSpPr/>
          <p:nvPr/>
        </p:nvSpPr>
        <p:spPr>
          <a:xfrm>
            <a:off x="5416278" y="76333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6" name="Shape 5074"/>
          <p:cNvSpPr/>
          <p:nvPr/>
        </p:nvSpPr>
        <p:spPr>
          <a:xfrm>
            <a:off x="5313911" y="76136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7" name="Shape 5075"/>
          <p:cNvSpPr/>
          <p:nvPr/>
        </p:nvSpPr>
        <p:spPr>
          <a:xfrm>
            <a:off x="5337443" y="76221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8" name="Shape 5076"/>
          <p:cNvSpPr/>
          <p:nvPr/>
        </p:nvSpPr>
        <p:spPr>
          <a:xfrm>
            <a:off x="5256408" y="77377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9" name="Shape 5077"/>
          <p:cNvSpPr/>
          <p:nvPr/>
        </p:nvSpPr>
        <p:spPr>
          <a:xfrm>
            <a:off x="5462429" y="75734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0" name="Shape 5078"/>
          <p:cNvSpPr/>
          <p:nvPr/>
        </p:nvSpPr>
        <p:spPr>
          <a:xfrm>
            <a:off x="5398249" y="7566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1" name="Shape 5079"/>
          <p:cNvSpPr/>
          <p:nvPr/>
        </p:nvSpPr>
        <p:spPr>
          <a:xfrm>
            <a:off x="5252999" y="76614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2" name="Shape 5080"/>
          <p:cNvSpPr/>
          <p:nvPr/>
        </p:nvSpPr>
        <p:spPr>
          <a:xfrm>
            <a:off x="5461615" y="75640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3" name="Shape 5081"/>
          <p:cNvSpPr/>
          <p:nvPr/>
        </p:nvSpPr>
        <p:spPr>
          <a:xfrm>
            <a:off x="5472803" y="76311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4" name="Shape 5082"/>
          <p:cNvSpPr/>
          <p:nvPr/>
        </p:nvSpPr>
        <p:spPr>
          <a:xfrm>
            <a:off x="5380903" y="75914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5" name="Shape 5083"/>
          <p:cNvSpPr/>
          <p:nvPr/>
        </p:nvSpPr>
        <p:spPr>
          <a:xfrm>
            <a:off x="5366733" y="75869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6" name="Shape 5084"/>
          <p:cNvSpPr/>
          <p:nvPr/>
        </p:nvSpPr>
        <p:spPr>
          <a:xfrm>
            <a:off x="5523126" y="76390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7" name="Shape 5085"/>
          <p:cNvSpPr/>
          <p:nvPr/>
        </p:nvSpPr>
        <p:spPr>
          <a:xfrm>
            <a:off x="5282696" y="76905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8" name="Shape 5086"/>
          <p:cNvSpPr/>
          <p:nvPr/>
        </p:nvSpPr>
        <p:spPr>
          <a:xfrm>
            <a:off x="5397001" y="7617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9" name="Shape 5087"/>
          <p:cNvSpPr/>
          <p:nvPr/>
        </p:nvSpPr>
        <p:spPr>
          <a:xfrm>
            <a:off x="5609447" y="75989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0" name="Shape 5088"/>
          <p:cNvSpPr/>
          <p:nvPr/>
        </p:nvSpPr>
        <p:spPr>
          <a:xfrm>
            <a:off x="5494988" y="7623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1" name="Shape 5089"/>
          <p:cNvSpPr/>
          <p:nvPr/>
        </p:nvSpPr>
        <p:spPr>
          <a:xfrm>
            <a:off x="5557184" y="76264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2" name="Shape 5090"/>
          <p:cNvSpPr/>
          <p:nvPr/>
        </p:nvSpPr>
        <p:spPr>
          <a:xfrm>
            <a:off x="5435255" y="7570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3" name="Shape 5091"/>
          <p:cNvSpPr/>
          <p:nvPr/>
        </p:nvSpPr>
        <p:spPr>
          <a:xfrm>
            <a:off x="5635113" y="76228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4" name="Shape 5092"/>
          <p:cNvSpPr/>
          <p:nvPr/>
        </p:nvSpPr>
        <p:spPr>
          <a:xfrm>
            <a:off x="5316033" y="76549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5" name="Shape 5093"/>
          <p:cNvSpPr/>
          <p:nvPr/>
        </p:nvSpPr>
        <p:spPr>
          <a:xfrm>
            <a:off x="5462831" y="76328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6" name="Shape 5094"/>
          <p:cNvSpPr/>
          <p:nvPr/>
        </p:nvSpPr>
        <p:spPr>
          <a:xfrm>
            <a:off x="5529808" y="76508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7" name="Shape 5095"/>
          <p:cNvSpPr/>
          <p:nvPr/>
        </p:nvSpPr>
        <p:spPr>
          <a:xfrm>
            <a:off x="5282342" y="76146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8" name="Shape 5096"/>
          <p:cNvSpPr/>
          <p:nvPr/>
        </p:nvSpPr>
        <p:spPr>
          <a:xfrm>
            <a:off x="5459617" y="75898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9" name="Shape 5097"/>
          <p:cNvSpPr/>
          <p:nvPr/>
        </p:nvSpPr>
        <p:spPr>
          <a:xfrm>
            <a:off x="5387820" y="76598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0" name="Shape 5098"/>
          <p:cNvSpPr/>
          <p:nvPr/>
        </p:nvSpPr>
        <p:spPr>
          <a:xfrm>
            <a:off x="5259391" y="75912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1" name="Shape 5099"/>
          <p:cNvSpPr/>
          <p:nvPr/>
        </p:nvSpPr>
        <p:spPr>
          <a:xfrm>
            <a:off x="5527820" y="7646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2" name="Shape 5100"/>
          <p:cNvSpPr/>
          <p:nvPr/>
        </p:nvSpPr>
        <p:spPr>
          <a:xfrm>
            <a:off x="5537241" y="76017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3" name="Shape 5101"/>
          <p:cNvSpPr/>
          <p:nvPr/>
        </p:nvSpPr>
        <p:spPr>
          <a:xfrm>
            <a:off x="5365731" y="75286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4" name="Shape 5102"/>
          <p:cNvSpPr/>
          <p:nvPr/>
        </p:nvSpPr>
        <p:spPr>
          <a:xfrm>
            <a:off x="5464013" y="75959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5" name="Shape 5103"/>
          <p:cNvSpPr/>
          <p:nvPr/>
        </p:nvSpPr>
        <p:spPr>
          <a:xfrm>
            <a:off x="5627227" y="76606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6" name="Shape 5104"/>
          <p:cNvSpPr/>
          <p:nvPr/>
        </p:nvSpPr>
        <p:spPr>
          <a:xfrm>
            <a:off x="5493758" y="77176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7" name="Shape 5105"/>
          <p:cNvSpPr/>
          <p:nvPr/>
        </p:nvSpPr>
        <p:spPr>
          <a:xfrm>
            <a:off x="5444556" y="76565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8" name="Shape 5106"/>
          <p:cNvSpPr/>
          <p:nvPr/>
        </p:nvSpPr>
        <p:spPr>
          <a:xfrm>
            <a:off x="5307395" y="76094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9" name="Shape 5107"/>
          <p:cNvSpPr/>
          <p:nvPr/>
        </p:nvSpPr>
        <p:spPr>
          <a:xfrm>
            <a:off x="5474204" y="7571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0" name="Shape 5108"/>
          <p:cNvSpPr/>
          <p:nvPr/>
        </p:nvSpPr>
        <p:spPr>
          <a:xfrm>
            <a:off x="5572258" y="75797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1" name="Shape 5109"/>
          <p:cNvSpPr/>
          <p:nvPr/>
        </p:nvSpPr>
        <p:spPr>
          <a:xfrm>
            <a:off x="5419506" y="76758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2" name="Shape 5110"/>
          <p:cNvSpPr/>
          <p:nvPr/>
        </p:nvSpPr>
        <p:spPr>
          <a:xfrm>
            <a:off x="5648336" y="74240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3" name="Shape 5111"/>
          <p:cNvSpPr/>
          <p:nvPr/>
        </p:nvSpPr>
        <p:spPr>
          <a:xfrm>
            <a:off x="5487977" y="7572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4" name="Shape 5112"/>
          <p:cNvSpPr/>
          <p:nvPr/>
        </p:nvSpPr>
        <p:spPr>
          <a:xfrm>
            <a:off x="5280141" y="7692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5" name="Shape 5113"/>
          <p:cNvSpPr/>
          <p:nvPr/>
        </p:nvSpPr>
        <p:spPr>
          <a:xfrm>
            <a:off x="5414568" y="7644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6" name="Shape 5114"/>
          <p:cNvSpPr/>
          <p:nvPr/>
        </p:nvSpPr>
        <p:spPr>
          <a:xfrm>
            <a:off x="5561522" y="76001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7" name="Shape 5115"/>
          <p:cNvSpPr/>
          <p:nvPr/>
        </p:nvSpPr>
        <p:spPr>
          <a:xfrm>
            <a:off x="5642449" y="76701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8" name="Shape 5116"/>
          <p:cNvSpPr/>
          <p:nvPr/>
        </p:nvSpPr>
        <p:spPr>
          <a:xfrm>
            <a:off x="5391553" y="77190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9" name="Shape 5117"/>
          <p:cNvSpPr/>
          <p:nvPr/>
        </p:nvSpPr>
        <p:spPr>
          <a:xfrm>
            <a:off x="5637606" y="7547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0" name="Shape 5118"/>
          <p:cNvSpPr/>
          <p:nvPr/>
        </p:nvSpPr>
        <p:spPr>
          <a:xfrm>
            <a:off x="5394537" y="76934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1" name="Shape 5119"/>
          <p:cNvSpPr/>
          <p:nvPr/>
        </p:nvSpPr>
        <p:spPr>
          <a:xfrm>
            <a:off x="5510985" y="76428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2" name="Shape 5120"/>
          <p:cNvSpPr/>
          <p:nvPr/>
        </p:nvSpPr>
        <p:spPr>
          <a:xfrm>
            <a:off x="5663459" y="76286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3" name="Shape 5121"/>
          <p:cNvSpPr/>
          <p:nvPr/>
        </p:nvSpPr>
        <p:spPr>
          <a:xfrm>
            <a:off x="5271817" y="77712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4" name="Shape 5122"/>
          <p:cNvSpPr/>
          <p:nvPr/>
        </p:nvSpPr>
        <p:spPr>
          <a:xfrm>
            <a:off x="5272011" y="79168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5" name="Shape 5123"/>
          <p:cNvSpPr/>
          <p:nvPr/>
        </p:nvSpPr>
        <p:spPr>
          <a:xfrm>
            <a:off x="5659508" y="7642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6" name="Shape 5124"/>
          <p:cNvSpPr/>
          <p:nvPr/>
        </p:nvSpPr>
        <p:spPr>
          <a:xfrm>
            <a:off x="5361121" y="7836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7" name="Shape 5125"/>
          <p:cNvSpPr/>
          <p:nvPr/>
        </p:nvSpPr>
        <p:spPr>
          <a:xfrm>
            <a:off x="5497771" y="78315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8" name="Shape 5126"/>
          <p:cNvSpPr/>
          <p:nvPr/>
        </p:nvSpPr>
        <p:spPr>
          <a:xfrm>
            <a:off x="5252053" y="78834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9" name="Shape 5127"/>
          <p:cNvSpPr/>
          <p:nvPr/>
        </p:nvSpPr>
        <p:spPr>
          <a:xfrm>
            <a:off x="5486507" y="7891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0" name="Shape 5128"/>
          <p:cNvSpPr/>
          <p:nvPr/>
        </p:nvSpPr>
        <p:spPr>
          <a:xfrm>
            <a:off x="5446400" y="77214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1" name="Shape 5129"/>
          <p:cNvSpPr/>
          <p:nvPr/>
        </p:nvSpPr>
        <p:spPr>
          <a:xfrm>
            <a:off x="5606726" y="75201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2" name="Shape 5130"/>
          <p:cNvSpPr/>
          <p:nvPr/>
        </p:nvSpPr>
        <p:spPr>
          <a:xfrm>
            <a:off x="5587028" y="75872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3" name="Shape 5131"/>
          <p:cNvSpPr/>
          <p:nvPr/>
        </p:nvSpPr>
        <p:spPr>
          <a:xfrm>
            <a:off x="5276989" y="74027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4" name="Shape 5132"/>
          <p:cNvSpPr/>
          <p:nvPr/>
        </p:nvSpPr>
        <p:spPr>
          <a:xfrm>
            <a:off x="5374913" y="69568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5" name="Shape 5133"/>
          <p:cNvSpPr/>
          <p:nvPr/>
        </p:nvSpPr>
        <p:spPr>
          <a:xfrm>
            <a:off x="5439940" y="73143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6" name="Shape 5134"/>
          <p:cNvSpPr/>
          <p:nvPr/>
        </p:nvSpPr>
        <p:spPr>
          <a:xfrm>
            <a:off x="5632830" y="75600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7" name="Shape 5135"/>
          <p:cNvSpPr/>
          <p:nvPr/>
        </p:nvSpPr>
        <p:spPr>
          <a:xfrm>
            <a:off x="5632819" y="69119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8" name="Shape 5136"/>
          <p:cNvSpPr/>
          <p:nvPr/>
        </p:nvSpPr>
        <p:spPr>
          <a:xfrm>
            <a:off x="5285426" y="76005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9" name="Shape 5137"/>
          <p:cNvSpPr/>
          <p:nvPr/>
        </p:nvSpPr>
        <p:spPr>
          <a:xfrm>
            <a:off x="5444570" y="69545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0" name="Shape 5138"/>
          <p:cNvSpPr/>
          <p:nvPr/>
        </p:nvSpPr>
        <p:spPr>
          <a:xfrm>
            <a:off x="5514272" y="71369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1" name="Shape 5139"/>
          <p:cNvSpPr/>
          <p:nvPr/>
        </p:nvSpPr>
        <p:spPr>
          <a:xfrm>
            <a:off x="5560728" y="70968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2" name="Shape 5140"/>
          <p:cNvSpPr/>
          <p:nvPr/>
        </p:nvSpPr>
        <p:spPr>
          <a:xfrm>
            <a:off x="5466967" y="72270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3" name="Shape 5141"/>
          <p:cNvSpPr/>
          <p:nvPr/>
        </p:nvSpPr>
        <p:spPr>
          <a:xfrm>
            <a:off x="5394824" y="70596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4" name="Shape 5142"/>
          <p:cNvSpPr/>
          <p:nvPr/>
        </p:nvSpPr>
        <p:spPr>
          <a:xfrm>
            <a:off x="5663094" y="7730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5" name="Shape 5143"/>
          <p:cNvSpPr/>
          <p:nvPr/>
        </p:nvSpPr>
        <p:spPr>
          <a:xfrm>
            <a:off x="5555998" y="6909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6" name="Shape 5144"/>
          <p:cNvSpPr/>
          <p:nvPr/>
        </p:nvSpPr>
        <p:spPr>
          <a:xfrm>
            <a:off x="5566228" y="67559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7" name="Shape 5145"/>
          <p:cNvSpPr/>
          <p:nvPr/>
        </p:nvSpPr>
        <p:spPr>
          <a:xfrm>
            <a:off x="5582651" y="75418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8" name="Shape 5146"/>
          <p:cNvSpPr/>
          <p:nvPr/>
        </p:nvSpPr>
        <p:spPr>
          <a:xfrm>
            <a:off x="5270432" y="7256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9" name="Shape 5147"/>
          <p:cNvSpPr/>
          <p:nvPr/>
        </p:nvSpPr>
        <p:spPr>
          <a:xfrm>
            <a:off x="5581564" y="69167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0" name="Shape 5148"/>
          <p:cNvSpPr/>
          <p:nvPr/>
        </p:nvSpPr>
        <p:spPr>
          <a:xfrm>
            <a:off x="5536646" y="75941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1" name="Shape 5149"/>
          <p:cNvSpPr/>
          <p:nvPr/>
        </p:nvSpPr>
        <p:spPr>
          <a:xfrm>
            <a:off x="5488945" y="76685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2" name="Shape 5150"/>
          <p:cNvSpPr/>
          <p:nvPr/>
        </p:nvSpPr>
        <p:spPr>
          <a:xfrm>
            <a:off x="5674000" y="6942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3" name="Shape 5151"/>
          <p:cNvSpPr/>
          <p:nvPr/>
        </p:nvSpPr>
        <p:spPr>
          <a:xfrm>
            <a:off x="5274577" y="69099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4" name="Shape 5152"/>
          <p:cNvSpPr/>
          <p:nvPr/>
        </p:nvSpPr>
        <p:spPr>
          <a:xfrm>
            <a:off x="5674361" y="73674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5" name="Shape 5153"/>
          <p:cNvSpPr/>
          <p:nvPr/>
        </p:nvSpPr>
        <p:spPr>
          <a:xfrm>
            <a:off x="5417466" y="7298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6" name="Shape 5154"/>
          <p:cNvSpPr/>
          <p:nvPr/>
        </p:nvSpPr>
        <p:spPr>
          <a:xfrm>
            <a:off x="5414970" y="69739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7" name="Shape 5155"/>
          <p:cNvSpPr/>
          <p:nvPr/>
        </p:nvSpPr>
        <p:spPr>
          <a:xfrm>
            <a:off x="5530666" y="71518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8" name="Shape 5156"/>
          <p:cNvSpPr/>
          <p:nvPr/>
        </p:nvSpPr>
        <p:spPr>
          <a:xfrm>
            <a:off x="5464729" y="7332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9" name="Shape 5157"/>
          <p:cNvSpPr/>
          <p:nvPr/>
        </p:nvSpPr>
        <p:spPr>
          <a:xfrm>
            <a:off x="5592466" y="70319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0" name="Shape 5158"/>
          <p:cNvSpPr/>
          <p:nvPr/>
        </p:nvSpPr>
        <p:spPr>
          <a:xfrm>
            <a:off x="5623614" y="7678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1" name="Shape 5159"/>
          <p:cNvSpPr/>
          <p:nvPr/>
        </p:nvSpPr>
        <p:spPr>
          <a:xfrm>
            <a:off x="5389334" y="76816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2" name="Shape 5160"/>
          <p:cNvSpPr/>
          <p:nvPr/>
        </p:nvSpPr>
        <p:spPr>
          <a:xfrm>
            <a:off x="5334694" y="69483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3" name="Shape 5161"/>
          <p:cNvSpPr/>
          <p:nvPr/>
        </p:nvSpPr>
        <p:spPr>
          <a:xfrm>
            <a:off x="5438898" y="71927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4" name="Shape 5162"/>
          <p:cNvSpPr/>
          <p:nvPr/>
        </p:nvSpPr>
        <p:spPr>
          <a:xfrm>
            <a:off x="5460773" y="71002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5" name="Shape 5163"/>
          <p:cNvSpPr/>
          <p:nvPr/>
        </p:nvSpPr>
        <p:spPr>
          <a:xfrm>
            <a:off x="5542918" y="74061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6" name="Shape 5164"/>
          <p:cNvSpPr/>
          <p:nvPr/>
        </p:nvSpPr>
        <p:spPr>
          <a:xfrm>
            <a:off x="5264668" y="6969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7" name="Shape 5165"/>
          <p:cNvSpPr/>
          <p:nvPr/>
        </p:nvSpPr>
        <p:spPr>
          <a:xfrm>
            <a:off x="5566610" y="74787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8" name="Shape 5166"/>
          <p:cNvSpPr/>
          <p:nvPr/>
        </p:nvSpPr>
        <p:spPr>
          <a:xfrm>
            <a:off x="5562930" y="72760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9" name="Shape 5167"/>
          <p:cNvSpPr/>
          <p:nvPr/>
        </p:nvSpPr>
        <p:spPr>
          <a:xfrm>
            <a:off x="5510667" y="74022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0" name="Shape 5168"/>
          <p:cNvSpPr/>
          <p:nvPr/>
        </p:nvSpPr>
        <p:spPr>
          <a:xfrm>
            <a:off x="5655049" y="75487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1" name="Shape 5169"/>
          <p:cNvSpPr/>
          <p:nvPr/>
        </p:nvSpPr>
        <p:spPr>
          <a:xfrm>
            <a:off x="5315942" y="7548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2" name="Shape 5170"/>
          <p:cNvSpPr/>
          <p:nvPr/>
        </p:nvSpPr>
        <p:spPr>
          <a:xfrm>
            <a:off x="5463606" y="72901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3" name="Shape 5171"/>
          <p:cNvSpPr/>
          <p:nvPr/>
        </p:nvSpPr>
        <p:spPr>
          <a:xfrm>
            <a:off x="5281475" y="76429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4" name="Shape 5172"/>
          <p:cNvSpPr/>
          <p:nvPr/>
        </p:nvSpPr>
        <p:spPr>
          <a:xfrm>
            <a:off x="5568192" y="76753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5" name="Shape 5173"/>
          <p:cNvSpPr/>
          <p:nvPr/>
        </p:nvSpPr>
        <p:spPr>
          <a:xfrm>
            <a:off x="5626412" y="7636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6" name="Shape 5174"/>
          <p:cNvSpPr/>
          <p:nvPr/>
        </p:nvSpPr>
        <p:spPr>
          <a:xfrm>
            <a:off x="5397739" y="7710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7" name="Shape 5175"/>
          <p:cNvSpPr/>
          <p:nvPr/>
        </p:nvSpPr>
        <p:spPr>
          <a:xfrm>
            <a:off x="5368949" y="76482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8" name="Shape 5176"/>
          <p:cNvSpPr/>
          <p:nvPr/>
        </p:nvSpPr>
        <p:spPr>
          <a:xfrm>
            <a:off x="5384219" y="76593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9" name="Shape 5177"/>
          <p:cNvSpPr/>
          <p:nvPr/>
        </p:nvSpPr>
        <p:spPr>
          <a:xfrm>
            <a:off x="5404405" y="71922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0" name="Shape 5178"/>
          <p:cNvSpPr/>
          <p:nvPr/>
        </p:nvSpPr>
        <p:spPr>
          <a:xfrm>
            <a:off x="5438068" y="7723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1" name="Shape 5179"/>
          <p:cNvSpPr/>
          <p:nvPr/>
        </p:nvSpPr>
        <p:spPr>
          <a:xfrm>
            <a:off x="5318812" y="7662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2" name="Shape 5180"/>
          <p:cNvSpPr/>
          <p:nvPr/>
        </p:nvSpPr>
        <p:spPr>
          <a:xfrm>
            <a:off x="5415533" y="7638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3" name="Shape 5181"/>
          <p:cNvSpPr/>
          <p:nvPr/>
        </p:nvSpPr>
        <p:spPr>
          <a:xfrm>
            <a:off x="5389149" y="75913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4" name="Shape 5182"/>
          <p:cNvSpPr/>
          <p:nvPr/>
        </p:nvSpPr>
        <p:spPr>
          <a:xfrm>
            <a:off x="5549849" y="7532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5" name="Shape 5183"/>
          <p:cNvSpPr/>
          <p:nvPr/>
        </p:nvSpPr>
        <p:spPr>
          <a:xfrm>
            <a:off x="5332172" y="72108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6" name="Shape 5184"/>
          <p:cNvSpPr/>
          <p:nvPr/>
        </p:nvSpPr>
        <p:spPr>
          <a:xfrm>
            <a:off x="5444139" y="7433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7" name="Shape 5185"/>
          <p:cNvSpPr/>
          <p:nvPr/>
        </p:nvSpPr>
        <p:spPr>
          <a:xfrm>
            <a:off x="5599173" y="74407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8" name="Shape 5186"/>
          <p:cNvSpPr/>
          <p:nvPr/>
        </p:nvSpPr>
        <p:spPr>
          <a:xfrm>
            <a:off x="5529683" y="74921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9" name="Shape 5187"/>
          <p:cNvSpPr/>
          <p:nvPr/>
        </p:nvSpPr>
        <p:spPr>
          <a:xfrm>
            <a:off x="5622584" y="71296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0" name="Shape 5188"/>
          <p:cNvSpPr/>
          <p:nvPr/>
        </p:nvSpPr>
        <p:spPr>
          <a:xfrm>
            <a:off x="5314536" y="76202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1" name="Shape 5189"/>
          <p:cNvSpPr/>
          <p:nvPr/>
        </p:nvSpPr>
        <p:spPr>
          <a:xfrm>
            <a:off x="5444387" y="7620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2" name="Shape 5190"/>
          <p:cNvSpPr/>
          <p:nvPr/>
        </p:nvSpPr>
        <p:spPr>
          <a:xfrm>
            <a:off x="5374534" y="7674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3" name="Shape 5191"/>
          <p:cNvSpPr/>
          <p:nvPr/>
        </p:nvSpPr>
        <p:spPr>
          <a:xfrm>
            <a:off x="5506697" y="74303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4" name="Shape 5192"/>
          <p:cNvSpPr/>
          <p:nvPr/>
        </p:nvSpPr>
        <p:spPr>
          <a:xfrm>
            <a:off x="5674338" y="7383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5" name="Shape 5193"/>
          <p:cNvSpPr/>
          <p:nvPr/>
        </p:nvSpPr>
        <p:spPr>
          <a:xfrm>
            <a:off x="5658907" y="7762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6" name="Shape 5194"/>
          <p:cNvSpPr/>
          <p:nvPr/>
        </p:nvSpPr>
        <p:spPr>
          <a:xfrm>
            <a:off x="5393609" y="66706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7" name="Shape 5195"/>
          <p:cNvSpPr/>
          <p:nvPr/>
        </p:nvSpPr>
        <p:spPr>
          <a:xfrm>
            <a:off x="5328043" y="72804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8" name="Shape 5196"/>
          <p:cNvSpPr/>
          <p:nvPr/>
        </p:nvSpPr>
        <p:spPr>
          <a:xfrm>
            <a:off x="5363602" y="72797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9" name="Shape 5197"/>
          <p:cNvSpPr/>
          <p:nvPr/>
        </p:nvSpPr>
        <p:spPr>
          <a:xfrm>
            <a:off x="5361993" y="75163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0" name="Shape 5198"/>
          <p:cNvSpPr/>
          <p:nvPr/>
        </p:nvSpPr>
        <p:spPr>
          <a:xfrm>
            <a:off x="5373045" y="75089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1" name="Shape 5199"/>
          <p:cNvSpPr/>
          <p:nvPr/>
        </p:nvSpPr>
        <p:spPr>
          <a:xfrm>
            <a:off x="5423937" y="71714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2" name="Shape 5200"/>
          <p:cNvSpPr/>
          <p:nvPr/>
        </p:nvSpPr>
        <p:spPr>
          <a:xfrm>
            <a:off x="5346916" y="72707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3" name="Shape 5201"/>
          <p:cNvSpPr/>
          <p:nvPr/>
        </p:nvSpPr>
        <p:spPr>
          <a:xfrm>
            <a:off x="5482978" y="74182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4" name="Shape 5202"/>
          <p:cNvSpPr/>
          <p:nvPr/>
        </p:nvSpPr>
        <p:spPr>
          <a:xfrm>
            <a:off x="5442027" y="7603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5" name="Shape 5203"/>
          <p:cNvSpPr/>
          <p:nvPr/>
        </p:nvSpPr>
        <p:spPr>
          <a:xfrm>
            <a:off x="5645230" y="74737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6" name="Shape 5204"/>
          <p:cNvSpPr/>
          <p:nvPr/>
        </p:nvSpPr>
        <p:spPr>
          <a:xfrm>
            <a:off x="5633947" y="7235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7" name="Shape 5205"/>
          <p:cNvSpPr/>
          <p:nvPr/>
        </p:nvSpPr>
        <p:spPr>
          <a:xfrm>
            <a:off x="5526992" y="76446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8" name="Shape 5206"/>
          <p:cNvSpPr/>
          <p:nvPr/>
        </p:nvSpPr>
        <p:spPr>
          <a:xfrm>
            <a:off x="5463396" y="74885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9" name="Shape 5207"/>
          <p:cNvSpPr/>
          <p:nvPr/>
        </p:nvSpPr>
        <p:spPr>
          <a:xfrm>
            <a:off x="5593289" y="74349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0" name="Shape 5208"/>
          <p:cNvSpPr/>
          <p:nvPr/>
        </p:nvSpPr>
        <p:spPr>
          <a:xfrm>
            <a:off x="5565148" y="6771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1" name="Shape 5209"/>
          <p:cNvSpPr/>
          <p:nvPr/>
        </p:nvSpPr>
        <p:spPr>
          <a:xfrm>
            <a:off x="5392686" y="73308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2" name="Shape 5210"/>
          <p:cNvSpPr/>
          <p:nvPr/>
        </p:nvSpPr>
        <p:spPr>
          <a:xfrm>
            <a:off x="5680806" y="7272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3" name="Shape 5211"/>
          <p:cNvSpPr/>
          <p:nvPr/>
        </p:nvSpPr>
        <p:spPr>
          <a:xfrm>
            <a:off x="5455474" y="74231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4" name="Shape 5212"/>
          <p:cNvSpPr/>
          <p:nvPr/>
        </p:nvSpPr>
        <p:spPr>
          <a:xfrm>
            <a:off x="5319291" y="73702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5" name="Shape 5213"/>
          <p:cNvSpPr/>
          <p:nvPr/>
        </p:nvSpPr>
        <p:spPr>
          <a:xfrm>
            <a:off x="5463248" y="7386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6" name="Shape 5214"/>
          <p:cNvSpPr/>
          <p:nvPr/>
        </p:nvSpPr>
        <p:spPr>
          <a:xfrm>
            <a:off x="5566043" y="72368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7" name="Shape 5215"/>
          <p:cNvSpPr/>
          <p:nvPr/>
        </p:nvSpPr>
        <p:spPr>
          <a:xfrm>
            <a:off x="5671924" y="73166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8" name="Shape 5216"/>
          <p:cNvSpPr/>
          <p:nvPr/>
        </p:nvSpPr>
        <p:spPr>
          <a:xfrm>
            <a:off x="5358746" y="73411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9" name="Shape 5217"/>
          <p:cNvSpPr/>
          <p:nvPr/>
        </p:nvSpPr>
        <p:spPr>
          <a:xfrm>
            <a:off x="5286976" y="67976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0" name="Shape 5218"/>
          <p:cNvSpPr/>
          <p:nvPr/>
        </p:nvSpPr>
        <p:spPr>
          <a:xfrm>
            <a:off x="5443960" y="72810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1" name="Shape 5219"/>
          <p:cNvSpPr/>
          <p:nvPr/>
        </p:nvSpPr>
        <p:spPr>
          <a:xfrm>
            <a:off x="5598718" y="7404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2" name="Shape 5220"/>
          <p:cNvSpPr/>
          <p:nvPr/>
        </p:nvSpPr>
        <p:spPr>
          <a:xfrm>
            <a:off x="5346048" y="7438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3" name="Shape 5221"/>
          <p:cNvSpPr/>
          <p:nvPr/>
        </p:nvSpPr>
        <p:spPr>
          <a:xfrm>
            <a:off x="5428454" y="72717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4" name="Shape 5222"/>
          <p:cNvSpPr/>
          <p:nvPr/>
        </p:nvSpPr>
        <p:spPr>
          <a:xfrm>
            <a:off x="5256646" y="72522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5" name="Shape 5223"/>
          <p:cNvSpPr/>
          <p:nvPr/>
        </p:nvSpPr>
        <p:spPr>
          <a:xfrm>
            <a:off x="5542641" y="73946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6" name="Shape 5224"/>
          <p:cNvSpPr/>
          <p:nvPr/>
        </p:nvSpPr>
        <p:spPr>
          <a:xfrm>
            <a:off x="5533275" y="73389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7" name="Shape 5225"/>
          <p:cNvSpPr/>
          <p:nvPr/>
        </p:nvSpPr>
        <p:spPr>
          <a:xfrm>
            <a:off x="5584024" y="72018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8" name="Shape 5226"/>
          <p:cNvSpPr/>
          <p:nvPr/>
        </p:nvSpPr>
        <p:spPr>
          <a:xfrm>
            <a:off x="5391706" y="70847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9" name="Shape 5227"/>
          <p:cNvSpPr/>
          <p:nvPr/>
        </p:nvSpPr>
        <p:spPr>
          <a:xfrm>
            <a:off x="5490852" y="7352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0" name="Shape 5228"/>
          <p:cNvSpPr/>
          <p:nvPr/>
        </p:nvSpPr>
        <p:spPr>
          <a:xfrm>
            <a:off x="5486493" y="7458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1" name="Shape 5229"/>
          <p:cNvSpPr/>
          <p:nvPr/>
        </p:nvSpPr>
        <p:spPr>
          <a:xfrm>
            <a:off x="5679385" y="72823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2" name="Shape 5230"/>
          <p:cNvSpPr/>
          <p:nvPr/>
        </p:nvSpPr>
        <p:spPr>
          <a:xfrm>
            <a:off x="5672355" y="72439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3" name="Shape 5231"/>
          <p:cNvSpPr/>
          <p:nvPr/>
        </p:nvSpPr>
        <p:spPr>
          <a:xfrm>
            <a:off x="5426567" y="75463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4" name="Shape 5232"/>
          <p:cNvSpPr/>
          <p:nvPr/>
        </p:nvSpPr>
        <p:spPr>
          <a:xfrm>
            <a:off x="5627173" y="70577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5" name="Shape 5233"/>
          <p:cNvSpPr/>
          <p:nvPr/>
        </p:nvSpPr>
        <p:spPr>
          <a:xfrm>
            <a:off x="5557853" y="7255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6" name="Shape 5234"/>
          <p:cNvSpPr/>
          <p:nvPr/>
        </p:nvSpPr>
        <p:spPr>
          <a:xfrm>
            <a:off x="5463662" y="7315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7" name="Shape 5235"/>
          <p:cNvSpPr/>
          <p:nvPr/>
        </p:nvSpPr>
        <p:spPr>
          <a:xfrm>
            <a:off x="5373717" y="70817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8" name="Shape 5236"/>
          <p:cNvSpPr/>
          <p:nvPr/>
        </p:nvSpPr>
        <p:spPr>
          <a:xfrm>
            <a:off x="5521129" y="7393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9" name="Shape 5237"/>
          <p:cNvSpPr/>
          <p:nvPr/>
        </p:nvSpPr>
        <p:spPr>
          <a:xfrm>
            <a:off x="5516171" y="74986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0" name="Shape 5238"/>
          <p:cNvSpPr/>
          <p:nvPr/>
        </p:nvSpPr>
        <p:spPr>
          <a:xfrm>
            <a:off x="5474957" y="7177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1" name="Shape 5239"/>
          <p:cNvSpPr/>
          <p:nvPr/>
        </p:nvSpPr>
        <p:spPr>
          <a:xfrm>
            <a:off x="5409968" y="72596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2" name="Shape 5240"/>
          <p:cNvSpPr/>
          <p:nvPr/>
        </p:nvSpPr>
        <p:spPr>
          <a:xfrm>
            <a:off x="5667818" y="7446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3" name="Shape 5241"/>
          <p:cNvSpPr/>
          <p:nvPr/>
        </p:nvSpPr>
        <p:spPr>
          <a:xfrm>
            <a:off x="5677168" y="7057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4" name="Shape 5242"/>
          <p:cNvSpPr/>
          <p:nvPr/>
        </p:nvSpPr>
        <p:spPr>
          <a:xfrm>
            <a:off x="5313586" y="71950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5" name="Shape 5243"/>
          <p:cNvSpPr/>
          <p:nvPr/>
        </p:nvSpPr>
        <p:spPr>
          <a:xfrm>
            <a:off x="5595926" y="72189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6" name="Shape 5244"/>
          <p:cNvSpPr/>
          <p:nvPr/>
        </p:nvSpPr>
        <p:spPr>
          <a:xfrm>
            <a:off x="5502329" y="77943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7" name="Shape 5245"/>
          <p:cNvSpPr/>
          <p:nvPr/>
        </p:nvSpPr>
        <p:spPr>
          <a:xfrm>
            <a:off x="5306143" y="7461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8" name="Shape 5246"/>
          <p:cNvSpPr/>
          <p:nvPr/>
        </p:nvSpPr>
        <p:spPr>
          <a:xfrm>
            <a:off x="5255804" y="75092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9" name="Shape 5247"/>
          <p:cNvSpPr/>
          <p:nvPr/>
        </p:nvSpPr>
        <p:spPr>
          <a:xfrm>
            <a:off x="5657563" y="75739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0" name="Shape 5248"/>
          <p:cNvSpPr/>
          <p:nvPr/>
        </p:nvSpPr>
        <p:spPr>
          <a:xfrm>
            <a:off x="5364936" y="7424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1" name="Shape 5249"/>
          <p:cNvSpPr/>
          <p:nvPr/>
        </p:nvSpPr>
        <p:spPr>
          <a:xfrm>
            <a:off x="5639557" y="72331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2" name="Shape 5250"/>
          <p:cNvSpPr/>
          <p:nvPr/>
        </p:nvSpPr>
        <p:spPr>
          <a:xfrm>
            <a:off x="5355386" y="73448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3" name="Shape 5251"/>
          <p:cNvSpPr/>
          <p:nvPr/>
        </p:nvSpPr>
        <p:spPr>
          <a:xfrm>
            <a:off x="5567629" y="7448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4" name="Shape 5252"/>
          <p:cNvSpPr/>
          <p:nvPr/>
        </p:nvSpPr>
        <p:spPr>
          <a:xfrm>
            <a:off x="5615649" y="72235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5" name="Shape 5253"/>
          <p:cNvSpPr/>
          <p:nvPr/>
        </p:nvSpPr>
        <p:spPr>
          <a:xfrm>
            <a:off x="5657375" y="72417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6" name="Shape 5254"/>
          <p:cNvSpPr/>
          <p:nvPr/>
        </p:nvSpPr>
        <p:spPr>
          <a:xfrm>
            <a:off x="5300507" y="72246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7" name="Shape 5255"/>
          <p:cNvSpPr/>
          <p:nvPr/>
        </p:nvSpPr>
        <p:spPr>
          <a:xfrm>
            <a:off x="5513474" y="7220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8" name="Shape 5256"/>
          <p:cNvSpPr/>
          <p:nvPr/>
        </p:nvSpPr>
        <p:spPr>
          <a:xfrm>
            <a:off x="5390786" y="75163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9" name="Shape 5257"/>
          <p:cNvSpPr/>
          <p:nvPr/>
        </p:nvSpPr>
        <p:spPr>
          <a:xfrm>
            <a:off x="5412613" y="74823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0" name="Shape 5258"/>
          <p:cNvSpPr/>
          <p:nvPr/>
        </p:nvSpPr>
        <p:spPr>
          <a:xfrm>
            <a:off x="5383092" y="75807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1" name="Shape 5259"/>
          <p:cNvSpPr/>
          <p:nvPr/>
        </p:nvSpPr>
        <p:spPr>
          <a:xfrm>
            <a:off x="5529317" y="74915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2" name="Shape 5260"/>
          <p:cNvSpPr/>
          <p:nvPr/>
        </p:nvSpPr>
        <p:spPr>
          <a:xfrm>
            <a:off x="5605945" y="74740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3" name="Shape 5261"/>
          <p:cNvSpPr/>
          <p:nvPr/>
        </p:nvSpPr>
        <p:spPr>
          <a:xfrm>
            <a:off x="5393990" y="74338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4" name="Shape 5262"/>
          <p:cNvSpPr/>
          <p:nvPr/>
        </p:nvSpPr>
        <p:spPr>
          <a:xfrm>
            <a:off x="5642253" y="7432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5" name="Shape 5263"/>
          <p:cNvSpPr/>
          <p:nvPr/>
        </p:nvSpPr>
        <p:spPr>
          <a:xfrm>
            <a:off x="5262124" y="74321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6" name="Shape 5264"/>
          <p:cNvSpPr/>
          <p:nvPr/>
        </p:nvSpPr>
        <p:spPr>
          <a:xfrm>
            <a:off x="5663392" y="75469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7" name="Shape 5265"/>
          <p:cNvSpPr/>
          <p:nvPr/>
        </p:nvSpPr>
        <p:spPr>
          <a:xfrm>
            <a:off x="5312523" y="77134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8" name="Shape 5266"/>
          <p:cNvSpPr/>
          <p:nvPr/>
        </p:nvSpPr>
        <p:spPr>
          <a:xfrm>
            <a:off x="5514155" y="77152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9" name="Shape 5267"/>
          <p:cNvSpPr/>
          <p:nvPr/>
        </p:nvSpPr>
        <p:spPr>
          <a:xfrm>
            <a:off x="5256170" y="77340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0" name="Shape 5268"/>
          <p:cNvSpPr/>
          <p:nvPr/>
        </p:nvSpPr>
        <p:spPr>
          <a:xfrm>
            <a:off x="5359407" y="7832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1" name="Shape 5269"/>
          <p:cNvSpPr/>
          <p:nvPr/>
        </p:nvSpPr>
        <p:spPr>
          <a:xfrm>
            <a:off x="5510505" y="76725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2" name="Shape 5270"/>
          <p:cNvSpPr/>
          <p:nvPr/>
        </p:nvSpPr>
        <p:spPr>
          <a:xfrm>
            <a:off x="5349814" y="78709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3" name="Shape 5271"/>
          <p:cNvSpPr/>
          <p:nvPr/>
        </p:nvSpPr>
        <p:spPr>
          <a:xfrm>
            <a:off x="5556668" y="77686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4" name="Shape 5272"/>
          <p:cNvSpPr/>
          <p:nvPr/>
        </p:nvSpPr>
        <p:spPr>
          <a:xfrm>
            <a:off x="5475588" y="79080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5" name="Shape 5273"/>
          <p:cNvSpPr/>
          <p:nvPr/>
        </p:nvSpPr>
        <p:spPr>
          <a:xfrm>
            <a:off x="5536480" y="77432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6" name="Shape 5274"/>
          <p:cNvSpPr/>
          <p:nvPr/>
        </p:nvSpPr>
        <p:spPr>
          <a:xfrm>
            <a:off x="5339919" y="7848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7" name="Shape 5275"/>
          <p:cNvSpPr/>
          <p:nvPr/>
        </p:nvSpPr>
        <p:spPr>
          <a:xfrm>
            <a:off x="5383128" y="77102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8" name="Shape 5276"/>
          <p:cNvSpPr/>
          <p:nvPr/>
        </p:nvSpPr>
        <p:spPr>
          <a:xfrm>
            <a:off x="5467471" y="78865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9" name="Shape 5277"/>
          <p:cNvSpPr/>
          <p:nvPr/>
        </p:nvSpPr>
        <p:spPr>
          <a:xfrm>
            <a:off x="5363525" y="71887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0" name="Shape 5278"/>
          <p:cNvSpPr/>
          <p:nvPr/>
        </p:nvSpPr>
        <p:spPr>
          <a:xfrm>
            <a:off x="5419616" y="71782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1" name="Shape 5279"/>
          <p:cNvSpPr/>
          <p:nvPr/>
        </p:nvSpPr>
        <p:spPr>
          <a:xfrm>
            <a:off x="5611467" y="75407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2" name="Shape 5280"/>
          <p:cNvSpPr/>
          <p:nvPr/>
        </p:nvSpPr>
        <p:spPr>
          <a:xfrm>
            <a:off x="5532335" y="75581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3" name="Shape 5281"/>
          <p:cNvSpPr/>
          <p:nvPr/>
        </p:nvSpPr>
        <p:spPr>
          <a:xfrm>
            <a:off x="5526185" y="72093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4" name="Shape 5282"/>
          <p:cNvSpPr/>
          <p:nvPr/>
        </p:nvSpPr>
        <p:spPr>
          <a:xfrm>
            <a:off x="5626267" y="75114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5" name="Shape 5283"/>
          <p:cNvSpPr/>
          <p:nvPr/>
        </p:nvSpPr>
        <p:spPr>
          <a:xfrm>
            <a:off x="5528548" y="75649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6" name="Shape 5284"/>
          <p:cNvSpPr/>
          <p:nvPr/>
        </p:nvSpPr>
        <p:spPr>
          <a:xfrm>
            <a:off x="5448943" y="73598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7" name="Shape 5285"/>
          <p:cNvSpPr/>
          <p:nvPr/>
        </p:nvSpPr>
        <p:spPr>
          <a:xfrm>
            <a:off x="5644530" y="7535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8" name="Shape 5286"/>
          <p:cNvSpPr/>
          <p:nvPr/>
        </p:nvSpPr>
        <p:spPr>
          <a:xfrm>
            <a:off x="5308052" y="76345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9" name="Shape 5287"/>
          <p:cNvSpPr/>
          <p:nvPr/>
        </p:nvSpPr>
        <p:spPr>
          <a:xfrm>
            <a:off x="5617274" y="7502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0" name="Shape 5288"/>
          <p:cNvSpPr/>
          <p:nvPr/>
        </p:nvSpPr>
        <p:spPr>
          <a:xfrm>
            <a:off x="5509521" y="73808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1" name="Shape 5289"/>
          <p:cNvSpPr/>
          <p:nvPr/>
        </p:nvSpPr>
        <p:spPr>
          <a:xfrm>
            <a:off x="5477531" y="75836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2" name="Shape 5290"/>
          <p:cNvSpPr/>
          <p:nvPr/>
        </p:nvSpPr>
        <p:spPr>
          <a:xfrm>
            <a:off x="5354317" y="72816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3" name="Shape 5291"/>
          <p:cNvSpPr/>
          <p:nvPr/>
        </p:nvSpPr>
        <p:spPr>
          <a:xfrm>
            <a:off x="5280261" y="7268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4" name="Shape 5292"/>
          <p:cNvSpPr/>
          <p:nvPr/>
        </p:nvSpPr>
        <p:spPr>
          <a:xfrm>
            <a:off x="5632347" y="7282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5" name="Shape 5293"/>
          <p:cNvSpPr/>
          <p:nvPr/>
        </p:nvSpPr>
        <p:spPr>
          <a:xfrm>
            <a:off x="5604415" y="7269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6" name="Shape 5294"/>
          <p:cNvSpPr/>
          <p:nvPr/>
        </p:nvSpPr>
        <p:spPr>
          <a:xfrm>
            <a:off x="5326640" y="72806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7" name="Shape 5295"/>
          <p:cNvSpPr/>
          <p:nvPr/>
        </p:nvSpPr>
        <p:spPr>
          <a:xfrm>
            <a:off x="5299372" y="72796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8" name="Shape 5296"/>
          <p:cNvSpPr/>
          <p:nvPr/>
        </p:nvSpPr>
        <p:spPr>
          <a:xfrm>
            <a:off x="5436343" y="73592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9" name="Shape 5297"/>
          <p:cNvSpPr/>
          <p:nvPr/>
        </p:nvSpPr>
        <p:spPr>
          <a:xfrm>
            <a:off x="5608713" y="74230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0" name="Shape 5298"/>
          <p:cNvSpPr/>
          <p:nvPr/>
        </p:nvSpPr>
        <p:spPr>
          <a:xfrm>
            <a:off x="5286112" y="75175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1" name="Shape 5299"/>
          <p:cNvSpPr/>
          <p:nvPr/>
        </p:nvSpPr>
        <p:spPr>
          <a:xfrm>
            <a:off x="5667113" y="74032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2" name="Shape 5300"/>
          <p:cNvSpPr/>
          <p:nvPr/>
        </p:nvSpPr>
        <p:spPr>
          <a:xfrm>
            <a:off x="5516279" y="73085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3" name="Shape 5301"/>
          <p:cNvSpPr/>
          <p:nvPr/>
        </p:nvSpPr>
        <p:spPr>
          <a:xfrm>
            <a:off x="5512356" y="76909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4" name="Shape 5302"/>
          <p:cNvSpPr/>
          <p:nvPr/>
        </p:nvSpPr>
        <p:spPr>
          <a:xfrm>
            <a:off x="5251747" y="76161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5" name="Shape 5303"/>
          <p:cNvSpPr/>
          <p:nvPr/>
        </p:nvSpPr>
        <p:spPr>
          <a:xfrm>
            <a:off x="5362938" y="7570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6" name="Shape 5304"/>
          <p:cNvSpPr/>
          <p:nvPr/>
        </p:nvSpPr>
        <p:spPr>
          <a:xfrm>
            <a:off x="5420459" y="76300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7" name="Shape 5305"/>
          <p:cNvSpPr/>
          <p:nvPr/>
        </p:nvSpPr>
        <p:spPr>
          <a:xfrm>
            <a:off x="5307818" y="68026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8" name="Shape 5306"/>
          <p:cNvSpPr/>
          <p:nvPr/>
        </p:nvSpPr>
        <p:spPr>
          <a:xfrm>
            <a:off x="5316558" y="75440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9" name="Shape 5307"/>
          <p:cNvSpPr/>
          <p:nvPr/>
        </p:nvSpPr>
        <p:spPr>
          <a:xfrm>
            <a:off x="5334929" y="7748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0" name="Shape 5308"/>
          <p:cNvSpPr/>
          <p:nvPr/>
        </p:nvSpPr>
        <p:spPr>
          <a:xfrm>
            <a:off x="5489682" y="77567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1" name="Shape 5309"/>
          <p:cNvSpPr/>
          <p:nvPr/>
        </p:nvSpPr>
        <p:spPr>
          <a:xfrm>
            <a:off x="5608390" y="77338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2" name="Shape 5310"/>
          <p:cNvSpPr/>
          <p:nvPr/>
        </p:nvSpPr>
        <p:spPr>
          <a:xfrm>
            <a:off x="5433301" y="78172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3" name="Shape 5311"/>
          <p:cNvSpPr/>
          <p:nvPr/>
        </p:nvSpPr>
        <p:spPr>
          <a:xfrm>
            <a:off x="5673299" y="76985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4" name="Shape 5312"/>
          <p:cNvSpPr/>
          <p:nvPr/>
        </p:nvSpPr>
        <p:spPr>
          <a:xfrm>
            <a:off x="5408921" y="70454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5" name="Shape 5313"/>
          <p:cNvSpPr/>
          <p:nvPr/>
        </p:nvSpPr>
        <p:spPr>
          <a:xfrm>
            <a:off x="5542357" y="70716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6" name="Shape 5314"/>
          <p:cNvSpPr/>
          <p:nvPr/>
        </p:nvSpPr>
        <p:spPr>
          <a:xfrm>
            <a:off x="5375201" y="75646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7" name="Shape 5315"/>
          <p:cNvSpPr/>
          <p:nvPr/>
        </p:nvSpPr>
        <p:spPr>
          <a:xfrm>
            <a:off x="5450690" y="77649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8" name="Shape 5316"/>
          <p:cNvSpPr/>
          <p:nvPr/>
        </p:nvSpPr>
        <p:spPr>
          <a:xfrm>
            <a:off x="5348728" y="77416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9" name="Shape 5317"/>
          <p:cNvSpPr/>
          <p:nvPr/>
        </p:nvSpPr>
        <p:spPr>
          <a:xfrm>
            <a:off x="5251243" y="73006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0" name="Shape 5318"/>
          <p:cNvSpPr/>
          <p:nvPr/>
        </p:nvSpPr>
        <p:spPr>
          <a:xfrm>
            <a:off x="5614628" y="72793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1" name="Shape 5319"/>
          <p:cNvSpPr/>
          <p:nvPr/>
        </p:nvSpPr>
        <p:spPr>
          <a:xfrm>
            <a:off x="5369673" y="6813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2" name="Shape 5320"/>
          <p:cNvSpPr/>
          <p:nvPr/>
        </p:nvSpPr>
        <p:spPr>
          <a:xfrm>
            <a:off x="5417514" y="74182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3" name="Shape 5321"/>
          <p:cNvSpPr/>
          <p:nvPr/>
        </p:nvSpPr>
        <p:spPr>
          <a:xfrm>
            <a:off x="5677139" y="74914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4" name="Shape 5322"/>
          <p:cNvSpPr/>
          <p:nvPr/>
        </p:nvSpPr>
        <p:spPr>
          <a:xfrm>
            <a:off x="5526209" y="72928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5" name="Shape 5323"/>
          <p:cNvSpPr/>
          <p:nvPr/>
        </p:nvSpPr>
        <p:spPr>
          <a:xfrm>
            <a:off x="5597967" y="71684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6" name="Shape 5324"/>
          <p:cNvSpPr/>
          <p:nvPr/>
        </p:nvSpPr>
        <p:spPr>
          <a:xfrm>
            <a:off x="5527140" y="74838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7" name="Shape 5325"/>
          <p:cNvSpPr/>
          <p:nvPr/>
        </p:nvSpPr>
        <p:spPr>
          <a:xfrm>
            <a:off x="5316316" y="74372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8" name="Shape 5326"/>
          <p:cNvSpPr/>
          <p:nvPr/>
        </p:nvSpPr>
        <p:spPr>
          <a:xfrm>
            <a:off x="5537578" y="7522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9" name="Shape 5327"/>
          <p:cNvSpPr/>
          <p:nvPr/>
        </p:nvSpPr>
        <p:spPr>
          <a:xfrm>
            <a:off x="5405504" y="70935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0" name="Shape 5328"/>
          <p:cNvSpPr/>
          <p:nvPr/>
        </p:nvSpPr>
        <p:spPr>
          <a:xfrm>
            <a:off x="5361949" y="75296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1" name="Shape 5329"/>
          <p:cNvSpPr/>
          <p:nvPr/>
        </p:nvSpPr>
        <p:spPr>
          <a:xfrm>
            <a:off x="5554067" y="76063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2" name="Shape 5330"/>
          <p:cNvSpPr/>
          <p:nvPr/>
        </p:nvSpPr>
        <p:spPr>
          <a:xfrm>
            <a:off x="5512483" y="69014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3" name="Shape 5331"/>
          <p:cNvSpPr/>
          <p:nvPr/>
        </p:nvSpPr>
        <p:spPr>
          <a:xfrm>
            <a:off x="5307811" y="75216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4" name="Shape 5332"/>
          <p:cNvSpPr/>
          <p:nvPr/>
        </p:nvSpPr>
        <p:spPr>
          <a:xfrm>
            <a:off x="5377025" y="73138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5" name="Shape 5333"/>
          <p:cNvSpPr/>
          <p:nvPr/>
        </p:nvSpPr>
        <p:spPr>
          <a:xfrm>
            <a:off x="5336303" y="7335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6" name="Shape 5334"/>
          <p:cNvSpPr/>
          <p:nvPr/>
        </p:nvSpPr>
        <p:spPr>
          <a:xfrm>
            <a:off x="5554473" y="7469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7" name="Shape 5335"/>
          <p:cNvSpPr/>
          <p:nvPr/>
        </p:nvSpPr>
        <p:spPr>
          <a:xfrm>
            <a:off x="5472091" y="74199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8" name="Shape 5336"/>
          <p:cNvSpPr/>
          <p:nvPr/>
        </p:nvSpPr>
        <p:spPr>
          <a:xfrm>
            <a:off x="5346958" y="73148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9" name="Shape 5337"/>
          <p:cNvSpPr/>
          <p:nvPr/>
        </p:nvSpPr>
        <p:spPr>
          <a:xfrm>
            <a:off x="5504173" y="76462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0" name="Shape 5338"/>
          <p:cNvSpPr/>
          <p:nvPr/>
        </p:nvSpPr>
        <p:spPr>
          <a:xfrm>
            <a:off x="5309103" y="76678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1" name="Shape 5339"/>
          <p:cNvSpPr/>
          <p:nvPr/>
        </p:nvSpPr>
        <p:spPr>
          <a:xfrm>
            <a:off x="5500093" y="7692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2" name="Shape 5340"/>
          <p:cNvSpPr/>
          <p:nvPr/>
        </p:nvSpPr>
        <p:spPr>
          <a:xfrm>
            <a:off x="5478738" y="77024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3" name="Shape 5341"/>
          <p:cNvSpPr/>
          <p:nvPr/>
        </p:nvSpPr>
        <p:spPr>
          <a:xfrm>
            <a:off x="5475502" y="72237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4" name="Shape 5342"/>
          <p:cNvSpPr/>
          <p:nvPr/>
        </p:nvSpPr>
        <p:spPr>
          <a:xfrm>
            <a:off x="5301943" y="72169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5" name="Shape 5343"/>
          <p:cNvSpPr/>
          <p:nvPr/>
        </p:nvSpPr>
        <p:spPr>
          <a:xfrm>
            <a:off x="5532570" y="74258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6" name="Shape 5344"/>
          <p:cNvSpPr/>
          <p:nvPr/>
        </p:nvSpPr>
        <p:spPr>
          <a:xfrm>
            <a:off x="5326850" y="72382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7" name="Shape 5345"/>
          <p:cNvSpPr/>
          <p:nvPr/>
        </p:nvSpPr>
        <p:spPr>
          <a:xfrm>
            <a:off x="5660351" y="7158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8" name="Shape 5346"/>
          <p:cNvSpPr/>
          <p:nvPr/>
        </p:nvSpPr>
        <p:spPr>
          <a:xfrm>
            <a:off x="5331088" y="73032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9" name="Shape 5347"/>
          <p:cNvSpPr/>
          <p:nvPr/>
        </p:nvSpPr>
        <p:spPr>
          <a:xfrm>
            <a:off x="5570666" y="7445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0" name="Shape 5348"/>
          <p:cNvSpPr/>
          <p:nvPr/>
        </p:nvSpPr>
        <p:spPr>
          <a:xfrm>
            <a:off x="5581435" y="74646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1" name="Shape 5349"/>
          <p:cNvSpPr/>
          <p:nvPr/>
        </p:nvSpPr>
        <p:spPr>
          <a:xfrm>
            <a:off x="5552719" y="7376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2" name="Shape 5350"/>
          <p:cNvSpPr/>
          <p:nvPr/>
        </p:nvSpPr>
        <p:spPr>
          <a:xfrm>
            <a:off x="5270823" y="75926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3" name="Shape 5351"/>
          <p:cNvSpPr/>
          <p:nvPr/>
        </p:nvSpPr>
        <p:spPr>
          <a:xfrm>
            <a:off x="5427111" y="75803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4" name="Shape 5352"/>
          <p:cNvSpPr/>
          <p:nvPr/>
        </p:nvSpPr>
        <p:spPr>
          <a:xfrm>
            <a:off x="5511143" y="76189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5" name="Shape 5353"/>
          <p:cNvSpPr/>
          <p:nvPr/>
        </p:nvSpPr>
        <p:spPr>
          <a:xfrm>
            <a:off x="5498452" y="76504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6" name="Shape 5354"/>
          <p:cNvSpPr/>
          <p:nvPr/>
        </p:nvSpPr>
        <p:spPr>
          <a:xfrm>
            <a:off x="5566835" y="7580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7" name="Shape 5355"/>
          <p:cNvSpPr/>
          <p:nvPr/>
        </p:nvSpPr>
        <p:spPr>
          <a:xfrm>
            <a:off x="5303817" y="76069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8" name="Shape 5356"/>
          <p:cNvSpPr/>
          <p:nvPr/>
        </p:nvSpPr>
        <p:spPr>
          <a:xfrm>
            <a:off x="5484585" y="74468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9" name="Shape 5357"/>
          <p:cNvSpPr/>
          <p:nvPr/>
        </p:nvSpPr>
        <p:spPr>
          <a:xfrm>
            <a:off x="5257954" y="7380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0" name="Shape 5358"/>
          <p:cNvSpPr/>
          <p:nvPr/>
        </p:nvSpPr>
        <p:spPr>
          <a:xfrm>
            <a:off x="5663613" y="75602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1" name="Shape 5359"/>
          <p:cNvSpPr/>
          <p:nvPr/>
        </p:nvSpPr>
        <p:spPr>
          <a:xfrm>
            <a:off x="5391485" y="75247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2" name="Shape 5360"/>
          <p:cNvSpPr/>
          <p:nvPr/>
        </p:nvSpPr>
        <p:spPr>
          <a:xfrm>
            <a:off x="5437850" y="72530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3" name="Shape 5361"/>
          <p:cNvSpPr/>
          <p:nvPr/>
        </p:nvSpPr>
        <p:spPr>
          <a:xfrm>
            <a:off x="5523936" y="72255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4" name="Shape 5362"/>
          <p:cNvSpPr/>
          <p:nvPr/>
        </p:nvSpPr>
        <p:spPr>
          <a:xfrm>
            <a:off x="5421989" y="74584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5" name="Shape 5363"/>
          <p:cNvSpPr/>
          <p:nvPr/>
        </p:nvSpPr>
        <p:spPr>
          <a:xfrm>
            <a:off x="5288381" y="73103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6" name="Shape 5364"/>
          <p:cNvSpPr/>
          <p:nvPr/>
        </p:nvSpPr>
        <p:spPr>
          <a:xfrm>
            <a:off x="5593986" y="75840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7" name="Shape 5365"/>
          <p:cNvSpPr/>
          <p:nvPr/>
        </p:nvSpPr>
        <p:spPr>
          <a:xfrm>
            <a:off x="5660563" y="75723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8" name="Shape 5366"/>
          <p:cNvSpPr/>
          <p:nvPr/>
        </p:nvSpPr>
        <p:spPr>
          <a:xfrm>
            <a:off x="5290383" y="75123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9" name="Shape 5367"/>
          <p:cNvSpPr/>
          <p:nvPr/>
        </p:nvSpPr>
        <p:spPr>
          <a:xfrm>
            <a:off x="5425209" y="72321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0" name="Shape 5368"/>
          <p:cNvSpPr/>
          <p:nvPr/>
        </p:nvSpPr>
        <p:spPr>
          <a:xfrm>
            <a:off x="5601802" y="71797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1" name="Shape 5369"/>
          <p:cNvSpPr/>
          <p:nvPr/>
        </p:nvSpPr>
        <p:spPr>
          <a:xfrm>
            <a:off x="5645572" y="74948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2" name="Shape 5370"/>
          <p:cNvSpPr/>
          <p:nvPr/>
        </p:nvSpPr>
        <p:spPr>
          <a:xfrm>
            <a:off x="5417397" y="7296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3" name="Shape 5371"/>
          <p:cNvSpPr/>
          <p:nvPr/>
        </p:nvSpPr>
        <p:spPr>
          <a:xfrm>
            <a:off x="5433726" y="7509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4" name="Shape 5372"/>
          <p:cNvSpPr/>
          <p:nvPr/>
        </p:nvSpPr>
        <p:spPr>
          <a:xfrm>
            <a:off x="5380399" y="77835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5" name="Shape 5373"/>
          <p:cNvSpPr/>
          <p:nvPr/>
        </p:nvSpPr>
        <p:spPr>
          <a:xfrm>
            <a:off x="5314988" y="78775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6" name="Shape 5374"/>
          <p:cNvSpPr/>
          <p:nvPr/>
        </p:nvSpPr>
        <p:spPr>
          <a:xfrm>
            <a:off x="5400887" y="78798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7" name="Shape 5375"/>
          <p:cNvSpPr/>
          <p:nvPr/>
        </p:nvSpPr>
        <p:spPr>
          <a:xfrm>
            <a:off x="5478423" y="7825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8" name="Shape 5376"/>
          <p:cNvSpPr/>
          <p:nvPr/>
        </p:nvSpPr>
        <p:spPr>
          <a:xfrm>
            <a:off x="5474580" y="77392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9" name="Shape 5377"/>
          <p:cNvSpPr/>
          <p:nvPr/>
        </p:nvSpPr>
        <p:spPr>
          <a:xfrm>
            <a:off x="5521689" y="78506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0" name="Shape 5378"/>
          <p:cNvSpPr/>
          <p:nvPr/>
        </p:nvSpPr>
        <p:spPr>
          <a:xfrm>
            <a:off x="5295349" y="77187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1" name="Shape 5379"/>
          <p:cNvSpPr/>
          <p:nvPr/>
        </p:nvSpPr>
        <p:spPr>
          <a:xfrm>
            <a:off x="5483058" y="77745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2" name="Shape 5380"/>
          <p:cNvSpPr/>
          <p:nvPr/>
        </p:nvSpPr>
        <p:spPr>
          <a:xfrm>
            <a:off x="5563556" y="7885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3" name="Shape 5381"/>
          <p:cNvSpPr/>
          <p:nvPr/>
        </p:nvSpPr>
        <p:spPr>
          <a:xfrm>
            <a:off x="5275943" y="78881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4" name="Shape 5382"/>
          <p:cNvSpPr/>
          <p:nvPr/>
        </p:nvSpPr>
        <p:spPr>
          <a:xfrm>
            <a:off x="5577733" y="7064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5" name="Shape 5383"/>
          <p:cNvSpPr/>
          <p:nvPr/>
        </p:nvSpPr>
        <p:spPr>
          <a:xfrm>
            <a:off x="5619512" y="76314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6" name="Shape 5384"/>
          <p:cNvSpPr/>
          <p:nvPr/>
        </p:nvSpPr>
        <p:spPr>
          <a:xfrm>
            <a:off x="5452282" y="75975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7" name="Shape 5385"/>
          <p:cNvSpPr/>
          <p:nvPr/>
        </p:nvSpPr>
        <p:spPr>
          <a:xfrm>
            <a:off x="5305631" y="7430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8" name="Shape 5386"/>
          <p:cNvSpPr/>
          <p:nvPr/>
        </p:nvSpPr>
        <p:spPr>
          <a:xfrm>
            <a:off x="5637157" y="75029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9" name="Shape 5387"/>
          <p:cNvSpPr/>
          <p:nvPr/>
        </p:nvSpPr>
        <p:spPr>
          <a:xfrm>
            <a:off x="5544549" y="75018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0" name="Shape 5388"/>
          <p:cNvSpPr/>
          <p:nvPr/>
        </p:nvSpPr>
        <p:spPr>
          <a:xfrm>
            <a:off x="5502684" y="71617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1" name="Shape 5389"/>
          <p:cNvSpPr/>
          <p:nvPr/>
        </p:nvSpPr>
        <p:spPr>
          <a:xfrm>
            <a:off x="5554055" y="7612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2" name="Shape 5390"/>
          <p:cNvSpPr/>
          <p:nvPr/>
        </p:nvSpPr>
        <p:spPr>
          <a:xfrm>
            <a:off x="5453190" y="74894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3" name="Shape 5391"/>
          <p:cNvSpPr/>
          <p:nvPr/>
        </p:nvSpPr>
        <p:spPr>
          <a:xfrm>
            <a:off x="5516566" y="75927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4" name="Shape 5392"/>
          <p:cNvSpPr/>
          <p:nvPr/>
        </p:nvSpPr>
        <p:spPr>
          <a:xfrm>
            <a:off x="5307516" y="74886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5" name="Shape 5393"/>
          <p:cNvSpPr/>
          <p:nvPr/>
        </p:nvSpPr>
        <p:spPr>
          <a:xfrm>
            <a:off x="5380694" y="7647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6" name="Shape 5394"/>
          <p:cNvSpPr/>
          <p:nvPr/>
        </p:nvSpPr>
        <p:spPr>
          <a:xfrm>
            <a:off x="5271314" y="69640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7" name="Shape 5395"/>
          <p:cNvSpPr/>
          <p:nvPr/>
        </p:nvSpPr>
        <p:spPr>
          <a:xfrm>
            <a:off x="5551739" y="76427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8" name="Shape 5396"/>
          <p:cNvSpPr/>
          <p:nvPr/>
        </p:nvSpPr>
        <p:spPr>
          <a:xfrm>
            <a:off x="5624981" y="7575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9" name="Shape 5397"/>
          <p:cNvSpPr/>
          <p:nvPr/>
        </p:nvSpPr>
        <p:spPr>
          <a:xfrm>
            <a:off x="5609189" y="7256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0" name="Shape 5398"/>
          <p:cNvSpPr/>
          <p:nvPr/>
        </p:nvSpPr>
        <p:spPr>
          <a:xfrm>
            <a:off x="5318759" y="72555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1" name="Shape 5399"/>
          <p:cNvSpPr/>
          <p:nvPr/>
        </p:nvSpPr>
        <p:spPr>
          <a:xfrm>
            <a:off x="5384910" y="7156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2" name="Shape 5400"/>
          <p:cNvSpPr/>
          <p:nvPr/>
        </p:nvSpPr>
        <p:spPr>
          <a:xfrm>
            <a:off x="5376459" y="69293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3" name="Shape 5401"/>
          <p:cNvSpPr/>
          <p:nvPr/>
        </p:nvSpPr>
        <p:spPr>
          <a:xfrm>
            <a:off x="5370567" y="69640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4" name="Shape 5402"/>
          <p:cNvSpPr/>
          <p:nvPr/>
        </p:nvSpPr>
        <p:spPr>
          <a:xfrm>
            <a:off x="5572089" y="72718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5" name="Shape 5403"/>
          <p:cNvSpPr/>
          <p:nvPr/>
        </p:nvSpPr>
        <p:spPr>
          <a:xfrm>
            <a:off x="5559010" y="7260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6" name="Shape 5404"/>
          <p:cNvSpPr/>
          <p:nvPr/>
        </p:nvSpPr>
        <p:spPr>
          <a:xfrm>
            <a:off x="5639060" y="70928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7" name="Shape 5405"/>
          <p:cNvSpPr/>
          <p:nvPr/>
        </p:nvSpPr>
        <p:spPr>
          <a:xfrm>
            <a:off x="5496786" y="69547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8" name="Shape 5406"/>
          <p:cNvSpPr/>
          <p:nvPr/>
        </p:nvSpPr>
        <p:spPr>
          <a:xfrm>
            <a:off x="5657873" y="70012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9" name="Shape 5407"/>
          <p:cNvSpPr/>
          <p:nvPr/>
        </p:nvSpPr>
        <p:spPr>
          <a:xfrm>
            <a:off x="5410143" y="6888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0" name="Shape 5408"/>
          <p:cNvSpPr/>
          <p:nvPr/>
        </p:nvSpPr>
        <p:spPr>
          <a:xfrm>
            <a:off x="5435213" y="67484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1" name="Shape 5409"/>
          <p:cNvSpPr/>
          <p:nvPr/>
        </p:nvSpPr>
        <p:spPr>
          <a:xfrm>
            <a:off x="5443592" y="7256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2" name="Shape 5410"/>
          <p:cNvSpPr/>
          <p:nvPr/>
        </p:nvSpPr>
        <p:spPr>
          <a:xfrm>
            <a:off x="5447634" y="72070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3" name="Shape 5411"/>
          <p:cNvSpPr/>
          <p:nvPr/>
        </p:nvSpPr>
        <p:spPr>
          <a:xfrm>
            <a:off x="5395900" y="70023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4" name="Shape 5412"/>
          <p:cNvSpPr/>
          <p:nvPr/>
        </p:nvSpPr>
        <p:spPr>
          <a:xfrm>
            <a:off x="5337896" y="72359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5" name="Shape 5413"/>
          <p:cNvSpPr/>
          <p:nvPr/>
        </p:nvSpPr>
        <p:spPr>
          <a:xfrm>
            <a:off x="5427974" y="70014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6" name="Shape 5414"/>
          <p:cNvSpPr/>
          <p:nvPr/>
        </p:nvSpPr>
        <p:spPr>
          <a:xfrm>
            <a:off x="5575886" y="68612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7" name="Shape 5415"/>
          <p:cNvSpPr/>
          <p:nvPr/>
        </p:nvSpPr>
        <p:spPr>
          <a:xfrm>
            <a:off x="5355899" y="72875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8" name="Shape 5416"/>
          <p:cNvSpPr/>
          <p:nvPr/>
        </p:nvSpPr>
        <p:spPr>
          <a:xfrm>
            <a:off x="5573761" y="72519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9" name="Shape 5417"/>
          <p:cNvSpPr/>
          <p:nvPr/>
        </p:nvSpPr>
        <p:spPr>
          <a:xfrm>
            <a:off x="5458100" y="73547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0" name="Shape 5418"/>
          <p:cNvSpPr/>
          <p:nvPr/>
        </p:nvSpPr>
        <p:spPr>
          <a:xfrm>
            <a:off x="5487613" y="69831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1" name="Shape 5419"/>
          <p:cNvSpPr/>
          <p:nvPr/>
        </p:nvSpPr>
        <p:spPr>
          <a:xfrm>
            <a:off x="5679853" y="7376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2" name="Shape 5420"/>
          <p:cNvSpPr/>
          <p:nvPr/>
        </p:nvSpPr>
        <p:spPr>
          <a:xfrm>
            <a:off x="5536145" y="76624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3" name="Shape 5421"/>
          <p:cNvSpPr/>
          <p:nvPr/>
        </p:nvSpPr>
        <p:spPr>
          <a:xfrm>
            <a:off x="5516194" y="7329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4" name="Shape 5422"/>
          <p:cNvSpPr/>
          <p:nvPr/>
        </p:nvSpPr>
        <p:spPr>
          <a:xfrm>
            <a:off x="5603645" y="73407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5" name="Shape 5423"/>
          <p:cNvSpPr/>
          <p:nvPr/>
        </p:nvSpPr>
        <p:spPr>
          <a:xfrm>
            <a:off x="5422675" y="73457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6" name="Shape 5424"/>
          <p:cNvSpPr/>
          <p:nvPr/>
        </p:nvSpPr>
        <p:spPr>
          <a:xfrm>
            <a:off x="5499036" y="74723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7" name="Shape 5425"/>
          <p:cNvSpPr/>
          <p:nvPr/>
        </p:nvSpPr>
        <p:spPr>
          <a:xfrm>
            <a:off x="5289077" y="7536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8" name="Shape 5426"/>
          <p:cNvSpPr/>
          <p:nvPr/>
        </p:nvSpPr>
        <p:spPr>
          <a:xfrm>
            <a:off x="5511315" y="74691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9" name="Shape 5427"/>
          <p:cNvSpPr/>
          <p:nvPr/>
        </p:nvSpPr>
        <p:spPr>
          <a:xfrm>
            <a:off x="5608642" y="7877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0" name="Shape 5428"/>
          <p:cNvSpPr/>
          <p:nvPr/>
        </p:nvSpPr>
        <p:spPr>
          <a:xfrm>
            <a:off x="5555961" y="76586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1" name="Shape 5429"/>
          <p:cNvSpPr/>
          <p:nvPr/>
        </p:nvSpPr>
        <p:spPr>
          <a:xfrm>
            <a:off x="5569375" y="77127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2" name="Shape 5430"/>
          <p:cNvSpPr/>
          <p:nvPr/>
        </p:nvSpPr>
        <p:spPr>
          <a:xfrm>
            <a:off x="5561687" y="79412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3" name="Shape 5431"/>
          <p:cNvSpPr/>
          <p:nvPr/>
        </p:nvSpPr>
        <p:spPr>
          <a:xfrm>
            <a:off x="5273584" y="73626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4" name="Shape 5432"/>
          <p:cNvSpPr/>
          <p:nvPr/>
        </p:nvSpPr>
        <p:spPr>
          <a:xfrm>
            <a:off x="5376540" y="7404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5" name="Shape 5433"/>
          <p:cNvSpPr/>
          <p:nvPr/>
        </p:nvSpPr>
        <p:spPr>
          <a:xfrm>
            <a:off x="5649126" y="73752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6" name="Shape 5434"/>
          <p:cNvSpPr/>
          <p:nvPr/>
        </p:nvSpPr>
        <p:spPr>
          <a:xfrm>
            <a:off x="5494456" y="7423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7" name="Shape 5435"/>
          <p:cNvSpPr/>
          <p:nvPr/>
        </p:nvSpPr>
        <p:spPr>
          <a:xfrm>
            <a:off x="5601022" y="74040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8" name="Shape 5436"/>
          <p:cNvSpPr/>
          <p:nvPr/>
        </p:nvSpPr>
        <p:spPr>
          <a:xfrm>
            <a:off x="5376975" y="7421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9" name="Shape 5437"/>
          <p:cNvSpPr/>
          <p:nvPr/>
        </p:nvSpPr>
        <p:spPr>
          <a:xfrm>
            <a:off x="5616940" y="7415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0" name="Shape 5438"/>
          <p:cNvSpPr/>
          <p:nvPr/>
        </p:nvSpPr>
        <p:spPr>
          <a:xfrm>
            <a:off x="5577523" y="74142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1" name="Shape 5439"/>
          <p:cNvSpPr/>
          <p:nvPr/>
        </p:nvSpPr>
        <p:spPr>
          <a:xfrm>
            <a:off x="5642433" y="73791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2" name="Shape 5440"/>
          <p:cNvSpPr/>
          <p:nvPr/>
        </p:nvSpPr>
        <p:spPr>
          <a:xfrm>
            <a:off x="5313611" y="74105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3" name="Shape 5441"/>
          <p:cNvSpPr/>
          <p:nvPr/>
        </p:nvSpPr>
        <p:spPr>
          <a:xfrm>
            <a:off x="5679931" y="7383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4" name="Shape 5442"/>
          <p:cNvSpPr/>
          <p:nvPr/>
        </p:nvSpPr>
        <p:spPr>
          <a:xfrm>
            <a:off x="5515849" y="74501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5" name="Shape 5443"/>
          <p:cNvSpPr/>
          <p:nvPr/>
        </p:nvSpPr>
        <p:spPr>
          <a:xfrm>
            <a:off x="5659488" y="73915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6" name="Shape 5444"/>
          <p:cNvSpPr/>
          <p:nvPr/>
        </p:nvSpPr>
        <p:spPr>
          <a:xfrm>
            <a:off x="5605361" y="73941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7" name="Shape 5445"/>
          <p:cNvSpPr/>
          <p:nvPr/>
        </p:nvSpPr>
        <p:spPr>
          <a:xfrm>
            <a:off x="5292030" y="76410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8" name="Shape 5446"/>
          <p:cNvSpPr/>
          <p:nvPr/>
        </p:nvSpPr>
        <p:spPr>
          <a:xfrm>
            <a:off x="5504961" y="7746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9" name="Shape 5447"/>
          <p:cNvSpPr/>
          <p:nvPr/>
        </p:nvSpPr>
        <p:spPr>
          <a:xfrm>
            <a:off x="5337139" y="7530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0" name="Shape 5448"/>
          <p:cNvSpPr/>
          <p:nvPr/>
        </p:nvSpPr>
        <p:spPr>
          <a:xfrm>
            <a:off x="5372352" y="75825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1" name="Shape 5449"/>
          <p:cNvSpPr/>
          <p:nvPr/>
        </p:nvSpPr>
        <p:spPr>
          <a:xfrm>
            <a:off x="5650265" y="77013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2" name="Shape 5450"/>
          <p:cNvSpPr/>
          <p:nvPr/>
        </p:nvSpPr>
        <p:spPr>
          <a:xfrm>
            <a:off x="5295417" y="76837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3" name="Shape 5451"/>
          <p:cNvSpPr/>
          <p:nvPr/>
        </p:nvSpPr>
        <p:spPr>
          <a:xfrm>
            <a:off x="5668082" y="73588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4" name="Shape 5452"/>
          <p:cNvSpPr/>
          <p:nvPr/>
        </p:nvSpPr>
        <p:spPr>
          <a:xfrm>
            <a:off x="5312038" y="72880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5" name="Shape 5453"/>
          <p:cNvSpPr/>
          <p:nvPr/>
        </p:nvSpPr>
        <p:spPr>
          <a:xfrm>
            <a:off x="5439931" y="7568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6" name="Shape 5454"/>
          <p:cNvSpPr/>
          <p:nvPr/>
        </p:nvSpPr>
        <p:spPr>
          <a:xfrm>
            <a:off x="5547872" y="72695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7" name="Shape 5455"/>
          <p:cNvSpPr/>
          <p:nvPr/>
        </p:nvSpPr>
        <p:spPr>
          <a:xfrm>
            <a:off x="5555126" y="76827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8" name="Shape 5456"/>
          <p:cNvSpPr/>
          <p:nvPr/>
        </p:nvSpPr>
        <p:spPr>
          <a:xfrm>
            <a:off x="5261604" y="78528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9" name="Shape 5457"/>
          <p:cNvSpPr/>
          <p:nvPr/>
        </p:nvSpPr>
        <p:spPr>
          <a:xfrm>
            <a:off x="5425576" y="77309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0" name="Shape 5458"/>
          <p:cNvSpPr/>
          <p:nvPr/>
        </p:nvSpPr>
        <p:spPr>
          <a:xfrm>
            <a:off x="5589612" y="76686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1" name="Shape 5459"/>
          <p:cNvSpPr/>
          <p:nvPr/>
        </p:nvSpPr>
        <p:spPr>
          <a:xfrm>
            <a:off x="5266656" y="76911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2" name="Shape 5460"/>
          <p:cNvSpPr/>
          <p:nvPr/>
        </p:nvSpPr>
        <p:spPr>
          <a:xfrm>
            <a:off x="5633860" y="78203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3" name="Shape 5461"/>
          <p:cNvSpPr/>
          <p:nvPr/>
        </p:nvSpPr>
        <p:spPr>
          <a:xfrm>
            <a:off x="5548084" y="77165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4" name="Shape 5462"/>
          <p:cNvSpPr/>
          <p:nvPr/>
        </p:nvSpPr>
        <p:spPr>
          <a:xfrm>
            <a:off x="5342095" y="7775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5" name="Shape 5463"/>
          <p:cNvSpPr/>
          <p:nvPr/>
        </p:nvSpPr>
        <p:spPr>
          <a:xfrm>
            <a:off x="5441532" y="77489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6" name="Shape 5464"/>
          <p:cNvSpPr/>
          <p:nvPr/>
        </p:nvSpPr>
        <p:spPr>
          <a:xfrm>
            <a:off x="5361093" y="69389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7" name="Shape 5465"/>
          <p:cNvSpPr/>
          <p:nvPr/>
        </p:nvSpPr>
        <p:spPr>
          <a:xfrm>
            <a:off x="5575137" y="71898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8" name="Shape 5466"/>
          <p:cNvSpPr/>
          <p:nvPr/>
        </p:nvSpPr>
        <p:spPr>
          <a:xfrm>
            <a:off x="5554080" y="78951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9" name="Shape 5467"/>
          <p:cNvSpPr/>
          <p:nvPr/>
        </p:nvSpPr>
        <p:spPr>
          <a:xfrm>
            <a:off x="5315052" y="78912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0" name="Shape 5468"/>
          <p:cNvSpPr/>
          <p:nvPr/>
        </p:nvSpPr>
        <p:spPr>
          <a:xfrm>
            <a:off x="5340053" y="73969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1" name="Shape 5469"/>
          <p:cNvSpPr/>
          <p:nvPr/>
        </p:nvSpPr>
        <p:spPr>
          <a:xfrm>
            <a:off x="5461340" y="78016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2" name="Shape 5470"/>
          <p:cNvSpPr/>
          <p:nvPr/>
        </p:nvSpPr>
        <p:spPr>
          <a:xfrm>
            <a:off x="5459558" y="73921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3" name="Shape 5471"/>
          <p:cNvSpPr/>
          <p:nvPr/>
        </p:nvSpPr>
        <p:spPr>
          <a:xfrm>
            <a:off x="5485073" y="74204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4" name="Shape 5472"/>
          <p:cNvSpPr/>
          <p:nvPr/>
        </p:nvSpPr>
        <p:spPr>
          <a:xfrm>
            <a:off x="5287078" y="74258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5" name="Shape 5473"/>
          <p:cNvSpPr/>
          <p:nvPr/>
        </p:nvSpPr>
        <p:spPr>
          <a:xfrm>
            <a:off x="5259247" y="73838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6" name="Shape 5474"/>
          <p:cNvSpPr/>
          <p:nvPr/>
        </p:nvSpPr>
        <p:spPr>
          <a:xfrm>
            <a:off x="5375223" y="74849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7" name="Shape 5475"/>
          <p:cNvSpPr/>
          <p:nvPr/>
        </p:nvSpPr>
        <p:spPr>
          <a:xfrm>
            <a:off x="5418274" y="74628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8" name="Shape 5476"/>
          <p:cNvSpPr/>
          <p:nvPr/>
        </p:nvSpPr>
        <p:spPr>
          <a:xfrm>
            <a:off x="5467289" y="74636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9" name="Shape 5477"/>
          <p:cNvSpPr/>
          <p:nvPr/>
        </p:nvSpPr>
        <p:spPr>
          <a:xfrm>
            <a:off x="5578637" y="74266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80" name="Shape 5478"/>
          <p:cNvSpPr/>
          <p:nvPr/>
        </p:nvSpPr>
        <p:spPr>
          <a:xfrm>
            <a:off x="5486400" y="6985115"/>
            <a:ext cx="0" cy="847883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5481" name="Shape 5479"/>
          <p:cNvSpPr/>
          <p:nvPr/>
        </p:nvSpPr>
        <p:spPr>
          <a:xfrm>
            <a:off x="5372100" y="7832999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5482" name="Shape 5480"/>
          <p:cNvSpPr/>
          <p:nvPr/>
        </p:nvSpPr>
        <p:spPr>
          <a:xfrm>
            <a:off x="5372100" y="6985115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5483" name="Shape 5481"/>
          <p:cNvSpPr/>
          <p:nvPr/>
        </p:nvSpPr>
        <p:spPr>
          <a:xfrm>
            <a:off x="5321300" y="7320997"/>
            <a:ext cx="330200" cy="331167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5484" name="Shape 5482"/>
          <p:cNvSpPr/>
          <p:nvPr/>
        </p:nvSpPr>
        <p:spPr>
          <a:xfrm>
            <a:off x="5321300" y="7536020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5485" name="Shape 5483"/>
          <p:cNvSpPr/>
          <p:nvPr/>
        </p:nvSpPr>
        <p:spPr>
          <a:xfrm>
            <a:off x="5156200" y="82296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5486" name="Text 5484"/>
          <p:cNvSpPr/>
          <p:nvPr/>
        </p:nvSpPr>
        <p:spPr>
          <a:xfrm>
            <a:off x="4076700" y="83375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5487" name="Shape 5485"/>
          <p:cNvSpPr/>
          <p:nvPr/>
        </p:nvSpPr>
        <p:spPr>
          <a:xfrm>
            <a:off x="7872492" y="75937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88" name="Shape 5486"/>
          <p:cNvSpPr/>
          <p:nvPr/>
        </p:nvSpPr>
        <p:spPr>
          <a:xfrm>
            <a:off x="7829544" y="76004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89" name="Shape 5487"/>
          <p:cNvSpPr/>
          <p:nvPr/>
        </p:nvSpPr>
        <p:spPr>
          <a:xfrm>
            <a:off x="7581558" y="76347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0" name="Shape 5488"/>
          <p:cNvSpPr/>
          <p:nvPr/>
        </p:nvSpPr>
        <p:spPr>
          <a:xfrm>
            <a:off x="7799474" y="76576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1" name="Shape 5489"/>
          <p:cNvSpPr/>
          <p:nvPr/>
        </p:nvSpPr>
        <p:spPr>
          <a:xfrm>
            <a:off x="7464340" y="76827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2" name="Shape 5490"/>
          <p:cNvSpPr/>
          <p:nvPr/>
        </p:nvSpPr>
        <p:spPr>
          <a:xfrm>
            <a:off x="7663156" y="7624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3" name="Shape 5491"/>
          <p:cNvSpPr/>
          <p:nvPr/>
        </p:nvSpPr>
        <p:spPr>
          <a:xfrm>
            <a:off x="7633048" y="76933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4" name="Shape 5492"/>
          <p:cNvSpPr/>
          <p:nvPr/>
        </p:nvSpPr>
        <p:spPr>
          <a:xfrm>
            <a:off x="7688025" y="76091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5" name="Shape 5493"/>
          <p:cNvSpPr/>
          <p:nvPr/>
        </p:nvSpPr>
        <p:spPr>
          <a:xfrm>
            <a:off x="7667188" y="76177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6" name="Shape 5494"/>
          <p:cNvSpPr/>
          <p:nvPr/>
        </p:nvSpPr>
        <p:spPr>
          <a:xfrm>
            <a:off x="7877066" y="75928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7" name="Shape 5495"/>
          <p:cNvSpPr/>
          <p:nvPr/>
        </p:nvSpPr>
        <p:spPr>
          <a:xfrm>
            <a:off x="7678170" y="76425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8" name="Shape 5496"/>
          <p:cNvSpPr/>
          <p:nvPr/>
        </p:nvSpPr>
        <p:spPr>
          <a:xfrm>
            <a:off x="7822717" y="76394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9" name="Shape 5497"/>
          <p:cNvSpPr/>
          <p:nvPr/>
        </p:nvSpPr>
        <p:spPr>
          <a:xfrm>
            <a:off x="7664113" y="76657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0" name="Shape 5498"/>
          <p:cNvSpPr/>
          <p:nvPr/>
        </p:nvSpPr>
        <p:spPr>
          <a:xfrm>
            <a:off x="7865836" y="76238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1" name="Shape 5499"/>
          <p:cNvSpPr/>
          <p:nvPr/>
        </p:nvSpPr>
        <p:spPr>
          <a:xfrm>
            <a:off x="7504428" y="76332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2" name="Shape 5500"/>
          <p:cNvSpPr/>
          <p:nvPr/>
        </p:nvSpPr>
        <p:spPr>
          <a:xfrm>
            <a:off x="7496081" y="76792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3" name="Shape 5501"/>
          <p:cNvSpPr/>
          <p:nvPr/>
        </p:nvSpPr>
        <p:spPr>
          <a:xfrm>
            <a:off x="7521788" y="7708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4" name="Shape 5502"/>
          <p:cNvSpPr/>
          <p:nvPr/>
        </p:nvSpPr>
        <p:spPr>
          <a:xfrm>
            <a:off x="7611588" y="76818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5" name="Shape 5503"/>
          <p:cNvSpPr/>
          <p:nvPr/>
        </p:nvSpPr>
        <p:spPr>
          <a:xfrm>
            <a:off x="7513161" y="7649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6" name="Shape 5504"/>
          <p:cNvSpPr/>
          <p:nvPr/>
        </p:nvSpPr>
        <p:spPr>
          <a:xfrm>
            <a:off x="7822963" y="7634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7" name="Shape 5505"/>
          <p:cNvSpPr/>
          <p:nvPr/>
        </p:nvSpPr>
        <p:spPr>
          <a:xfrm>
            <a:off x="7835945" y="7610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8" name="Shape 5506"/>
          <p:cNvSpPr/>
          <p:nvPr/>
        </p:nvSpPr>
        <p:spPr>
          <a:xfrm>
            <a:off x="7521852" y="7606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9" name="Shape 5507"/>
          <p:cNvSpPr/>
          <p:nvPr/>
        </p:nvSpPr>
        <p:spPr>
          <a:xfrm>
            <a:off x="7626715" y="76265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0" name="Shape 5508"/>
          <p:cNvSpPr/>
          <p:nvPr/>
        </p:nvSpPr>
        <p:spPr>
          <a:xfrm>
            <a:off x="7496480" y="76413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1" name="Shape 5509"/>
          <p:cNvSpPr/>
          <p:nvPr/>
        </p:nvSpPr>
        <p:spPr>
          <a:xfrm>
            <a:off x="7481275" y="76136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2" name="Shape 5510"/>
          <p:cNvSpPr/>
          <p:nvPr/>
        </p:nvSpPr>
        <p:spPr>
          <a:xfrm>
            <a:off x="7649517" y="77333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3" name="Shape 5511"/>
          <p:cNvSpPr/>
          <p:nvPr/>
        </p:nvSpPr>
        <p:spPr>
          <a:xfrm>
            <a:off x="7528853" y="7647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4" name="Shape 5512"/>
          <p:cNvSpPr/>
          <p:nvPr/>
        </p:nvSpPr>
        <p:spPr>
          <a:xfrm>
            <a:off x="7846052" y="76228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5" name="Shape 5513"/>
          <p:cNvSpPr/>
          <p:nvPr/>
        </p:nvSpPr>
        <p:spPr>
          <a:xfrm>
            <a:off x="7601126" y="76230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6" name="Shape 5514"/>
          <p:cNvSpPr/>
          <p:nvPr/>
        </p:nvSpPr>
        <p:spPr>
          <a:xfrm>
            <a:off x="7566404" y="76605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7" name="Shape 5515"/>
          <p:cNvSpPr/>
          <p:nvPr/>
        </p:nvSpPr>
        <p:spPr>
          <a:xfrm>
            <a:off x="7454344" y="7699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8" name="Shape 5516"/>
          <p:cNvSpPr/>
          <p:nvPr/>
        </p:nvSpPr>
        <p:spPr>
          <a:xfrm>
            <a:off x="7873253" y="76537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9" name="Shape 5517"/>
          <p:cNvSpPr/>
          <p:nvPr/>
        </p:nvSpPr>
        <p:spPr>
          <a:xfrm>
            <a:off x="7633729" y="76240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0" name="Shape 5518"/>
          <p:cNvSpPr/>
          <p:nvPr/>
        </p:nvSpPr>
        <p:spPr>
          <a:xfrm>
            <a:off x="7600387" y="76290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1" name="Shape 5519"/>
          <p:cNvSpPr/>
          <p:nvPr/>
        </p:nvSpPr>
        <p:spPr>
          <a:xfrm>
            <a:off x="7849455" y="76406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2" name="Shape 5520"/>
          <p:cNvSpPr/>
          <p:nvPr/>
        </p:nvSpPr>
        <p:spPr>
          <a:xfrm>
            <a:off x="7800394" y="77363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3" name="Shape 5521"/>
          <p:cNvSpPr/>
          <p:nvPr/>
        </p:nvSpPr>
        <p:spPr>
          <a:xfrm>
            <a:off x="7493330" y="76442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4" name="Shape 5522"/>
          <p:cNvSpPr/>
          <p:nvPr/>
        </p:nvSpPr>
        <p:spPr>
          <a:xfrm>
            <a:off x="7570111" y="7662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5" name="Shape 5523"/>
          <p:cNvSpPr/>
          <p:nvPr/>
        </p:nvSpPr>
        <p:spPr>
          <a:xfrm>
            <a:off x="7614377" y="7624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6" name="Shape 5524"/>
          <p:cNvSpPr/>
          <p:nvPr/>
        </p:nvSpPr>
        <p:spPr>
          <a:xfrm>
            <a:off x="7577429" y="76081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7" name="Shape 5525"/>
          <p:cNvSpPr/>
          <p:nvPr/>
        </p:nvSpPr>
        <p:spPr>
          <a:xfrm>
            <a:off x="7734129" y="76637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8" name="Shape 5526"/>
          <p:cNvSpPr/>
          <p:nvPr/>
        </p:nvSpPr>
        <p:spPr>
          <a:xfrm>
            <a:off x="7613378" y="76225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9" name="Shape 5527"/>
          <p:cNvSpPr/>
          <p:nvPr/>
        </p:nvSpPr>
        <p:spPr>
          <a:xfrm>
            <a:off x="7511011" y="7622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0" name="Shape 5528"/>
          <p:cNvSpPr/>
          <p:nvPr/>
        </p:nvSpPr>
        <p:spPr>
          <a:xfrm>
            <a:off x="7534543" y="76144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1" name="Shape 5529"/>
          <p:cNvSpPr/>
          <p:nvPr/>
        </p:nvSpPr>
        <p:spPr>
          <a:xfrm>
            <a:off x="7453508" y="7645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2" name="Shape 5530"/>
          <p:cNvSpPr/>
          <p:nvPr/>
        </p:nvSpPr>
        <p:spPr>
          <a:xfrm>
            <a:off x="7659529" y="76284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3" name="Shape 5531"/>
          <p:cNvSpPr/>
          <p:nvPr/>
        </p:nvSpPr>
        <p:spPr>
          <a:xfrm>
            <a:off x="7595349" y="77237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4" name="Shape 5532"/>
          <p:cNvSpPr/>
          <p:nvPr/>
        </p:nvSpPr>
        <p:spPr>
          <a:xfrm>
            <a:off x="7450099" y="76836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5" name="Shape 5533"/>
          <p:cNvSpPr/>
          <p:nvPr/>
        </p:nvSpPr>
        <p:spPr>
          <a:xfrm>
            <a:off x="7658715" y="76819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6" name="Shape 5534"/>
          <p:cNvSpPr/>
          <p:nvPr/>
        </p:nvSpPr>
        <p:spPr>
          <a:xfrm>
            <a:off x="7669903" y="7641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7" name="Shape 5535"/>
          <p:cNvSpPr/>
          <p:nvPr/>
        </p:nvSpPr>
        <p:spPr>
          <a:xfrm>
            <a:off x="7578003" y="76760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8" name="Shape 5536"/>
          <p:cNvSpPr/>
          <p:nvPr/>
        </p:nvSpPr>
        <p:spPr>
          <a:xfrm>
            <a:off x="7563833" y="7582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9" name="Shape 5537"/>
          <p:cNvSpPr/>
          <p:nvPr/>
        </p:nvSpPr>
        <p:spPr>
          <a:xfrm>
            <a:off x="7720226" y="7680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0" name="Shape 5538"/>
          <p:cNvSpPr/>
          <p:nvPr/>
        </p:nvSpPr>
        <p:spPr>
          <a:xfrm>
            <a:off x="7479796" y="77385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1" name="Shape 5539"/>
          <p:cNvSpPr/>
          <p:nvPr/>
        </p:nvSpPr>
        <p:spPr>
          <a:xfrm>
            <a:off x="7594101" y="76823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2" name="Shape 5540"/>
          <p:cNvSpPr/>
          <p:nvPr/>
        </p:nvSpPr>
        <p:spPr>
          <a:xfrm>
            <a:off x="7806547" y="7647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3" name="Shape 5541"/>
          <p:cNvSpPr/>
          <p:nvPr/>
        </p:nvSpPr>
        <p:spPr>
          <a:xfrm>
            <a:off x="7692088" y="75979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4" name="Shape 5542"/>
          <p:cNvSpPr/>
          <p:nvPr/>
        </p:nvSpPr>
        <p:spPr>
          <a:xfrm>
            <a:off x="7754284" y="76969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5" name="Shape 5543"/>
          <p:cNvSpPr/>
          <p:nvPr/>
        </p:nvSpPr>
        <p:spPr>
          <a:xfrm>
            <a:off x="7632355" y="76176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6" name="Shape 5544"/>
          <p:cNvSpPr/>
          <p:nvPr/>
        </p:nvSpPr>
        <p:spPr>
          <a:xfrm>
            <a:off x="7832213" y="76462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7" name="Shape 5545"/>
          <p:cNvSpPr/>
          <p:nvPr/>
        </p:nvSpPr>
        <p:spPr>
          <a:xfrm>
            <a:off x="7513133" y="7638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8" name="Shape 5546"/>
          <p:cNvSpPr/>
          <p:nvPr/>
        </p:nvSpPr>
        <p:spPr>
          <a:xfrm>
            <a:off x="7659931" y="7674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9" name="Shape 5547"/>
          <p:cNvSpPr/>
          <p:nvPr/>
        </p:nvSpPr>
        <p:spPr>
          <a:xfrm>
            <a:off x="7726908" y="7656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0" name="Shape 5548"/>
          <p:cNvSpPr/>
          <p:nvPr/>
        </p:nvSpPr>
        <p:spPr>
          <a:xfrm>
            <a:off x="7479442" y="75965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1" name="Shape 5549"/>
          <p:cNvSpPr/>
          <p:nvPr/>
        </p:nvSpPr>
        <p:spPr>
          <a:xfrm>
            <a:off x="7656717" y="76200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2" name="Shape 5550"/>
          <p:cNvSpPr/>
          <p:nvPr/>
        </p:nvSpPr>
        <p:spPr>
          <a:xfrm>
            <a:off x="7584920" y="76486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3" name="Shape 5551"/>
          <p:cNvSpPr/>
          <p:nvPr/>
        </p:nvSpPr>
        <p:spPr>
          <a:xfrm>
            <a:off x="7456491" y="76497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4" name="Shape 5552"/>
          <p:cNvSpPr/>
          <p:nvPr/>
        </p:nvSpPr>
        <p:spPr>
          <a:xfrm>
            <a:off x="7724920" y="76425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5" name="Shape 5553"/>
          <p:cNvSpPr/>
          <p:nvPr/>
        </p:nvSpPr>
        <p:spPr>
          <a:xfrm>
            <a:off x="7734341" y="76575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6" name="Shape 5554"/>
          <p:cNvSpPr/>
          <p:nvPr/>
        </p:nvSpPr>
        <p:spPr>
          <a:xfrm>
            <a:off x="7562831" y="76498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7" name="Shape 5555"/>
          <p:cNvSpPr/>
          <p:nvPr/>
        </p:nvSpPr>
        <p:spPr>
          <a:xfrm>
            <a:off x="7661113" y="7636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8" name="Shape 5556"/>
          <p:cNvSpPr/>
          <p:nvPr/>
        </p:nvSpPr>
        <p:spPr>
          <a:xfrm>
            <a:off x="7824327" y="77429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9" name="Shape 5557"/>
          <p:cNvSpPr/>
          <p:nvPr/>
        </p:nvSpPr>
        <p:spPr>
          <a:xfrm>
            <a:off x="7690858" y="7630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0" name="Shape 5558"/>
          <p:cNvSpPr/>
          <p:nvPr/>
        </p:nvSpPr>
        <p:spPr>
          <a:xfrm>
            <a:off x="7641656" y="76424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1" name="Shape 5559"/>
          <p:cNvSpPr/>
          <p:nvPr/>
        </p:nvSpPr>
        <p:spPr>
          <a:xfrm>
            <a:off x="7504495" y="76787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2" name="Shape 5560"/>
          <p:cNvSpPr/>
          <p:nvPr/>
        </p:nvSpPr>
        <p:spPr>
          <a:xfrm>
            <a:off x="7671304" y="77132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3" name="Shape 5561"/>
          <p:cNvSpPr/>
          <p:nvPr/>
        </p:nvSpPr>
        <p:spPr>
          <a:xfrm>
            <a:off x="7769358" y="76030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4" name="Shape 5562"/>
          <p:cNvSpPr/>
          <p:nvPr/>
        </p:nvSpPr>
        <p:spPr>
          <a:xfrm>
            <a:off x="7616606" y="7660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5" name="Shape 5563"/>
          <p:cNvSpPr/>
          <p:nvPr/>
        </p:nvSpPr>
        <p:spPr>
          <a:xfrm>
            <a:off x="7845436" y="72232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6" name="Shape 5564"/>
          <p:cNvSpPr/>
          <p:nvPr/>
        </p:nvSpPr>
        <p:spPr>
          <a:xfrm>
            <a:off x="7685077" y="76032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7" name="Shape 5565"/>
          <p:cNvSpPr/>
          <p:nvPr/>
        </p:nvSpPr>
        <p:spPr>
          <a:xfrm>
            <a:off x="7477241" y="7585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8" name="Shape 5566"/>
          <p:cNvSpPr/>
          <p:nvPr/>
        </p:nvSpPr>
        <p:spPr>
          <a:xfrm>
            <a:off x="7611668" y="75600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9" name="Shape 5567"/>
          <p:cNvSpPr/>
          <p:nvPr/>
        </p:nvSpPr>
        <p:spPr>
          <a:xfrm>
            <a:off x="7758622" y="76131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0" name="Shape 5568"/>
          <p:cNvSpPr/>
          <p:nvPr/>
        </p:nvSpPr>
        <p:spPr>
          <a:xfrm>
            <a:off x="7839549" y="76636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1" name="Shape 5569"/>
          <p:cNvSpPr/>
          <p:nvPr/>
        </p:nvSpPr>
        <p:spPr>
          <a:xfrm>
            <a:off x="7588653" y="78824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2" name="Shape 5570"/>
          <p:cNvSpPr/>
          <p:nvPr/>
        </p:nvSpPr>
        <p:spPr>
          <a:xfrm>
            <a:off x="7834706" y="76023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3" name="Shape 5571"/>
          <p:cNvSpPr/>
          <p:nvPr/>
        </p:nvSpPr>
        <p:spPr>
          <a:xfrm>
            <a:off x="7591637" y="76067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4" name="Shape 5572"/>
          <p:cNvSpPr/>
          <p:nvPr/>
        </p:nvSpPr>
        <p:spPr>
          <a:xfrm>
            <a:off x="7708085" y="77120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5" name="Shape 5573"/>
          <p:cNvSpPr/>
          <p:nvPr/>
        </p:nvSpPr>
        <p:spPr>
          <a:xfrm>
            <a:off x="7860559" y="77049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6" name="Shape 5574"/>
          <p:cNvSpPr/>
          <p:nvPr/>
        </p:nvSpPr>
        <p:spPr>
          <a:xfrm>
            <a:off x="7468917" y="7883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7" name="Shape 5575"/>
          <p:cNvSpPr/>
          <p:nvPr/>
        </p:nvSpPr>
        <p:spPr>
          <a:xfrm>
            <a:off x="7469111" y="7754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8" name="Shape 5576"/>
          <p:cNvSpPr/>
          <p:nvPr/>
        </p:nvSpPr>
        <p:spPr>
          <a:xfrm>
            <a:off x="7856608" y="76351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9" name="Shape 5577"/>
          <p:cNvSpPr/>
          <p:nvPr/>
        </p:nvSpPr>
        <p:spPr>
          <a:xfrm>
            <a:off x="7558221" y="77127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0" name="Shape 5578"/>
          <p:cNvSpPr/>
          <p:nvPr/>
        </p:nvSpPr>
        <p:spPr>
          <a:xfrm>
            <a:off x="7694871" y="78490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1" name="Shape 5579"/>
          <p:cNvSpPr/>
          <p:nvPr/>
        </p:nvSpPr>
        <p:spPr>
          <a:xfrm>
            <a:off x="7449153" y="77097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2" name="Shape 5580"/>
          <p:cNvSpPr/>
          <p:nvPr/>
        </p:nvSpPr>
        <p:spPr>
          <a:xfrm>
            <a:off x="7683607" y="7952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3" name="Shape 5581"/>
          <p:cNvSpPr/>
          <p:nvPr/>
        </p:nvSpPr>
        <p:spPr>
          <a:xfrm>
            <a:off x="7643500" y="77726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4" name="Shape 5582"/>
          <p:cNvSpPr/>
          <p:nvPr/>
        </p:nvSpPr>
        <p:spPr>
          <a:xfrm>
            <a:off x="7803826" y="7593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5" name="Shape 5583"/>
          <p:cNvSpPr/>
          <p:nvPr/>
        </p:nvSpPr>
        <p:spPr>
          <a:xfrm>
            <a:off x="7784128" y="75831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6" name="Shape 5584"/>
          <p:cNvSpPr/>
          <p:nvPr/>
        </p:nvSpPr>
        <p:spPr>
          <a:xfrm>
            <a:off x="7474089" y="76140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7" name="Shape 5585"/>
          <p:cNvSpPr/>
          <p:nvPr/>
        </p:nvSpPr>
        <p:spPr>
          <a:xfrm>
            <a:off x="7572013" y="73073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8" name="Shape 5586"/>
          <p:cNvSpPr/>
          <p:nvPr/>
        </p:nvSpPr>
        <p:spPr>
          <a:xfrm>
            <a:off x="7637040" y="74353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9" name="Shape 5587"/>
          <p:cNvSpPr/>
          <p:nvPr/>
        </p:nvSpPr>
        <p:spPr>
          <a:xfrm>
            <a:off x="7829930" y="76856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0" name="Shape 5588"/>
          <p:cNvSpPr/>
          <p:nvPr/>
        </p:nvSpPr>
        <p:spPr>
          <a:xfrm>
            <a:off x="7829919" y="79691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1" name="Shape 5589"/>
          <p:cNvSpPr/>
          <p:nvPr/>
        </p:nvSpPr>
        <p:spPr>
          <a:xfrm>
            <a:off x="7482526" y="76671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2" name="Shape 5590"/>
          <p:cNvSpPr/>
          <p:nvPr/>
        </p:nvSpPr>
        <p:spPr>
          <a:xfrm>
            <a:off x="7641670" y="78414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3" name="Shape 5591"/>
          <p:cNvSpPr/>
          <p:nvPr/>
        </p:nvSpPr>
        <p:spPr>
          <a:xfrm>
            <a:off x="7711372" y="74706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4" name="Shape 5592"/>
          <p:cNvSpPr/>
          <p:nvPr/>
        </p:nvSpPr>
        <p:spPr>
          <a:xfrm>
            <a:off x="7757828" y="7481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5" name="Shape 5593"/>
          <p:cNvSpPr/>
          <p:nvPr/>
        </p:nvSpPr>
        <p:spPr>
          <a:xfrm>
            <a:off x="7664067" y="74650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6" name="Shape 5594"/>
          <p:cNvSpPr/>
          <p:nvPr/>
        </p:nvSpPr>
        <p:spPr>
          <a:xfrm>
            <a:off x="7591924" y="7428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7" name="Shape 5595"/>
          <p:cNvSpPr/>
          <p:nvPr/>
        </p:nvSpPr>
        <p:spPr>
          <a:xfrm>
            <a:off x="7860194" y="7664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8" name="Shape 5596"/>
          <p:cNvSpPr/>
          <p:nvPr/>
        </p:nvSpPr>
        <p:spPr>
          <a:xfrm>
            <a:off x="7753098" y="78716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9" name="Shape 5597"/>
          <p:cNvSpPr/>
          <p:nvPr/>
        </p:nvSpPr>
        <p:spPr>
          <a:xfrm>
            <a:off x="7763328" y="74463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0" name="Shape 5598"/>
          <p:cNvSpPr/>
          <p:nvPr/>
        </p:nvSpPr>
        <p:spPr>
          <a:xfrm>
            <a:off x="7779751" y="7690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1" name="Shape 5599"/>
          <p:cNvSpPr/>
          <p:nvPr/>
        </p:nvSpPr>
        <p:spPr>
          <a:xfrm>
            <a:off x="7467532" y="74171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2" name="Shape 5600"/>
          <p:cNvSpPr/>
          <p:nvPr/>
        </p:nvSpPr>
        <p:spPr>
          <a:xfrm>
            <a:off x="7778664" y="78477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3" name="Shape 5601"/>
          <p:cNvSpPr/>
          <p:nvPr/>
        </p:nvSpPr>
        <p:spPr>
          <a:xfrm>
            <a:off x="7733746" y="76863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4" name="Shape 5602"/>
          <p:cNvSpPr/>
          <p:nvPr/>
        </p:nvSpPr>
        <p:spPr>
          <a:xfrm>
            <a:off x="7686045" y="76520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5" name="Shape 5603"/>
          <p:cNvSpPr/>
          <p:nvPr/>
        </p:nvSpPr>
        <p:spPr>
          <a:xfrm>
            <a:off x="7871100" y="78469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6" name="Shape 5604"/>
          <p:cNvSpPr/>
          <p:nvPr/>
        </p:nvSpPr>
        <p:spPr>
          <a:xfrm>
            <a:off x="7471677" y="78918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7" name="Shape 5605"/>
          <p:cNvSpPr/>
          <p:nvPr/>
        </p:nvSpPr>
        <p:spPr>
          <a:xfrm>
            <a:off x="7871461" y="74634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8" name="Shape 5606"/>
          <p:cNvSpPr/>
          <p:nvPr/>
        </p:nvSpPr>
        <p:spPr>
          <a:xfrm>
            <a:off x="7614566" y="74451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9" name="Shape 5607"/>
          <p:cNvSpPr/>
          <p:nvPr/>
        </p:nvSpPr>
        <p:spPr>
          <a:xfrm>
            <a:off x="7612070" y="74095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0" name="Shape 5608"/>
          <p:cNvSpPr/>
          <p:nvPr/>
        </p:nvSpPr>
        <p:spPr>
          <a:xfrm>
            <a:off x="7727766" y="73924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1" name="Shape 5609"/>
          <p:cNvSpPr/>
          <p:nvPr/>
        </p:nvSpPr>
        <p:spPr>
          <a:xfrm>
            <a:off x="7661829" y="74793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2" name="Shape 5610"/>
          <p:cNvSpPr/>
          <p:nvPr/>
        </p:nvSpPr>
        <p:spPr>
          <a:xfrm>
            <a:off x="7789566" y="74221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3" name="Shape 5611"/>
          <p:cNvSpPr/>
          <p:nvPr/>
        </p:nvSpPr>
        <p:spPr>
          <a:xfrm>
            <a:off x="7820714" y="80275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4" name="Shape 5612"/>
          <p:cNvSpPr/>
          <p:nvPr/>
        </p:nvSpPr>
        <p:spPr>
          <a:xfrm>
            <a:off x="7586434" y="8089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5" name="Shape 5613"/>
          <p:cNvSpPr/>
          <p:nvPr/>
        </p:nvSpPr>
        <p:spPr>
          <a:xfrm>
            <a:off x="7531794" y="75987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6" name="Shape 5614"/>
          <p:cNvSpPr/>
          <p:nvPr/>
        </p:nvSpPr>
        <p:spPr>
          <a:xfrm>
            <a:off x="7635998" y="7587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7" name="Shape 5615"/>
          <p:cNvSpPr/>
          <p:nvPr/>
        </p:nvSpPr>
        <p:spPr>
          <a:xfrm>
            <a:off x="7657873" y="77399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8" name="Shape 5616"/>
          <p:cNvSpPr/>
          <p:nvPr/>
        </p:nvSpPr>
        <p:spPr>
          <a:xfrm>
            <a:off x="7740018" y="69942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9" name="Shape 5617"/>
          <p:cNvSpPr/>
          <p:nvPr/>
        </p:nvSpPr>
        <p:spPr>
          <a:xfrm>
            <a:off x="7461768" y="73359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0" name="Shape 5618"/>
          <p:cNvSpPr/>
          <p:nvPr/>
        </p:nvSpPr>
        <p:spPr>
          <a:xfrm>
            <a:off x="7763710" y="71045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1" name="Shape 5619"/>
          <p:cNvSpPr/>
          <p:nvPr/>
        </p:nvSpPr>
        <p:spPr>
          <a:xfrm>
            <a:off x="7760030" y="7232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2" name="Shape 5620"/>
          <p:cNvSpPr/>
          <p:nvPr/>
        </p:nvSpPr>
        <p:spPr>
          <a:xfrm>
            <a:off x="7707767" y="72244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3" name="Shape 5621"/>
          <p:cNvSpPr/>
          <p:nvPr/>
        </p:nvSpPr>
        <p:spPr>
          <a:xfrm>
            <a:off x="7852149" y="72630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4" name="Shape 5622"/>
          <p:cNvSpPr/>
          <p:nvPr/>
        </p:nvSpPr>
        <p:spPr>
          <a:xfrm>
            <a:off x="7513042" y="72760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5" name="Shape 5623"/>
          <p:cNvSpPr/>
          <p:nvPr/>
        </p:nvSpPr>
        <p:spPr>
          <a:xfrm>
            <a:off x="7660706" y="7337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6" name="Shape 5624"/>
          <p:cNvSpPr/>
          <p:nvPr/>
        </p:nvSpPr>
        <p:spPr>
          <a:xfrm>
            <a:off x="7478575" y="7282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7" name="Shape 5625"/>
          <p:cNvSpPr/>
          <p:nvPr/>
        </p:nvSpPr>
        <p:spPr>
          <a:xfrm>
            <a:off x="7765292" y="7299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8" name="Shape 5626"/>
          <p:cNvSpPr/>
          <p:nvPr/>
        </p:nvSpPr>
        <p:spPr>
          <a:xfrm>
            <a:off x="7823512" y="73485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9" name="Shape 5627"/>
          <p:cNvSpPr/>
          <p:nvPr/>
        </p:nvSpPr>
        <p:spPr>
          <a:xfrm>
            <a:off x="7594839" y="7208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0" name="Shape 5628"/>
          <p:cNvSpPr/>
          <p:nvPr/>
        </p:nvSpPr>
        <p:spPr>
          <a:xfrm>
            <a:off x="7566049" y="73820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1" name="Shape 5629"/>
          <p:cNvSpPr/>
          <p:nvPr/>
        </p:nvSpPr>
        <p:spPr>
          <a:xfrm>
            <a:off x="7581319" y="72826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2" name="Shape 5630"/>
          <p:cNvSpPr/>
          <p:nvPr/>
        </p:nvSpPr>
        <p:spPr>
          <a:xfrm>
            <a:off x="7601505" y="68745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3" name="Shape 5631"/>
          <p:cNvSpPr/>
          <p:nvPr/>
        </p:nvSpPr>
        <p:spPr>
          <a:xfrm>
            <a:off x="7635168" y="75134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4" name="Shape 5632"/>
          <p:cNvSpPr/>
          <p:nvPr/>
        </p:nvSpPr>
        <p:spPr>
          <a:xfrm>
            <a:off x="7515912" y="7578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5" name="Shape 5633"/>
          <p:cNvSpPr/>
          <p:nvPr/>
        </p:nvSpPr>
        <p:spPr>
          <a:xfrm>
            <a:off x="7612633" y="73734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6" name="Shape 5634"/>
          <p:cNvSpPr/>
          <p:nvPr/>
        </p:nvSpPr>
        <p:spPr>
          <a:xfrm>
            <a:off x="7586249" y="7182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7" name="Shape 5635"/>
          <p:cNvSpPr/>
          <p:nvPr/>
        </p:nvSpPr>
        <p:spPr>
          <a:xfrm>
            <a:off x="7746949" y="71115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8" name="Shape 5636"/>
          <p:cNvSpPr/>
          <p:nvPr/>
        </p:nvSpPr>
        <p:spPr>
          <a:xfrm>
            <a:off x="7529272" y="71056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9" name="Shape 5637"/>
          <p:cNvSpPr/>
          <p:nvPr/>
        </p:nvSpPr>
        <p:spPr>
          <a:xfrm>
            <a:off x="7641239" y="73823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0" name="Shape 5638"/>
          <p:cNvSpPr/>
          <p:nvPr/>
        </p:nvSpPr>
        <p:spPr>
          <a:xfrm>
            <a:off x="7796273" y="72621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1" name="Shape 5639"/>
          <p:cNvSpPr/>
          <p:nvPr/>
        </p:nvSpPr>
        <p:spPr>
          <a:xfrm>
            <a:off x="7726783" y="73343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2" name="Shape 5640"/>
          <p:cNvSpPr/>
          <p:nvPr/>
        </p:nvSpPr>
        <p:spPr>
          <a:xfrm>
            <a:off x="7819684" y="6884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3" name="Shape 5641"/>
          <p:cNvSpPr/>
          <p:nvPr/>
        </p:nvSpPr>
        <p:spPr>
          <a:xfrm>
            <a:off x="7511636" y="71018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4" name="Shape 5642"/>
          <p:cNvSpPr/>
          <p:nvPr/>
        </p:nvSpPr>
        <p:spPr>
          <a:xfrm>
            <a:off x="7641487" y="71885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5" name="Shape 5643"/>
          <p:cNvSpPr/>
          <p:nvPr/>
        </p:nvSpPr>
        <p:spPr>
          <a:xfrm>
            <a:off x="7571634" y="74050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6" name="Shape 5644"/>
          <p:cNvSpPr/>
          <p:nvPr/>
        </p:nvSpPr>
        <p:spPr>
          <a:xfrm>
            <a:off x="7703797" y="71855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7" name="Shape 5645"/>
          <p:cNvSpPr/>
          <p:nvPr/>
        </p:nvSpPr>
        <p:spPr>
          <a:xfrm>
            <a:off x="7871438" y="72460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8" name="Shape 5646"/>
          <p:cNvSpPr/>
          <p:nvPr/>
        </p:nvSpPr>
        <p:spPr>
          <a:xfrm>
            <a:off x="7856007" y="72502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9" name="Shape 5647"/>
          <p:cNvSpPr/>
          <p:nvPr/>
        </p:nvSpPr>
        <p:spPr>
          <a:xfrm>
            <a:off x="7590709" y="68393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0" name="Shape 5648"/>
          <p:cNvSpPr/>
          <p:nvPr/>
        </p:nvSpPr>
        <p:spPr>
          <a:xfrm>
            <a:off x="7525143" y="72780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1" name="Shape 5649"/>
          <p:cNvSpPr/>
          <p:nvPr/>
        </p:nvSpPr>
        <p:spPr>
          <a:xfrm>
            <a:off x="7560702" y="74016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2" name="Shape 5650"/>
          <p:cNvSpPr/>
          <p:nvPr/>
        </p:nvSpPr>
        <p:spPr>
          <a:xfrm>
            <a:off x="7559093" y="72465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3" name="Shape 5651"/>
          <p:cNvSpPr/>
          <p:nvPr/>
        </p:nvSpPr>
        <p:spPr>
          <a:xfrm>
            <a:off x="7570145" y="72695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4" name="Shape 5652"/>
          <p:cNvSpPr/>
          <p:nvPr/>
        </p:nvSpPr>
        <p:spPr>
          <a:xfrm>
            <a:off x="7621037" y="71532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5" name="Shape 5653"/>
          <p:cNvSpPr/>
          <p:nvPr/>
        </p:nvSpPr>
        <p:spPr>
          <a:xfrm>
            <a:off x="7544016" y="74407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6" name="Shape 5654"/>
          <p:cNvSpPr/>
          <p:nvPr/>
        </p:nvSpPr>
        <p:spPr>
          <a:xfrm>
            <a:off x="7680078" y="76103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7" name="Shape 5655"/>
          <p:cNvSpPr/>
          <p:nvPr/>
        </p:nvSpPr>
        <p:spPr>
          <a:xfrm>
            <a:off x="7639127" y="74818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8" name="Shape 5656"/>
          <p:cNvSpPr/>
          <p:nvPr/>
        </p:nvSpPr>
        <p:spPr>
          <a:xfrm>
            <a:off x="7842330" y="7142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9" name="Shape 5657"/>
          <p:cNvSpPr/>
          <p:nvPr/>
        </p:nvSpPr>
        <p:spPr>
          <a:xfrm>
            <a:off x="7831047" y="72801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0" name="Shape 5658"/>
          <p:cNvSpPr/>
          <p:nvPr/>
        </p:nvSpPr>
        <p:spPr>
          <a:xfrm>
            <a:off x="7724092" y="75245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1" name="Shape 5659"/>
          <p:cNvSpPr/>
          <p:nvPr/>
        </p:nvSpPr>
        <p:spPr>
          <a:xfrm>
            <a:off x="7660496" y="7438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2" name="Shape 5660"/>
          <p:cNvSpPr/>
          <p:nvPr/>
        </p:nvSpPr>
        <p:spPr>
          <a:xfrm>
            <a:off x="7790389" y="7346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3" name="Shape 5661"/>
          <p:cNvSpPr/>
          <p:nvPr/>
        </p:nvSpPr>
        <p:spPr>
          <a:xfrm>
            <a:off x="7762248" y="7163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4" name="Shape 5662"/>
          <p:cNvSpPr/>
          <p:nvPr/>
        </p:nvSpPr>
        <p:spPr>
          <a:xfrm>
            <a:off x="7589786" y="72754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5" name="Shape 5663"/>
          <p:cNvSpPr/>
          <p:nvPr/>
        </p:nvSpPr>
        <p:spPr>
          <a:xfrm>
            <a:off x="7877906" y="71707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6" name="Shape 5664"/>
          <p:cNvSpPr/>
          <p:nvPr/>
        </p:nvSpPr>
        <p:spPr>
          <a:xfrm>
            <a:off x="7652574" y="73481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7" name="Shape 5665"/>
          <p:cNvSpPr/>
          <p:nvPr/>
        </p:nvSpPr>
        <p:spPr>
          <a:xfrm>
            <a:off x="7516391" y="7145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8" name="Shape 5666"/>
          <p:cNvSpPr/>
          <p:nvPr/>
        </p:nvSpPr>
        <p:spPr>
          <a:xfrm>
            <a:off x="7660348" y="73082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9" name="Shape 5667"/>
          <p:cNvSpPr/>
          <p:nvPr/>
        </p:nvSpPr>
        <p:spPr>
          <a:xfrm>
            <a:off x="7763143" y="72773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0" name="Shape 5668"/>
          <p:cNvSpPr/>
          <p:nvPr/>
        </p:nvSpPr>
        <p:spPr>
          <a:xfrm>
            <a:off x="7869024" y="72883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1" name="Shape 5669"/>
          <p:cNvSpPr/>
          <p:nvPr/>
        </p:nvSpPr>
        <p:spPr>
          <a:xfrm>
            <a:off x="7555846" y="6913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2" name="Shape 5670"/>
          <p:cNvSpPr/>
          <p:nvPr/>
        </p:nvSpPr>
        <p:spPr>
          <a:xfrm>
            <a:off x="7484076" y="70538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3" name="Shape 5671"/>
          <p:cNvSpPr/>
          <p:nvPr/>
        </p:nvSpPr>
        <p:spPr>
          <a:xfrm>
            <a:off x="7641060" y="71646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4" name="Shape 5672"/>
          <p:cNvSpPr/>
          <p:nvPr/>
        </p:nvSpPr>
        <p:spPr>
          <a:xfrm>
            <a:off x="7795818" y="7276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5" name="Shape 5673"/>
          <p:cNvSpPr/>
          <p:nvPr/>
        </p:nvSpPr>
        <p:spPr>
          <a:xfrm>
            <a:off x="7543148" y="68982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6" name="Shape 5674"/>
          <p:cNvSpPr/>
          <p:nvPr/>
        </p:nvSpPr>
        <p:spPr>
          <a:xfrm>
            <a:off x="7625554" y="72184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7" name="Shape 5675"/>
          <p:cNvSpPr/>
          <p:nvPr/>
        </p:nvSpPr>
        <p:spPr>
          <a:xfrm>
            <a:off x="7453746" y="71160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8" name="Shape 5676"/>
          <p:cNvSpPr/>
          <p:nvPr/>
        </p:nvSpPr>
        <p:spPr>
          <a:xfrm>
            <a:off x="7739741" y="73796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9" name="Shape 5677"/>
          <p:cNvSpPr/>
          <p:nvPr/>
        </p:nvSpPr>
        <p:spPr>
          <a:xfrm>
            <a:off x="7730375" y="73332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0" name="Shape 5678"/>
          <p:cNvSpPr/>
          <p:nvPr/>
        </p:nvSpPr>
        <p:spPr>
          <a:xfrm>
            <a:off x="7781124" y="72275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1" name="Shape 5679"/>
          <p:cNvSpPr/>
          <p:nvPr/>
        </p:nvSpPr>
        <p:spPr>
          <a:xfrm>
            <a:off x="7588806" y="72109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2" name="Shape 5680"/>
          <p:cNvSpPr/>
          <p:nvPr/>
        </p:nvSpPr>
        <p:spPr>
          <a:xfrm>
            <a:off x="7687952" y="72991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3" name="Shape 5681"/>
          <p:cNvSpPr/>
          <p:nvPr/>
        </p:nvSpPr>
        <p:spPr>
          <a:xfrm>
            <a:off x="7683593" y="73536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4" name="Shape 5682"/>
          <p:cNvSpPr/>
          <p:nvPr/>
        </p:nvSpPr>
        <p:spPr>
          <a:xfrm>
            <a:off x="7876485" y="71353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5" name="Shape 5683"/>
          <p:cNvSpPr/>
          <p:nvPr/>
        </p:nvSpPr>
        <p:spPr>
          <a:xfrm>
            <a:off x="7869455" y="73254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6" name="Shape 5684"/>
          <p:cNvSpPr/>
          <p:nvPr/>
        </p:nvSpPr>
        <p:spPr>
          <a:xfrm>
            <a:off x="7623667" y="73546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7" name="Shape 5685"/>
          <p:cNvSpPr/>
          <p:nvPr/>
        </p:nvSpPr>
        <p:spPr>
          <a:xfrm>
            <a:off x="7824273" y="72661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8" name="Shape 5686"/>
          <p:cNvSpPr/>
          <p:nvPr/>
        </p:nvSpPr>
        <p:spPr>
          <a:xfrm>
            <a:off x="7754953" y="69790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9" name="Shape 5687"/>
          <p:cNvSpPr/>
          <p:nvPr/>
        </p:nvSpPr>
        <p:spPr>
          <a:xfrm>
            <a:off x="7660762" y="72050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0" name="Shape 5688"/>
          <p:cNvSpPr/>
          <p:nvPr/>
        </p:nvSpPr>
        <p:spPr>
          <a:xfrm>
            <a:off x="7570817" y="7221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1" name="Shape 5689"/>
          <p:cNvSpPr/>
          <p:nvPr/>
        </p:nvSpPr>
        <p:spPr>
          <a:xfrm>
            <a:off x="7718229" y="72853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2" name="Shape 5690"/>
          <p:cNvSpPr/>
          <p:nvPr/>
        </p:nvSpPr>
        <p:spPr>
          <a:xfrm>
            <a:off x="7713271" y="73437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3" name="Shape 5691"/>
          <p:cNvSpPr/>
          <p:nvPr/>
        </p:nvSpPr>
        <p:spPr>
          <a:xfrm>
            <a:off x="7672057" y="71695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4" name="Shape 5692"/>
          <p:cNvSpPr/>
          <p:nvPr/>
        </p:nvSpPr>
        <p:spPr>
          <a:xfrm>
            <a:off x="7607068" y="73342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5" name="Shape 5693"/>
          <p:cNvSpPr/>
          <p:nvPr/>
        </p:nvSpPr>
        <p:spPr>
          <a:xfrm>
            <a:off x="7864918" y="73525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6" name="Shape 5694"/>
          <p:cNvSpPr/>
          <p:nvPr/>
        </p:nvSpPr>
        <p:spPr>
          <a:xfrm>
            <a:off x="7874268" y="73653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7" name="Shape 5695"/>
          <p:cNvSpPr/>
          <p:nvPr/>
        </p:nvSpPr>
        <p:spPr>
          <a:xfrm>
            <a:off x="7510686" y="6849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8" name="Shape 5696"/>
          <p:cNvSpPr/>
          <p:nvPr/>
        </p:nvSpPr>
        <p:spPr>
          <a:xfrm>
            <a:off x="7793026" y="7162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9" name="Shape 5697"/>
          <p:cNvSpPr/>
          <p:nvPr/>
        </p:nvSpPr>
        <p:spPr>
          <a:xfrm>
            <a:off x="7699429" y="75148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0" name="Shape 5698"/>
          <p:cNvSpPr/>
          <p:nvPr/>
        </p:nvSpPr>
        <p:spPr>
          <a:xfrm>
            <a:off x="7503243" y="75478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1" name="Shape 5699"/>
          <p:cNvSpPr/>
          <p:nvPr/>
        </p:nvSpPr>
        <p:spPr>
          <a:xfrm>
            <a:off x="7452904" y="7563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2" name="Shape 5700"/>
          <p:cNvSpPr/>
          <p:nvPr/>
        </p:nvSpPr>
        <p:spPr>
          <a:xfrm>
            <a:off x="7854663" y="7306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3" name="Shape 5701"/>
          <p:cNvSpPr/>
          <p:nvPr/>
        </p:nvSpPr>
        <p:spPr>
          <a:xfrm>
            <a:off x="7562036" y="74823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4" name="Shape 5702"/>
          <p:cNvSpPr/>
          <p:nvPr/>
        </p:nvSpPr>
        <p:spPr>
          <a:xfrm>
            <a:off x="7836657" y="72211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5" name="Shape 5703"/>
          <p:cNvSpPr/>
          <p:nvPr/>
        </p:nvSpPr>
        <p:spPr>
          <a:xfrm>
            <a:off x="7552486" y="74796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6" name="Shape 5704"/>
          <p:cNvSpPr/>
          <p:nvPr/>
        </p:nvSpPr>
        <p:spPr>
          <a:xfrm>
            <a:off x="7764729" y="71971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7" name="Shape 5705"/>
          <p:cNvSpPr/>
          <p:nvPr/>
        </p:nvSpPr>
        <p:spPr>
          <a:xfrm>
            <a:off x="7812749" y="7207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8" name="Shape 5706"/>
          <p:cNvSpPr/>
          <p:nvPr/>
        </p:nvSpPr>
        <p:spPr>
          <a:xfrm>
            <a:off x="7854475" y="74824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9" name="Shape 5707"/>
          <p:cNvSpPr/>
          <p:nvPr/>
        </p:nvSpPr>
        <p:spPr>
          <a:xfrm>
            <a:off x="7497607" y="73408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0" name="Shape 5708"/>
          <p:cNvSpPr/>
          <p:nvPr/>
        </p:nvSpPr>
        <p:spPr>
          <a:xfrm>
            <a:off x="7710574" y="72721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1" name="Shape 5709"/>
          <p:cNvSpPr/>
          <p:nvPr/>
        </p:nvSpPr>
        <p:spPr>
          <a:xfrm>
            <a:off x="7587886" y="71842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2" name="Shape 5710"/>
          <p:cNvSpPr/>
          <p:nvPr/>
        </p:nvSpPr>
        <p:spPr>
          <a:xfrm>
            <a:off x="7609713" y="72010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3" name="Shape 5711"/>
          <p:cNvSpPr/>
          <p:nvPr/>
        </p:nvSpPr>
        <p:spPr>
          <a:xfrm>
            <a:off x="7580192" y="76677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4" name="Shape 5712"/>
          <p:cNvSpPr/>
          <p:nvPr/>
        </p:nvSpPr>
        <p:spPr>
          <a:xfrm>
            <a:off x="7726417" y="7681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5" name="Shape 5713"/>
          <p:cNvSpPr/>
          <p:nvPr/>
        </p:nvSpPr>
        <p:spPr>
          <a:xfrm>
            <a:off x="7803045" y="74208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6" name="Shape 5714"/>
          <p:cNvSpPr/>
          <p:nvPr/>
        </p:nvSpPr>
        <p:spPr>
          <a:xfrm>
            <a:off x="7591090" y="74619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7" name="Shape 5715"/>
          <p:cNvSpPr/>
          <p:nvPr/>
        </p:nvSpPr>
        <p:spPr>
          <a:xfrm>
            <a:off x="7839353" y="73374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8" name="Shape 5716"/>
          <p:cNvSpPr/>
          <p:nvPr/>
        </p:nvSpPr>
        <p:spPr>
          <a:xfrm>
            <a:off x="7459224" y="74441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9" name="Shape 5717"/>
          <p:cNvSpPr/>
          <p:nvPr/>
        </p:nvSpPr>
        <p:spPr>
          <a:xfrm>
            <a:off x="7860492" y="73879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0" name="Shape 5718"/>
          <p:cNvSpPr/>
          <p:nvPr/>
        </p:nvSpPr>
        <p:spPr>
          <a:xfrm>
            <a:off x="7509623" y="7888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1" name="Shape 5719"/>
          <p:cNvSpPr/>
          <p:nvPr/>
        </p:nvSpPr>
        <p:spPr>
          <a:xfrm>
            <a:off x="7711255" y="79145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2" name="Shape 5720"/>
          <p:cNvSpPr/>
          <p:nvPr/>
        </p:nvSpPr>
        <p:spPr>
          <a:xfrm>
            <a:off x="7453270" y="7896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3" name="Shape 5721"/>
          <p:cNvSpPr/>
          <p:nvPr/>
        </p:nvSpPr>
        <p:spPr>
          <a:xfrm>
            <a:off x="7556507" y="76779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4" name="Shape 5722"/>
          <p:cNvSpPr/>
          <p:nvPr/>
        </p:nvSpPr>
        <p:spPr>
          <a:xfrm>
            <a:off x="7707605" y="79064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5" name="Shape 5723"/>
          <p:cNvSpPr/>
          <p:nvPr/>
        </p:nvSpPr>
        <p:spPr>
          <a:xfrm>
            <a:off x="7546914" y="7758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6" name="Shape 5724"/>
          <p:cNvSpPr/>
          <p:nvPr/>
        </p:nvSpPr>
        <p:spPr>
          <a:xfrm>
            <a:off x="7753768" y="77856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7" name="Shape 5725"/>
          <p:cNvSpPr/>
          <p:nvPr/>
        </p:nvSpPr>
        <p:spPr>
          <a:xfrm>
            <a:off x="7672688" y="78655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8" name="Shape 5726"/>
          <p:cNvSpPr/>
          <p:nvPr/>
        </p:nvSpPr>
        <p:spPr>
          <a:xfrm>
            <a:off x="7733580" y="7701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9" name="Shape 5727"/>
          <p:cNvSpPr/>
          <p:nvPr/>
        </p:nvSpPr>
        <p:spPr>
          <a:xfrm>
            <a:off x="7537019" y="78496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0" name="Shape 5728"/>
          <p:cNvSpPr/>
          <p:nvPr/>
        </p:nvSpPr>
        <p:spPr>
          <a:xfrm>
            <a:off x="7580228" y="77965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1" name="Shape 5729"/>
          <p:cNvSpPr/>
          <p:nvPr/>
        </p:nvSpPr>
        <p:spPr>
          <a:xfrm>
            <a:off x="7664571" y="78628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2" name="Shape 5730"/>
          <p:cNvSpPr/>
          <p:nvPr/>
        </p:nvSpPr>
        <p:spPr>
          <a:xfrm>
            <a:off x="7560625" y="72574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3" name="Shape 5731"/>
          <p:cNvSpPr/>
          <p:nvPr/>
        </p:nvSpPr>
        <p:spPr>
          <a:xfrm>
            <a:off x="7616716" y="75925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4" name="Shape 5732"/>
          <p:cNvSpPr/>
          <p:nvPr/>
        </p:nvSpPr>
        <p:spPr>
          <a:xfrm>
            <a:off x="7808567" y="74917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5" name="Shape 5733"/>
          <p:cNvSpPr/>
          <p:nvPr/>
        </p:nvSpPr>
        <p:spPr>
          <a:xfrm>
            <a:off x="7729435" y="74915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6" name="Shape 5734"/>
          <p:cNvSpPr/>
          <p:nvPr/>
        </p:nvSpPr>
        <p:spPr>
          <a:xfrm>
            <a:off x="7723285" y="72304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7" name="Shape 5735"/>
          <p:cNvSpPr/>
          <p:nvPr/>
        </p:nvSpPr>
        <p:spPr>
          <a:xfrm>
            <a:off x="7823367" y="70012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8" name="Shape 5736"/>
          <p:cNvSpPr/>
          <p:nvPr/>
        </p:nvSpPr>
        <p:spPr>
          <a:xfrm>
            <a:off x="7725648" y="74967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9" name="Shape 5737"/>
          <p:cNvSpPr/>
          <p:nvPr/>
        </p:nvSpPr>
        <p:spPr>
          <a:xfrm>
            <a:off x="7646043" y="73021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0" name="Shape 5738"/>
          <p:cNvSpPr/>
          <p:nvPr/>
        </p:nvSpPr>
        <p:spPr>
          <a:xfrm>
            <a:off x="7841630" y="71058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1" name="Shape 5739"/>
          <p:cNvSpPr/>
          <p:nvPr/>
        </p:nvSpPr>
        <p:spPr>
          <a:xfrm>
            <a:off x="7505152" y="75047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2" name="Shape 5740"/>
          <p:cNvSpPr/>
          <p:nvPr/>
        </p:nvSpPr>
        <p:spPr>
          <a:xfrm>
            <a:off x="7814374" y="7515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3" name="Shape 5741"/>
          <p:cNvSpPr/>
          <p:nvPr/>
        </p:nvSpPr>
        <p:spPr>
          <a:xfrm>
            <a:off x="7706621" y="73037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4" name="Shape 5742"/>
          <p:cNvSpPr/>
          <p:nvPr/>
        </p:nvSpPr>
        <p:spPr>
          <a:xfrm>
            <a:off x="7674631" y="69645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5" name="Shape 5743"/>
          <p:cNvSpPr/>
          <p:nvPr/>
        </p:nvSpPr>
        <p:spPr>
          <a:xfrm>
            <a:off x="7551417" y="72807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6" name="Shape 5744"/>
          <p:cNvSpPr/>
          <p:nvPr/>
        </p:nvSpPr>
        <p:spPr>
          <a:xfrm>
            <a:off x="7477361" y="72701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7" name="Shape 5745"/>
          <p:cNvSpPr/>
          <p:nvPr/>
        </p:nvSpPr>
        <p:spPr>
          <a:xfrm>
            <a:off x="7829447" y="72602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8" name="Shape 5746"/>
          <p:cNvSpPr/>
          <p:nvPr/>
        </p:nvSpPr>
        <p:spPr>
          <a:xfrm>
            <a:off x="7801515" y="7401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9" name="Shape 5747"/>
          <p:cNvSpPr/>
          <p:nvPr/>
        </p:nvSpPr>
        <p:spPr>
          <a:xfrm>
            <a:off x="7523740" y="76949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0" name="Shape 5748"/>
          <p:cNvSpPr/>
          <p:nvPr/>
        </p:nvSpPr>
        <p:spPr>
          <a:xfrm>
            <a:off x="7496472" y="72682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1" name="Shape 5749"/>
          <p:cNvSpPr/>
          <p:nvPr/>
        </p:nvSpPr>
        <p:spPr>
          <a:xfrm>
            <a:off x="7633443" y="77964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2" name="Shape 5750"/>
          <p:cNvSpPr/>
          <p:nvPr/>
        </p:nvSpPr>
        <p:spPr>
          <a:xfrm>
            <a:off x="7805813" y="77985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3" name="Shape 5751"/>
          <p:cNvSpPr/>
          <p:nvPr/>
        </p:nvSpPr>
        <p:spPr>
          <a:xfrm>
            <a:off x="7483212" y="74994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4" name="Shape 5752"/>
          <p:cNvSpPr/>
          <p:nvPr/>
        </p:nvSpPr>
        <p:spPr>
          <a:xfrm>
            <a:off x="7864213" y="74412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5" name="Shape 5753"/>
          <p:cNvSpPr/>
          <p:nvPr/>
        </p:nvSpPr>
        <p:spPr>
          <a:xfrm>
            <a:off x="7713379" y="7390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6" name="Shape 5754"/>
          <p:cNvSpPr/>
          <p:nvPr/>
        </p:nvSpPr>
        <p:spPr>
          <a:xfrm>
            <a:off x="7709456" y="77102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7" name="Shape 5755"/>
          <p:cNvSpPr/>
          <p:nvPr/>
        </p:nvSpPr>
        <p:spPr>
          <a:xfrm>
            <a:off x="7448847" y="76976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8" name="Shape 5756"/>
          <p:cNvSpPr/>
          <p:nvPr/>
        </p:nvSpPr>
        <p:spPr>
          <a:xfrm>
            <a:off x="7560038" y="77137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9" name="Shape 5757"/>
          <p:cNvSpPr/>
          <p:nvPr/>
        </p:nvSpPr>
        <p:spPr>
          <a:xfrm>
            <a:off x="7617559" y="77773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0" name="Shape 5758"/>
          <p:cNvSpPr/>
          <p:nvPr/>
        </p:nvSpPr>
        <p:spPr>
          <a:xfrm>
            <a:off x="7504918" y="7385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1" name="Shape 5759"/>
          <p:cNvSpPr/>
          <p:nvPr/>
        </p:nvSpPr>
        <p:spPr>
          <a:xfrm>
            <a:off x="7513658" y="75498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2" name="Shape 5760"/>
          <p:cNvSpPr/>
          <p:nvPr/>
        </p:nvSpPr>
        <p:spPr>
          <a:xfrm>
            <a:off x="7532029" y="7835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3" name="Shape 5761"/>
          <p:cNvSpPr/>
          <p:nvPr/>
        </p:nvSpPr>
        <p:spPr>
          <a:xfrm>
            <a:off x="7686782" y="77658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4" name="Shape 5762"/>
          <p:cNvSpPr/>
          <p:nvPr/>
        </p:nvSpPr>
        <p:spPr>
          <a:xfrm>
            <a:off x="7805490" y="77729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5" name="Shape 5763"/>
          <p:cNvSpPr/>
          <p:nvPr/>
        </p:nvSpPr>
        <p:spPr>
          <a:xfrm>
            <a:off x="7630401" y="79410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6" name="Shape 5764"/>
          <p:cNvSpPr/>
          <p:nvPr/>
        </p:nvSpPr>
        <p:spPr>
          <a:xfrm>
            <a:off x="7870399" y="76473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7" name="Shape 5765"/>
          <p:cNvSpPr/>
          <p:nvPr/>
        </p:nvSpPr>
        <p:spPr>
          <a:xfrm>
            <a:off x="7606021" y="66409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8" name="Shape 5766"/>
          <p:cNvSpPr/>
          <p:nvPr/>
        </p:nvSpPr>
        <p:spPr>
          <a:xfrm>
            <a:off x="7739457" y="6611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9" name="Shape 5767"/>
          <p:cNvSpPr/>
          <p:nvPr/>
        </p:nvSpPr>
        <p:spPr>
          <a:xfrm>
            <a:off x="7572301" y="75638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0" name="Shape 5768"/>
          <p:cNvSpPr/>
          <p:nvPr/>
        </p:nvSpPr>
        <p:spPr>
          <a:xfrm>
            <a:off x="7545828" y="73236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1" name="Shape 5769"/>
          <p:cNvSpPr/>
          <p:nvPr/>
        </p:nvSpPr>
        <p:spPr>
          <a:xfrm>
            <a:off x="7448343" y="71819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2" name="Shape 5770"/>
          <p:cNvSpPr/>
          <p:nvPr/>
        </p:nvSpPr>
        <p:spPr>
          <a:xfrm>
            <a:off x="7811728" y="66187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3" name="Shape 5771"/>
          <p:cNvSpPr/>
          <p:nvPr/>
        </p:nvSpPr>
        <p:spPr>
          <a:xfrm>
            <a:off x="7566773" y="73051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4" name="Shape 5772"/>
          <p:cNvSpPr/>
          <p:nvPr/>
        </p:nvSpPr>
        <p:spPr>
          <a:xfrm>
            <a:off x="7614614" y="72798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5" name="Shape 5773"/>
          <p:cNvSpPr/>
          <p:nvPr/>
        </p:nvSpPr>
        <p:spPr>
          <a:xfrm>
            <a:off x="7874239" y="70946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6" name="Shape 5774"/>
          <p:cNvSpPr/>
          <p:nvPr/>
        </p:nvSpPr>
        <p:spPr>
          <a:xfrm>
            <a:off x="7723309" y="71688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7" name="Shape 5775"/>
          <p:cNvSpPr/>
          <p:nvPr/>
        </p:nvSpPr>
        <p:spPr>
          <a:xfrm>
            <a:off x="7795067" y="71150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8" name="Shape 5776"/>
          <p:cNvSpPr/>
          <p:nvPr/>
        </p:nvSpPr>
        <p:spPr>
          <a:xfrm>
            <a:off x="7724240" y="73925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9" name="Shape 5777"/>
          <p:cNvSpPr/>
          <p:nvPr/>
        </p:nvSpPr>
        <p:spPr>
          <a:xfrm>
            <a:off x="7513416" y="74033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0" name="Shape 5778"/>
          <p:cNvSpPr/>
          <p:nvPr/>
        </p:nvSpPr>
        <p:spPr>
          <a:xfrm>
            <a:off x="7734678" y="71521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1" name="Shape 5779"/>
          <p:cNvSpPr/>
          <p:nvPr/>
        </p:nvSpPr>
        <p:spPr>
          <a:xfrm>
            <a:off x="7602604" y="71773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2" name="Shape 5780"/>
          <p:cNvSpPr/>
          <p:nvPr/>
        </p:nvSpPr>
        <p:spPr>
          <a:xfrm>
            <a:off x="7559049" y="73585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3" name="Shape 5781"/>
          <p:cNvSpPr/>
          <p:nvPr/>
        </p:nvSpPr>
        <p:spPr>
          <a:xfrm>
            <a:off x="7751167" y="7503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4" name="Shape 5782"/>
          <p:cNvSpPr/>
          <p:nvPr/>
        </p:nvSpPr>
        <p:spPr>
          <a:xfrm>
            <a:off x="7709583" y="7815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5" name="Shape 5783"/>
          <p:cNvSpPr/>
          <p:nvPr/>
        </p:nvSpPr>
        <p:spPr>
          <a:xfrm>
            <a:off x="7504911" y="76004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6" name="Shape 5784"/>
          <p:cNvSpPr/>
          <p:nvPr/>
        </p:nvSpPr>
        <p:spPr>
          <a:xfrm>
            <a:off x="7574125" y="75203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7" name="Shape 5785"/>
          <p:cNvSpPr/>
          <p:nvPr/>
        </p:nvSpPr>
        <p:spPr>
          <a:xfrm>
            <a:off x="7533403" y="7693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8" name="Shape 5786"/>
          <p:cNvSpPr/>
          <p:nvPr/>
        </p:nvSpPr>
        <p:spPr>
          <a:xfrm>
            <a:off x="7751573" y="76339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9" name="Shape 5787"/>
          <p:cNvSpPr/>
          <p:nvPr/>
        </p:nvSpPr>
        <p:spPr>
          <a:xfrm>
            <a:off x="7669191" y="76088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0" name="Shape 5788"/>
          <p:cNvSpPr/>
          <p:nvPr/>
        </p:nvSpPr>
        <p:spPr>
          <a:xfrm>
            <a:off x="7544058" y="75781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1" name="Shape 5789"/>
          <p:cNvSpPr/>
          <p:nvPr/>
        </p:nvSpPr>
        <p:spPr>
          <a:xfrm>
            <a:off x="7701273" y="76720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2" name="Shape 5790"/>
          <p:cNvSpPr/>
          <p:nvPr/>
        </p:nvSpPr>
        <p:spPr>
          <a:xfrm>
            <a:off x="7506203" y="77236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3" name="Shape 5791"/>
          <p:cNvSpPr/>
          <p:nvPr/>
        </p:nvSpPr>
        <p:spPr>
          <a:xfrm>
            <a:off x="7697193" y="7684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4" name="Shape 5792"/>
          <p:cNvSpPr/>
          <p:nvPr/>
        </p:nvSpPr>
        <p:spPr>
          <a:xfrm>
            <a:off x="7675838" y="78206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5" name="Shape 5793"/>
          <p:cNvSpPr/>
          <p:nvPr/>
        </p:nvSpPr>
        <p:spPr>
          <a:xfrm>
            <a:off x="7672602" y="73093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6" name="Shape 5794"/>
          <p:cNvSpPr/>
          <p:nvPr/>
        </p:nvSpPr>
        <p:spPr>
          <a:xfrm>
            <a:off x="7499043" y="7490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7" name="Shape 5795"/>
          <p:cNvSpPr/>
          <p:nvPr/>
        </p:nvSpPr>
        <p:spPr>
          <a:xfrm>
            <a:off x="7729670" y="72519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8" name="Shape 5796"/>
          <p:cNvSpPr/>
          <p:nvPr/>
        </p:nvSpPr>
        <p:spPr>
          <a:xfrm>
            <a:off x="7523950" y="71559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9" name="Shape 5797"/>
          <p:cNvSpPr/>
          <p:nvPr/>
        </p:nvSpPr>
        <p:spPr>
          <a:xfrm>
            <a:off x="7857451" y="70919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0" name="Shape 5798"/>
          <p:cNvSpPr/>
          <p:nvPr/>
        </p:nvSpPr>
        <p:spPr>
          <a:xfrm>
            <a:off x="7528188" y="74915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1" name="Shape 5799"/>
          <p:cNvSpPr/>
          <p:nvPr/>
        </p:nvSpPr>
        <p:spPr>
          <a:xfrm>
            <a:off x="7767766" y="7633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2" name="Shape 5800"/>
          <p:cNvSpPr/>
          <p:nvPr/>
        </p:nvSpPr>
        <p:spPr>
          <a:xfrm>
            <a:off x="7778535" y="7194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3" name="Shape 5801"/>
          <p:cNvSpPr/>
          <p:nvPr/>
        </p:nvSpPr>
        <p:spPr>
          <a:xfrm>
            <a:off x="7749819" y="71819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4" name="Shape 5802"/>
          <p:cNvSpPr/>
          <p:nvPr/>
        </p:nvSpPr>
        <p:spPr>
          <a:xfrm>
            <a:off x="7467923" y="7539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5" name="Shape 5803"/>
          <p:cNvSpPr/>
          <p:nvPr/>
        </p:nvSpPr>
        <p:spPr>
          <a:xfrm>
            <a:off x="7624211" y="7410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6" name="Shape 5804"/>
          <p:cNvSpPr/>
          <p:nvPr/>
        </p:nvSpPr>
        <p:spPr>
          <a:xfrm>
            <a:off x="7708243" y="7528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7" name="Shape 5805"/>
          <p:cNvSpPr/>
          <p:nvPr/>
        </p:nvSpPr>
        <p:spPr>
          <a:xfrm>
            <a:off x="7695552" y="7089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8" name="Shape 5806"/>
          <p:cNvSpPr/>
          <p:nvPr/>
        </p:nvSpPr>
        <p:spPr>
          <a:xfrm>
            <a:off x="7763935" y="74984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9" name="Shape 5807"/>
          <p:cNvSpPr/>
          <p:nvPr/>
        </p:nvSpPr>
        <p:spPr>
          <a:xfrm>
            <a:off x="7500917" y="7209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0" name="Shape 5808"/>
          <p:cNvSpPr/>
          <p:nvPr/>
        </p:nvSpPr>
        <p:spPr>
          <a:xfrm>
            <a:off x="7681685" y="71440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1" name="Shape 5809"/>
          <p:cNvSpPr/>
          <p:nvPr/>
        </p:nvSpPr>
        <p:spPr>
          <a:xfrm>
            <a:off x="7455054" y="72434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2" name="Shape 5810"/>
          <p:cNvSpPr/>
          <p:nvPr/>
        </p:nvSpPr>
        <p:spPr>
          <a:xfrm>
            <a:off x="7860713" y="7500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3" name="Shape 5811"/>
          <p:cNvSpPr/>
          <p:nvPr/>
        </p:nvSpPr>
        <p:spPr>
          <a:xfrm>
            <a:off x="7588585" y="75832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4" name="Shape 5812"/>
          <p:cNvSpPr/>
          <p:nvPr/>
        </p:nvSpPr>
        <p:spPr>
          <a:xfrm>
            <a:off x="7634950" y="73273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5" name="Shape 5813"/>
          <p:cNvSpPr/>
          <p:nvPr/>
        </p:nvSpPr>
        <p:spPr>
          <a:xfrm>
            <a:off x="7721036" y="71606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6" name="Shape 5814"/>
          <p:cNvSpPr/>
          <p:nvPr/>
        </p:nvSpPr>
        <p:spPr>
          <a:xfrm>
            <a:off x="7619089" y="74082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7" name="Shape 5815"/>
          <p:cNvSpPr/>
          <p:nvPr/>
        </p:nvSpPr>
        <p:spPr>
          <a:xfrm>
            <a:off x="7485481" y="71837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8" name="Shape 5816"/>
          <p:cNvSpPr/>
          <p:nvPr/>
        </p:nvSpPr>
        <p:spPr>
          <a:xfrm>
            <a:off x="7791086" y="74134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9" name="Shape 5817"/>
          <p:cNvSpPr/>
          <p:nvPr/>
        </p:nvSpPr>
        <p:spPr>
          <a:xfrm>
            <a:off x="7857663" y="7252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0" name="Shape 5818"/>
          <p:cNvSpPr/>
          <p:nvPr/>
        </p:nvSpPr>
        <p:spPr>
          <a:xfrm>
            <a:off x="7487483" y="73955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1" name="Shape 5819"/>
          <p:cNvSpPr/>
          <p:nvPr/>
        </p:nvSpPr>
        <p:spPr>
          <a:xfrm>
            <a:off x="7622309" y="71068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2" name="Shape 5820"/>
          <p:cNvSpPr/>
          <p:nvPr/>
        </p:nvSpPr>
        <p:spPr>
          <a:xfrm>
            <a:off x="7798902" y="6811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3" name="Shape 5821"/>
          <p:cNvSpPr/>
          <p:nvPr/>
        </p:nvSpPr>
        <p:spPr>
          <a:xfrm>
            <a:off x="7842672" y="7492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4" name="Shape 5822"/>
          <p:cNvSpPr/>
          <p:nvPr/>
        </p:nvSpPr>
        <p:spPr>
          <a:xfrm>
            <a:off x="7614497" y="73511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5" name="Shape 5823"/>
          <p:cNvSpPr/>
          <p:nvPr/>
        </p:nvSpPr>
        <p:spPr>
          <a:xfrm>
            <a:off x="7630826" y="74594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6" name="Shape 5824"/>
          <p:cNvSpPr/>
          <p:nvPr/>
        </p:nvSpPr>
        <p:spPr>
          <a:xfrm>
            <a:off x="7577499" y="75843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7" name="Shape 5825"/>
          <p:cNvSpPr/>
          <p:nvPr/>
        </p:nvSpPr>
        <p:spPr>
          <a:xfrm>
            <a:off x="7512088" y="78081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8" name="Shape 5826"/>
          <p:cNvSpPr/>
          <p:nvPr/>
        </p:nvSpPr>
        <p:spPr>
          <a:xfrm>
            <a:off x="7597987" y="76968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9" name="Shape 5827"/>
          <p:cNvSpPr/>
          <p:nvPr/>
        </p:nvSpPr>
        <p:spPr>
          <a:xfrm>
            <a:off x="7675523" y="75158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0" name="Shape 5828"/>
          <p:cNvSpPr/>
          <p:nvPr/>
        </p:nvSpPr>
        <p:spPr>
          <a:xfrm>
            <a:off x="7671680" y="7056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1" name="Shape 5829"/>
          <p:cNvSpPr/>
          <p:nvPr/>
        </p:nvSpPr>
        <p:spPr>
          <a:xfrm>
            <a:off x="7718789" y="75145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2" name="Shape 5830"/>
          <p:cNvSpPr/>
          <p:nvPr/>
        </p:nvSpPr>
        <p:spPr>
          <a:xfrm>
            <a:off x="7492449" y="7626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3" name="Shape 5831"/>
          <p:cNvSpPr/>
          <p:nvPr/>
        </p:nvSpPr>
        <p:spPr>
          <a:xfrm>
            <a:off x="7680158" y="75875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4" name="Shape 5832"/>
          <p:cNvSpPr/>
          <p:nvPr/>
        </p:nvSpPr>
        <p:spPr>
          <a:xfrm>
            <a:off x="7760656" y="75921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5" name="Shape 5833"/>
          <p:cNvSpPr/>
          <p:nvPr/>
        </p:nvSpPr>
        <p:spPr>
          <a:xfrm>
            <a:off x="7473043" y="77867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6" name="Shape 5834"/>
          <p:cNvSpPr/>
          <p:nvPr/>
        </p:nvSpPr>
        <p:spPr>
          <a:xfrm>
            <a:off x="7774833" y="73534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7" name="Shape 5835"/>
          <p:cNvSpPr/>
          <p:nvPr/>
        </p:nvSpPr>
        <p:spPr>
          <a:xfrm>
            <a:off x="7816612" y="72783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8" name="Shape 5836"/>
          <p:cNvSpPr/>
          <p:nvPr/>
        </p:nvSpPr>
        <p:spPr>
          <a:xfrm>
            <a:off x="7649382" y="73253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9" name="Shape 5837"/>
          <p:cNvSpPr/>
          <p:nvPr/>
        </p:nvSpPr>
        <p:spPr>
          <a:xfrm>
            <a:off x="7502731" y="74531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0" name="Shape 5838"/>
          <p:cNvSpPr/>
          <p:nvPr/>
        </p:nvSpPr>
        <p:spPr>
          <a:xfrm>
            <a:off x="7834257" y="74833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1" name="Shape 5839"/>
          <p:cNvSpPr/>
          <p:nvPr/>
        </p:nvSpPr>
        <p:spPr>
          <a:xfrm>
            <a:off x="7741649" y="75704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2" name="Shape 5840"/>
          <p:cNvSpPr/>
          <p:nvPr/>
        </p:nvSpPr>
        <p:spPr>
          <a:xfrm>
            <a:off x="7699784" y="7453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3" name="Shape 5841"/>
          <p:cNvSpPr/>
          <p:nvPr/>
        </p:nvSpPr>
        <p:spPr>
          <a:xfrm>
            <a:off x="7751155" y="7633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4" name="Shape 5842"/>
          <p:cNvSpPr/>
          <p:nvPr/>
        </p:nvSpPr>
        <p:spPr>
          <a:xfrm>
            <a:off x="7650290" y="72942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5" name="Shape 5843"/>
          <p:cNvSpPr/>
          <p:nvPr/>
        </p:nvSpPr>
        <p:spPr>
          <a:xfrm>
            <a:off x="7713666" y="74168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6" name="Shape 5844"/>
          <p:cNvSpPr/>
          <p:nvPr/>
        </p:nvSpPr>
        <p:spPr>
          <a:xfrm>
            <a:off x="7504616" y="73910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7" name="Shape 5845"/>
          <p:cNvSpPr/>
          <p:nvPr/>
        </p:nvSpPr>
        <p:spPr>
          <a:xfrm>
            <a:off x="7577794" y="7464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8" name="Shape 5846"/>
          <p:cNvSpPr/>
          <p:nvPr/>
        </p:nvSpPr>
        <p:spPr>
          <a:xfrm>
            <a:off x="7449999" y="5626100"/>
            <a:ext cx="76200" cy="63500"/>
          </a:xfrm>
          <a:prstGeom prst="triangle">
            <a:avLst/>
          </a:prstGeom>
          <a:solidFill>
            <a:srgbClr val="2D887E">
              <a:alpha val="82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9" name="Shape 5847"/>
          <p:cNvSpPr/>
          <p:nvPr/>
        </p:nvSpPr>
        <p:spPr>
          <a:xfrm>
            <a:off x="7748839" y="76428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0" name="Shape 5848"/>
          <p:cNvSpPr/>
          <p:nvPr/>
        </p:nvSpPr>
        <p:spPr>
          <a:xfrm>
            <a:off x="7822081" y="75865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1" name="Shape 5849"/>
          <p:cNvSpPr/>
          <p:nvPr/>
        </p:nvSpPr>
        <p:spPr>
          <a:xfrm>
            <a:off x="7806289" y="72705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2" name="Shape 5850"/>
          <p:cNvSpPr/>
          <p:nvPr/>
        </p:nvSpPr>
        <p:spPr>
          <a:xfrm>
            <a:off x="7515859" y="71003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3" name="Shape 5851"/>
          <p:cNvSpPr/>
          <p:nvPr/>
        </p:nvSpPr>
        <p:spPr>
          <a:xfrm>
            <a:off x="7582010" y="70742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4" name="Shape 5852"/>
          <p:cNvSpPr/>
          <p:nvPr/>
        </p:nvSpPr>
        <p:spPr>
          <a:xfrm>
            <a:off x="7573559" y="72667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5" name="Shape 5853"/>
          <p:cNvSpPr/>
          <p:nvPr/>
        </p:nvSpPr>
        <p:spPr>
          <a:xfrm>
            <a:off x="7567667" y="69833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6" name="Shape 5854"/>
          <p:cNvSpPr/>
          <p:nvPr/>
        </p:nvSpPr>
        <p:spPr>
          <a:xfrm>
            <a:off x="7769189" y="72619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7" name="Shape 5855"/>
          <p:cNvSpPr/>
          <p:nvPr/>
        </p:nvSpPr>
        <p:spPr>
          <a:xfrm>
            <a:off x="7756110" y="7061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8" name="Shape 5856"/>
          <p:cNvSpPr/>
          <p:nvPr/>
        </p:nvSpPr>
        <p:spPr>
          <a:xfrm>
            <a:off x="7836160" y="70676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9" name="Shape 5857"/>
          <p:cNvSpPr/>
          <p:nvPr/>
        </p:nvSpPr>
        <p:spPr>
          <a:xfrm>
            <a:off x="7693886" y="68362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0" name="Shape 5858"/>
          <p:cNvSpPr/>
          <p:nvPr/>
        </p:nvSpPr>
        <p:spPr>
          <a:xfrm>
            <a:off x="7854973" y="69467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1" name="Shape 5859"/>
          <p:cNvSpPr/>
          <p:nvPr/>
        </p:nvSpPr>
        <p:spPr>
          <a:xfrm>
            <a:off x="7607243" y="70866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2" name="Shape 5860"/>
          <p:cNvSpPr/>
          <p:nvPr/>
        </p:nvSpPr>
        <p:spPr>
          <a:xfrm>
            <a:off x="7632313" y="69443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3" name="Shape 5861"/>
          <p:cNvSpPr/>
          <p:nvPr/>
        </p:nvSpPr>
        <p:spPr>
          <a:xfrm>
            <a:off x="7640692" y="71151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4" name="Shape 5862"/>
          <p:cNvSpPr/>
          <p:nvPr/>
        </p:nvSpPr>
        <p:spPr>
          <a:xfrm>
            <a:off x="7644734" y="69402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5" name="Shape 5863"/>
          <p:cNvSpPr/>
          <p:nvPr/>
        </p:nvSpPr>
        <p:spPr>
          <a:xfrm>
            <a:off x="7593000" y="73213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6" name="Shape 5864"/>
          <p:cNvSpPr/>
          <p:nvPr/>
        </p:nvSpPr>
        <p:spPr>
          <a:xfrm>
            <a:off x="7534996" y="69319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7" name="Shape 5865"/>
          <p:cNvSpPr/>
          <p:nvPr/>
        </p:nvSpPr>
        <p:spPr>
          <a:xfrm>
            <a:off x="7625074" y="69610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8" name="Shape 5866"/>
          <p:cNvSpPr/>
          <p:nvPr/>
        </p:nvSpPr>
        <p:spPr>
          <a:xfrm>
            <a:off x="7772986" y="69793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9" name="Shape 5867"/>
          <p:cNvSpPr/>
          <p:nvPr/>
        </p:nvSpPr>
        <p:spPr>
          <a:xfrm>
            <a:off x="7552999" y="7227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0" name="Shape 5868"/>
          <p:cNvSpPr/>
          <p:nvPr/>
        </p:nvSpPr>
        <p:spPr>
          <a:xfrm>
            <a:off x="7770861" y="6947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1" name="Shape 5869"/>
          <p:cNvSpPr/>
          <p:nvPr/>
        </p:nvSpPr>
        <p:spPr>
          <a:xfrm>
            <a:off x="7655200" y="7379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2" name="Shape 5870"/>
          <p:cNvSpPr/>
          <p:nvPr/>
        </p:nvSpPr>
        <p:spPr>
          <a:xfrm>
            <a:off x="7684713" y="69641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3" name="Shape 5871"/>
          <p:cNvSpPr/>
          <p:nvPr/>
        </p:nvSpPr>
        <p:spPr>
          <a:xfrm>
            <a:off x="7876953" y="74456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4" name="Shape 5872"/>
          <p:cNvSpPr/>
          <p:nvPr/>
        </p:nvSpPr>
        <p:spPr>
          <a:xfrm>
            <a:off x="7733245" y="77332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5" name="Shape 5873"/>
          <p:cNvSpPr/>
          <p:nvPr/>
        </p:nvSpPr>
        <p:spPr>
          <a:xfrm>
            <a:off x="7713294" y="75451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6" name="Shape 5874"/>
          <p:cNvSpPr/>
          <p:nvPr/>
        </p:nvSpPr>
        <p:spPr>
          <a:xfrm>
            <a:off x="7800745" y="74295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7" name="Shape 5875"/>
          <p:cNvSpPr/>
          <p:nvPr/>
        </p:nvSpPr>
        <p:spPr>
          <a:xfrm>
            <a:off x="7619775" y="75299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8" name="Shape 5876"/>
          <p:cNvSpPr/>
          <p:nvPr/>
        </p:nvSpPr>
        <p:spPr>
          <a:xfrm>
            <a:off x="7696136" y="7584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9" name="Shape 5877"/>
          <p:cNvSpPr/>
          <p:nvPr/>
        </p:nvSpPr>
        <p:spPr>
          <a:xfrm>
            <a:off x="7486177" y="74050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0" name="Shape 5878"/>
          <p:cNvSpPr/>
          <p:nvPr/>
        </p:nvSpPr>
        <p:spPr>
          <a:xfrm>
            <a:off x="7708415" y="75750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1" name="Shape 5879"/>
          <p:cNvSpPr/>
          <p:nvPr/>
        </p:nvSpPr>
        <p:spPr>
          <a:xfrm>
            <a:off x="7805742" y="78996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2" name="Shape 5880"/>
          <p:cNvSpPr/>
          <p:nvPr/>
        </p:nvSpPr>
        <p:spPr>
          <a:xfrm>
            <a:off x="7753061" y="77660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3" name="Shape 5881"/>
          <p:cNvSpPr/>
          <p:nvPr/>
        </p:nvSpPr>
        <p:spPr>
          <a:xfrm>
            <a:off x="7766475" y="78082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4" name="Shape 5882"/>
          <p:cNvSpPr/>
          <p:nvPr/>
        </p:nvSpPr>
        <p:spPr>
          <a:xfrm>
            <a:off x="7758787" y="79326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5" name="Shape 5883"/>
          <p:cNvSpPr/>
          <p:nvPr/>
        </p:nvSpPr>
        <p:spPr>
          <a:xfrm>
            <a:off x="7470684" y="73075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6" name="Shape 5884"/>
          <p:cNvSpPr/>
          <p:nvPr/>
        </p:nvSpPr>
        <p:spPr>
          <a:xfrm>
            <a:off x="7573640" y="72006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7" name="Shape 5885"/>
          <p:cNvSpPr/>
          <p:nvPr/>
        </p:nvSpPr>
        <p:spPr>
          <a:xfrm>
            <a:off x="7846226" y="72203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8" name="Shape 5886"/>
          <p:cNvSpPr/>
          <p:nvPr/>
        </p:nvSpPr>
        <p:spPr>
          <a:xfrm>
            <a:off x="7691556" y="72880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9" name="Shape 5887"/>
          <p:cNvSpPr/>
          <p:nvPr/>
        </p:nvSpPr>
        <p:spPr>
          <a:xfrm>
            <a:off x="7798122" y="7358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0" name="Shape 5888"/>
          <p:cNvSpPr/>
          <p:nvPr/>
        </p:nvSpPr>
        <p:spPr>
          <a:xfrm>
            <a:off x="7574075" y="73719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1" name="Shape 5889"/>
          <p:cNvSpPr/>
          <p:nvPr/>
        </p:nvSpPr>
        <p:spPr>
          <a:xfrm>
            <a:off x="7814040" y="72849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2" name="Shape 5890"/>
          <p:cNvSpPr/>
          <p:nvPr/>
        </p:nvSpPr>
        <p:spPr>
          <a:xfrm>
            <a:off x="7774623" y="73311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3" name="Shape 5891"/>
          <p:cNvSpPr/>
          <p:nvPr/>
        </p:nvSpPr>
        <p:spPr>
          <a:xfrm>
            <a:off x="7839533" y="7367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4" name="Shape 5892"/>
          <p:cNvSpPr/>
          <p:nvPr/>
        </p:nvSpPr>
        <p:spPr>
          <a:xfrm>
            <a:off x="7510711" y="7407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5" name="Shape 5893"/>
          <p:cNvSpPr/>
          <p:nvPr/>
        </p:nvSpPr>
        <p:spPr>
          <a:xfrm>
            <a:off x="7877031" y="72870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6" name="Shape 5894"/>
          <p:cNvSpPr/>
          <p:nvPr/>
        </p:nvSpPr>
        <p:spPr>
          <a:xfrm>
            <a:off x="7712949" y="73629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7" name="Shape 5895"/>
          <p:cNvSpPr/>
          <p:nvPr/>
        </p:nvSpPr>
        <p:spPr>
          <a:xfrm>
            <a:off x="7856588" y="73850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8" name="Shape 5896"/>
          <p:cNvSpPr/>
          <p:nvPr/>
        </p:nvSpPr>
        <p:spPr>
          <a:xfrm>
            <a:off x="7802461" y="71095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9" name="Shape 5897"/>
          <p:cNvSpPr/>
          <p:nvPr/>
        </p:nvSpPr>
        <p:spPr>
          <a:xfrm>
            <a:off x="7489130" y="76541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0" name="Shape 5898"/>
          <p:cNvSpPr/>
          <p:nvPr/>
        </p:nvSpPr>
        <p:spPr>
          <a:xfrm>
            <a:off x="7702061" y="76848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1" name="Shape 5899"/>
          <p:cNvSpPr/>
          <p:nvPr/>
        </p:nvSpPr>
        <p:spPr>
          <a:xfrm>
            <a:off x="7534239" y="7314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2" name="Shape 5900"/>
          <p:cNvSpPr/>
          <p:nvPr/>
        </p:nvSpPr>
        <p:spPr>
          <a:xfrm>
            <a:off x="7569452" y="75892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3" name="Shape 5901"/>
          <p:cNvSpPr/>
          <p:nvPr/>
        </p:nvSpPr>
        <p:spPr>
          <a:xfrm>
            <a:off x="7847365" y="76982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4" name="Shape 5902"/>
          <p:cNvSpPr/>
          <p:nvPr/>
        </p:nvSpPr>
        <p:spPr>
          <a:xfrm>
            <a:off x="7492517" y="77582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5" name="Shape 5903"/>
          <p:cNvSpPr/>
          <p:nvPr/>
        </p:nvSpPr>
        <p:spPr>
          <a:xfrm>
            <a:off x="7865182" y="7309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6" name="Shape 5904"/>
          <p:cNvSpPr/>
          <p:nvPr/>
        </p:nvSpPr>
        <p:spPr>
          <a:xfrm>
            <a:off x="7509138" y="72257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7" name="Shape 5905"/>
          <p:cNvSpPr/>
          <p:nvPr/>
        </p:nvSpPr>
        <p:spPr>
          <a:xfrm>
            <a:off x="7637031" y="73514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8" name="Shape 5906"/>
          <p:cNvSpPr/>
          <p:nvPr/>
        </p:nvSpPr>
        <p:spPr>
          <a:xfrm>
            <a:off x="7744972" y="7052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9" name="Shape 5907"/>
          <p:cNvSpPr/>
          <p:nvPr/>
        </p:nvSpPr>
        <p:spPr>
          <a:xfrm>
            <a:off x="7752226" y="75476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0" name="Shape 5908"/>
          <p:cNvSpPr/>
          <p:nvPr/>
        </p:nvSpPr>
        <p:spPr>
          <a:xfrm>
            <a:off x="7458704" y="78772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1" name="Shape 5909"/>
          <p:cNvSpPr/>
          <p:nvPr/>
        </p:nvSpPr>
        <p:spPr>
          <a:xfrm>
            <a:off x="7622676" y="77301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2" name="Shape 5910"/>
          <p:cNvSpPr/>
          <p:nvPr/>
        </p:nvSpPr>
        <p:spPr>
          <a:xfrm>
            <a:off x="7786712" y="76982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3" name="Shape 5911"/>
          <p:cNvSpPr/>
          <p:nvPr/>
        </p:nvSpPr>
        <p:spPr>
          <a:xfrm>
            <a:off x="7463756" y="77125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4" name="Shape 5912"/>
          <p:cNvSpPr/>
          <p:nvPr/>
        </p:nvSpPr>
        <p:spPr>
          <a:xfrm>
            <a:off x="7830960" y="77846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5" name="Shape 5913"/>
          <p:cNvSpPr/>
          <p:nvPr/>
        </p:nvSpPr>
        <p:spPr>
          <a:xfrm>
            <a:off x="7745184" y="77080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6" name="Shape 5914"/>
          <p:cNvSpPr/>
          <p:nvPr/>
        </p:nvSpPr>
        <p:spPr>
          <a:xfrm>
            <a:off x="7539195" y="78074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7" name="Shape 5915"/>
          <p:cNvSpPr/>
          <p:nvPr/>
        </p:nvSpPr>
        <p:spPr>
          <a:xfrm>
            <a:off x="7638632" y="7741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8" name="Shape 5916"/>
          <p:cNvSpPr/>
          <p:nvPr/>
        </p:nvSpPr>
        <p:spPr>
          <a:xfrm>
            <a:off x="7558193" y="78625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9" name="Shape 5917"/>
          <p:cNvSpPr/>
          <p:nvPr/>
        </p:nvSpPr>
        <p:spPr>
          <a:xfrm>
            <a:off x="7772237" y="78119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0" name="Shape 5918"/>
          <p:cNvSpPr/>
          <p:nvPr/>
        </p:nvSpPr>
        <p:spPr>
          <a:xfrm>
            <a:off x="7751180" y="78511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1" name="Shape 5919"/>
          <p:cNvSpPr/>
          <p:nvPr/>
        </p:nvSpPr>
        <p:spPr>
          <a:xfrm>
            <a:off x="7512152" y="7868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2" name="Shape 5920"/>
          <p:cNvSpPr/>
          <p:nvPr/>
        </p:nvSpPr>
        <p:spPr>
          <a:xfrm>
            <a:off x="7537153" y="71880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3" name="Shape 5921"/>
          <p:cNvSpPr/>
          <p:nvPr/>
        </p:nvSpPr>
        <p:spPr>
          <a:xfrm>
            <a:off x="7658440" y="77493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4" name="Shape 5922"/>
          <p:cNvSpPr/>
          <p:nvPr/>
        </p:nvSpPr>
        <p:spPr>
          <a:xfrm>
            <a:off x="7656658" y="74568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5" name="Shape 5923"/>
          <p:cNvSpPr/>
          <p:nvPr/>
        </p:nvSpPr>
        <p:spPr>
          <a:xfrm>
            <a:off x="7682173" y="7403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6" name="Shape 5924"/>
          <p:cNvSpPr/>
          <p:nvPr/>
        </p:nvSpPr>
        <p:spPr>
          <a:xfrm>
            <a:off x="7484178" y="74356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7" name="Shape 5925"/>
          <p:cNvSpPr/>
          <p:nvPr/>
        </p:nvSpPr>
        <p:spPr>
          <a:xfrm>
            <a:off x="7456347" y="73610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8" name="Shape 5926"/>
          <p:cNvSpPr/>
          <p:nvPr/>
        </p:nvSpPr>
        <p:spPr>
          <a:xfrm>
            <a:off x="7572323" y="7412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9" name="Shape 5927"/>
          <p:cNvSpPr/>
          <p:nvPr/>
        </p:nvSpPr>
        <p:spPr>
          <a:xfrm>
            <a:off x="7615374" y="7424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30" name="Shape 5928"/>
          <p:cNvSpPr/>
          <p:nvPr/>
        </p:nvSpPr>
        <p:spPr>
          <a:xfrm>
            <a:off x="7664389" y="74423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31" name="Shape 5929"/>
          <p:cNvSpPr/>
          <p:nvPr/>
        </p:nvSpPr>
        <p:spPr>
          <a:xfrm>
            <a:off x="7775737" y="73607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32" name="Shape 5930"/>
          <p:cNvSpPr/>
          <p:nvPr/>
        </p:nvSpPr>
        <p:spPr>
          <a:xfrm>
            <a:off x="7683500" y="7005219"/>
            <a:ext cx="0" cy="863281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5933" name="Shape 5931"/>
          <p:cNvSpPr/>
          <p:nvPr/>
        </p:nvSpPr>
        <p:spPr>
          <a:xfrm>
            <a:off x="7569200" y="7868500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5934" name="Shape 5932"/>
          <p:cNvSpPr/>
          <p:nvPr/>
        </p:nvSpPr>
        <p:spPr>
          <a:xfrm>
            <a:off x="7569200" y="7005219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5935" name="Shape 5933"/>
          <p:cNvSpPr/>
          <p:nvPr/>
        </p:nvSpPr>
        <p:spPr>
          <a:xfrm>
            <a:off x="7518400" y="7297770"/>
            <a:ext cx="330200" cy="371810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5936" name="Shape 5934"/>
          <p:cNvSpPr/>
          <p:nvPr/>
        </p:nvSpPr>
        <p:spPr>
          <a:xfrm>
            <a:off x="7518400" y="7502062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5937" name="Shape 5935"/>
          <p:cNvSpPr/>
          <p:nvPr/>
        </p:nvSpPr>
        <p:spPr>
          <a:xfrm>
            <a:off x="8532892" y="75046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38" name="Shape 5936"/>
          <p:cNvSpPr/>
          <p:nvPr/>
        </p:nvSpPr>
        <p:spPr>
          <a:xfrm>
            <a:off x="8489944" y="7412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39" name="Shape 5937"/>
          <p:cNvSpPr/>
          <p:nvPr/>
        </p:nvSpPr>
        <p:spPr>
          <a:xfrm>
            <a:off x="8241958" y="7466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0" name="Shape 5938"/>
          <p:cNvSpPr/>
          <p:nvPr/>
        </p:nvSpPr>
        <p:spPr>
          <a:xfrm>
            <a:off x="8459874" y="74914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1" name="Shape 5939"/>
          <p:cNvSpPr/>
          <p:nvPr/>
        </p:nvSpPr>
        <p:spPr>
          <a:xfrm>
            <a:off x="8124740" y="73432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2" name="Shape 5940"/>
          <p:cNvSpPr/>
          <p:nvPr/>
        </p:nvSpPr>
        <p:spPr>
          <a:xfrm>
            <a:off x="8323556" y="74550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3" name="Shape 5941"/>
          <p:cNvSpPr/>
          <p:nvPr/>
        </p:nvSpPr>
        <p:spPr>
          <a:xfrm>
            <a:off x="8293448" y="75539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4" name="Shape 5942"/>
          <p:cNvSpPr/>
          <p:nvPr/>
        </p:nvSpPr>
        <p:spPr>
          <a:xfrm>
            <a:off x="8348425" y="74777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5" name="Shape 5943"/>
          <p:cNvSpPr/>
          <p:nvPr/>
        </p:nvSpPr>
        <p:spPr>
          <a:xfrm>
            <a:off x="8327588" y="74064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6" name="Shape 5944"/>
          <p:cNvSpPr/>
          <p:nvPr/>
        </p:nvSpPr>
        <p:spPr>
          <a:xfrm>
            <a:off x="8537466" y="74622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7" name="Shape 5945"/>
          <p:cNvSpPr/>
          <p:nvPr/>
        </p:nvSpPr>
        <p:spPr>
          <a:xfrm>
            <a:off x="8338570" y="75880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8" name="Shape 5946"/>
          <p:cNvSpPr/>
          <p:nvPr/>
        </p:nvSpPr>
        <p:spPr>
          <a:xfrm>
            <a:off x="8483117" y="74139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9" name="Shape 5947"/>
          <p:cNvSpPr/>
          <p:nvPr/>
        </p:nvSpPr>
        <p:spPr>
          <a:xfrm>
            <a:off x="8324513" y="74369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0" name="Shape 5948"/>
          <p:cNvSpPr/>
          <p:nvPr/>
        </p:nvSpPr>
        <p:spPr>
          <a:xfrm>
            <a:off x="8526236" y="74227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1" name="Shape 5949"/>
          <p:cNvSpPr/>
          <p:nvPr/>
        </p:nvSpPr>
        <p:spPr>
          <a:xfrm>
            <a:off x="8164828" y="73032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2" name="Shape 5950"/>
          <p:cNvSpPr/>
          <p:nvPr/>
        </p:nvSpPr>
        <p:spPr>
          <a:xfrm>
            <a:off x="8156481" y="75033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3" name="Shape 5951"/>
          <p:cNvSpPr/>
          <p:nvPr/>
        </p:nvSpPr>
        <p:spPr>
          <a:xfrm>
            <a:off x="8182188" y="74053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4" name="Shape 5952"/>
          <p:cNvSpPr/>
          <p:nvPr/>
        </p:nvSpPr>
        <p:spPr>
          <a:xfrm>
            <a:off x="8271988" y="76036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5" name="Shape 5953"/>
          <p:cNvSpPr/>
          <p:nvPr/>
        </p:nvSpPr>
        <p:spPr>
          <a:xfrm>
            <a:off x="8173561" y="75160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6" name="Shape 5954"/>
          <p:cNvSpPr/>
          <p:nvPr/>
        </p:nvSpPr>
        <p:spPr>
          <a:xfrm>
            <a:off x="8483363" y="74339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7" name="Shape 5955"/>
          <p:cNvSpPr/>
          <p:nvPr/>
        </p:nvSpPr>
        <p:spPr>
          <a:xfrm>
            <a:off x="8496345" y="73601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8" name="Shape 5956"/>
          <p:cNvSpPr/>
          <p:nvPr/>
        </p:nvSpPr>
        <p:spPr>
          <a:xfrm>
            <a:off x="8182252" y="7448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9" name="Shape 5957"/>
          <p:cNvSpPr/>
          <p:nvPr/>
        </p:nvSpPr>
        <p:spPr>
          <a:xfrm>
            <a:off x="8287115" y="7476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0" name="Shape 5958"/>
          <p:cNvSpPr/>
          <p:nvPr/>
        </p:nvSpPr>
        <p:spPr>
          <a:xfrm>
            <a:off x="8156880" y="74166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1" name="Shape 5959"/>
          <p:cNvSpPr/>
          <p:nvPr/>
        </p:nvSpPr>
        <p:spPr>
          <a:xfrm>
            <a:off x="8141675" y="7467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2" name="Shape 5960"/>
          <p:cNvSpPr/>
          <p:nvPr/>
        </p:nvSpPr>
        <p:spPr>
          <a:xfrm>
            <a:off x="8309917" y="75380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3" name="Shape 5961"/>
          <p:cNvSpPr/>
          <p:nvPr/>
        </p:nvSpPr>
        <p:spPr>
          <a:xfrm>
            <a:off x="8189253" y="74666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4" name="Shape 5962"/>
          <p:cNvSpPr/>
          <p:nvPr/>
        </p:nvSpPr>
        <p:spPr>
          <a:xfrm>
            <a:off x="8506452" y="7483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5" name="Shape 5963"/>
          <p:cNvSpPr/>
          <p:nvPr/>
        </p:nvSpPr>
        <p:spPr>
          <a:xfrm>
            <a:off x="8261526" y="74388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6" name="Shape 5964"/>
          <p:cNvSpPr/>
          <p:nvPr/>
        </p:nvSpPr>
        <p:spPr>
          <a:xfrm>
            <a:off x="8226804" y="75318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7" name="Shape 5965"/>
          <p:cNvSpPr/>
          <p:nvPr/>
        </p:nvSpPr>
        <p:spPr>
          <a:xfrm>
            <a:off x="8114744" y="74447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8" name="Shape 5966"/>
          <p:cNvSpPr/>
          <p:nvPr/>
        </p:nvSpPr>
        <p:spPr>
          <a:xfrm>
            <a:off x="8533653" y="74390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9" name="Shape 5967"/>
          <p:cNvSpPr/>
          <p:nvPr/>
        </p:nvSpPr>
        <p:spPr>
          <a:xfrm>
            <a:off x="8294129" y="74814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0" name="Shape 5968"/>
          <p:cNvSpPr/>
          <p:nvPr/>
        </p:nvSpPr>
        <p:spPr>
          <a:xfrm>
            <a:off x="8260787" y="74381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1" name="Shape 5969"/>
          <p:cNvSpPr/>
          <p:nvPr/>
        </p:nvSpPr>
        <p:spPr>
          <a:xfrm>
            <a:off x="8509855" y="74536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2" name="Shape 5970"/>
          <p:cNvSpPr/>
          <p:nvPr/>
        </p:nvSpPr>
        <p:spPr>
          <a:xfrm>
            <a:off x="8460794" y="74714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3" name="Shape 5971"/>
          <p:cNvSpPr/>
          <p:nvPr/>
        </p:nvSpPr>
        <p:spPr>
          <a:xfrm>
            <a:off x="8153730" y="7369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4" name="Shape 5972"/>
          <p:cNvSpPr/>
          <p:nvPr/>
        </p:nvSpPr>
        <p:spPr>
          <a:xfrm>
            <a:off x="8230511" y="73678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5" name="Shape 5973"/>
          <p:cNvSpPr/>
          <p:nvPr/>
        </p:nvSpPr>
        <p:spPr>
          <a:xfrm>
            <a:off x="8274777" y="75551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6" name="Shape 5974"/>
          <p:cNvSpPr/>
          <p:nvPr/>
        </p:nvSpPr>
        <p:spPr>
          <a:xfrm>
            <a:off x="8237829" y="74784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7" name="Shape 5975"/>
          <p:cNvSpPr/>
          <p:nvPr/>
        </p:nvSpPr>
        <p:spPr>
          <a:xfrm>
            <a:off x="8394529" y="7536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8" name="Shape 5976"/>
          <p:cNvSpPr/>
          <p:nvPr/>
        </p:nvSpPr>
        <p:spPr>
          <a:xfrm>
            <a:off x="8273778" y="73942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9" name="Shape 5977"/>
          <p:cNvSpPr/>
          <p:nvPr/>
        </p:nvSpPr>
        <p:spPr>
          <a:xfrm>
            <a:off x="8171411" y="74713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0" name="Shape 5978"/>
          <p:cNvSpPr/>
          <p:nvPr/>
        </p:nvSpPr>
        <p:spPr>
          <a:xfrm>
            <a:off x="8194943" y="75342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1" name="Shape 5979"/>
          <p:cNvSpPr/>
          <p:nvPr/>
        </p:nvSpPr>
        <p:spPr>
          <a:xfrm>
            <a:off x="8113908" y="74871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2" name="Shape 5980"/>
          <p:cNvSpPr/>
          <p:nvPr/>
        </p:nvSpPr>
        <p:spPr>
          <a:xfrm>
            <a:off x="8319929" y="74133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3" name="Shape 5981"/>
          <p:cNvSpPr/>
          <p:nvPr/>
        </p:nvSpPr>
        <p:spPr>
          <a:xfrm>
            <a:off x="8255749" y="74764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4" name="Shape 5982"/>
          <p:cNvSpPr/>
          <p:nvPr/>
        </p:nvSpPr>
        <p:spPr>
          <a:xfrm>
            <a:off x="8110499" y="7497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5" name="Shape 5983"/>
          <p:cNvSpPr/>
          <p:nvPr/>
        </p:nvSpPr>
        <p:spPr>
          <a:xfrm>
            <a:off x="8319115" y="74681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6" name="Shape 5984"/>
          <p:cNvSpPr/>
          <p:nvPr/>
        </p:nvSpPr>
        <p:spPr>
          <a:xfrm>
            <a:off x="8330303" y="74485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7" name="Shape 5985"/>
          <p:cNvSpPr/>
          <p:nvPr/>
        </p:nvSpPr>
        <p:spPr>
          <a:xfrm>
            <a:off x="8238403" y="75986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8" name="Shape 5986"/>
          <p:cNvSpPr/>
          <p:nvPr/>
        </p:nvSpPr>
        <p:spPr>
          <a:xfrm>
            <a:off x="8224233" y="74607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9" name="Shape 5987"/>
          <p:cNvSpPr/>
          <p:nvPr/>
        </p:nvSpPr>
        <p:spPr>
          <a:xfrm>
            <a:off x="8380626" y="76953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0" name="Shape 5988"/>
          <p:cNvSpPr/>
          <p:nvPr/>
        </p:nvSpPr>
        <p:spPr>
          <a:xfrm>
            <a:off x="8140196" y="73572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1" name="Shape 5989"/>
          <p:cNvSpPr/>
          <p:nvPr/>
        </p:nvSpPr>
        <p:spPr>
          <a:xfrm>
            <a:off x="8254501" y="7509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2" name="Shape 5990"/>
          <p:cNvSpPr/>
          <p:nvPr/>
        </p:nvSpPr>
        <p:spPr>
          <a:xfrm>
            <a:off x="8466947" y="75564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3" name="Shape 5991"/>
          <p:cNvSpPr/>
          <p:nvPr/>
        </p:nvSpPr>
        <p:spPr>
          <a:xfrm>
            <a:off x="8352488" y="74567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4" name="Shape 5992"/>
          <p:cNvSpPr/>
          <p:nvPr/>
        </p:nvSpPr>
        <p:spPr>
          <a:xfrm>
            <a:off x="8414684" y="7528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5" name="Shape 5993"/>
          <p:cNvSpPr/>
          <p:nvPr/>
        </p:nvSpPr>
        <p:spPr>
          <a:xfrm>
            <a:off x="8292755" y="74877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6" name="Shape 5994"/>
          <p:cNvSpPr/>
          <p:nvPr/>
        </p:nvSpPr>
        <p:spPr>
          <a:xfrm>
            <a:off x="8492613" y="74340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7" name="Shape 5995"/>
          <p:cNvSpPr/>
          <p:nvPr/>
        </p:nvSpPr>
        <p:spPr>
          <a:xfrm>
            <a:off x="8173533" y="74469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8" name="Shape 5996"/>
          <p:cNvSpPr/>
          <p:nvPr/>
        </p:nvSpPr>
        <p:spPr>
          <a:xfrm>
            <a:off x="8320331" y="75057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9" name="Shape 5997"/>
          <p:cNvSpPr/>
          <p:nvPr/>
        </p:nvSpPr>
        <p:spPr>
          <a:xfrm>
            <a:off x="8387308" y="75370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0" name="Shape 5998"/>
          <p:cNvSpPr/>
          <p:nvPr/>
        </p:nvSpPr>
        <p:spPr>
          <a:xfrm>
            <a:off x="8139842" y="74764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1" name="Shape 5999"/>
          <p:cNvSpPr/>
          <p:nvPr/>
        </p:nvSpPr>
        <p:spPr>
          <a:xfrm>
            <a:off x="8317117" y="7380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2" name="Shape 6000"/>
          <p:cNvSpPr/>
          <p:nvPr/>
        </p:nvSpPr>
        <p:spPr>
          <a:xfrm>
            <a:off x="8245320" y="75888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3" name="Shape 6001"/>
          <p:cNvSpPr/>
          <p:nvPr/>
        </p:nvSpPr>
        <p:spPr>
          <a:xfrm>
            <a:off x="8116891" y="74601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4" name="Shape 6002"/>
          <p:cNvSpPr/>
          <p:nvPr/>
        </p:nvSpPr>
        <p:spPr>
          <a:xfrm>
            <a:off x="8385320" y="74618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5" name="Shape 6003"/>
          <p:cNvSpPr/>
          <p:nvPr/>
        </p:nvSpPr>
        <p:spPr>
          <a:xfrm>
            <a:off x="8394741" y="74660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6" name="Shape 6004"/>
          <p:cNvSpPr/>
          <p:nvPr/>
        </p:nvSpPr>
        <p:spPr>
          <a:xfrm>
            <a:off x="8223231" y="7485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7" name="Shape 6005"/>
          <p:cNvSpPr/>
          <p:nvPr/>
        </p:nvSpPr>
        <p:spPr>
          <a:xfrm>
            <a:off x="8321513" y="75012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8" name="Shape 6006"/>
          <p:cNvSpPr/>
          <p:nvPr/>
        </p:nvSpPr>
        <p:spPr>
          <a:xfrm>
            <a:off x="8484727" y="74671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9" name="Shape 6007"/>
          <p:cNvSpPr/>
          <p:nvPr/>
        </p:nvSpPr>
        <p:spPr>
          <a:xfrm>
            <a:off x="8351258" y="75327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0" name="Shape 6008"/>
          <p:cNvSpPr/>
          <p:nvPr/>
        </p:nvSpPr>
        <p:spPr>
          <a:xfrm>
            <a:off x="8302056" y="74504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1" name="Shape 6009"/>
          <p:cNvSpPr/>
          <p:nvPr/>
        </p:nvSpPr>
        <p:spPr>
          <a:xfrm>
            <a:off x="8164895" y="75499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2" name="Shape 6010"/>
          <p:cNvSpPr/>
          <p:nvPr/>
        </p:nvSpPr>
        <p:spPr>
          <a:xfrm>
            <a:off x="8331704" y="75171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3" name="Shape 6011"/>
          <p:cNvSpPr/>
          <p:nvPr/>
        </p:nvSpPr>
        <p:spPr>
          <a:xfrm>
            <a:off x="8429758" y="7442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4" name="Shape 6012"/>
          <p:cNvSpPr/>
          <p:nvPr/>
        </p:nvSpPr>
        <p:spPr>
          <a:xfrm>
            <a:off x="8277006" y="74920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5" name="Shape 6013"/>
          <p:cNvSpPr/>
          <p:nvPr/>
        </p:nvSpPr>
        <p:spPr>
          <a:xfrm>
            <a:off x="8505836" y="72616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6" name="Shape 6014"/>
          <p:cNvSpPr/>
          <p:nvPr/>
        </p:nvSpPr>
        <p:spPr>
          <a:xfrm>
            <a:off x="8345477" y="75259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7" name="Shape 6015"/>
          <p:cNvSpPr/>
          <p:nvPr/>
        </p:nvSpPr>
        <p:spPr>
          <a:xfrm>
            <a:off x="8137641" y="7518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8" name="Shape 6016"/>
          <p:cNvSpPr/>
          <p:nvPr/>
        </p:nvSpPr>
        <p:spPr>
          <a:xfrm>
            <a:off x="8272068" y="75921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9" name="Shape 6017"/>
          <p:cNvSpPr/>
          <p:nvPr/>
        </p:nvSpPr>
        <p:spPr>
          <a:xfrm>
            <a:off x="8419022" y="75030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0" name="Shape 6018"/>
          <p:cNvSpPr/>
          <p:nvPr/>
        </p:nvSpPr>
        <p:spPr>
          <a:xfrm>
            <a:off x="8499949" y="7546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1" name="Shape 6019"/>
          <p:cNvSpPr/>
          <p:nvPr/>
        </p:nvSpPr>
        <p:spPr>
          <a:xfrm>
            <a:off x="8249053" y="75397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2" name="Shape 6020"/>
          <p:cNvSpPr/>
          <p:nvPr/>
        </p:nvSpPr>
        <p:spPr>
          <a:xfrm>
            <a:off x="8495106" y="74998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3" name="Shape 6021"/>
          <p:cNvSpPr/>
          <p:nvPr/>
        </p:nvSpPr>
        <p:spPr>
          <a:xfrm>
            <a:off x="8252037" y="7619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4" name="Shape 6022"/>
          <p:cNvSpPr/>
          <p:nvPr/>
        </p:nvSpPr>
        <p:spPr>
          <a:xfrm>
            <a:off x="8368485" y="7677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5" name="Shape 6023"/>
          <p:cNvSpPr/>
          <p:nvPr/>
        </p:nvSpPr>
        <p:spPr>
          <a:xfrm>
            <a:off x="8520959" y="76016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6" name="Shape 6024"/>
          <p:cNvSpPr/>
          <p:nvPr/>
        </p:nvSpPr>
        <p:spPr>
          <a:xfrm>
            <a:off x="8129317" y="78735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7" name="Shape 6025"/>
          <p:cNvSpPr/>
          <p:nvPr/>
        </p:nvSpPr>
        <p:spPr>
          <a:xfrm>
            <a:off x="8129511" y="76857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8" name="Shape 6026"/>
          <p:cNvSpPr/>
          <p:nvPr/>
        </p:nvSpPr>
        <p:spPr>
          <a:xfrm>
            <a:off x="8517008" y="76940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9" name="Shape 6027"/>
          <p:cNvSpPr/>
          <p:nvPr/>
        </p:nvSpPr>
        <p:spPr>
          <a:xfrm>
            <a:off x="8218621" y="76457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0" name="Shape 6028"/>
          <p:cNvSpPr/>
          <p:nvPr/>
        </p:nvSpPr>
        <p:spPr>
          <a:xfrm>
            <a:off x="8355271" y="7800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1" name="Shape 6029"/>
          <p:cNvSpPr/>
          <p:nvPr/>
        </p:nvSpPr>
        <p:spPr>
          <a:xfrm>
            <a:off x="8109553" y="7725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2" name="Shape 6030"/>
          <p:cNvSpPr/>
          <p:nvPr/>
        </p:nvSpPr>
        <p:spPr>
          <a:xfrm>
            <a:off x="8344007" y="77966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3" name="Shape 6031"/>
          <p:cNvSpPr/>
          <p:nvPr/>
        </p:nvSpPr>
        <p:spPr>
          <a:xfrm>
            <a:off x="8303900" y="76768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4" name="Shape 6032"/>
          <p:cNvSpPr/>
          <p:nvPr/>
        </p:nvSpPr>
        <p:spPr>
          <a:xfrm>
            <a:off x="8464226" y="74795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5" name="Shape 6033"/>
          <p:cNvSpPr/>
          <p:nvPr/>
        </p:nvSpPr>
        <p:spPr>
          <a:xfrm>
            <a:off x="8444528" y="74791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6" name="Shape 6034"/>
          <p:cNvSpPr/>
          <p:nvPr/>
        </p:nvSpPr>
        <p:spPr>
          <a:xfrm>
            <a:off x="8134489" y="74602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7" name="Shape 6035"/>
          <p:cNvSpPr/>
          <p:nvPr/>
        </p:nvSpPr>
        <p:spPr>
          <a:xfrm>
            <a:off x="8232413" y="6855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8" name="Shape 6036"/>
          <p:cNvSpPr/>
          <p:nvPr/>
        </p:nvSpPr>
        <p:spPr>
          <a:xfrm>
            <a:off x="8297440" y="7181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9" name="Shape 6037"/>
          <p:cNvSpPr/>
          <p:nvPr/>
        </p:nvSpPr>
        <p:spPr>
          <a:xfrm>
            <a:off x="8490330" y="76543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0" name="Shape 6038"/>
          <p:cNvSpPr/>
          <p:nvPr/>
        </p:nvSpPr>
        <p:spPr>
          <a:xfrm>
            <a:off x="8490319" y="73285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1" name="Shape 6039"/>
          <p:cNvSpPr/>
          <p:nvPr/>
        </p:nvSpPr>
        <p:spPr>
          <a:xfrm>
            <a:off x="8142926" y="76975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2" name="Shape 6040"/>
          <p:cNvSpPr/>
          <p:nvPr/>
        </p:nvSpPr>
        <p:spPr>
          <a:xfrm>
            <a:off x="8302070" y="73576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3" name="Shape 6041"/>
          <p:cNvSpPr/>
          <p:nvPr/>
        </p:nvSpPr>
        <p:spPr>
          <a:xfrm>
            <a:off x="8371772" y="7177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4" name="Shape 6042"/>
          <p:cNvSpPr/>
          <p:nvPr/>
        </p:nvSpPr>
        <p:spPr>
          <a:xfrm>
            <a:off x="8418228" y="7237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5" name="Shape 6043"/>
          <p:cNvSpPr/>
          <p:nvPr/>
        </p:nvSpPr>
        <p:spPr>
          <a:xfrm>
            <a:off x="8324467" y="73472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6" name="Shape 6044"/>
          <p:cNvSpPr/>
          <p:nvPr/>
        </p:nvSpPr>
        <p:spPr>
          <a:xfrm>
            <a:off x="8252324" y="72168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7" name="Shape 6045"/>
          <p:cNvSpPr/>
          <p:nvPr/>
        </p:nvSpPr>
        <p:spPr>
          <a:xfrm>
            <a:off x="8520594" y="76781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8" name="Shape 6046"/>
          <p:cNvSpPr/>
          <p:nvPr/>
        </p:nvSpPr>
        <p:spPr>
          <a:xfrm>
            <a:off x="8413498" y="74339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9" name="Shape 6047"/>
          <p:cNvSpPr/>
          <p:nvPr/>
        </p:nvSpPr>
        <p:spPr>
          <a:xfrm>
            <a:off x="8423728" y="68361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0" name="Shape 6048"/>
          <p:cNvSpPr/>
          <p:nvPr/>
        </p:nvSpPr>
        <p:spPr>
          <a:xfrm>
            <a:off x="8440151" y="76005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1" name="Shape 6049"/>
          <p:cNvSpPr/>
          <p:nvPr/>
        </p:nvSpPr>
        <p:spPr>
          <a:xfrm>
            <a:off x="8127932" y="73400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2" name="Shape 6050"/>
          <p:cNvSpPr/>
          <p:nvPr/>
        </p:nvSpPr>
        <p:spPr>
          <a:xfrm>
            <a:off x="8439064" y="7458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3" name="Shape 6051"/>
          <p:cNvSpPr/>
          <p:nvPr/>
        </p:nvSpPr>
        <p:spPr>
          <a:xfrm>
            <a:off x="8394146" y="76760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4" name="Shape 6052"/>
          <p:cNvSpPr/>
          <p:nvPr/>
        </p:nvSpPr>
        <p:spPr>
          <a:xfrm>
            <a:off x="8346445" y="76664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5" name="Shape 6053"/>
          <p:cNvSpPr/>
          <p:nvPr/>
        </p:nvSpPr>
        <p:spPr>
          <a:xfrm>
            <a:off x="8531500" y="72674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6" name="Shape 6054"/>
          <p:cNvSpPr/>
          <p:nvPr/>
        </p:nvSpPr>
        <p:spPr>
          <a:xfrm>
            <a:off x="8132077" y="72891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7" name="Shape 6055"/>
          <p:cNvSpPr/>
          <p:nvPr/>
        </p:nvSpPr>
        <p:spPr>
          <a:xfrm>
            <a:off x="8531861" y="7432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8" name="Shape 6056"/>
          <p:cNvSpPr/>
          <p:nvPr/>
        </p:nvSpPr>
        <p:spPr>
          <a:xfrm>
            <a:off x="8274966" y="73260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9" name="Shape 6057"/>
          <p:cNvSpPr/>
          <p:nvPr/>
        </p:nvSpPr>
        <p:spPr>
          <a:xfrm>
            <a:off x="8272470" y="72748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0" name="Shape 6058"/>
          <p:cNvSpPr/>
          <p:nvPr/>
        </p:nvSpPr>
        <p:spPr>
          <a:xfrm>
            <a:off x="8388166" y="72031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1" name="Shape 6059"/>
          <p:cNvSpPr/>
          <p:nvPr/>
        </p:nvSpPr>
        <p:spPr>
          <a:xfrm>
            <a:off x="8322229" y="74347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2" name="Shape 6060"/>
          <p:cNvSpPr/>
          <p:nvPr/>
        </p:nvSpPr>
        <p:spPr>
          <a:xfrm>
            <a:off x="8449966" y="7185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3" name="Shape 6061"/>
          <p:cNvSpPr/>
          <p:nvPr/>
        </p:nvSpPr>
        <p:spPr>
          <a:xfrm>
            <a:off x="8481114" y="77170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4" name="Shape 6062"/>
          <p:cNvSpPr/>
          <p:nvPr/>
        </p:nvSpPr>
        <p:spPr>
          <a:xfrm>
            <a:off x="8246834" y="76430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5" name="Shape 6063"/>
          <p:cNvSpPr/>
          <p:nvPr/>
        </p:nvSpPr>
        <p:spPr>
          <a:xfrm>
            <a:off x="8192194" y="69141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6" name="Shape 6064"/>
          <p:cNvSpPr/>
          <p:nvPr/>
        </p:nvSpPr>
        <p:spPr>
          <a:xfrm>
            <a:off x="8296398" y="70815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7" name="Shape 6065"/>
          <p:cNvSpPr/>
          <p:nvPr/>
        </p:nvSpPr>
        <p:spPr>
          <a:xfrm>
            <a:off x="8318273" y="72829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8" name="Shape 6066"/>
          <p:cNvSpPr/>
          <p:nvPr/>
        </p:nvSpPr>
        <p:spPr>
          <a:xfrm>
            <a:off x="8400418" y="7160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9" name="Shape 6067"/>
          <p:cNvSpPr/>
          <p:nvPr/>
        </p:nvSpPr>
        <p:spPr>
          <a:xfrm>
            <a:off x="8122168" y="72693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0" name="Shape 6068"/>
          <p:cNvSpPr/>
          <p:nvPr/>
        </p:nvSpPr>
        <p:spPr>
          <a:xfrm>
            <a:off x="8424110" y="71196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1" name="Shape 6069"/>
          <p:cNvSpPr/>
          <p:nvPr/>
        </p:nvSpPr>
        <p:spPr>
          <a:xfrm>
            <a:off x="8420430" y="72302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2" name="Shape 6070"/>
          <p:cNvSpPr/>
          <p:nvPr/>
        </p:nvSpPr>
        <p:spPr>
          <a:xfrm>
            <a:off x="8368167" y="73029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3" name="Shape 6071"/>
          <p:cNvSpPr/>
          <p:nvPr/>
        </p:nvSpPr>
        <p:spPr>
          <a:xfrm>
            <a:off x="8512549" y="71843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4" name="Shape 6072"/>
          <p:cNvSpPr/>
          <p:nvPr/>
        </p:nvSpPr>
        <p:spPr>
          <a:xfrm>
            <a:off x="8173442" y="73211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5" name="Shape 6073"/>
          <p:cNvSpPr/>
          <p:nvPr/>
        </p:nvSpPr>
        <p:spPr>
          <a:xfrm>
            <a:off x="8321106" y="72859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6" name="Shape 6074"/>
          <p:cNvSpPr/>
          <p:nvPr/>
        </p:nvSpPr>
        <p:spPr>
          <a:xfrm>
            <a:off x="8138975" y="7285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7" name="Shape 6075"/>
          <p:cNvSpPr/>
          <p:nvPr/>
        </p:nvSpPr>
        <p:spPr>
          <a:xfrm>
            <a:off x="8425692" y="7268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8" name="Shape 6076"/>
          <p:cNvSpPr/>
          <p:nvPr/>
        </p:nvSpPr>
        <p:spPr>
          <a:xfrm>
            <a:off x="8483912" y="73667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9" name="Shape 6077"/>
          <p:cNvSpPr/>
          <p:nvPr/>
        </p:nvSpPr>
        <p:spPr>
          <a:xfrm>
            <a:off x="8255239" y="70922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0" name="Shape 6078"/>
          <p:cNvSpPr/>
          <p:nvPr/>
        </p:nvSpPr>
        <p:spPr>
          <a:xfrm>
            <a:off x="8226449" y="73259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1" name="Shape 6079"/>
          <p:cNvSpPr/>
          <p:nvPr/>
        </p:nvSpPr>
        <p:spPr>
          <a:xfrm>
            <a:off x="8241719" y="72356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2" name="Shape 6080"/>
          <p:cNvSpPr/>
          <p:nvPr/>
        </p:nvSpPr>
        <p:spPr>
          <a:xfrm>
            <a:off x="8261905" y="7114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3" name="Shape 6081"/>
          <p:cNvSpPr/>
          <p:nvPr/>
        </p:nvSpPr>
        <p:spPr>
          <a:xfrm>
            <a:off x="8295568" y="74616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4" name="Shape 6082"/>
          <p:cNvSpPr/>
          <p:nvPr/>
        </p:nvSpPr>
        <p:spPr>
          <a:xfrm>
            <a:off x="8176312" y="74051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5" name="Shape 6083"/>
          <p:cNvSpPr/>
          <p:nvPr/>
        </p:nvSpPr>
        <p:spPr>
          <a:xfrm>
            <a:off x="8273033" y="73578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6" name="Shape 6084"/>
          <p:cNvSpPr/>
          <p:nvPr/>
        </p:nvSpPr>
        <p:spPr>
          <a:xfrm>
            <a:off x="8246649" y="71698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7" name="Shape 6085"/>
          <p:cNvSpPr/>
          <p:nvPr/>
        </p:nvSpPr>
        <p:spPr>
          <a:xfrm>
            <a:off x="8407349" y="73221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8" name="Shape 6086"/>
          <p:cNvSpPr/>
          <p:nvPr/>
        </p:nvSpPr>
        <p:spPr>
          <a:xfrm>
            <a:off x="8189672" y="70836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9" name="Shape 6087"/>
          <p:cNvSpPr/>
          <p:nvPr/>
        </p:nvSpPr>
        <p:spPr>
          <a:xfrm>
            <a:off x="8301639" y="72717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0" name="Shape 6088"/>
          <p:cNvSpPr/>
          <p:nvPr/>
        </p:nvSpPr>
        <p:spPr>
          <a:xfrm>
            <a:off x="8456673" y="72667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1" name="Shape 6089"/>
          <p:cNvSpPr/>
          <p:nvPr/>
        </p:nvSpPr>
        <p:spPr>
          <a:xfrm>
            <a:off x="8387183" y="72737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2" name="Shape 6090"/>
          <p:cNvSpPr/>
          <p:nvPr/>
        </p:nvSpPr>
        <p:spPr>
          <a:xfrm>
            <a:off x="8480084" y="6963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3" name="Shape 6091"/>
          <p:cNvSpPr/>
          <p:nvPr/>
        </p:nvSpPr>
        <p:spPr>
          <a:xfrm>
            <a:off x="8172036" y="70989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4" name="Shape 6092"/>
          <p:cNvSpPr/>
          <p:nvPr/>
        </p:nvSpPr>
        <p:spPr>
          <a:xfrm>
            <a:off x="8301887" y="73070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5" name="Shape 6093"/>
          <p:cNvSpPr/>
          <p:nvPr/>
        </p:nvSpPr>
        <p:spPr>
          <a:xfrm>
            <a:off x="8232034" y="74400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6" name="Shape 6094"/>
          <p:cNvSpPr/>
          <p:nvPr/>
        </p:nvSpPr>
        <p:spPr>
          <a:xfrm>
            <a:off x="8364197" y="72042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7" name="Shape 6095"/>
          <p:cNvSpPr/>
          <p:nvPr/>
        </p:nvSpPr>
        <p:spPr>
          <a:xfrm>
            <a:off x="8531838" y="72369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8" name="Shape 6096"/>
          <p:cNvSpPr/>
          <p:nvPr/>
        </p:nvSpPr>
        <p:spPr>
          <a:xfrm>
            <a:off x="8516407" y="72768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9" name="Shape 6097"/>
          <p:cNvSpPr/>
          <p:nvPr/>
        </p:nvSpPr>
        <p:spPr>
          <a:xfrm>
            <a:off x="8251109" y="68524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0" name="Shape 6098"/>
          <p:cNvSpPr/>
          <p:nvPr/>
        </p:nvSpPr>
        <p:spPr>
          <a:xfrm>
            <a:off x="8185543" y="7236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1" name="Shape 6099"/>
          <p:cNvSpPr/>
          <p:nvPr/>
        </p:nvSpPr>
        <p:spPr>
          <a:xfrm>
            <a:off x="8221102" y="73211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2" name="Shape 6100"/>
          <p:cNvSpPr/>
          <p:nvPr/>
        </p:nvSpPr>
        <p:spPr>
          <a:xfrm>
            <a:off x="8219493" y="71640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3" name="Shape 6101"/>
          <p:cNvSpPr/>
          <p:nvPr/>
        </p:nvSpPr>
        <p:spPr>
          <a:xfrm>
            <a:off x="8230545" y="73040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4" name="Shape 6102"/>
          <p:cNvSpPr/>
          <p:nvPr/>
        </p:nvSpPr>
        <p:spPr>
          <a:xfrm>
            <a:off x="8281437" y="71331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5" name="Shape 6103"/>
          <p:cNvSpPr/>
          <p:nvPr/>
        </p:nvSpPr>
        <p:spPr>
          <a:xfrm>
            <a:off x="8204416" y="7228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6" name="Shape 6104"/>
          <p:cNvSpPr/>
          <p:nvPr/>
        </p:nvSpPr>
        <p:spPr>
          <a:xfrm>
            <a:off x="8340478" y="71654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7" name="Shape 6105"/>
          <p:cNvSpPr/>
          <p:nvPr/>
        </p:nvSpPr>
        <p:spPr>
          <a:xfrm>
            <a:off x="8299527" y="76050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8" name="Shape 6106"/>
          <p:cNvSpPr/>
          <p:nvPr/>
        </p:nvSpPr>
        <p:spPr>
          <a:xfrm>
            <a:off x="8502730" y="7311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9" name="Shape 6107"/>
          <p:cNvSpPr/>
          <p:nvPr/>
        </p:nvSpPr>
        <p:spPr>
          <a:xfrm>
            <a:off x="8491447" y="72141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0" name="Shape 6108"/>
          <p:cNvSpPr/>
          <p:nvPr/>
        </p:nvSpPr>
        <p:spPr>
          <a:xfrm>
            <a:off x="8384492" y="75349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1" name="Shape 6109"/>
          <p:cNvSpPr/>
          <p:nvPr/>
        </p:nvSpPr>
        <p:spPr>
          <a:xfrm>
            <a:off x="8320896" y="73807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2" name="Shape 6110"/>
          <p:cNvSpPr/>
          <p:nvPr/>
        </p:nvSpPr>
        <p:spPr>
          <a:xfrm>
            <a:off x="8450789" y="7393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3" name="Shape 6111"/>
          <p:cNvSpPr/>
          <p:nvPr/>
        </p:nvSpPr>
        <p:spPr>
          <a:xfrm>
            <a:off x="8422648" y="6999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4" name="Shape 6112"/>
          <p:cNvSpPr/>
          <p:nvPr/>
        </p:nvSpPr>
        <p:spPr>
          <a:xfrm>
            <a:off x="8250186" y="72029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5" name="Shape 6113"/>
          <p:cNvSpPr/>
          <p:nvPr/>
        </p:nvSpPr>
        <p:spPr>
          <a:xfrm>
            <a:off x="8538306" y="7234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6" name="Shape 6114"/>
          <p:cNvSpPr/>
          <p:nvPr/>
        </p:nvSpPr>
        <p:spPr>
          <a:xfrm>
            <a:off x="8312974" y="72848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7" name="Shape 6115"/>
          <p:cNvSpPr/>
          <p:nvPr/>
        </p:nvSpPr>
        <p:spPr>
          <a:xfrm>
            <a:off x="8176791" y="71565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8" name="Shape 6116"/>
          <p:cNvSpPr/>
          <p:nvPr/>
        </p:nvSpPr>
        <p:spPr>
          <a:xfrm>
            <a:off x="8320748" y="7378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9" name="Shape 6117"/>
          <p:cNvSpPr/>
          <p:nvPr/>
        </p:nvSpPr>
        <p:spPr>
          <a:xfrm>
            <a:off x="8423543" y="7210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0" name="Shape 6118"/>
          <p:cNvSpPr/>
          <p:nvPr/>
        </p:nvSpPr>
        <p:spPr>
          <a:xfrm>
            <a:off x="8529424" y="73496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1" name="Shape 6119"/>
          <p:cNvSpPr/>
          <p:nvPr/>
        </p:nvSpPr>
        <p:spPr>
          <a:xfrm>
            <a:off x="8216246" y="69338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2" name="Shape 6120"/>
          <p:cNvSpPr/>
          <p:nvPr/>
        </p:nvSpPr>
        <p:spPr>
          <a:xfrm>
            <a:off x="8144476" y="69612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3" name="Shape 6121"/>
          <p:cNvSpPr/>
          <p:nvPr/>
        </p:nvSpPr>
        <p:spPr>
          <a:xfrm>
            <a:off x="8301460" y="71913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4" name="Shape 6122"/>
          <p:cNvSpPr/>
          <p:nvPr/>
        </p:nvSpPr>
        <p:spPr>
          <a:xfrm>
            <a:off x="8456218" y="72310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5" name="Shape 6123"/>
          <p:cNvSpPr/>
          <p:nvPr/>
        </p:nvSpPr>
        <p:spPr>
          <a:xfrm>
            <a:off x="8203548" y="69990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6" name="Shape 6124"/>
          <p:cNvSpPr/>
          <p:nvPr/>
        </p:nvSpPr>
        <p:spPr>
          <a:xfrm>
            <a:off x="8285954" y="73410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7" name="Shape 6125"/>
          <p:cNvSpPr/>
          <p:nvPr/>
        </p:nvSpPr>
        <p:spPr>
          <a:xfrm>
            <a:off x="8114146" y="71321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8" name="Shape 6126"/>
          <p:cNvSpPr/>
          <p:nvPr/>
        </p:nvSpPr>
        <p:spPr>
          <a:xfrm>
            <a:off x="8400141" y="7365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9" name="Shape 6127"/>
          <p:cNvSpPr/>
          <p:nvPr/>
        </p:nvSpPr>
        <p:spPr>
          <a:xfrm>
            <a:off x="8390775" y="73152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0" name="Shape 6128"/>
          <p:cNvSpPr/>
          <p:nvPr/>
        </p:nvSpPr>
        <p:spPr>
          <a:xfrm>
            <a:off x="8441524" y="72319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1" name="Shape 6129"/>
          <p:cNvSpPr/>
          <p:nvPr/>
        </p:nvSpPr>
        <p:spPr>
          <a:xfrm>
            <a:off x="8249206" y="72743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2" name="Shape 6130"/>
          <p:cNvSpPr/>
          <p:nvPr/>
        </p:nvSpPr>
        <p:spPr>
          <a:xfrm>
            <a:off x="8348352" y="72808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3" name="Shape 6131"/>
          <p:cNvSpPr/>
          <p:nvPr/>
        </p:nvSpPr>
        <p:spPr>
          <a:xfrm>
            <a:off x="8343993" y="7413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4" name="Shape 6132"/>
          <p:cNvSpPr/>
          <p:nvPr/>
        </p:nvSpPr>
        <p:spPr>
          <a:xfrm>
            <a:off x="8536885" y="73188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5" name="Shape 6133"/>
          <p:cNvSpPr/>
          <p:nvPr/>
        </p:nvSpPr>
        <p:spPr>
          <a:xfrm>
            <a:off x="8529855" y="72560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6" name="Shape 6134"/>
          <p:cNvSpPr/>
          <p:nvPr/>
        </p:nvSpPr>
        <p:spPr>
          <a:xfrm>
            <a:off x="8284067" y="73968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7" name="Shape 6135"/>
          <p:cNvSpPr/>
          <p:nvPr/>
        </p:nvSpPr>
        <p:spPr>
          <a:xfrm>
            <a:off x="8484673" y="73324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8" name="Shape 6136"/>
          <p:cNvSpPr/>
          <p:nvPr/>
        </p:nvSpPr>
        <p:spPr>
          <a:xfrm>
            <a:off x="8415353" y="69410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9" name="Shape 6137"/>
          <p:cNvSpPr/>
          <p:nvPr/>
        </p:nvSpPr>
        <p:spPr>
          <a:xfrm>
            <a:off x="8321162" y="72527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0" name="Shape 6138"/>
          <p:cNvSpPr/>
          <p:nvPr/>
        </p:nvSpPr>
        <p:spPr>
          <a:xfrm>
            <a:off x="8231217" y="71763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1" name="Shape 6139"/>
          <p:cNvSpPr/>
          <p:nvPr/>
        </p:nvSpPr>
        <p:spPr>
          <a:xfrm>
            <a:off x="8378629" y="72814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2" name="Shape 6140"/>
          <p:cNvSpPr/>
          <p:nvPr/>
        </p:nvSpPr>
        <p:spPr>
          <a:xfrm>
            <a:off x="8373671" y="74168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3" name="Shape 6141"/>
          <p:cNvSpPr/>
          <p:nvPr/>
        </p:nvSpPr>
        <p:spPr>
          <a:xfrm>
            <a:off x="8332457" y="71991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4" name="Shape 6142"/>
          <p:cNvSpPr/>
          <p:nvPr/>
        </p:nvSpPr>
        <p:spPr>
          <a:xfrm>
            <a:off x="8267468" y="73409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5" name="Shape 6143"/>
          <p:cNvSpPr/>
          <p:nvPr/>
        </p:nvSpPr>
        <p:spPr>
          <a:xfrm>
            <a:off x="8525318" y="73577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6" name="Shape 6144"/>
          <p:cNvSpPr/>
          <p:nvPr/>
        </p:nvSpPr>
        <p:spPr>
          <a:xfrm>
            <a:off x="8534668" y="72559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7" name="Shape 6145"/>
          <p:cNvSpPr/>
          <p:nvPr/>
        </p:nvSpPr>
        <p:spPr>
          <a:xfrm>
            <a:off x="8171086" y="68431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8" name="Shape 6146"/>
          <p:cNvSpPr/>
          <p:nvPr/>
        </p:nvSpPr>
        <p:spPr>
          <a:xfrm>
            <a:off x="8453426" y="72614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9" name="Shape 6147"/>
          <p:cNvSpPr/>
          <p:nvPr/>
        </p:nvSpPr>
        <p:spPr>
          <a:xfrm>
            <a:off x="8359829" y="76573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0" name="Shape 6148"/>
          <p:cNvSpPr/>
          <p:nvPr/>
        </p:nvSpPr>
        <p:spPr>
          <a:xfrm>
            <a:off x="8163643" y="75513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1" name="Shape 6149"/>
          <p:cNvSpPr/>
          <p:nvPr/>
        </p:nvSpPr>
        <p:spPr>
          <a:xfrm>
            <a:off x="8113304" y="75198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2" name="Shape 6150"/>
          <p:cNvSpPr/>
          <p:nvPr/>
        </p:nvSpPr>
        <p:spPr>
          <a:xfrm>
            <a:off x="8515063" y="72986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3" name="Shape 6151"/>
          <p:cNvSpPr/>
          <p:nvPr/>
        </p:nvSpPr>
        <p:spPr>
          <a:xfrm>
            <a:off x="8222436" y="71336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4" name="Shape 6152"/>
          <p:cNvSpPr/>
          <p:nvPr/>
        </p:nvSpPr>
        <p:spPr>
          <a:xfrm>
            <a:off x="8497057" y="71624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5" name="Shape 6153"/>
          <p:cNvSpPr/>
          <p:nvPr/>
        </p:nvSpPr>
        <p:spPr>
          <a:xfrm>
            <a:off x="8212886" y="72061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6" name="Shape 6154"/>
          <p:cNvSpPr/>
          <p:nvPr/>
        </p:nvSpPr>
        <p:spPr>
          <a:xfrm>
            <a:off x="8425129" y="71515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7" name="Shape 6155"/>
          <p:cNvSpPr/>
          <p:nvPr/>
        </p:nvSpPr>
        <p:spPr>
          <a:xfrm>
            <a:off x="8473149" y="71740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8" name="Shape 6156"/>
          <p:cNvSpPr/>
          <p:nvPr/>
        </p:nvSpPr>
        <p:spPr>
          <a:xfrm>
            <a:off x="8514875" y="71493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9" name="Shape 6157"/>
          <p:cNvSpPr/>
          <p:nvPr/>
        </p:nvSpPr>
        <p:spPr>
          <a:xfrm>
            <a:off x="8158007" y="71757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0" name="Shape 6158"/>
          <p:cNvSpPr/>
          <p:nvPr/>
        </p:nvSpPr>
        <p:spPr>
          <a:xfrm>
            <a:off x="8370974" y="71925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1" name="Shape 6159"/>
          <p:cNvSpPr/>
          <p:nvPr/>
        </p:nvSpPr>
        <p:spPr>
          <a:xfrm>
            <a:off x="8248286" y="71627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2" name="Shape 6160"/>
          <p:cNvSpPr/>
          <p:nvPr/>
        </p:nvSpPr>
        <p:spPr>
          <a:xfrm>
            <a:off x="8270113" y="71080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3" name="Shape 6161"/>
          <p:cNvSpPr/>
          <p:nvPr/>
        </p:nvSpPr>
        <p:spPr>
          <a:xfrm>
            <a:off x="8240592" y="7437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4" name="Shape 6162"/>
          <p:cNvSpPr/>
          <p:nvPr/>
        </p:nvSpPr>
        <p:spPr>
          <a:xfrm>
            <a:off x="8386817" y="7475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5" name="Shape 6163"/>
          <p:cNvSpPr/>
          <p:nvPr/>
        </p:nvSpPr>
        <p:spPr>
          <a:xfrm>
            <a:off x="8463445" y="73815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6" name="Shape 6164"/>
          <p:cNvSpPr/>
          <p:nvPr/>
        </p:nvSpPr>
        <p:spPr>
          <a:xfrm>
            <a:off x="8251490" y="7417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7" name="Shape 6165"/>
          <p:cNvSpPr/>
          <p:nvPr/>
        </p:nvSpPr>
        <p:spPr>
          <a:xfrm>
            <a:off x="8499753" y="7306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8" name="Shape 6166"/>
          <p:cNvSpPr/>
          <p:nvPr/>
        </p:nvSpPr>
        <p:spPr>
          <a:xfrm>
            <a:off x="8119624" y="73445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9" name="Shape 6167"/>
          <p:cNvSpPr/>
          <p:nvPr/>
        </p:nvSpPr>
        <p:spPr>
          <a:xfrm>
            <a:off x="8520892" y="7386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0" name="Shape 6168"/>
          <p:cNvSpPr/>
          <p:nvPr/>
        </p:nvSpPr>
        <p:spPr>
          <a:xfrm>
            <a:off x="8170023" y="77462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1" name="Shape 6169"/>
          <p:cNvSpPr/>
          <p:nvPr/>
        </p:nvSpPr>
        <p:spPr>
          <a:xfrm>
            <a:off x="8371655" y="78249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2" name="Shape 6170"/>
          <p:cNvSpPr/>
          <p:nvPr/>
        </p:nvSpPr>
        <p:spPr>
          <a:xfrm>
            <a:off x="8113670" y="77678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3" name="Shape 6171"/>
          <p:cNvSpPr/>
          <p:nvPr/>
        </p:nvSpPr>
        <p:spPr>
          <a:xfrm>
            <a:off x="8216907" y="75882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4" name="Shape 6172"/>
          <p:cNvSpPr/>
          <p:nvPr/>
        </p:nvSpPr>
        <p:spPr>
          <a:xfrm>
            <a:off x="8368005" y="77653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5" name="Shape 6173"/>
          <p:cNvSpPr/>
          <p:nvPr/>
        </p:nvSpPr>
        <p:spPr>
          <a:xfrm>
            <a:off x="8207314" y="78772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6" name="Shape 6174"/>
          <p:cNvSpPr/>
          <p:nvPr/>
        </p:nvSpPr>
        <p:spPr>
          <a:xfrm>
            <a:off x="8414168" y="76727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7" name="Shape 6175"/>
          <p:cNvSpPr/>
          <p:nvPr/>
        </p:nvSpPr>
        <p:spPr>
          <a:xfrm>
            <a:off x="8333088" y="78804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8" name="Shape 6176"/>
          <p:cNvSpPr/>
          <p:nvPr/>
        </p:nvSpPr>
        <p:spPr>
          <a:xfrm>
            <a:off x="8393980" y="75715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9" name="Shape 6177"/>
          <p:cNvSpPr/>
          <p:nvPr/>
        </p:nvSpPr>
        <p:spPr>
          <a:xfrm>
            <a:off x="8197419" y="79047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0" name="Shape 6178"/>
          <p:cNvSpPr/>
          <p:nvPr/>
        </p:nvSpPr>
        <p:spPr>
          <a:xfrm>
            <a:off x="8240628" y="76241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1" name="Shape 6179"/>
          <p:cNvSpPr/>
          <p:nvPr/>
        </p:nvSpPr>
        <p:spPr>
          <a:xfrm>
            <a:off x="8324971" y="78963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2" name="Shape 6180"/>
          <p:cNvSpPr/>
          <p:nvPr/>
        </p:nvSpPr>
        <p:spPr>
          <a:xfrm>
            <a:off x="8221025" y="7021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3" name="Shape 6181"/>
          <p:cNvSpPr/>
          <p:nvPr/>
        </p:nvSpPr>
        <p:spPr>
          <a:xfrm>
            <a:off x="8277116" y="71432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4" name="Shape 6182"/>
          <p:cNvSpPr/>
          <p:nvPr/>
        </p:nvSpPr>
        <p:spPr>
          <a:xfrm>
            <a:off x="8468967" y="75333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5" name="Shape 6183"/>
          <p:cNvSpPr/>
          <p:nvPr/>
        </p:nvSpPr>
        <p:spPr>
          <a:xfrm>
            <a:off x="8389835" y="76203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6" name="Shape 6184"/>
          <p:cNvSpPr/>
          <p:nvPr/>
        </p:nvSpPr>
        <p:spPr>
          <a:xfrm>
            <a:off x="8383685" y="71379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7" name="Shape 6185"/>
          <p:cNvSpPr/>
          <p:nvPr/>
        </p:nvSpPr>
        <p:spPr>
          <a:xfrm>
            <a:off x="8483767" y="69113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8" name="Shape 6186"/>
          <p:cNvSpPr/>
          <p:nvPr/>
        </p:nvSpPr>
        <p:spPr>
          <a:xfrm>
            <a:off x="8386048" y="75454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9" name="Shape 6187"/>
          <p:cNvSpPr/>
          <p:nvPr/>
        </p:nvSpPr>
        <p:spPr>
          <a:xfrm>
            <a:off x="8306443" y="72849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0" name="Shape 6188"/>
          <p:cNvSpPr/>
          <p:nvPr/>
        </p:nvSpPr>
        <p:spPr>
          <a:xfrm>
            <a:off x="8502030" y="69942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1" name="Shape 6189"/>
          <p:cNvSpPr/>
          <p:nvPr/>
        </p:nvSpPr>
        <p:spPr>
          <a:xfrm>
            <a:off x="8165552" y="74854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2" name="Shape 6190"/>
          <p:cNvSpPr/>
          <p:nvPr/>
        </p:nvSpPr>
        <p:spPr>
          <a:xfrm>
            <a:off x="8474774" y="75627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3" name="Shape 6191"/>
          <p:cNvSpPr/>
          <p:nvPr/>
        </p:nvSpPr>
        <p:spPr>
          <a:xfrm>
            <a:off x="8367021" y="71517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4" name="Shape 6192"/>
          <p:cNvSpPr/>
          <p:nvPr/>
        </p:nvSpPr>
        <p:spPr>
          <a:xfrm>
            <a:off x="8335031" y="69884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5" name="Shape 6193"/>
          <p:cNvSpPr/>
          <p:nvPr/>
        </p:nvSpPr>
        <p:spPr>
          <a:xfrm>
            <a:off x="8211817" y="7275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6" name="Shape 6194"/>
          <p:cNvSpPr/>
          <p:nvPr/>
        </p:nvSpPr>
        <p:spPr>
          <a:xfrm>
            <a:off x="8137761" y="7517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7" name="Shape 6195"/>
          <p:cNvSpPr/>
          <p:nvPr/>
        </p:nvSpPr>
        <p:spPr>
          <a:xfrm>
            <a:off x="8489847" y="72572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8" name="Shape 6196"/>
          <p:cNvSpPr/>
          <p:nvPr/>
        </p:nvSpPr>
        <p:spPr>
          <a:xfrm>
            <a:off x="8461915" y="73719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9" name="Shape 6197"/>
          <p:cNvSpPr/>
          <p:nvPr/>
        </p:nvSpPr>
        <p:spPr>
          <a:xfrm>
            <a:off x="8184140" y="7546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0" name="Shape 6198"/>
          <p:cNvSpPr/>
          <p:nvPr/>
        </p:nvSpPr>
        <p:spPr>
          <a:xfrm>
            <a:off x="8156872" y="72694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1" name="Shape 6199"/>
          <p:cNvSpPr/>
          <p:nvPr/>
        </p:nvSpPr>
        <p:spPr>
          <a:xfrm>
            <a:off x="8293843" y="74097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2" name="Shape 6200"/>
          <p:cNvSpPr/>
          <p:nvPr/>
        </p:nvSpPr>
        <p:spPr>
          <a:xfrm>
            <a:off x="8466213" y="74611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3" name="Shape 6201"/>
          <p:cNvSpPr/>
          <p:nvPr/>
        </p:nvSpPr>
        <p:spPr>
          <a:xfrm>
            <a:off x="8143612" y="7485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4" name="Shape 6202"/>
          <p:cNvSpPr/>
          <p:nvPr/>
        </p:nvSpPr>
        <p:spPr>
          <a:xfrm>
            <a:off x="8524613" y="74805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5" name="Shape 6203"/>
          <p:cNvSpPr/>
          <p:nvPr/>
        </p:nvSpPr>
        <p:spPr>
          <a:xfrm>
            <a:off x="8373779" y="74036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6" name="Shape 6204"/>
          <p:cNvSpPr/>
          <p:nvPr/>
        </p:nvSpPr>
        <p:spPr>
          <a:xfrm>
            <a:off x="8369856" y="76552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7" name="Shape 6205"/>
          <p:cNvSpPr/>
          <p:nvPr/>
        </p:nvSpPr>
        <p:spPr>
          <a:xfrm>
            <a:off x="8109247" y="76455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8" name="Shape 6206"/>
          <p:cNvSpPr/>
          <p:nvPr/>
        </p:nvSpPr>
        <p:spPr>
          <a:xfrm>
            <a:off x="8220438" y="7839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9" name="Shape 6207"/>
          <p:cNvSpPr/>
          <p:nvPr/>
        </p:nvSpPr>
        <p:spPr>
          <a:xfrm>
            <a:off x="8277959" y="7615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0" name="Shape 6208"/>
          <p:cNvSpPr/>
          <p:nvPr/>
        </p:nvSpPr>
        <p:spPr>
          <a:xfrm>
            <a:off x="8165318" y="73220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1" name="Shape 6209"/>
          <p:cNvSpPr/>
          <p:nvPr/>
        </p:nvSpPr>
        <p:spPr>
          <a:xfrm>
            <a:off x="8174058" y="74662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2" name="Shape 6210"/>
          <p:cNvSpPr/>
          <p:nvPr/>
        </p:nvSpPr>
        <p:spPr>
          <a:xfrm>
            <a:off x="8192429" y="7699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3" name="Shape 6211"/>
          <p:cNvSpPr/>
          <p:nvPr/>
        </p:nvSpPr>
        <p:spPr>
          <a:xfrm>
            <a:off x="8347182" y="7701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4" name="Shape 6212"/>
          <p:cNvSpPr/>
          <p:nvPr/>
        </p:nvSpPr>
        <p:spPr>
          <a:xfrm>
            <a:off x="8465890" y="7696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5" name="Shape 6213"/>
          <p:cNvSpPr/>
          <p:nvPr/>
        </p:nvSpPr>
        <p:spPr>
          <a:xfrm>
            <a:off x="8290801" y="77805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6" name="Shape 6214"/>
          <p:cNvSpPr/>
          <p:nvPr/>
        </p:nvSpPr>
        <p:spPr>
          <a:xfrm>
            <a:off x="8530799" y="76091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7" name="Shape 6215"/>
          <p:cNvSpPr/>
          <p:nvPr/>
        </p:nvSpPr>
        <p:spPr>
          <a:xfrm>
            <a:off x="8266421" y="66033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8" name="Shape 6216"/>
          <p:cNvSpPr/>
          <p:nvPr/>
        </p:nvSpPr>
        <p:spPr>
          <a:xfrm>
            <a:off x="8399857" y="66760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9" name="Shape 6217"/>
          <p:cNvSpPr/>
          <p:nvPr/>
        </p:nvSpPr>
        <p:spPr>
          <a:xfrm>
            <a:off x="8232701" y="75126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0" name="Shape 6218"/>
          <p:cNvSpPr/>
          <p:nvPr/>
        </p:nvSpPr>
        <p:spPr>
          <a:xfrm>
            <a:off x="8308190" y="7394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1" name="Shape 6219"/>
          <p:cNvSpPr/>
          <p:nvPr/>
        </p:nvSpPr>
        <p:spPr>
          <a:xfrm>
            <a:off x="8206228" y="73781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2" name="Shape 6220"/>
          <p:cNvSpPr/>
          <p:nvPr/>
        </p:nvSpPr>
        <p:spPr>
          <a:xfrm>
            <a:off x="8108743" y="7200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3" name="Shape 6221"/>
          <p:cNvSpPr/>
          <p:nvPr/>
        </p:nvSpPr>
        <p:spPr>
          <a:xfrm>
            <a:off x="8472128" y="65678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4" name="Shape 6222"/>
          <p:cNvSpPr/>
          <p:nvPr/>
        </p:nvSpPr>
        <p:spPr>
          <a:xfrm>
            <a:off x="8227173" y="73876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5" name="Shape 6223"/>
          <p:cNvSpPr/>
          <p:nvPr/>
        </p:nvSpPr>
        <p:spPr>
          <a:xfrm>
            <a:off x="8275014" y="73132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6" name="Shape 6224"/>
          <p:cNvSpPr/>
          <p:nvPr/>
        </p:nvSpPr>
        <p:spPr>
          <a:xfrm>
            <a:off x="8534639" y="74588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7" name="Shape 6225"/>
          <p:cNvSpPr/>
          <p:nvPr/>
        </p:nvSpPr>
        <p:spPr>
          <a:xfrm>
            <a:off x="8383709" y="70649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8" name="Shape 6226"/>
          <p:cNvSpPr/>
          <p:nvPr/>
        </p:nvSpPr>
        <p:spPr>
          <a:xfrm>
            <a:off x="8455467" y="70383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9" name="Shape 6227"/>
          <p:cNvSpPr/>
          <p:nvPr/>
        </p:nvSpPr>
        <p:spPr>
          <a:xfrm>
            <a:off x="8384640" y="73551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0" name="Shape 6228"/>
          <p:cNvSpPr/>
          <p:nvPr/>
        </p:nvSpPr>
        <p:spPr>
          <a:xfrm>
            <a:off x="8173816" y="72486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1" name="Shape 6229"/>
          <p:cNvSpPr/>
          <p:nvPr/>
        </p:nvSpPr>
        <p:spPr>
          <a:xfrm>
            <a:off x="8395078" y="71652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2" name="Shape 6230"/>
          <p:cNvSpPr/>
          <p:nvPr/>
        </p:nvSpPr>
        <p:spPr>
          <a:xfrm>
            <a:off x="8263004" y="72316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3" name="Shape 6231"/>
          <p:cNvSpPr/>
          <p:nvPr/>
        </p:nvSpPr>
        <p:spPr>
          <a:xfrm>
            <a:off x="8219449" y="71829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4" name="Shape 6232"/>
          <p:cNvSpPr/>
          <p:nvPr/>
        </p:nvSpPr>
        <p:spPr>
          <a:xfrm>
            <a:off x="8411567" y="74642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5" name="Shape 6233"/>
          <p:cNvSpPr/>
          <p:nvPr/>
        </p:nvSpPr>
        <p:spPr>
          <a:xfrm>
            <a:off x="8369983" y="79547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6" name="Shape 6234"/>
          <p:cNvSpPr/>
          <p:nvPr/>
        </p:nvSpPr>
        <p:spPr>
          <a:xfrm>
            <a:off x="8165311" y="72480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7" name="Shape 6235"/>
          <p:cNvSpPr/>
          <p:nvPr/>
        </p:nvSpPr>
        <p:spPr>
          <a:xfrm>
            <a:off x="8234525" y="72225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8" name="Shape 6236"/>
          <p:cNvSpPr/>
          <p:nvPr/>
        </p:nvSpPr>
        <p:spPr>
          <a:xfrm>
            <a:off x="8193803" y="72866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9" name="Shape 6237"/>
          <p:cNvSpPr/>
          <p:nvPr/>
        </p:nvSpPr>
        <p:spPr>
          <a:xfrm>
            <a:off x="8411973" y="71142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0" name="Shape 6238"/>
          <p:cNvSpPr/>
          <p:nvPr/>
        </p:nvSpPr>
        <p:spPr>
          <a:xfrm>
            <a:off x="8329591" y="71952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1" name="Shape 6239"/>
          <p:cNvSpPr/>
          <p:nvPr/>
        </p:nvSpPr>
        <p:spPr>
          <a:xfrm>
            <a:off x="8204458" y="7246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2" name="Shape 6240"/>
          <p:cNvSpPr/>
          <p:nvPr/>
        </p:nvSpPr>
        <p:spPr>
          <a:xfrm>
            <a:off x="8361673" y="76887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3" name="Shape 6241"/>
          <p:cNvSpPr/>
          <p:nvPr/>
        </p:nvSpPr>
        <p:spPr>
          <a:xfrm>
            <a:off x="8166603" y="77106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4" name="Shape 6242"/>
          <p:cNvSpPr/>
          <p:nvPr/>
        </p:nvSpPr>
        <p:spPr>
          <a:xfrm>
            <a:off x="8357593" y="76837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5" name="Shape 6243"/>
          <p:cNvSpPr/>
          <p:nvPr/>
        </p:nvSpPr>
        <p:spPr>
          <a:xfrm>
            <a:off x="8336238" y="77156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6" name="Shape 6244"/>
          <p:cNvSpPr/>
          <p:nvPr/>
        </p:nvSpPr>
        <p:spPr>
          <a:xfrm>
            <a:off x="8333002" y="72106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7" name="Shape 6245"/>
          <p:cNvSpPr/>
          <p:nvPr/>
        </p:nvSpPr>
        <p:spPr>
          <a:xfrm>
            <a:off x="8159443" y="7209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8" name="Shape 6246"/>
          <p:cNvSpPr/>
          <p:nvPr/>
        </p:nvSpPr>
        <p:spPr>
          <a:xfrm>
            <a:off x="8390070" y="7498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9" name="Shape 6247"/>
          <p:cNvSpPr/>
          <p:nvPr/>
        </p:nvSpPr>
        <p:spPr>
          <a:xfrm>
            <a:off x="8184350" y="71140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0" name="Shape 6248"/>
          <p:cNvSpPr/>
          <p:nvPr/>
        </p:nvSpPr>
        <p:spPr>
          <a:xfrm>
            <a:off x="8517851" y="71078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1" name="Shape 6249"/>
          <p:cNvSpPr/>
          <p:nvPr/>
        </p:nvSpPr>
        <p:spPr>
          <a:xfrm>
            <a:off x="8188588" y="7347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2" name="Shape 6250"/>
          <p:cNvSpPr/>
          <p:nvPr/>
        </p:nvSpPr>
        <p:spPr>
          <a:xfrm>
            <a:off x="8428166" y="71703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3" name="Shape 6251"/>
          <p:cNvSpPr/>
          <p:nvPr/>
        </p:nvSpPr>
        <p:spPr>
          <a:xfrm>
            <a:off x="8438935" y="71771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4" name="Shape 6252"/>
          <p:cNvSpPr/>
          <p:nvPr/>
        </p:nvSpPr>
        <p:spPr>
          <a:xfrm>
            <a:off x="8410219" y="71985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5" name="Shape 6253"/>
          <p:cNvSpPr/>
          <p:nvPr/>
        </p:nvSpPr>
        <p:spPr>
          <a:xfrm>
            <a:off x="8128323" y="7419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6" name="Shape 6254"/>
          <p:cNvSpPr/>
          <p:nvPr/>
        </p:nvSpPr>
        <p:spPr>
          <a:xfrm>
            <a:off x="8284611" y="74460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7" name="Shape 6255"/>
          <p:cNvSpPr/>
          <p:nvPr/>
        </p:nvSpPr>
        <p:spPr>
          <a:xfrm>
            <a:off x="8368643" y="75416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8" name="Shape 6256"/>
          <p:cNvSpPr/>
          <p:nvPr/>
        </p:nvSpPr>
        <p:spPr>
          <a:xfrm>
            <a:off x="8355952" y="73370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9" name="Shape 6257"/>
          <p:cNvSpPr/>
          <p:nvPr/>
        </p:nvSpPr>
        <p:spPr>
          <a:xfrm>
            <a:off x="8424335" y="74763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0" name="Shape 6258"/>
          <p:cNvSpPr/>
          <p:nvPr/>
        </p:nvSpPr>
        <p:spPr>
          <a:xfrm>
            <a:off x="8161317" y="74986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1" name="Shape 6259"/>
          <p:cNvSpPr/>
          <p:nvPr/>
        </p:nvSpPr>
        <p:spPr>
          <a:xfrm>
            <a:off x="8342085" y="71877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2" name="Shape 6260"/>
          <p:cNvSpPr/>
          <p:nvPr/>
        </p:nvSpPr>
        <p:spPr>
          <a:xfrm>
            <a:off x="8115454" y="72486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3" name="Shape 6261"/>
          <p:cNvSpPr/>
          <p:nvPr/>
        </p:nvSpPr>
        <p:spPr>
          <a:xfrm>
            <a:off x="8521113" y="73808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4" name="Shape 6262"/>
          <p:cNvSpPr/>
          <p:nvPr/>
        </p:nvSpPr>
        <p:spPr>
          <a:xfrm>
            <a:off x="8248985" y="7592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5" name="Shape 6263"/>
          <p:cNvSpPr/>
          <p:nvPr/>
        </p:nvSpPr>
        <p:spPr>
          <a:xfrm>
            <a:off x="8295350" y="72626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6" name="Shape 6264"/>
          <p:cNvSpPr/>
          <p:nvPr/>
        </p:nvSpPr>
        <p:spPr>
          <a:xfrm>
            <a:off x="8381436" y="72102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7" name="Shape 6265"/>
          <p:cNvSpPr/>
          <p:nvPr/>
        </p:nvSpPr>
        <p:spPr>
          <a:xfrm>
            <a:off x="8279489" y="74154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8" name="Shape 6266"/>
          <p:cNvSpPr/>
          <p:nvPr/>
        </p:nvSpPr>
        <p:spPr>
          <a:xfrm>
            <a:off x="8145881" y="73032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9" name="Shape 6267"/>
          <p:cNvSpPr/>
          <p:nvPr/>
        </p:nvSpPr>
        <p:spPr>
          <a:xfrm>
            <a:off x="8451486" y="74045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0" name="Shape 6268"/>
          <p:cNvSpPr/>
          <p:nvPr/>
        </p:nvSpPr>
        <p:spPr>
          <a:xfrm>
            <a:off x="8518063" y="73146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1" name="Shape 6269"/>
          <p:cNvSpPr/>
          <p:nvPr/>
        </p:nvSpPr>
        <p:spPr>
          <a:xfrm>
            <a:off x="8147883" y="74332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2" name="Shape 6270"/>
          <p:cNvSpPr/>
          <p:nvPr/>
        </p:nvSpPr>
        <p:spPr>
          <a:xfrm>
            <a:off x="8282709" y="70769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3" name="Shape 6271"/>
          <p:cNvSpPr/>
          <p:nvPr/>
        </p:nvSpPr>
        <p:spPr>
          <a:xfrm>
            <a:off x="8459302" y="67002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4" name="Shape 6272"/>
          <p:cNvSpPr/>
          <p:nvPr/>
        </p:nvSpPr>
        <p:spPr>
          <a:xfrm>
            <a:off x="8503072" y="73871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5" name="Shape 6273"/>
          <p:cNvSpPr/>
          <p:nvPr/>
        </p:nvSpPr>
        <p:spPr>
          <a:xfrm>
            <a:off x="8274897" y="7248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6" name="Shape 6274"/>
          <p:cNvSpPr/>
          <p:nvPr/>
        </p:nvSpPr>
        <p:spPr>
          <a:xfrm>
            <a:off x="8291226" y="74414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7" name="Shape 6275"/>
          <p:cNvSpPr/>
          <p:nvPr/>
        </p:nvSpPr>
        <p:spPr>
          <a:xfrm>
            <a:off x="8237899" y="7581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8" name="Shape 6276"/>
          <p:cNvSpPr/>
          <p:nvPr/>
        </p:nvSpPr>
        <p:spPr>
          <a:xfrm>
            <a:off x="8172488" y="7672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9" name="Shape 6277"/>
          <p:cNvSpPr/>
          <p:nvPr/>
        </p:nvSpPr>
        <p:spPr>
          <a:xfrm>
            <a:off x="8258387" y="76097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0" name="Shape 6278"/>
          <p:cNvSpPr/>
          <p:nvPr/>
        </p:nvSpPr>
        <p:spPr>
          <a:xfrm>
            <a:off x="8335923" y="7511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1" name="Shape 6279"/>
          <p:cNvSpPr/>
          <p:nvPr/>
        </p:nvSpPr>
        <p:spPr>
          <a:xfrm>
            <a:off x="8332080" y="76068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2" name="Shape 6280"/>
          <p:cNvSpPr/>
          <p:nvPr/>
        </p:nvSpPr>
        <p:spPr>
          <a:xfrm>
            <a:off x="8379189" y="7492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3" name="Shape 6281"/>
          <p:cNvSpPr/>
          <p:nvPr/>
        </p:nvSpPr>
        <p:spPr>
          <a:xfrm>
            <a:off x="8152849" y="7633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4" name="Shape 6282"/>
          <p:cNvSpPr/>
          <p:nvPr/>
        </p:nvSpPr>
        <p:spPr>
          <a:xfrm>
            <a:off x="8340558" y="74898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5" name="Shape 6283"/>
          <p:cNvSpPr/>
          <p:nvPr/>
        </p:nvSpPr>
        <p:spPr>
          <a:xfrm>
            <a:off x="8421056" y="7567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6" name="Shape 6284"/>
          <p:cNvSpPr/>
          <p:nvPr/>
        </p:nvSpPr>
        <p:spPr>
          <a:xfrm>
            <a:off x="8133443" y="75849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7" name="Shape 6285"/>
          <p:cNvSpPr/>
          <p:nvPr/>
        </p:nvSpPr>
        <p:spPr>
          <a:xfrm>
            <a:off x="8435233" y="70248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8" name="Shape 6286"/>
          <p:cNvSpPr/>
          <p:nvPr/>
        </p:nvSpPr>
        <p:spPr>
          <a:xfrm>
            <a:off x="8477012" y="74057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9" name="Shape 6287"/>
          <p:cNvSpPr/>
          <p:nvPr/>
        </p:nvSpPr>
        <p:spPr>
          <a:xfrm>
            <a:off x="8309782" y="7345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0" name="Shape 6288"/>
          <p:cNvSpPr/>
          <p:nvPr/>
        </p:nvSpPr>
        <p:spPr>
          <a:xfrm>
            <a:off x="8163131" y="73212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1" name="Shape 6289"/>
          <p:cNvSpPr/>
          <p:nvPr/>
        </p:nvSpPr>
        <p:spPr>
          <a:xfrm>
            <a:off x="8494657" y="73427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2" name="Shape 6290"/>
          <p:cNvSpPr/>
          <p:nvPr/>
        </p:nvSpPr>
        <p:spPr>
          <a:xfrm>
            <a:off x="8402049" y="75634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3" name="Shape 6291"/>
          <p:cNvSpPr/>
          <p:nvPr/>
        </p:nvSpPr>
        <p:spPr>
          <a:xfrm>
            <a:off x="8360184" y="71247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4" name="Shape 6292"/>
          <p:cNvSpPr/>
          <p:nvPr/>
        </p:nvSpPr>
        <p:spPr>
          <a:xfrm>
            <a:off x="8411555" y="7556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5" name="Shape 6293"/>
          <p:cNvSpPr/>
          <p:nvPr/>
        </p:nvSpPr>
        <p:spPr>
          <a:xfrm>
            <a:off x="8310690" y="72685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6" name="Shape 6294"/>
          <p:cNvSpPr/>
          <p:nvPr/>
        </p:nvSpPr>
        <p:spPr>
          <a:xfrm>
            <a:off x="8374066" y="75898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7" name="Shape 6295"/>
          <p:cNvSpPr/>
          <p:nvPr/>
        </p:nvSpPr>
        <p:spPr>
          <a:xfrm>
            <a:off x="8165016" y="74591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8" name="Shape 6296"/>
          <p:cNvSpPr/>
          <p:nvPr/>
        </p:nvSpPr>
        <p:spPr>
          <a:xfrm>
            <a:off x="8238194" y="75337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9" name="Shape 6297"/>
          <p:cNvSpPr/>
          <p:nvPr/>
        </p:nvSpPr>
        <p:spPr>
          <a:xfrm>
            <a:off x="8110399" y="5626100"/>
            <a:ext cx="76200" cy="63500"/>
          </a:xfrm>
          <a:prstGeom prst="triangle">
            <a:avLst/>
          </a:prstGeom>
          <a:solidFill>
            <a:srgbClr val="5879BD">
              <a:alpha val="82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0" name="Shape 6298"/>
          <p:cNvSpPr/>
          <p:nvPr/>
        </p:nvSpPr>
        <p:spPr>
          <a:xfrm>
            <a:off x="8409239" y="78137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1" name="Shape 6299"/>
          <p:cNvSpPr/>
          <p:nvPr/>
        </p:nvSpPr>
        <p:spPr>
          <a:xfrm>
            <a:off x="8482481" y="75640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2" name="Shape 6300"/>
          <p:cNvSpPr/>
          <p:nvPr/>
        </p:nvSpPr>
        <p:spPr>
          <a:xfrm>
            <a:off x="8466689" y="71566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3" name="Shape 6301"/>
          <p:cNvSpPr/>
          <p:nvPr/>
        </p:nvSpPr>
        <p:spPr>
          <a:xfrm>
            <a:off x="8176259" y="7109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4" name="Shape 6302"/>
          <p:cNvSpPr/>
          <p:nvPr/>
        </p:nvSpPr>
        <p:spPr>
          <a:xfrm>
            <a:off x="8242410" y="6981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5" name="Shape 6303"/>
          <p:cNvSpPr/>
          <p:nvPr/>
        </p:nvSpPr>
        <p:spPr>
          <a:xfrm>
            <a:off x="8233959" y="68410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6" name="Shape 6304"/>
          <p:cNvSpPr/>
          <p:nvPr/>
        </p:nvSpPr>
        <p:spPr>
          <a:xfrm>
            <a:off x="8228067" y="69147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7" name="Shape 6305"/>
          <p:cNvSpPr/>
          <p:nvPr/>
        </p:nvSpPr>
        <p:spPr>
          <a:xfrm>
            <a:off x="8429589" y="72626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8" name="Shape 6306"/>
          <p:cNvSpPr/>
          <p:nvPr/>
        </p:nvSpPr>
        <p:spPr>
          <a:xfrm>
            <a:off x="8416510" y="71314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9" name="Shape 6307"/>
          <p:cNvSpPr/>
          <p:nvPr/>
        </p:nvSpPr>
        <p:spPr>
          <a:xfrm>
            <a:off x="8496560" y="7134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0" name="Shape 6308"/>
          <p:cNvSpPr/>
          <p:nvPr/>
        </p:nvSpPr>
        <p:spPr>
          <a:xfrm>
            <a:off x="8354286" y="68525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1" name="Shape 6309"/>
          <p:cNvSpPr/>
          <p:nvPr/>
        </p:nvSpPr>
        <p:spPr>
          <a:xfrm>
            <a:off x="8515373" y="68672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2" name="Shape 6310"/>
          <p:cNvSpPr/>
          <p:nvPr/>
        </p:nvSpPr>
        <p:spPr>
          <a:xfrm>
            <a:off x="8267643" y="69382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3" name="Shape 6311"/>
          <p:cNvSpPr/>
          <p:nvPr/>
        </p:nvSpPr>
        <p:spPr>
          <a:xfrm>
            <a:off x="8292713" y="67094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4" name="Shape 6312"/>
          <p:cNvSpPr/>
          <p:nvPr/>
        </p:nvSpPr>
        <p:spPr>
          <a:xfrm>
            <a:off x="8301092" y="72434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5" name="Shape 6313"/>
          <p:cNvSpPr/>
          <p:nvPr/>
        </p:nvSpPr>
        <p:spPr>
          <a:xfrm>
            <a:off x="8305134" y="67928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6" name="Shape 6314"/>
          <p:cNvSpPr/>
          <p:nvPr/>
        </p:nvSpPr>
        <p:spPr>
          <a:xfrm>
            <a:off x="8253400" y="69422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7" name="Shape 6315"/>
          <p:cNvSpPr/>
          <p:nvPr/>
        </p:nvSpPr>
        <p:spPr>
          <a:xfrm>
            <a:off x="8195396" y="69211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8" name="Shape 6316"/>
          <p:cNvSpPr/>
          <p:nvPr/>
        </p:nvSpPr>
        <p:spPr>
          <a:xfrm>
            <a:off x="8285474" y="6911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9" name="Shape 6317"/>
          <p:cNvSpPr/>
          <p:nvPr/>
        </p:nvSpPr>
        <p:spPr>
          <a:xfrm>
            <a:off x="8433386" y="69527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0" name="Shape 6318"/>
          <p:cNvSpPr/>
          <p:nvPr/>
        </p:nvSpPr>
        <p:spPr>
          <a:xfrm>
            <a:off x="8213399" y="72412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1" name="Shape 6319"/>
          <p:cNvSpPr/>
          <p:nvPr/>
        </p:nvSpPr>
        <p:spPr>
          <a:xfrm>
            <a:off x="8431261" y="70700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2" name="Shape 6320"/>
          <p:cNvSpPr/>
          <p:nvPr/>
        </p:nvSpPr>
        <p:spPr>
          <a:xfrm>
            <a:off x="8315600" y="7358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3" name="Shape 6321"/>
          <p:cNvSpPr/>
          <p:nvPr/>
        </p:nvSpPr>
        <p:spPr>
          <a:xfrm>
            <a:off x="8345113" y="69312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4" name="Shape 6322"/>
          <p:cNvSpPr/>
          <p:nvPr/>
        </p:nvSpPr>
        <p:spPr>
          <a:xfrm>
            <a:off x="8537353" y="73529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5" name="Shape 6323"/>
          <p:cNvSpPr/>
          <p:nvPr/>
        </p:nvSpPr>
        <p:spPr>
          <a:xfrm>
            <a:off x="8393645" y="77273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6" name="Shape 6324"/>
          <p:cNvSpPr/>
          <p:nvPr/>
        </p:nvSpPr>
        <p:spPr>
          <a:xfrm>
            <a:off x="8373694" y="74439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7" name="Shape 6325"/>
          <p:cNvSpPr/>
          <p:nvPr/>
        </p:nvSpPr>
        <p:spPr>
          <a:xfrm>
            <a:off x="8461145" y="75303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8" name="Shape 6326"/>
          <p:cNvSpPr/>
          <p:nvPr/>
        </p:nvSpPr>
        <p:spPr>
          <a:xfrm>
            <a:off x="8280175" y="75190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9" name="Shape 6327"/>
          <p:cNvSpPr/>
          <p:nvPr/>
        </p:nvSpPr>
        <p:spPr>
          <a:xfrm>
            <a:off x="8356536" y="75401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0" name="Shape 6328"/>
          <p:cNvSpPr/>
          <p:nvPr/>
        </p:nvSpPr>
        <p:spPr>
          <a:xfrm>
            <a:off x="8146577" y="73291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1" name="Shape 6329"/>
          <p:cNvSpPr/>
          <p:nvPr/>
        </p:nvSpPr>
        <p:spPr>
          <a:xfrm>
            <a:off x="8368815" y="74252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2" name="Shape 6330"/>
          <p:cNvSpPr/>
          <p:nvPr/>
        </p:nvSpPr>
        <p:spPr>
          <a:xfrm>
            <a:off x="8466142" y="78780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3" name="Shape 6331"/>
          <p:cNvSpPr/>
          <p:nvPr/>
        </p:nvSpPr>
        <p:spPr>
          <a:xfrm>
            <a:off x="8413461" y="77155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4" name="Shape 6332"/>
          <p:cNvSpPr/>
          <p:nvPr/>
        </p:nvSpPr>
        <p:spPr>
          <a:xfrm>
            <a:off x="8426875" y="77980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5" name="Shape 6333"/>
          <p:cNvSpPr/>
          <p:nvPr/>
        </p:nvSpPr>
        <p:spPr>
          <a:xfrm>
            <a:off x="8419187" y="7892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6" name="Shape 6334"/>
          <p:cNvSpPr/>
          <p:nvPr/>
        </p:nvSpPr>
        <p:spPr>
          <a:xfrm>
            <a:off x="8131084" y="73927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7" name="Shape 6335"/>
          <p:cNvSpPr/>
          <p:nvPr/>
        </p:nvSpPr>
        <p:spPr>
          <a:xfrm>
            <a:off x="8234040" y="73943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8" name="Shape 6336"/>
          <p:cNvSpPr/>
          <p:nvPr/>
        </p:nvSpPr>
        <p:spPr>
          <a:xfrm>
            <a:off x="8506626" y="73601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9" name="Shape 6337"/>
          <p:cNvSpPr/>
          <p:nvPr/>
        </p:nvSpPr>
        <p:spPr>
          <a:xfrm>
            <a:off x="8351956" y="7402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0" name="Shape 6338"/>
          <p:cNvSpPr/>
          <p:nvPr/>
        </p:nvSpPr>
        <p:spPr>
          <a:xfrm>
            <a:off x="8458522" y="73933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1" name="Shape 6339"/>
          <p:cNvSpPr/>
          <p:nvPr/>
        </p:nvSpPr>
        <p:spPr>
          <a:xfrm>
            <a:off x="8234475" y="74084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2" name="Shape 6340"/>
          <p:cNvSpPr/>
          <p:nvPr/>
        </p:nvSpPr>
        <p:spPr>
          <a:xfrm>
            <a:off x="8474440" y="74015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3" name="Shape 6341"/>
          <p:cNvSpPr/>
          <p:nvPr/>
        </p:nvSpPr>
        <p:spPr>
          <a:xfrm>
            <a:off x="8435023" y="73650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4" name="Shape 6342"/>
          <p:cNvSpPr/>
          <p:nvPr/>
        </p:nvSpPr>
        <p:spPr>
          <a:xfrm>
            <a:off x="8499933" y="7400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5" name="Shape 6343"/>
          <p:cNvSpPr/>
          <p:nvPr/>
        </p:nvSpPr>
        <p:spPr>
          <a:xfrm>
            <a:off x="8171111" y="7411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6" name="Shape 6344"/>
          <p:cNvSpPr/>
          <p:nvPr/>
        </p:nvSpPr>
        <p:spPr>
          <a:xfrm>
            <a:off x="8537431" y="7433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7" name="Shape 6345"/>
          <p:cNvSpPr/>
          <p:nvPr/>
        </p:nvSpPr>
        <p:spPr>
          <a:xfrm>
            <a:off x="8373349" y="74112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8" name="Shape 6346"/>
          <p:cNvSpPr/>
          <p:nvPr/>
        </p:nvSpPr>
        <p:spPr>
          <a:xfrm>
            <a:off x="8516988" y="74271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9" name="Shape 6347"/>
          <p:cNvSpPr/>
          <p:nvPr/>
        </p:nvSpPr>
        <p:spPr>
          <a:xfrm>
            <a:off x="8462861" y="73957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0" name="Shape 6348"/>
          <p:cNvSpPr/>
          <p:nvPr/>
        </p:nvSpPr>
        <p:spPr>
          <a:xfrm>
            <a:off x="8149530" y="76144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1" name="Shape 6349"/>
          <p:cNvSpPr/>
          <p:nvPr/>
        </p:nvSpPr>
        <p:spPr>
          <a:xfrm>
            <a:off x="8362461" y="76639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2" name="Shape 6350"/>
          <p:cNvSpPr/>
          <p:nvPr/>
        </p:nvSpPr>
        <p:spPr>
          <a:xfrm>
            <a:off x="8194639" y="7382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3" name="Shape 6351"/>
          <p:cNvSpPr/>
          <p:nvPr/>
        </p:nvSpPr>
        <p:spPr>
          <a:xfrm>
            <a:off x="8229852" y="75481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4" name="Shape 6352"/>
          <p:cNvSpPr/>
          <p:nvPr/>
        </p:nvSpPr>
        <p:spPr>
          <a:xfrm>
            <a:off x="8507765" y="76709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5" name="Shape 6353"/>
          <p:cNvSpPr/>
          <p:nvPr/>
        </p:nvSpPr>
        <p:spPr>
          <a:xfrm>
            <a:off x="8152917" y="75568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6" name="Shape 6354"/>
          <p:cNvSpPr/>
          <p:nvPr/>
        </p:nvSpPr>
        <p:spPr>
          <a:xfrm>
            <a:off x="8525582" y="72361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7" name="Shape 6355"/>
          <p:cNvSpPr/>
          <p:nvPr/>
        </p:nvSpPr>
        <p:spPr>
          <a:xfrm>
            <a:off x="8169538" y="72285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8" name="Shape 6356"/>
          <p:cNvSpPr/>
          <p:nvPr/>
        </p:nvSpPr>
        <p:spPr>
          <a:xfrm>
            <a:off x="8297431" y="66894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9" name="Shape 6357"/>
          <p:cNvSpPr/>
          <p:nvPr/>
        </p:nvSpPr>
        <p:spPr>
          <a:xfrm>
            <a:off x="8405372" y="72617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0" name="Shape 6358"/>
          <p:cNvSpPr/>
          <p:nvPr/>
        </p:nvSpPr>
        <p:spPr>
          <a:xfrm>
            <a:off x="8412626" y="7496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1" name="Shape 6359"/>
          <p:cNvSpPr/>
          <p:nvPr/>
        </p:nvSpPr>
        <p:spPr>
          <a:xfrm>
            <a:off x="8119104" y="7717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2" name="Shape 6360"/>
          <p:cNvSpPr/>
          <p:nvPr/>
        </p:nvSpPr>
        <p:spPr>
          <a:xfrm>
            <a:off x="8283076" y="76587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3" name="Shape 6361"/>
          <p:cNvSpPr/>
          <p:nvPr/>
        </p:nvSpPr>
        <p:spPr>
          <a:xfrm>
            <a:off x="8447112" y="76076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4" name="Shape 6362"/>
          <p:cNvSpPr/>
          <p:nvPr/>
        </p:nvSpPr>
        <p:spPr>
          <a:xfrm>
            <a:off x="8124156" y="77079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5" name="Shape 6363"/>
          <p:cNvSpPr/>
          <p:nvPr/>
        </p:nvSpPr>
        <p:spPr>
          <a:xfrm>
            <a:off x="8491360" y="7758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6" name="Shape 6364"/>
          <p:cNvSpPr/>
          <p:nvPr/>
        </p:nvSpPr>
        <p:spPr>
          <a:xfrm>
            <a:off x="8405584" y="77208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7" name="Shape 6365"/>
          <p:cNvSpPr/>
          <p:nvPr/>
        </p:nvSpPr>
        <p:spPr>
          <a:xfrm>
            <a:off x="8199595" y="77313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8" name="Shape 6366"/>
          <p:cNvSpPr/>
          <p:nvPr/>
        </p:nvSpPr>
        <p:spPr>
          <a:xfrm>
            <a:off x="8299032" y="77509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9" name="Shape 6367"/>
          <p:cNvSpPr/>
          <p:nvPr/>
        </p:nvSpPr>
        <p:spPr>
          <a:xfrm>
            <a:off x="8218593" y="69484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0" name="Shape 6368"/>
          <p:cNvSpPr/>
          <p:nvPr/>
        </p:nvSpPr>
        <p:spPr>
          <a:xfrm>
            <a:off x="8432637" y="72447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1" name="Shape 6369"/>
          <p:cNvSpPr/>
          <p:nvPr/>
        </p:nvSpPr>
        <p:spPr>
          <a:xfrm>
            <a:off x="8411580" y="78072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2" name="Shape 6370"/>
          <p:cNvSpPr/>
          <p:nvPr/>
        </p:nvSpPr>
        <p:spPr>
          <a:xfrm>
            <a:off x="8172552" y="78462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3" name="Shape 6371"/>
          <p:cNvSpPr/>
          <p:nvPr/>
        </p:nvSpPr>
        <p:spPr>
          <a:xfrm>
            <a:off x="8197553" y="70566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4" name="Shape 6372"/>
          <p:cNvSpPr/>
          <p:nvPr/>
        </p:nvSpPr>
        <p:spPr>
          <a:xfrm>
            <a:off x="8318840" y="75474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5" name="Shape 6373"/>
          <p:cNvSpPr/>
          <p:nvPr/>
        </p:nvSpPr>
        <p:spPr>
          <a:xfrm>
            <a:off x="8317058" y="74034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6" name="Shape 6374"/>
          <p:cNvSpPr/>
          <p:nvPr/>
        </p:nvSpPr>
        <p:spPr>
          <a:xfrm>
            <a:off x="8342573" y="73784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7" name="Shape 6375"/>
          <p:cNvSpPr/>
          <p:nvPr/>
        </p:nvSpPr>
        <p:spPr>
          <a:xfrm>
            <a:off x="8144578" y="7442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8" name="Shape 6376"/>
          <p:cNvSpPr/>
          <p:nvPr/>
        </p:nvSpPr>
        <p:spPr>
          <a:xfrm>
            <a:off x="8116747" y="74367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9" name="Shape 6377"/>
          <p:cNvSpPr/>
          <p:nvPr/>
        </p:nvSpPr>
        <p:spPr>
          <a:xfrm>
            <a:off x="8232723" y="73963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80" name="Shape 6378"/>
          <p:cNvSpPr/>
          <p:nvPr/>
        </p:nvSpPr>
        <p:spPr>
          <a:xfrm>
            <a:off x="8275774" y="74332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81" name="Shape 6379"/>
          <p:cNvSpPr/>
          <p:nvPr/>
        </p:nvSpPr>
        <p:spPr>
          <a:xfrm>
            <a:off x="8324789" y="73925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82" name="Shape 6380"/>
          <p:cNvSpPr/>
          <p:nvPr/>
        </p:nvSpPr>
        <p:spPr>
          <a:xfrm>
            <a:off x="8436137" y="7370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83" name="Shape 6381"/>
          <p:cNvSpPr/>
          <p:nvPr/>
        </p:nvSpPr>
        <p:spPr>
          <a:xfrm>
            <a:off x="8343900" y="6958644"/>
            <a:ext cx="0" cy="791401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6384" name="Shape 6382"/>
          <p:cNvSpPr/>
          <p:nvPr/>
        </p:nvSpPr>
        <p:spPr>
          <a:xfrm>
            <a:off x="8229600" y="7750045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6385" name="Shape 6383"/>
          <p:cNvSpPr/>
          <p:nvPr/>
        </p:nvSpPr>
        <p:spPr>
          <a:xfrm>
            <a:off x="8229600" y="6958644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6386" name="Shape 6384"/>
          <p:cNvSpPr/>
          <p:nvPr/>
        </p:nvSpPr>
        <p:spPr>
          <a:xfrm>
            <a:off x="8178800" y="7258209"/>
            <a:ext cx="330200" cy="285881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6387" name="Shape 6385"/>
          <p:cNvSpPr/>
          <p:nvPr/>
        </p:nvSpPr>
        <p:spPr>
          <a:xfrm>
            <a:off x="8178800" y="7422853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6388" name="Shape 6386"/>
          <p:cNvSpPr/>
          <p:nvPr/>
        </p:nvSpPr>
        <p:spPr>
          <a:xfrm>
            <a:off x="8013700" y="82296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6389" name="Text 6387"/>
          <p:cNvSpPr/>
          <p:nvPr/>
        </p:nvSpPr>
        <p:spPr>
          <a:xfrm>
            <a:off x="6934200" y="83375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PocketXMol-official</a:t>
            </a:r>
          </a:p>
        </p:txBody>
      </p:sp>
      <p:sp>
        <p:nvSpPr>
          <p:cNvPr id="6390" name="Shape 6388"/>
          <p:cNvSpPr/>
          <p:nvPr/>
        </p:nvSpPr>
        <p:spPr>
          <a:xfrm>
            <a:off x="10094992" y="76142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1" name="Shape 6389"/>
          <p:cNvSpPr/>
          <p:nvPr/>
        </p:nvSpPr>
        <p:spPr>
          <a:xfrm>
            <a:off x="10052044" y="7630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2" name="Shape 6390"/>
          <p:cNvSpPr/>
          <p:nvPr/>
        </p:nvSpPr>
        <p:spPr>
          <a:xfrm>
            <a:off x="9804058" y="76396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3" name="Shape 6391"/>
          <p:cNvSpPr/>
          <p:nvPr/>
        </p:nvSpPr>
        <p:spPr>
          <a:xfrm>
            <a:off x="10021974" y="75756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4" name="Shape 6392"/>
          <p:cNvSpPr/>
          <p:nvPr/>
        </p:nvSpPr>
        <p:spPr>
          <a:xfrm>
            <a:off x="9686840" y="76122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5" name="Shape 6393"/>
          <p:cNvSpPr/>
          <p:nvPr/>
        </p:nvSpPr>
        <p:spPr>
          <a:xfrm>
            <a:off x="9885656" y="7607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6" name="Shape 6394"/>
          <p:cNvSpPr/>
          <p:nvPr/>
        </p:nvSpPr>
        <p:spPr>
          <a:xfrm>
            <a:off x="9855548" y="7640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7" name="Shape 6395"/>
          <p:cNvSpPr/>
          <p:nvPr/>
        </p:nvSpPr>
        <p:spPr>
          <a:xfrm>
            <a:off x="9910525" y="76146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8" name="Shape 6396"/>
          <p:cNvSpPr/>
          <p:nvPr/>
        </p:nvSpPr>
        <p:spPr>
          <a:xfrm>
            <a:off x="9889688" y="76431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9" name="Shape 6397"/>
          <p:cNvSpPr/>
          <p:nvPr/>
        </p:nvSpPr>
        <p:spPr>
          <a:xfrm>
            <a:off x="10099566" y="77133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0" name="Shape 6398"/>
          <p:cNvSpPr/>
          <p:nvPr/>
        </p:nvSpPr>
        <p:spPr>
          <a:xfrm>
            <a:off x="9900670" y="76468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1" name="Shape 6399"/>
          <p:cNvSpPr/>
          <p:nvPr/>
        </p:nvSpPr>
        <p:spPr>
          <a:xfrm>
            <a:off x="10045217" y="7632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2" name="Shape 6400"/>
          <p:cNvSpPr/>
          <p:nvPr/>
        </p:nvSpPr>
        <p:spPr>
          <a:xfrm>
            <a:off x="9886613" y="7667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3" name="Shape 6401"/>
          <p:cNvSpPr/>
          <p:nvPr/>
        </p:nvSpPr>
        <p:spPr>
          <a:xfrm>
            <a:off x="10088336" y="7611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4" name="Shape 6402"/>
          <p:cNvSpPr/>
          <p:nvPr/>
        </p:nvSpPr>
        <p:spPr>
          <a:xfrm>
            <a:off x="9726928" y="7719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5" name="Shape 6403"/>
          <p:cNvSpPr/>
          <p:nvPr/>
        </p:nvSpPr>
        <p:spPr>
          <a:xfrm>
            <a:off x="9718581" y="77026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6" name="Shape 6404"/>
          <p:cNvSpPr/>
          <p:nvPr/>
        </p:nvSpPr>
        <p:spPr>
          <a:xfrm>
            <a:off x="9744288" y="76053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7" name="Shape 6405"/>
          <p:cNvSpPr/>
          <p:nvPr/>
        </p:nvSpPr>
        <p:spPr>
          <a:xfrm>
            <a:off x="9834088" y="77633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8" name="Shape 6406"/>
          <p:cNvSpPr/>
          <p:nvPr/>
        </p:nvSpPr>
        <p:spPr>
          <a:xfrm>
            <a:off x="9735661" y="76385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9" name="Shape 6407"/>
          <p:cNvSpPr/>
          <p:nvPr/>
        </p:nvSpPr>
        <p:spPr>
          <a:xfrm>
            <a:off x="10045463" y="75811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0" name="Shape 6408"/>
          <p:cNvSpPr/>
          <p:nvPr/>
        </p:nvSpPr>
        <p:spPr>
          <a:xfrm>
            <a:off x="10058445" y="7686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1" name="Shape 6409"/>
          <p:cNvSpPr/>
          <p:nvPr/>
        </p:nvSpPr>
        <p:spPr>
          <a:xfrm>
            <a:off x="9744352" y="75965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2" name="Shape 6410"/>
          <p:cNvSpPr/>
          <p:nvPr/>
        </p:nvSpPr>
        <p:spPr>
          <a:xfrm>
            <a:off x="9849215" y="76234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3" name="Shape 6411"/>
          <p:cNvSpPr/>
          <p:nvPr/>
        </p:nvSpPr>
        <p:spPr>
          <a:xfrm>
            <a:off x="9718980" y="7660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4" name="Shape 6412"/>
          <p:cNvSpPr/>
          <p:nvPr/>
        </p:nvSpPr>
        <p:spPr>
          <a:xfrm>
            <a:off x="9703775" y="7688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5" name="Shape 6413"/>
          <p:cNvSpPr/>
          <p:nvPr/>
        </p:nvSpPr>
        <p:spPr>
          <a:xfrm>
            <a:off x="9872017" y="75844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6" name="Shape 6414"/>
          <p:cNvSpPr/>
          <p:nvPr/>
        </p:nvSpPr>
        <p:spPr>
          <a:xfrm>
            <a:off x="9751353" y="77064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7" name="Shape 6415"/>
          <p:cNvSpPr/>
          <p:nvPr/>
        </p:nvSpPr>
        <p:spPr>
          <a:xfrm>
            <a:off x="10068552" y="7661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8" name="Shape 6416"/>
          <p:cNvSpPr/>
          <p:nvPr/>
        </p:nvSpPr>
        <p:spPr>
          <a:xfrm>
            <a:off x="9823626" y="76467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9" name="Shape 6417"/>
          <p:cNvSpPr/>
          <p:nvPr/>
        </p:nvSpPr>
        <p:spPr>
          <a:xfrm>
            <a:off x="9788904" y="7680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0" name="Shape 6418"/>
          <p:cNvSpPr/>
          <p:nvPr/>
        </p:nvSpPr>
        <p:spPr>
          <a:xfrm>
            <a:off x="9676844" y="76526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1" name="Shape 6419"/>
          <p:cNvSpPr/>
          <p:nvPr/>
        </p:nvSpPr>
        <p:spPr>
          <a:xfrm>
            <a:off x="10095753" y="76223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2" name="Shape 6420"/>
          <p:cNvSpPr/>
          <p:nvPr/>
        </p:nvSpPr>
        <p:spPr>
          <a:xfrm>
            <a:off x="9856229" y="7664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3" name="Shape 6421"/>
          <p:cNvSpPr/>
          <p:nvPr/>
        </p:nvSpPr>
        <p:spPr>
          <a:xfrm>
            <a:off x="9822887" y="7706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4" name="Shape 6422"/>
          <p:cNvSpPr/>
          <p:nvPr/>
        </p:nvSpPr>
        <p:spPr>
          <a:xfrm>
            <a:off x="10071955" y="76535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5" name="Shape 6423"/>
          <p:cNvSpPr/>
          <p:nvPr/>
        </p:nvSpPr>
        <p:spPr>
          <a:xfrm>
            <a:off x="10022894" y="76875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6" name="Shape 6424"/>
          <p:cNvSpPr/>
          <p:nvPr/>
        </p:nvSpPr>
        <p:spPr>
          <a:xfrm>
            <a:off x="9715830" y="76577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7" name="Shape 6425"/>
          <p:cNvSpPr/>
          <p:nvPr/>
        </p:nvSpPr>
        <p:spPr>
          <a:xfrm>
            <a:off x="9792611" y="7625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8" name="Shape 6426"/>
          <p:cNvSpPr/>
          <p:nvPr/>
        </p:nvSpPr>
        <p:spPr>
          <a:xfrm>
            <a:off x="9836877" y="77008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9" name="Shape 6427"/>
          <p:cNvSpPr/>
          <p:nvPr/>
        </p:nvSpPr>
        <p:spPr>
          <a:xfrm>
            <a:off x="9799929" y="7676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0" name="Shape 6428"/>
          <p:cNvSpPr/>
          <p:nvPr/>
        </p:nvSpPr>
        <p:spPr>
          <a:xfrm>
            <a:off x="9956629" y="76476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1" name="Shape 6429"/>
          <p:cNvSpPr/>
          <p:nvPr/>
        </p:nvSpPr>
        <p:spPr>
          <a:xfrm>
            <a:off x="9835878" y="76514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2" name="Shape 6430"/>
          <p:cNvSpPr/>
          <p:nvPr/>
        </p:nvSpPr>
        <p:spPr>
          <a:xfrm>
            <a:off x="9733511" y="7646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3" name="Shape 6431"/>
          <p:cNvSpPr/>
          <p:nvPr/>
        </p:nvSpPr>
        <p:spPr>
          <a:xfrm>
            <a:off x="9757043" y="76331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4" name="Shape 6432"/>
          <p:cNvSpPr/>
          <p:nvPr/>
        </p:nvSpPr>
        <p:spPr>
          <a:xfrm>
            <a:off x="9676008" y="7695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5" name="Shape 6433"/>
          <p:cNvSpPr/>
          <p:nvPr/>
        </p:nvSpPr>
        <p:spPr>
          <a:xfrm>
            <a:off x="9882029" y="76280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6" name="Shape 6434"/>
          <p:cNvSpPr/>
          <p:nvPr/>
        </p:nvSpPr>
        <p:spPr>
          <a:xfrm>
            <a:off x="9817849" y="75756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7" name="Shape 6435"/>
          <p:cNvSpPr/>
          <p:nvPr/>
        </p:nvSpPr>
        <p:spPr>
          <a:xfrm>
            <a:off x="9672599" y="76178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8" name="Shape 6436"/>
          <p:cNvSpPr/>
          <p:nvPr/>
        </p:nvSpPr>
        <p:spPr>
          <a:xfrm>
            <a:off x="9881215" y="76730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9" name="Shape 6437"/>
          <p:cNvSpPr/>
          <p:nvPr/>
        </p:nvSpPr>
        <p:spPr>
          <a:xfrm>
            <a:off x="9892403" y="77314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0" name="Shape 6438"/>
          <p:cNvSpPr/>
          <p:nvPr/>
        </p:nvSpPr>
        <p:spPr>
          <a:xfrm>
            <a:off x="9800503" y="7630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1" name="Shape 6439"/>
          <p:cNvSpPr/>
          <p:nvPr/>
        </p:nvSpPr>
        <p:spPr>
          <a:xfrm>
            <a:off x="9786333" y="76722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2" name="Shape 6440"/>
          <p:cNvSpPr/>
          <p:nvPr/>
        </p:nvSpPr>
        <p:spPr>
          <a:xfrm>
            <a:off x="9942726" y="76450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3" name="Shape 6441"/>
          <p:cNvSpPr/>
          <p:nvPr/>
        </p:nvSpPr>
        <p:spPr>
          <a:xfrm>
            <a:off x="9702296" y="76362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4" name="Shape 6442"/>
          <p:cNvSpPr/>
          <p:nvPr/>
        </p:nvSpPr>
        <p:spPr>
          <a:xfrm>
            <a:off x="9816601" y="77231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5" name="Shape 6443"/>
          <p:cNvSpPr/>
          <p:nvPr/>
        </p:nvSpPr>
        <p:spPr>
          <a:xfrm>
            <a:off x="10029047" y="7602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6" name="Shape 6444"/>
          <p:cNvSpPr/>
          <p:nvPr/>
        </p:nvSpPr>
        <p:spPr>
          <a:xfrm>
            <a:off x="9914588" y="76496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7" name="Shape 6445"/>
          <p:cNvSpPr/>
          <p:nvPr/>
        </p:nvSpPr>
        <p:spPr>
          <a:xfrm>
            <a:off x="9976784" y="7650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8" name="Shape 6446"/>
          <p:cNvSpPr/>
          <p:nvPr/>
        </p:nvSpPr>
        <p:spPr>
          <a:xfrm>
            <a:off x="9854855" y="76052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9" name="Shape 6447"/>
          <p:cNvSpPr/>
          <p:nvPr/>
        </p:nvSpPr>
        <p:spPr>
          <a:xfrm>
            <a:off x="10054713" y="76509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0" name="Shape 6448"/>
          <p:cNvSpPr/>
          <p:nvPr/>
        </p:nvSpPr>
        <p:spPr>
          <a:xfrm>
            <a:off x="9735633" y="76255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1" name="Shape 6449"/>
          <p:cNvSpPr/>
          <p:nvPr/>
        </p:nvSpPr>
        <p:spPr>
          <a:xfrm>
            <a:off x="9882431" y="7643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2" name="Shape 6450"/>
          <p:cNvSpPr/>
          <p:nvPr/>
        </p:nvSpPr>
        <p:spPr>
          <a:xfrm>
            <a:off x="9949408" y="7648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3" name="Shape 6451"/>
          <p:cNvSpPr/>
          <p:nvPr/>
        </p:nvSpPr>
        <p:spPr>
          <a:xfrm>
            <a:off x="9701942" y="7673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4" name="Shape 6452"/>
          <p:cNvSpPr/>
          <p:nvPr/>
        </p:nvSpPr>
        <p:spPr>
          <a:xfrm>
            <a:off x="9879217" y="76000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5" name="Shape 6453"/>
          <p:cNvSpPr/>
          <p:nvPr/>
        </p:nvSpPr>
        <p:spPr>
          <a:xfrm>
            <a:off x="9807420" y="76572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6" name="Shape 6454"/>
          <p:cNvSpPr/>
          <p:nvPr/>
        </p:nvSpPr>
        <p:spPr>
          <a:xfrm>
            <a:off x="9678991" y="76336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7" name="Shape 6455"/>
          <p:cNvSpPr/>
          <p:nvPr/>
        </p:nvSpPr>
        <p:spPr>
          <a:xfrm>
            <a:off x="9947420" y="76269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8" name="Shape 6456"/>
          <p:cNvSpPr/>
          <p:nvPr/>
        </p:nvSpPr>
        <p:spPr>
          <a:xfrm>
            <a:off x="9956841" y="76401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9" name="Shape 6457"/>
          <p:cNvSpPr/>
          <p:nvPr/>
        </p:nvSpPr>
        <p:spPr>
          <a:xfrm>
            <a:off x="9785331" y="7645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0" name="Shape 6458"/>
          <p:cNvSpPr/>
          <p:nvPr/>
        </p:nvSpPr>
        <p:spPr>
          <a:xfrm>
            <a:off x="9883613" y="76680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1" name="Shape 6459"/>
          <p:cNvSpPr/>
          <p:nvPr/>
        </p:nvSpPr>
        <p:spPr>
          <a:xfrm>
            <a:off x="10046827" y="76507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2" name="Shape 6460"/>
          <p:cNvSpPr/>
          <p:nvPr/>
        </p:nvSpPr>
        <p:spPr>
          <a:xfrm>
            <a:off x="9913358" y="76823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3" name="Shape 6461"/>
          <p:cNvSpPr/>
          <p:nvPr/>
        </p:nvSpPr>
        <p:spPr>
          <a:xfrm>
            <a:off x="9864156" y="76377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4" name="Shape 6462"/>
          <p:cNvSpPr/>
          <p:nvPr/>
        </p:nvSpPr>
        <p:spPr>
          <a:xfrm>
            <a:off x="9726995" y="76123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5" name="Shape 6463"/>
          <p:cNvSpPr/>
          <p:nvPr/>
        </p:nvSpPr>
        <p:spPr>
          <a:xfrm>
            <a:off x="9893804" y="76585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6" name="Shape 6464"/>
          <p:cNvSpPr/>
          <p:nvPr/>
        </p:nvSpPr>
        <p:spPr>
          <a:xfrm>
            <a:off x="9991858" y="76769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7" name="Shape 6465"/>
          <p:cNvSpPr/>
          <p:nvPr/>
        </p:nvSpPr>
        <p:spPr>
          <a:xfrm>
            <a:off x="9839106" y="76105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8" name="Shape 6466"/>
          <p:cNvSpPr/>
          <p:nvPr/>
        </p:nvSpPr>
        <p:spPr>
          <a:xfrm>
            <a:off x="10067936" y="74145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9" name="Shape 6467"/>
          <p:cNvSpPr/>
          <p:nvPr/>
        </p:nvSpPr>
        <p:spPr>
          <a:xfrm>
            <a:off x="9907577" y="77365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0" name="Shape 6468"/>
          <p:cNvSpPr/>
          <p:nvPr/>
        </p:nvSpPr>
        <p:spPr>
          <a:xfrm>
            <a:off x="9699741" y="7544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1" name="Shape 6469"/>
          <p:cNvSpPr/>
          <p:nvPr/>
        </p:nvSpPr>
        <p:spPr>
          <a:xfrm>
            <a:off x="9834168" y="76318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2" name="Shape 6470"/>
          <p:cNvSpPr/>
          <p:nvPr/>
        </p:nvSpPr>
        <p:spPr>
          <a:xfrm>
            <a:off x="9981122" y="7628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3" name="Shape 6471"/>
          <p:cNvSpPr/>
          <p:nvPr/>
        </p:nvSpPr>
        <p:spPr>
          <a:xfrm>
            <a:off x="10062049" y="76948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4" name="Shape 6472"/>
          <p:cNvSpPr/>
          <p:nvPr/>
        </p:nvSpPr>
        <p:spPr>
          <a:xfrm>
            <a:off x="9811153" y="78241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5" name="Shape 6473"/>
          <p:cNvSpPr/>
          <p:nvPr/>
        </p:nvSpPr>
        <p:spPr>
          <a:xfrm>
            <a:off x="10057206" y="75801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6" name="Shape 6474"/>
          <p:cNvSpPr/>
          <p:nvPr/>
        </p:nvSpPr>
        <p:spPr>
          <a:xfrm>
            <a:off x="9814137" y="76251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7" name="Shape 6475"/>
          <p:cNvSpPr/>
          <p:nvPr/>
        </p:nvSpPr>
        <p:spPr>
          <a:xfrm>
            <a:off x="9930585" y="7689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8" name="Shape 6476"/>
          <p:cNvSpPr/>
          <p:nvPr/>
        </p:nvSpPr>
        <p:spPr>
          <a:xfrm>
            <a:off x="10083059" y="77084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9" name="Shape 6477"/>
          <p:cNvSpPr/>
          <p:nvPr/>
        </p:nvSpPr>
        <p:spPr>
          <a:xfrm>
            <a:off x="9691417" y="7867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0" name="Shape 6478"/>
          <p:cNvSpPr/>
          <p:nvPr/>
        </p:nvSpPr>
        <p:spPr>
          <a:xfrm>
            <a:off x="9691611" y="79371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1" name="Shape 6479"/>
          <p:cNvSpPr/>
          <p:nvPr/>
        </p:nvSpPr>
        <p:spPr>
          <a:xfrm>
            <a:off x="10079108" y="78211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2" name="Shape 6480"/>
          <p:cNvSpPr/>
          <p:nvPr/>
        </p:nvSpPr>
        <p:spPr>
          <a:xfrm>
            <a:off x="9780721" y="7969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3" name="Shape 6481"/>
          <p:cNvSpPr/>
          <p:nvPr/>
        </p:nvSpPr>
        <p:spPr>
          <a:xfrm>
            <a:off x="9917371" y="7927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4" name="Shape 6482"/>
          <p:cNvSpPr/>
          <p:nvPr/>
        </p:nvSpPr>
        <p:spPr>
          <a:xfrm>
            <a:off x="9671653" y="79118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5" name="Shape 6483"/>
          <p:cNvSpPr/>
          <p:nvPr/>
        </p:nvSpPr>
        <p:spPr>
          <a:xfrm>
            <a:off x="9906107" y="79889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6" name="Shape 6484"/>
          <p:cNvSpPr/>
          <p:nvPr/>
        </p:nvSpPr>
        <p:spPr>
          <a:xfrm>
            <a:off x="9866000" y="77747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7" name="Shape 6485"/>
          <p:cNvSpPr/>
          <p:nvPr/>
        </p:nvSpPr>
        <p:spPr>
          <a:xfrm>
            <a:off x="10026326" y="7586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8" name="Shape 6486"/>
          <p:cNvSpPr/>
          <p:nvPr/>
        </p:nvSpPr>
        <p:spPr>
          <a:xfrm>
            <a:off x="10006628" y="75582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9" name="Shape 6487"/>
          <p:cNvSpPr/>
          <p:nvPr/>
        </p:nvSpPr>
        <p:spPr>
          <a:xfrm>
            <a:off x="9696589" y="76221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0" name="Shape 6488"/>
          <p:cNvSpPr/>
          <p:nvPr/>
        </p:nvSpPr>
        <p:spPr>
          <a:xfrm>
            <a:off x="9794513" y="75171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1" name="Shape 6489"/>
          <p:cNvSpPr/>
          <p:nvPr/>
        </p:nvSpPr>
        <p:spPr>
          <a:xfrm>
            <a:off x="9859540" y="75127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2" name="Shape 6490"/>
          <p:cNvSpPr/>
          <p:nvPr/>
        </p:nvSpPr>
        <p:spPr>
          <a:xfrm>
            <a:off x="10052430" y="76796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3" name="Shape 6491"/>
          <p:cNvSpPr/>
          <p:nvPr/>
        </p:nvSpPr>
        <p:spPr>
          <a:xfrm>
            <a:off x="10052419" y="78349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4" name="Shape 6492"/>
          <p:cNvSpPr/>
          <p:nvPr/>
        </p:nvSpPr>
        <p:spPr>
          <a:xfrm>
            <a:off x="9705026" y="76561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5" name="Shape 6493"/>
          <p:cNvSpPr/>
          <p:nvPr/>
        </p:nvSpPr>
        <p:spPr>
          <a:xfrm>
            <a:off x="9864170" y="77306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6" name="Shape 6494"/>
          <p:cNvSpPr/>
          <p:nvPr/>
        </p:nvSpPr>
        <p:spPr>
          <a:xfrm>
            <a:off x="9933872" y="75613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7" name="Shape 6495"/>
          <p:cNvSpPr/>
          <p:nvPr/>
        </p:nvSpPr>
        <p:spPr>
          <a:xfrm>
            <a:off x="9980328" y="7360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8" name="Shape 6496"/>
          <p:cNvSpPr/>
          <p:nvPr/>
        </p:nvSpPr>
        <p:spPr>
          <a:xfrm>
            <a:off x="9886567" y="75783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9" name="Shape 6497"/>
          <p:cNvSpPr/>
          <p:nvPr/>
        </p:nvSpPr>
        <p:spPr>
          <a:xfrm>
            <a:off x="9814424" y="74059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0" name="Shape 6498"/>
          <p:cNvSpPr/>
          <p:nvPr/>
        </p:nvSpPr>
        <p:spPr>
          <a:xfrm>
            <a:off x="10082694" y="76564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1" name="Shape 6499"/>
          <p:cNvSpPr/>
          <p:nvPr/>
        </p:nvSpPr>
        <p:spPr>
          <a:xfrm>
            <a:off x="9975598" y="76747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2" name="Shape 6500"/>
          <p:cNvSpPr/>
          <p:nvPr/>
        </p:nvSpPr>
        <p:spPr>
          <a:xfrm>
            <a:off x="9985828" y="7489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3" name="Shape 6501"/>
          <p:cNvSpPr/>
          <p:nvPr/>
        </p:nvSpPr>
        <p:spPr>
          <a:xfrm>
            <a:off x="10002251" y="76569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4" name="Shape 6502"/>
          <p:cNvSpPr/>
          <p:nvPr/>
        </p:nvSpPr>
        <p:spPr>
          <a:xfrm>
            <a:off x="9690032" y="73696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5" name="Shape 6503"/>
          <p:cNvSpPr/>
          <p:nvPr/>
        </p:nvSpPr>
        <p:spPr>
          <a:xfrm>
            <a:off x="10001164" y="75854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6" name="Shape 6504"/>
          <p:cNvSpPr/>
          <p:nvPr/>
        </p:nvSpPr>
        <p:spPr>
          <a:xfrm>
            <a:off x="9956246" y="7605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7" name="Shape 6505"/>
          <p:cNvSpPr/>
          <p:nvPr/>
        </p:nvSpPr>
        <p:spPr>
          <a:xfrm>
            <a:off x="9908545" y="77079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8" name="Shape 6506"/>
          <p:cNvSpPr/>
          <p:nvPr/>
        </p:nvSpPr>
        <p:spPr>
          <a:xfrm>
            <a:off x="10093600" y="76256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9" name="Shape 6507"/>
          <p:cNvSpPr/>
          <p:nvPr/>
        </p:nvSpPr>
        <p:spPr>
          <a:xfrm>
            <a:off x="9694177" y="79612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0" name="Shape 6508"/>
          <p:cNvSpPr/>
          <p:nvPr/>
        </p:nvSpPr>
        <p:spPr>
          <a:xfrm>
            <a:off x="10093961" y="74724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1" name="Shape 6509"/>
          <p:cNvSpPr/>
          <p:nvPr/>
        </p:nvSpPr>
        <p:spPr>
          <a:xfrm>
            <a:off x="9837066" y="75860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2" name="Shape 6510"/>
          <p:cNvSpPr/>
          <p:nvPr/>
        </p:nvSpPr>
        <p:spPr>
          <a:xfrm>
            <a:off x="9834570" y="74657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3" name="Shape 6511"/>
          <p:cNvSpPr/>
          <p:nvPr/>
        </p:nvSpPr>
        <p:spPr>
          <a:xfrm>
            <a:off x="9950266" y="74356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4" name="Shape 6512"/>
          <p:cNvSpPr/>
          <p:nvPr/>
        </p:nvSpPr>
        <p:spPr>
          <a:xfrm>
            <a:off x="9884329" y="7471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5" name="Shape 6513"/>
          <p:cNvSpPr/>
          <p:nvPr/>
        </p:nvSpPr>
        <p:spPr>
          <a:xfrm>
            <a:off x="10012066" y="73532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6" name="Shape 6514"/>
          <p:cNvSpPr/>
          <p:nvPr/>
        </p:nvSpPr>
        <p:spPr>
          <a:xfrm>
            <a:off x="10043214" y="77925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7" name="Shape 6515"/>
          <p:cNvSpPr/>
          <p:nvPr/>
        </p:nvSpPr>
        <p:spPr>
          <a:xfrm>
            <a:off x="9808934" y="79680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8" name="Shape 6516"/>
          <p:cNvSpPr/>
          <p:nvPr/>
        </p:nvSpPr>
        <p:spPr>
          <a:xfrm>
            <a:off x="9754294" y="76356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9" name="Shape 6517"/>
          <p:cNvSpPr/>
          <p:nvPr/>
        </p:nvSpPr>
        <p:spPr>
          <a:xfrm>
            <a:off x="9858498" y="76577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0" name="Shape 6518"/>
          <p:cNvSpPr/>
          <p:nvPr/>
        </p:nvSpPr>
        <p:spPr>
          <a:xfrm>
            <a:off x="9880373" y="77374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1" name="Shape 6519"/>
          <p:cNvSpPr/>
          <p:nvPr/>
        </p:nvSpPr>
        <p:spPr>
          <a:xfrm>
            <a:off x="9962518" y="74109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2" name="Shape 6520"/>
          <p:cNvSpPr/>
          <p:nvPr/>
        </p:nvSpPr>
        <p:spPr>
          <a:xfrm>
            <a:off x="9684268" y="74518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3" name="Shape 6521"/>
          <p:cNvSpPr/>
          <p:nvPr/>
        </p:nvSpPr>
        <p:spPr>
          <a:xfrm>
            <a:off x="9986210" y="7628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4" name="Shape 6522"/>
          <p:cNvSpPr/>
          <p:nvPr/>
        </p:nvSpPr>
        <p:spPr>
          <a:xfrm>
            <a:off x="9982530" y="7420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5" name="Shape 6523"/>
          <p:cNvSpPr/>
          <p:nvPr/>
        </p:nvSpPr>
        <p:spPr>
          <a:xfrm>
            <a:off x="9930267" y="76603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6" name="Shape 6524"/>
          <p:cNvSpPr/>
          <p:nvPr/>
        </p:nvSpPr>
        <p:spPr>
          <a:xfrm>
            <a:off x="10074649" y="76980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7" name="Shape 6525"/>
          <p:cNvSpPr/>
          <p:nvPr/>
        </p:nvSpPr>
        <p:spPr>
          <a:xfrm>
            <a:off x="9735542" y="75712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8" name="Shape 6526"/>
          <p:cNvSpPr/>
          <p:nvPr/>
        </p:nvSpPr>
        <p:spPr>
          <a:xfrm>
            <a:off x="9883206" y="76046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9" name="Shape 6527"/>
          <p:cNvSpPr/>
          <p:nvPr/>
        </p:nvSpPr>
        <p:spPr>
          <a:xfrm>
            <a:off x="9701075" y="77193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0" name="Shape 6528"/>
          <p:cNvSpPr/>
          <p:nvPr/>
        </p:nvSpPr>
        <p:spPr>
          <a:xfrm>
            <a:off x="9987792" y="77349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1" name="Shape 6529"/>
          <p:cNvSpPr/>
          <p:nvPr/>
        </p:nvSpPr>
        <p:spPr>
          <a:xfrm>
            <a:off x="10046012" y="77858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2" name="Shape 6530"/>
          <p:cNvSpPr/>
          <p:nvPr/>
        </p:nvSpPr>
        <p:spPr>
          <a:xfrm>
            <a:off x="9817339" y="7879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3" name="Shape 6531"/>
          <p:cNvSpPr/>
          <p:nvPr/>
        </p:nvSpPr>
        <p:spPr>
          <a:xfrm>
            <a:off x="9788549" y="76711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4" name="Shape 6532"/>
          <p:cNvSpPr/>
          <p:nvPr/>
        </p:nvSpPr>
        <p:spPr>
          <a:xfrm>
            <a:off x="9803819" y="77943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5" name="Shape 6533"/>
          <p:cNvSpPr/>
          <p:nvPr/>
        </p:nvSpPr>
        <p:spPr>
          <a:xfrm>
            <a:off x="9824005" y="73750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6" name="Shape 6534"/>
          <p:cNvSpPr/>
          <p:nvPr/>
        </p:nvSpPr>
        <p:spPr>
          <a:xfrm>
            <a:off x="9857668" y="77177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7" name="Shape 6535"/>
          <p:cNvSpPr/>
          <p:nvPr/>
        </p:nvSpPr>
        <p:spPr>
          <a:xfrm>
            <a:off x="9738412" y="77354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8" name="Shape 6536"/>
          <p:cNvSpPr/>
          <p:nvPr/>
        </p:nvSpPr>
        <p:spPr>
          <a:xfrm>
            <a:off x="9835133" y="76953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9" name="Shape 6537"/>
          <p:cNvSpPr/>
          <p:nvPr/>
        </p:nvSpPr>
        <p:spPr>
          <a:xfrm>
            <a:off x="9808749" y="75260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0" name="Shape 6538"/>
          <p:cNvSpPr/>
          <p:nvPr/>
        </p:nvSpPr>
        <p:spPr>
          <a:xfrm>
            <a:off x="9969449" y="74413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1" name="Shape 6539"/>
          <p:cNvSpPr/>
          <p:nvPr/>
        </p:nvSpPr>
        <p:spPr>
          <a:xfrm>
            <a:off x="9751772" y="7238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2" name="Shape 6540"/>
          <p:cNvSpPr/>
          <p:nvPr/>
        </p:nvSpPr>
        <p:spPr>
          <a:xfrm>
            <a:off x="9863739" y="76167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3" name="Shape 6541"/>
          <p:cNvSpPr/>
          <p:nvPr/>
        </p:nvSpPr>
        <p:spPr>
          <a:xfrm>
            <a:off x="10018773" y="75677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4" name="Shape 6542"/>
          <p:cNvSpPr/>
          <p:nvPr/>
        </p:nvSpPr>
        <p:spPr>
          <a:xfrm>
            <a:off x="9949283" y="77104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5" name="Shape 6543"/>
          <p:cNvSpPr/>
          <p:nvPr/>
        </p:nvSpPr>
        <p:spPr>
          <a:xfrm>
            <a:off x="10042184" y="73866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6" name="Shape 6544"/>
          <p:cNvSpPr/>
          <p:nvPr/>
        </p:nvSpPr>
        <p:spPr>
          <a:xfrm>
            <a:off x="9734136" y="7700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7" name="Shape 6545"/>
          <p:cNvSpPr/>
          <p:nvPr/>
        </p:nvSpPr>
        <p:spPr>
          <a:xfrm>
            <a:off x="9863987" y="72842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8" name="Shape 6546"/>
          <p:cNvSpPr/>
          <p:nvPr/>
        </p:nvSpPr>
        <p:spPr>
          <a:xfrm>
            <a:off x="9794134" y="77173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9" name="Shape 6547"/>
          <p:cNvSpPr/>
          <p:nvPr/>
        </p:nvSpPr>
        <p:spPr>
          <a:xfrm>
            <a:off x="9926297" y="75617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0" name="Shape 6548"/>
          <p:cNvSpPr/>
          <p:nvPr/>
        </p:nvSpPr>
        <p:spPr>
          <a:xfrm>
            <a:off x="10093938" y="7395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1" name="Shape 6549"/>
          <p:cNvSpPr/>
          <p:nvPr/>
        </p:nvSpPr>
        <p:spPr>
          <a:xfrm>
            <a:off x="10078507" y="77730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2" name="Shape 6550"/>
          <p:cNvSpPr/>
          <p:nvPr/>
        </p:nvSpPr>
        <p:spPr>
          <a:xfrm>
            <a:off x="9813209" y="68978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3" name="Shape 6551"/>
          <p:cNvSpPr/>
          <p:nvPr/>
        </p:nvSpPr>
        <p:spPr>
          <a:xfrm>
            <a:off x="9747643" y="7338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4" name="Shape 6552"/>
          <p:cNvSpPr/>
          <p:nvPr/>
        </p:nvSpPr>
        <p:spPr>
          <a:xfrm>
            <a:off x="9783202" y="76927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5" name="Shape 6553"/>
          <p:cNvSpPr/>
          <p:nvPr/>
        </p:nvSpPr>
        <p:spPr>
          <a:xfrm>
            <a:off x="9781593" y="75156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6" name="Shape 6554"/>
          <p:cNvSpPr/>
          <p:nvPr/>
        </p:nvSpPr>
        <p:spPr>
          <a:xfrm>
            <a:off x="9792645" y="7504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7" name="Shape 6555"/>
          <p:cNvSpPr/>
          <p:nvPr/>
        </p:nvSpPr>
        <p:spPr>
          <a:xfrm>
            <a:off x="9843537" y="72472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8" name="Shape 6556"/>
          <p:cNvSpPr/>
          <p:nvPr/>
        </p:nvSpPr>
        <p:spPr>
          <a:xfrm>
            <a:off x="9766516" y="76062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9" name="Shape 6557"/>
          <p:cNvSpPr/>
          <p:nvPr/>
        </p:nvSpPr>
        <p:spPr>
          <a:xfrm>
            <a:off x="9902578" y="76288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0" name="Shape 6558"/>
          <p:cNvSpPr/>
          <p:nvPr/>
        </p:nvSpPr>
        <p:spPr>
          <a:xfrm>
            <a:off x="9861627" y="7578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1" name="Shape 6559"/>
          <p:cNvSpPr/>
          <p:nvPr/>
        </p:nvSpPr>
        <p:spPr>
          <a:xfrm>
            <a:off x="10064830" y="75059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2" name="Shape 6560"/>
          <p:cNvSpPr/>
          <p:nvPr/>
        </p:nvSpPr>
        <p:spPr>
          <a:xfrm>
            <a:off x="10053547" y="73369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3" name="Shape 6561"/>
          <p:cNvSpPr/>
          <p:nvPr/>
        </p:nvSpPr>
        <p:spPr>
          <a:xfrm>
            <a:off x="9946592" y="7619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4" name="Shape 6562"/>
          <p:cNvSpPr/>
          <p:nvPr/>
        </p:nvSpPr>
        <p:spPr>
          <a:xfrm>
            <a:off x="9882996" y="75166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5" name="Shape 6563"/>
          <p:cNvSpPr/>
          <p:nvPr/>
        </p:nvSpPr>
        <p:spPr>
          <a:xfrm>
            <a:off x="10012889" y="75050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6" name="Shape 6564"/>
          <p:cNvSpPr/>
          <p:nvPr/>
        </p:nvSpPr>
        <p:spPr>
          <a:xfrm>
            <a:off x="9984748" y="73110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7" name="Shape 6565"/>
          <p:cNvSpPr/>
          <p:nvPr/>
        </p:nvSpPr>
        <p:spPr>
          <a:xfrm>
            <a:off x="9812286" y="73660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8" name="Shape 6566"/>
          <p:cNvSpPr/>
          <p:nvPr/>
        </p:nvSpPr>
        <p:spPr>
          <a:xfrm>
            <a:off x="10100406" y="72361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9" name="Shape 6567"/>
          <p:cNvSpPr/>
          <p:nvPr/>
        </p:nvSpPr>
        <p:spPr>
          <a:xfrm>
            <a:off x="9875074" y="74543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0" name="Shape 6568"/>
          <p:cNvSpPr/>
          <p:nvPr/>
        </p:nvSpPr>
        <p:spPr>
          <a:xfrm>
            <a:off x="9738891" y="7339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1" name="Shape 6569"/>
          <p:cNvSpPr/>
          <p:nvPr/>
        </p:nvSpPr>
        <p:spPr>
          <a:xfrm>
            <a:off x="9882848" y="74065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2" name="Shape 6570"/>
          <p:cNvSpPr/>
          <p:nvPr/>
        </p:nvSpPr>
        <p:spPr>
          <a:xfrm>
            <a:off x="9985643" y="72201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3" name="Shape 6571"/>
          <p:cNvSpPr/>
          <p:nvPr/>
        </p:nvSpPr>
        <p:spPr>
          <a:xfrm>
            <a:off x="10091524" y="73238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4" name="Shape 6572"/>
          <p:cNvSpPr/>
          <p:nvPr/>
        </p:nvSpPr>
        <p:spPr>
          <a:xfrm>
            <a:off x="9778346" y="74284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5" name="Shape 6573"/>
          <p:cNvSpPr/>
          <p:nvPr/>
        </p:nvSpPr>
        <p:spPr>
          <a:xfrm>
            <a:off x="9706576" y="73015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6" name="Shape 6574"/>
          <p:cNvSpPr/>
          <p:nvPr/>
        </p:nvSpPr>
        <p:spPr>
          <a:xfrm>
            <a:off x="9863560" y="7344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7" name="Shape 6575"/>
          <p:cNvSpPr/>
          <p:nvPr/>
        </p:nvSpPr>
        <p:spPr>
          <a:xfrm>
            <a:off x="10018318" y="74348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8" name="Shape 6576"/>
          <p:cNvSpPr/>
          <p:nvPr/>
        </p:nvSpPr>
        <p:spPr>
          <a:xfrm>
            <a:off x="9765648" y="7457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9" name="Shape 6577"/>
          <p:cNvSpPr/>
          <p:nvPr/>
        </p:nvSpPr>
        <p:spPr>
          <a:xfrm>
            <a:off x="9848054" y="73394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0" name="Shape 6578"/>
          <p:cNvSpPr/>
          <p:nvPr/>
        </p:nvSpPr>
        <p:spPr>
          <a:xfrm>
            <a:off x="9676246" y="7322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1" name="Shape 6579"/>
          <p:cNvSpPr/>
          <p:nvPr/>
        </p:nvSpPr>
        <p:spPr>
          <a:xfrm>
            <a:off x="9962241" y="75357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2" name="Shape 6580"/>
          <p:cNvSpPr/>
          <p:nvPr/>
        </p:nvSpPr>
        <p:spPr>
          <a:xfrm>
            <a:off x="9952875" y="73298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3" name="Shape 6581"/>
          <p:cNvSpPr/>
          <p:nvPr/>
        </p:nvSpPr>
        <p:spPr>
          <a:xfrm>
            <a:off x="10003624" y="73061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4" name="Shape 6582"/>
          <p:cNvSpPr/>
          <p:nvPr/>
        </p:nvSpPr>
        <p:spPr>
          <a:xfrm>
            <a:off x="9811306" y="73846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5" name="Shape 6583"/>
          <p:cNvSpPr/>
          <p:nvPr/>
        </p:nvSpPr>
        <p:spPr>
          <a:xfrm>
            <a:off x="9910452" y="74015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6" name="Shape 6584"/>
          <p:cNvSpPr/>
          <p:nvPr/>
        </p:nvSpPr>
        <p:spPr>
          <a:xfrm>
            <a:off x="9906093" y="73258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7" name="Shape 6585"/>
          <p:cNvSpPr/>
          <p:nvPr/>
        </p:nvSpPr>
        <p:spPr>
          <a:xfrm>
            <a:off x="10098985" y="74826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8" name="Shape 6586"/>
          <p:cNvSpPr/>
          <p:nvPr/>
        </p:nvSpPr>
        <p:spPr>
          <a:xfrm>
            <a:off x="10091955" y="72977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9" name="Shape 6587"/>
          <p:cNvSpPr/>
          <p:nvPr/>
        </p:nvSpPr>
        <p:spPr>
          <a:xfrm>
            <a:off x="9846167" y="74778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0" name="Shape 6588"/>
          <p:cNvSpPr/>
          <p:nvPr/>
        </p:nvSpPr>
        <p:spPr>
          <a:xfrm>
            <a:off x="10046773" y="7467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1" name="Shape 6589"/>
          <p:cNvSpPr/>
          <p:nvPr/>
        </p:nvSpPr>
        <p:spPr>
          <a:xfrm>
            <a:off x="9977453" y="72090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2" name="Shape 6590"/>
          <p:cNvSpPr/>
          <p:nvPr/>
        </p:nvSpPr>
        <p:spPr>
          <a:xfrm>
            <a:off x="9883262" y="7304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3" name="Shape 6591"/>
          <p:cNvSpPr/>
          <p:nvPr/>
        </p:nvSpPr>
        <p:spPr>
          <a:xfrm>
            <a:off x="9793317" y="74317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4" name="Shape 6592"/>
          <p:cNvSpPr/>
          <p:nvPr/>
        </p:nvSpPr>
        <p:spPr>
          <a:xfrm>
            <a:off x="9940729" y="73960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5" name="Shape 6593"/>
          <p:cNvSpPr/>
          <p:nvPr/>
        </p:nvSpPr>
        <p:spPr>
          <a:xfrm>
            <a:off x="9935771" y="73219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6" name="Shape 6594"/>
          <p:cNvSpPr/>
          <p:nvPr/>
        </p:nvSpPr>
        <p:spPr>
          <a:xfrm>
            <a:off x="9894557" y="7415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7" name="Shape 6595"/>
          <p:cNvSpPr/>
          <p:nvPr/>
        </p:nvSpPr>
        <p:spPr>
          <a:xfrm>
            <a:off x="9829568" y="73274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8" name="Shape 6596"/>
          <p:cNvSpPr/>
          <p:nvPr/>
        </p:nvSpPr>
        <p:spPr>
          <a:xfrm>
            <a:off x="10087418" y="74935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9" name="Shape 6597"/>
          <p:cNvSpPr/>
          <p:nvPr/>
        </p:nvSpPr>
        <p:spPr>
          <a:xfrm>
            <a:off x="10096768" y="73840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0" name="Shape 6598"/>
          <p:cNvSpPr/>
          <p:nvPr/>
        </p:nvSpPr>
        <p:spPr>
          <a:xfrm>
            <a:off x="9733186" y="7227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1" name="Shape 6599"/>
          <p:cNvSpPr/>
          <p:nvPr/>
        </p:nvSpPr>
        <p:spPr>
          <a:xfrm>
            <a:off x="10015526" y="73895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2" name="Shape 6600"/>
          <p:cNvSpPr/>
          <p:nvPr/>
        </p:nvSpPr>
        <p:spPr>
          <a:xfrm>
            <a:off x="9921929" y="77537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3" name="Shape 6601"/>
          <p:cNvSpPr/>
          <p:nvPr/>
        </p:nvSpPr>
        <p:spPr>
          <a:xfrm>
            <a:off x="9725743" y="75779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4" name="Shape 6602"/>
          <p:cNvSpPr/>
          <p:nvPr/>
        </p:nvSpPr>
        <p:spPr>
          <a:xfrm>
            <a:off x="9675404" y="75681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5" name="Shape 6603"/>
          <p:cNvSpPr/>
          <p:nvPr/>
        </p:nvSpPr>
        <p:spPr>
          <a:xfrm>
            <a:off x="10077163" y="7605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6" name="Shape 6604"/>
          <p:cNvSpPr/>
          <p:nvPr/>
        </p:nvSpPr>
        <p:spPr>
          <a:xfrm>
            <a:off x="9784536" y="7336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7" name="Shape 6605"/>
          <p:cNvSpPr/>
          <p:nvPr/>
        </p:nvSpPr>
        <p:spPr>
          <a:xfrm>
            <a:off x="10059157" y="73317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8" name="Shape 6606"/>
          <p:cNvSpPr/>
          <p:nvPr/>
        </p:nvSpPr>
        <p:spPr>
          <a:xfrm>
            <a:off x="9774986" y="74442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9" name="Shape 6607"/>
          <p:cNvSpPr/>
          <p:nvPr/>
        </p:nvSpPr>
        <p:spPr>
          <a:xfrm>
            <a:off x="9987229" y="75235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0" name="Shape 6608"/>
          <p:cNvSpPr/>
          <p:nvPr/>
        </p:nvSpPr>
        <p:spPr>
          <a:xfrm>
            <a:off x="10035249" y="72461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1" name="Shape 6609"/>
          <p:cNvSpPr/>
          <p:nvPr/>
        </p:nvSpPr>
        <p:spPr>
          <a:xfrm>
            <a:off x="10076975" y="72541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2" name="Shape 6610"/>
          <p:cNvSpPr/>
          <p:nvPr/>
        </p:nvSpPr>
        <p:spPr>
          <a:xfrm>
            <a:off x="9720107" y="73927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3" name="Shape 6611"/>
          <p:cNvSpPr/>
          <p:nvPr/>
        </p:nvSpPr>
        <p:spPr>
          <a:xfrm>
            <a:off x="9933074" y="72366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4" name="Shape 6612"/>
          <p:cNvSpPr/>
          <p:nvPr/>
        </p:nvSpPr>
        <p:spPr>
          <a:xfrm>
            <a:off x="9810386" y="72430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5" name="Shape 6613"/>
          <p:cNvSpPr/>
          <p:nvPr/>
        </p:nvSpPr>
        <p:spPr>
          <a:xfrm>
            <a:off x="9832213" y="74297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6" name="Shape 6614"/>
          <p:cNvSpPr/>
          <p:nvPr/>
        </p:nvSpPr>
        <p:spPr>
          <a:xfrm>
            <a:off x="9802692" y="76925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7" name="Shape 6615"/>
          <p:cNvSpPr/>
          <p:nvPr/>
        </p:nvSpPr>
        <p:spPr>
          <a:xfrm>
            <a:off x="9948917" y="78210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8" name="Shape 6616"/>
          <p:cNvSpPr/>
          <p:nvPr/>
        </p:nvSpPr>
        <p:spPr>
          <a:xfrm>
            <a:off x="10025545" y="75109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9" name="Shape 6617"/>
          <p:cNvSpPr/>
          <p:nvPr/>
        </p:nvSpPr>
        <p:spPr>
          <a:xfrm>
            <a:off x="9813590" y="7455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0" name="Shape 6618"/>
          <p:cNvSpPr/>
          <p:nvPr/>
        </p:nvSpPr>
        <p:spPr>
          <a:xfrm>
            <a:off x="10061853" y="74458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1" name="Shape 6619"/>
          <p:cNvSpPr/>
          <p:nvPr/>
        </p:nvSpPr>
        <p:spPr>
          <a:xfrm>
            <a:off x="9681724" y="74329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2" name="Shape 6620"/>
          <p:cNvSpPr/>
          <p:nvPr/>
        </p:nvSpPr>
        <p:spPr>
          <a:xfrm>
            <a:off x="10082992" y="75850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3" name="Shape 6621"/>
          <p:cNvSpPr/>
          <p:nvPr/>
        </p:nvSpPr>
        <p:spPr>
          <a:xfrm>
            <a:off x="9732123" y="78042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4" name="Shape 6622"/>
          <p:cNvSpPr/>
          <p:nvPr/>
        </p:nvSpPr>
        <p:spPr>
          <a:xfrm>
            <a:off x="9933755" y="78424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5" name="Shape 6623"/>
          <p:cNvSpPr/>
          <p:nvPr/>
        </p:nvSpPr>
        <p:spPr>
          <a:xfrm>
            <a:off x="9675770" y="77714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6" name="Shape 6624"/>
          <p:cNvSpPr/>
          <p:nvPr/>
        </p:nvSpPr>
        <p:spPr>
          <a:xfrm>
            <a:off x="9779007" y="79123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7" name="Shape 6625"/>
          <p:cNvSpPr/>
          <p:nvPr/>
        </p:nvSpPr>
        <p:spPr>
          <a:xfrm>
            <a:off x="9930105" y="78157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8" name="Shape 6626"/>
          <p:cNvSpPr/>
          <p:nvPr/>
        </p:nvSpPr>
        <p:spPr>
          <a:xfrm>
            <a:off x="9769414" y="78320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9" name="Shape 6627"/>
          <p:cNvSpPr/>
          <p:nvPr/>
        </p:nvSpPr>
        <p:spPr>
          <a:xfrm>
            <a:off x="9976268" y="78787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0" name="Shape 6628"/>
          <p:cNvSpPr/>
          <p:nvPr/>
        </p:nvSpPr>
        <p:spPr>
          <a:xfrm>
            <a:off x="9895188" y="78389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1" name="Shape 6629"/>
          <p:cNvSpPr/>
          <p:nvPr/>
        </p:nvSpPr>
        <p:spPr>
          <a:xfrm>
            <a:off x="9956080" y="78489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2" name="Shape 6630"/>
          <p:cNvSpPr/>
          <p:nvPr/>
        </p:nvSpPr>
        <p:spPr>
          <a:xfrm>
            <a:off x="9759519" y="78012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3" name="Shape 6631"/>
          <p:cNvSpPr/>
          <p:nvPr/>
        </p:nvSpPr>
        <p:spPr>
          <a:xfrm>
            <a:off x="9802728" y="78953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4" name="Shape 6632"/>
          <p:cNvSpPr/>
          <p:nvPr/>
        </p:nvSpPr>
        <p:spPr>
          <a:xfrm>
            <a:off x="9887071" y="78768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5" name="Shape 6633"/>
          <p:cNvSpPr/>
          <p:nvPr/>
        </p:nvSpPr>
        <p:spPr>
          <a:xfrm>
            <a:off x="9783125" y="75232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6" name="Shape 6634"/>
          <p:cNvSpPr/>
          <p:nvPr/>
        </p:nvSpPr>
        <p:spPr>
          <a:xfrm>
            <a:off x="9839216" y="76808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7" name="Shape 6635"/>
          <p:cNvSpPr/>
          <p:nvPr/>
        </p:nvSpPr>
        <p:spPr>
          <a:xfrm>
            <a:off x="10031067" y="74801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8" name="Shape 6636"/>
          <p:cNvSpPr/>
          <p:nvPr/>
        </p:nvSpPr>
        <p:spPr>
          <a:xfrm>
            <a:off x="9951935" y="75183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9" name="Shape 6637"/>
          <p:cNvSpPr/>
          <p:nvPr/>
        </p:nvSpPr>
        <p:spPr>
          <a:xfrm>
            <a:off x="9945785" y="74987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0" name="Shape 6638"/>
          <p:cNvSpPr/>
          <p:nvPr/>
        </p:nvSpPr>
        <p:spPr>
          <a:xfrm>
            <a:off x="10045867" y="7623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1" name="Shape 6639"/>
          <p:cNvSpPr/>
          <p:nvPr/>
        </p:nvSpPr>
        <p:spPr>
          <a:xfrm>
            <a:off x="9948148" y="7503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2" name="Shape 6640"/>
          <p:cNvSpPr/>
          <p:nvPr/>
        </p:nvSpPr>
        <p:spPr>
          <a:xfrm>
            <a:off x="9868543" y="74816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3" name="Shape 6641"/>
          <p:cNvSpPr/>
          <p:nvPr/>
        </p:nvSpPr>
        <p:spPr>
          <a:xfrm>
            <a:off x="10064130" y="75740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4" name="Shape 6642"/>
          <p:cNvSpPr/>
          <p:nvPr/>
        </p:nvSpPr>
        <p:spPr>
          <a:xfrm>
            <a:off x="9727652" y="7441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5" name="Shape 6643"/>
          <p:cNvSpPr/>
          <p:nvPr/>
        </p:nvSpPr>
        <p:spPr>
          <a:xfrm>
            <a:off x="10036874" y="74591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6" name="Shape 6644"/>
          <p:cNvSpPr/>
          <p:nvPr/>
        </p:nvSpPr>
        <p:spPr>
          <a:xfrm>
            <a:off x="9929121" y="74199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7" name="Shape 6645"/>
          <p:cNvSpPr/>
          <p:nvPr/>
        </p:nvSpPr>
        <p:spPr>
          <a:xfrm>
            <a:off x="9897131" y="7602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8" name="Shape 6646"/>
          <p:cNvSpPr/>
          <p:nvPr/>
        </p:nvSpPr>
        <p:spPr>
          <a:xfrm>
            <a:off x="9773917" y="72794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9" name="Shape 6647"/>
          <p:cNvSpPr/>
          <p:nvPr/>
        </p:nvSpPr>
        <p:spPr>
          <a:xfrm>
            <a:off x="9699861" y="72729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0" name="Shape 6648"/>
          <p:cNvSpPr/>
          <p:nvPr/>
        </p:nvSpPr>
        <p:spPr>
          <a:xfrm>
            <a:off x="10051947" y="72699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1" name="Shape 6649"/>
          <p:cNvSpPr/>
          <p:nvPr/>
        </p:nvSpPr>
        <p:spPr>
          <a:xfrm>
            <a:off x="10024015" y="7260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2" name="Shape 6650"/>
          <p:cNvSpPr/>
          <p:nvPr/>
        </p:nvSpPr>
        <p:spPr>
          <a:xfrm>
            <a:off x="9746240" y="72789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3" name="Shape 6651"/>
          <p:cNvSpPr/>
          <p:nvPr/>
        </p:nvSpPr>
        <p:spPr>
          <a:xfrm>
            <a:off x="9718972" y="72695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4" name="Shape 6652"/>
          <p:cNvSpPr/>
          <p:nvPr/>
        </p:nvSpPr>
        <p:spPr>
          <a:xfrm>
            <a:off x="9855943" y="7714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5" name="Shape 6653"/>
          <p:cNvSpPr/>
          <p:nvPr/>
        </p:nvSpPr>
        <p:spPr>
          <a:xfrm>
            <a:off x="10028313" y="77907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6" name="Shape 6654"/>
          <p:cNvSpPr/>
          <p:nvPr/>
        </p:nvSpPr>
        <p:spPr>
          <a:xfrm>
            <a:off x="9705712" y="75628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7" name="Shape 6655"/>
          <p:cNvSpPr/>
          <p:nvPr/>
        </p:nvSpPr>
        <p:spPr>
          <a:xfrm>
            <a:off x="10086713" y="74236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8" name="Shape 6656"/>
          <p:cNvSpPr/>
          <p:nvPr/>
        </p:nvSpPr>
        <p:spPr>
          <a:xfrm>
            <a:off x="9935879" y="75859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9" name="Shape 6657"/>
          <p:cNvSpPr/>
          <p:nvPr/>
        </p:nvSpPr>
        <p:spPr>
          <a:xfrm>
            <a:off x="9931956" y="76260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0" name="Shape 6658"/>
          <p:cNvSpPr/>
          <p:nvPr/>
        </p:nvSpPr>
        <p:spPr>
          <a:xfrm>
            <a:off x="9671347" y="7633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1" name="Shape 6659"/>
          <p:cNvSpPr/>
          <p:nvPr/>
        </p:nvSpPr>
        <p:spPr>
          <a:xfrm>
            <a:off x="9782538" y="77366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2" name="Shape 6660"/>
          <p:cNvSpPr/>
          <p:nvPr/>
        </p:nvSpPr>
        <p:spPr>
          <a:xfrm>
            <a:off x="9840059" y="77194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3" name="Shape 6661"/>
          <p:cNvSpPr/>
          <p:nvPr/>
        </p:nvSpPr>
        <p:spPr>
          <a:xfrm>
            <a:off x="9727418" y="76694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4" name="Shape 6662"/>
          <p:cNvSpPr/>
          <p:nvPr/>
        </p:nvSpPr>
        <p:spPr>
          <a:xfrm>
            <a:off x="9736158" y="75619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5" name="Shape 6663"/>
          <p:cNvSpPr/>
          <p:nvPr/>
        </p:nvSpPr>
        <p:spPr>
          <a:xfrm>
            <a:off x="9754529" y="78343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6" name="Shape 6664"/>
          <p:cNvSpPr/>
          <p:nvPr/>
        </p:nvSpPr>
        <p:spPr>
          <a:xfrm>
            <a:off x="9909282" y="7733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7" name="Shape 6665"/>
          <p:cNvSpPr/>
          <p:nvPr/>
        </p:nvSpPr>
        <p:spPr>
          <a:xfrm>
            <a:off x="10027990" y="78166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8" name="Shape 6666"/>
          <p:cNvSpPr/>
          <p:nvPr/>
        </p:nvSpPr>
        <p:spPr>
          <a:xfrm>
            <a:off x="9852901" y="79024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9" name="Shape 6667"/>
          <p:cNvSpPr/>
          <p:nvPr/>
        </p:nvSpPr>
        <p:spPr>
          <a:xfrm>
            <a:off x="10092899" y="7802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0" name="Shape 6668"/>
          <p:cNvSpPr/>
          <p:nvPr/>
        </p:nvSpPr>
        <p:spPr>
          <a:xfrm>
            <a:off x="9828521" y="73444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1" name="Shape 6669"/>
          <p:cNvSpPr/>
          <p:nvPr/>
        </p:nvSpPr>
        <p:spPr>
          <a:xfrm>
            <a:off x="9961957" y="73560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2" name="Shape 6670"/>
          <p:cNvSpPr/>
          <p:nvPr/>
        </p:nvSpPr>
        <p:spPr>
          <a:xfrm>
            <a:off x="9794801" y="76735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3" name="Shape 6671"/>
          <p:cNvSpPr/>
          <p:nvPr/>
        </p:nvSpPr>
        <p:spPr>
          <a:xfrm>
            <a:off x="9870290" y="77558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4" name="Shape 6672"/>
          <p:cNvSpPr/>
          <p:nvPr/>
        </p:nvSpPr>
        <p:spPr>
          <a:xfrm>
            <a:off x="9768328" y="7724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5" name="Shape 6673"/>
          <p:cNvSpPr/>
          <p:nvPr/>
        </p:nvSpPr>
        <p:spPr>
          <a:xfrm>
            <a:off x="9670843" y="7273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6" name="Shape 6674"/>
          <p:cNvSpPr/>
          <p:nvPr/>
        </p:nvSpPr>
        <p:spPr>
          <a:xfrm>
            <a:off x="10034228" y="73729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7" name="Shape 6675"/>
          <p:cNvSpPr/>
          <p:nvPr/>
        </p:nvSpPr>
        <p:spPr>
          <a:xfrm>
            <a:off x="9789273" y="7397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8" name="Shape 6676"/>
          <p:cNvSpPr/>
          <p:nvPr/>
        </p:nvSpPr>
        <p:spPr>
          <a:xfrm>
            <a:off x="9837114" y="74432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9" name="Shape 6677"/>
          <p:cNvSpPr/>
          <p:nvPr/>
        </p:nvSpPr>
        <p:spPr>
          <a:xfrm>
            <a:off x="10096739" y="75033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0" name="Shape 6678"/>
          <p:cNvSpPr/>
          <p:nvPr/>
        </p:nvSpPr>
        <p:spPr>
          <a:xfrm>
            <a:off x="9945809" y="71851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1" name="Shape 6679"/>
          <p:cNvSpPr/>
          <p:nvPr/>
        </p:nvSpPr>
        <p:spPr>
          <a:xfrm>
            <a:off x="10017567" y="7076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2" name="Shape 6680"/>
          <p:cNvSpPr/>
          <p:nvPr/>
        </p:nvSpPr>
        <p:spPr>
          <a:xfrm>
            <a:off x="9946740" y="7537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3" name="Shape 6681"/>
          <p:cNvSpPr/>
          <p:nvPr/>
        </p:nvSpPr>
        <p:spPr>
          <a:xfrm>
            <a:off x="9735916" y="74957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4" name="Shape 6682"/>
          <p:cNvSpPr/>
          <p:nvPr/>
        </p:nvSpPr>
        <p:spPr>
          <a:xfrm>
            <a:off x="9957178" y="75992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5" name="Shape 6683"/>
          <p:cNvSpPr/>
          <p:nvPr/>
        </p:nvSpPr>
        <p:spPr>
          <a:xfrm>
            <a:off x="9825104" y="7122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6" name="Shape 6684"/>
          <p:cNvSpPr/>
          <p:nvPr/>
        </p:nvSpPr>
        <p:spPr>
          <a:xfrm>
            <a:off x="9781549" y="75406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7" name="Shape 6685"/>
          <p:cNvSpPr/>
          <p:nvPr/>
        </p:nvSpPr>
        <p:spPr>
          <a:xfrm>
            <a:off x="9973667" y="77056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8" name="Shape 6686"/>
          <p:cNvSpPr/>
          <p:nvPr/>
        </p:nvSpPr>
        <p:spPr>
          <a:xfrm>
            <a:off x="9932083" y="7809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9" name="Shape 6687"/>
          <p:cNvSpPr/>
          <p:nvPr/>
        </p:nvSpPr>
        <p:spPr>
          <a:xfrm>
            <a:off x="9727411" y="76487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0" name="Shape 6688"/>
          <p:cNvSpPr/>
          <p:nvPr/>
        </p:nvSpPr>
        <p:spPr>
          <a:xfrm>
            <a:off x="9796625" y="7472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1" name="Shape 6689"/>
          <p:cNvSpPr/>
          <p:nvPr/>
        </p:nvSpPr>
        <p:spPr>
          <a:xfrm>
            <a:off x="9755903" y="76254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2" name="Shape 6690"/>
          <p:cNvSpPr/>
          <p:nvPr/>
        </p:nvSpPr>
        <p:spPr>
          <a:xfrm>
            <a:off x="9974073" y="77507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3" name="Shape 6691"/>
          <p:cNvSpPr/>
          <p:nvPr/>
        </p:nvSpPr>
        <p:spPr>
          <a:xfrm>
            <a:off x="9891691" y="76041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4" name="Shape 6692"/>
          <p:cNvSpPr/>
          <p:nvPr/>
        </p:nvSpPr>
        <p:spPr>
          <a:xfrm>
            <a:off x="9766558" y="78234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5" name="Shape 6693"/>
          <p:cNvSpPr/>
          <p:nvPr/>
        </p:nvSpPr>
        <p:spPr>
          <a:xfrm>
            <a:off x="9923773" y="77209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6" name="Shape 6694"/>
          <p:cNvSpPr/>
          <p:nvPr/>
        </p:nvSpPr>
        <p:spPr>
          <a:xfrm>
            <a:off x="9728703" y="77334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7" name="Shape 6695"/>
          <p:cNvSpPr/>
          <p:nvPr/>
        </p:nvSpPr>
        <p:spPr>
          <a:xfrm>
            <a:off x="9919693" y="77399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8" name="Shape 6696"/>
          <p:cNvSpPr/>
          <p:nvPr/>
        </p:nvSpPr>
        <p:spPr>
          <a:xfrm>
            <a:off x="9898338" y="77541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9" name="Shape 6697"/>
          <p:cNvSpPr/>
          <p:nvPr/>
        </p:nvSpPr>
        <p:spPr>
          <a:xfrm>
            <a:off x="9895102" y="73934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0" name="Shape 6698"/>
          <p:cNvSpPr/>
          <p:nvPr/>
        </p:nvSpPr>
        <p:spPr>
          <a:xfrm>
            <a:off x="9721543" y="76174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1" name="Shape 6699"/>
          <p:cNvSpPr/>
          <p:nvPr/>
        </p:nvSpPr>
        <p:spPr>
          <a:xfrm>
            <a:off x="9952170" y="74382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2" name="Shape 6700"/>
          <p:cNvSpPr/>
          <p:nvPr/>
        </p:nvSpPr>
        <p:spPr>
          <a:xfrm>
            <a:off x="9746450" y="7456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3" name="Shape 6701"/>
          <p:cNvSpPr/>
          <p:nvPr/>
        </p:nvSpPr>
        <p:spPr>
          <a:xfrm>
            <a:off x="10079951" y="73334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4" name="Shape 6702"/>
          <p:cNvSpPr/>
          <p:nvPr/>
        </p:nvSpPr>
        <p:spPr>
          <a:xfrm>
            <a:off x="9750688" y="7493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5" name="Shape 6703"/>
          <p:cNvSpPr/>
          <p:nvPr/>
        </p:nvSpPr>
        <p:spPr>
          <a:xfrm>
            <a:off x="9990266" y="7609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6" name="Shape 6704"/>
          <p:cNvSpPr/>
          <p:nvPr/>
        </p:nvSpPr>
        <p:spPr>
          <a:xfrm>
            <a:off x="10001035" y="74443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7" name="Shape 6705"/>
          <p:cNvSpPr/>
          <p:nvPr/>
        </p:nvSpPr>
        <p:spPr>
          <a:xfrm>
            <a:off x="9972319" y="73569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8" name="Shape 6706"/>
          <p:cNvSpPr/>
          <p:nvPr/>
        </p:nvSpPr>
        <p:spPr>
          <a:xfrm>
            <a:off x="9690423" y="7622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9" name="Shape 6707"/>
          <p:cNvSpPr/>
          <p:nvPr/>
        </p:nvSpPr>
        <p:spPr>
          <a:xfrm>
            <a:off x="9846711" y="75619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0" name="Shape 6708"/>
          <p:cNvSpPr/>
          <p:nvPr/>
        </p:nvSpPr>
        <p:spPr>
          <a:xfrm>
            <a:off x="9930743" y="7612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1" name="Shape 6709"/>
          <p:cNvSpPr/>
          <p:nvPr/>
        </p:nvSpPr>
        <p:spPr>
          <a:xfrm>
            <a:off x="9918052" y="7645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2" name="Shape 6710"/>
          <p:cNvSpPr/>
          <p:nvPr/>
        </p:nvSpPr>
        <p:spPr>
          <a:xfrm>
            <a:off x="9986435" y="76088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3" name="Shape 6711"/>
          <p:cNvSpPr/>
          <p:nvPr/>
        </p:nvSpPr>
        <p:spPr>
          <a:xfrm>
            <a:off x="9723417" y="76559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4" name="Shape 6712"/>
          <p:cNvSpPr/>
          <p:nvPr/>
        </p:nvSpPr>
        <p:spPr>
          <a:xfrm>
            <a:off x="9904185" y="74757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5" name="Shape 6713"/>
          <p:cNvSpPr/>
          <p:nvPr/>
        </p:nvSpPr>
        <p:spPr>
          <a:xfrm>
            <a:off x="9677554" y="73750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6" name="Shape 6714"/>
          <p:cNvSpPr/>
          <p:nvPr/>
        </p:nvSpPr>
        <p:spPr>
          <a:xfrm>
            <a:off x="10083213" y="76058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7" name="Shape 6715"/>
          <p:cNvSpPr/>
          <p:nvPr/>
        </p:nvSpPr>
        <p:spPr>
          <a:xfrm>
            <a:off x="9811085" y="76384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8" name="Shape 6716"/>
          <p:cNvSpPr/>
          <p:nvPr/>
        </p:nvSpPr>
        <p:spPr>
          <a:xfrm>
            <a:off x="9857450" y="72948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9" name="Shape 6717"/>
          <p:cNvSpPr/>
          <p:nvPr/>
        </p:nvSpPr>
        <p:spPr>
          <a:xfrm>
            <a:off x="9943536" y="73970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0" name="Shape 6718"/>
          <p:cNvSpPr/>
          <p:nvPr/>
        </p:nvSpPr>
        <p:spPr>
          <a:xfrm>
            <a:off x="9841589" y="75471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1" name="Shape 6719"/>
          <p:cNvSpPr/>
          <p:nvPr/>
        </p:nvSpPr>
        <p:spPr>
          <a:xfrm>
            <a:off x="9707981" y="76181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2" name="Shape 6720"/>
          <p:cNvSpPr/>
          <p:nvPr/>
        </p:nvSpPr>
        <p:spPr>
          <a:xfrm>
            <a:off x="10013586" y="7804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3" name="Shape 6721"/>
          <p:cNvSpPr/>
          <p:nvPr/>
        </p:nvSpPr>
        <p:spPr>
          <a:xfrm>
            <a:off x="10080163" y="74714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4" name="Shape 6722"/>
          <p:cNvSpPr/>
          <p:nvPr/>
        </p:nvSpPr>
        <p:spPr>
          <a:xfrm>
            <a:off x="9709983" y="76633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5" name="Shape 6723"/>
          <p:cNvSpPr/>
          <p:nvPr/>
        </p:nvSpPr>
        <p:spPr>
          <a:xfrm>
            <a:off x="9844809" y="71832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6" name="Shape 6724"/>
          <p:cNvSpPr/>
          <p:nvPr/>
        </p:nvSpPr>
        <p:spPr>
          <a:xfrm>
            <a:off x="10021402" y="72461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7" name="Shape 6725"/>
          <p:cNvSpPr/>
          <p:nvPr/>
        </p:nvSpPr>
        <p:spPr>
          <a:xfrm>
            <a:off x="10065172" y="74423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8" name="Shape 6726"/>
          <p:cNvSpPr/>
          <p:nvPr/>
        </p:nvSpPr>
        <p:spPr>
          <a:xfrm>
            <a:off x="9836997" y="7472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9" name="Shape 6727"/>
          <p:cNvSpPr/>
          <p:nvPr/>
        </p:nvSpPr>
        <p:spPr>
          <a:xfrm>
            <a:off x="9853326" y="75515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0" name="Shape 6728"/>
          <p:cNvSpPr/>
          <p:nvPr/>
        </p:nvSpPr>
        <p:spPr>
          <a:xfrm>
            <a:off x="9799999" y="78297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1" name="Shape 6729"/>
          <p:cNvSpPr/>
          <p:nvPr/>
        </p:nvSpPr>
        <p:spPr>
          <a:xfrm>
            <a:off x="9734588" y="78556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2" name="Shape 6730"/>
          <p:cNvSpPr/>
          <p:nvPr/>
        </p:nvSpPr>
        <p:spPr>
          <a:xfrm>
            <a:off x="9820487" y="79556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3" name="Shape 6731"/>
          <p:cNvSpPr/>
          <p:nvPr/>
        </p:nvSpPr>
        <p:spPr>
          <a:xfrm>
            <a:off x="9898023" y="78597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4" name="Shape 6732"/>
          <p:cNvSpPr/>
          <p:nvPr/>
        </p:nvSpPr>
        <p:spPr>
          <a:xfrm>
            <a:off x="9894180" y="80200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5" name="Shape 6733"/>
          <p:cNvSpPr/>
          <p:nvPr/>
        </p:nvSpPr>
        <p:spPr>
          <a:xfrm>
            <a:off x="9941289" y="7861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6" name="Shape 6734"/>
          <p:cNvSpPr/>
          <p:nvPr/>
        </p:nvSpPr>
        <p:spPr>
          <a:xfrm>
            <a:off x="9714949" y="78765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7" name="Shape 6735"/>
          <p:cNvSpPr/>
          <p:nvPr/>
        </p:nvSpPr>
        <p:spPr>
          <a:xfrm>
            <a:off x="9902658" y="79294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8" name="Shape 6736"/>
          <p:cNvSpPr/>
          <p:nvPr/>
        </p:nvSpPr>
        <p:spPr>
          <a:xfrm>
            <a:off x="9983156" y="79174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9" name="Shape 6737"/>
          <p:cNvSpPr/>
          <p:nvPr/>
        </p:nvSpPr>
        <p:spPr>
          <a:xfrm>
            <a:off x="9695543" y="78606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0" name="Shape 6738"/>
          <p:cNvSpPr/>
          <p:nvPr/>
        </p:nvSpPr>
        <p:spPr>
          <a:xfrm>
            <a:off x="9997333" y="73740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1" name="Shape 6739"/>
          <p:cNvSpPr/>
          <p:nvPr/>
        </p:nvSpPr>
        <p:spPr>
          <a:xfrm>
            <a:off x="10039112" y="75231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2" name="Shape 6740"/>
          <p:cNvSpPr/>
          <p:nvPr/>
        </p:nvSpPr>
        <p:spPr>
          <a:xfrm>
            <a:off x="9871882" y="75608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3" name="Shape 6741"/>
          <p:cNvSpPr/>
          <p:nvPr/>
        </p:nvSpPr>
        <p:spPr>
          <a:xfrm>
            <a:off x="9725231" y="76311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4" name="Shape 6742"/>
          <p:cNvSpPr/>
          <p:nvPr/>
        </p:nvSpPr>
        <p:spPr>
          <a:xfrm>
            <a:off x="10056757" y="7522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5" name="Shape 6743"/>
          <p:cNvSpPr/>
          <p:nvPr/>
        </p:nvSpPr>
        <p:spPr>
          <a:xfrm>
            <a:off x="9964149" y="7692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6" name="Shape 6744"/>
          <p:cNvSpPr/>
          <p:nvPr/>
        </p:nvSpPr>
        <p:spPr>
          <a:xfrm>
            <a:off x="9922284" y="75372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7" name="Shape 6745"/>
          <p:cNvSpPr/>
          <p:nvPr/>
        </p:nvSpPr>
        <p:spPr>
          <a:xfrm>
            <a:off x="9973655" y="76970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8" name="Shape 6746"/>
          <p:cNvSpPr/>
          <p:nvPr/>
        </p:nvSpPr>
        <p:spPr>
          <a:xfrm>
            <a:off x="9872790" y="74054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9" name="Shape 6747"/>
          <p:cNvSpPr/>
          <p:nvPr/>
        </p:nvSpPr>
        <p:spPr>
          <a:xfrm>
            <a:off x="9936166" y="77692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0" name="Shape 6748"/>
          <p:cNvSpPr/>
          <p:nvPr/>
        </p:nvSpPr>
        <p:spPr>
          <a:xfrm>
            <a:off x="9727116" y="73158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1" name="Shape 6749"/>
          <p:cNvSpPr/>
          <p:nvPr/>
        </p:nvSpPr>
        <p:spPr>
          <a:xfrm>
            <a:off x="9800294" y="77704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2" name="Shape 6750"/>
          <p:cNvSpPr/>
          <p:nvPr/>
        </p:nvSpPr>
        <p:spPr>
          <a:xfrm>
            <a:off x="9690914" y="71469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3" name="Shape 6751"/>
          <p:cNvSpPr/>
          <p:nvPr/>
        </p:nvSpPr>
        <p:spPr>
          <a:xfrm>
            <a:off x="9971339" y="77958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4" name="Shape 6752"/>
          <p:cNvSpPr/>
          <p:nvPr/>
        </p:nvSpPr>
        <p:spPr>
          <a:xfrm>
            <a:off x="10044581" y="7673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5" name="Shape 6753"/>
          <p:cNvSpPr/>
          <p:nvPr/>
        </p:nvSpPr>
        <p:spPr>
          <a:xfrm>
            <a:off x="10028789" y="73695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6" name="Shape 6754"/>
          <p:cNvSpPr/>
          <p:nvPr/>
        </p:nvSpPr>
        <p:spPr>
          <a:xfrm>
            <a:off x="9738359" y="7267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7" name="Shape 6755"/>
          <p:cNvSpPr/>
          <p:nvPr/>
        </p:nvSpPr>
        <p:spPr>
          <a:xfrm>
            <a:off x="9804510" y="74973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8" name="Shape 6756"/>
          <p:cNvSpPr/>
          <p:nvPr/>
        </p:nvSpPr>
        <p:spPr>
          <a:xfrm>
            <a:off x="9796059" y="75642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9" name="Shape 6757"/>
          <p:cNvSpPr/>
          <p:nvPr/>
        </p:nvSpPr>
        <p:spPr>
          <a:xfrm>
            <a:off x="9790167" y="70383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0" name="Shape 6758"/>
          <p:cNvSpPr/>
          <p:nvPr/>
        </p:nvSpPr>
        <p:spPr>
          <a:xfrm>
            <a:off x="9991689" y="73126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1" name="Shape 6759"/>
          <p:cNvSpPr/>
          <p:nvPr/>
        </p:nvSpPr>
        <p:spPr>
          <a:xfrm>
            <a:off x="9978610" y="71848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2" name="Shape 6760"/>
          <p:cNvSpPr/>
          <p:nvPr/>
        </p:nvSpPr>
        <p:spPr>
          <a:xfrm>
            <a:off x="10058660" y="72045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3" name="Shape 6761"/>
          <p:cNvSpPr/>
          <p:nvPr/>
        </p:nvSpPr>
        <p:spPr>
          <a:xfrm>
            <a:off x="9916386" y="69032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4" name="Shape 6762"/>
          <p:cNvSpPr/>
          <p:nvPr/>
        </p:nvSpPr>
        <p:spPr>
          <a:xfrm>
            <a:off x="10077473" y="7042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5" name="Shape 6763"/>
          <p:cNvSpPr/>
          <p:nvPr/>
        </p:nvSpPr>
        <p:spPr>
          <a:xfrm>
            <a:off x="9829743" y="72012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6" name="Shape 6764"/>
          <p:cNvSpPr/>
          <p:nvPr/>
        </p:nvSpPr>
        <p:spPr>
          <a:xfrm>
            <a:off x="9854813" y="70756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7" name="Shape 6765"/>
          <p:cNvSpPr/>
          <p:nvPr/>
        </p:nvSpPr>
        <p:spPr>
          <a:xfrm>
            <a:off x="9863192" y="73523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8" name="Shape 6766"/>
          <p:cNvSpPr/>
          <p:nvPr/>
        </p:nvSpPr>
        <p:spPr>
          <a:xfrm>
            <a:off x="9867234" y="73398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9" name="Shape 6767"/>
          <p:cNvSpPr/>
          <p:nvPr/>
        </p:nvSpPr>
        <p:spPr>
          <a:xfrm>
            <a:off x="9815500" y="73929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0" name="Shape 6768"/>
          <p:cNvSpPr/>
          <p:nvPr/>
        </p:nvSpPr>
        <p:spPr>
          <a:xfrm>
            <a:off x="9757496" y="70636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1" name="Shape 6769"/>
          <p:cNvSpPr/>
          <p:nvPr/>
        </p:nvSpPr>
        <p:spPr>
          <a:xfrm>
            <a:off x="9847574" y="69575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2" name="Shape 6770"/>
          <p:cNvSpPr/>
          <p:nvPr/>
        </p:nvSpPr>
        <p:spPr>
          <a:xfrm>
            <a:off x="9995486" y="70677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3" name="Shape 6771"/>
          <p:cNvSpPr/>
          <p:nvPr/>
        </p:nvSpPr>
        <p:spPr>
          <a:xfrm>
            <a:off x="9775499" y="73665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4" name="Shape 6772"/>
          <p:cNvSpPr/>
          <p:nvPr/>
        </p:nvSpPr>
        <p:spPr>
          <a:xfrm>
            <a:off x="9993361" y="7368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5" name="Shape 6773"/>
          <p:cNvSpPr/>
          <p:nvPr/>
        </p:nvSpPr>
        <p:spPr>
          <a:xfrm>
            <a:off x="9877700" y="7423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6" name="Shape 6774"/>
          <p:cNvSpPr/>
          <p:nvPr/>
        </p:nvSpPr>
        <p:spPr>
          <a:xfrm>
            <a:off x="9907213" y="7332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7" name="Shape 6775"/>
          <p:cNvSpPr/>
          <p:nvPr/>
        </p:nvSpPr>
        <p:spPr>
          <a:xfrm>
            <a:off x="10099453" y="74449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8" name="Shape 6776"/>
          <p:cNvSpPr/>
          <p:nvPr/>
        </p:nvSpPr>
        <p:spPr>
          <a:xfrm>
            <a:off x="9955745" y="77281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9" name="Shape 6777"/>
          <p:cNvSpPr/>
          <p:nvPr/>
        </p:nvSpPr>
        <p:spPr>
          <a:xfrm>
            <a:off x="9935794" y="75151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0" name="Shape 6778"/>
          <p:cNvSpPr/>
          <p:nvPr/>
        </p:nvSpPr>
        <p:spPr>
          <a:xfrm>
            <a:off x="10023245" y="75506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1" name="Shape 6779"/>
          <p:cNvSpPr/>
          <p:nvPr/>
        </p:nvSpPr>
        <p:spPr>
          <a:xfrm>
            <a:off x="9842275" y="7602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2" name="Shape 6780"/>
          <p:cNvSpPr/>
          <p:nvPr/>
        </p:nvSpPr>
        <p:spPr>
          <a:xfrm>
            <a:off x="9918636" y="76788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3" name="Shape 6781"/>
          <p:cNvSpPr/>
          <p:nvPr/>
        </p:nvSpPr>
        <p:spPr>
          <a:xfrm>
            <a:off x="9708677" y="76231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4" name="Shape 6782"/>
          <p:cNvSpPr/>
          <p:nvPr/>
        </p:nvSpPr>
        <p:spPr>
          <a:xfrm>
            <a:off x="9930915" y="76455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5" name="Shape 6783"/>
          <p:cNvSpPr/>
          <p:nvPr/>
        </p:nvSpPr>
        <p:spPr>
          <a:xfrm>
            <a:off x="10028242" y="80193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6" name="Shape 6784"/>
          <p:cNvSpPr/>
          <p:nvPr/>
        </p:nvSpPr>
        <p:spPr>
          <a:xfrm>
            <a:off x="9975561" y="78004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7" name="Shape 6785"/>
          <p:cNvSpPr/>
          <p:nvPr/>
        </p:nvSpPr>
        <p:spPr>
          <a:xfrm>
            <a:off x="9988975" y="77696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8" name="Shape 6786"/>
          <p:cNvSpPr/>
          <p:nvPr/>
        </p:nvSpPr>
        <p:spPr>
          <a:xfrm>
            <a:off x="9981287" y="78784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9" name="Shape 6787"/>
          <p:cNvSpPr/>
          <p:nvPr/>
        </p:nvSpPr>
        <p:spPr>
          <a:xfrm>
            <a:off x="9693184" y="75062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0" name="Shape 6788"/>
          <p:cNvSpPr/>
          <p:nvPr/>
        </p:nvSpPr>
        <p:spPr>
          <a:xfrm>
            <a:off x="9796140" y="74552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1" name="Shape 6789"/>
          <p:cNvSpPr/>
          <p:nvPr/>
        </p:nvSpPr>
        <p:spPr>
          <a:xfrm>
            <a:off x="10068726" y="75205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2" name="Shape 6790"/>
          <p:cNvSpPr/>
          <p:nvPr/>
        </p:nvSpPr>
        <p:spPr>
          <a:xfrm>
            <a:off x="9914056" y="74983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3" name="Shape 6791"/>
          <p:cNvSpPr/>
          <p:nvPr/>
        </p:nvSpPr>
        <p:spPr>
          <a:xfrm>
            <a:off x="10020622" y="74467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4" name="Shape 6792"/>
          <p:cNvSpPr/>
          <p:nvPr/>
        </p:nvSpPr>
        <p:spPr>
          <a:xfrm>
            <a:off x="9796575" y="7471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5" name="Shape 6793"/>
          <p:cNvSpPr/>
          <p:nvPr/>
        </p:nvSpPr>
        <p:spPr>
          <a:xfrm>
            <a:off x="10036540" y="75028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6" name="Shape 6794"/>
          <p:cNvSpPr/>
          <p:nvPr/>
        </p:nvSpPr>
        <p:spPr>
          <a:xfrm>
            <a:off x="9997123" y="7465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7" name="Shape 6795"/>
          <p:cNvSpPr/>
          <p:nvPr/>
        </p:nvSpPr>
        <p:spPr>
          <a:xfrm>
            <a:off x="10062033" y="7516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8" name="Shape 6796"/>
          <p:cNvSpPr/>
          <p:nvPr/>
        </p:nvSpPr>
        <p:spPr>
          <a:xfrm>
            <a:off x="9733211" y="7474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9" name="Shape 6797"/>
          <p:cNvSpPr/>
          <p:nvPr/>
        </p:nvSpPr>
        <p:spPr>
          <a:xfrm>
            <a:off x="10099531" y="75114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0" name="Shape 6798"/>
          <p:cNvSpPr/>
          <p:nvPr/>
        </p:nvSpPr>
        <p:spPr>
          <a:xfrm>
            <a:off x="9935449" y="74933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1" name="Shape 6799"/>
          <p:cNvSpPr/>
          <p:nvPr/>
        </p:nvSpPr>
        <p:spPr>
          <a:xfrm>
            <a:off x="10079088" y="7469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2" name="Shape 6800"/>
          <p:cNvSpPr/>
          <p:nvPr/>
        </p:nvSpPr>
        <p:spPr>
          <a:xfrm>
            <a:off x="10024961" y="74984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3" name="Shape 6801"/>
          <p:cNvSpPr/>
          <p:nvPr/>
        </p:nvSpPr>
        <p:spPr>
          <a:xfrm>
            <a:off x="9711630" y="77328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4" name="Shape 6802"/>
          <p:cNvSpPr/>
          <p:nvPr/>
        </p:nvSpPr>
        <p:spPr>
          <a:xfrm>
            <a:off x="9924561" y="77492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5" name="Shape 6803"/>
          <p:cNvSpPr/>
          <p:nvPr/>
        </p:nvSpPr>
        <p:spPr>
          <a:xfrm>
            <a:off x="9756739" y="76616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6" name="Shape 6804"/>
          <p:cNvSpPr/>
          <p:nvPr/>
        </p:nvSpPr>
        <p:spPr>
          <a:xfrm>
            <a:off x="9791952" y="76232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7" name="Shape 6805"/>
          <p:cNvSpPr/>
          <p:nvPr/>
        </p:nvSpPr>
        <p:spPr>
          <a:xfrm>
            <a:off x="10069865" y="77564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8" name="Shape 6806"/>
          <p:cNvSpPr/>
          <p:nvPr/>
        </p:nvSpPr>
        <p:spPr>
          <a:xfrm>
            <a:off x="9715017" y="7731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9" name="Shape 6807"/>
          <p:cNvSpPr/>
          <p:nvPr/>
        </p:nvSpPr>
        <p:spPr>
          <a:xfrm>
            <a:off x="10087682" y="73679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0" name="Shape 6808"/>
          <p:cNvSpPr/>
          <p:nvPr/>
        </p:nvSpPr>
        <p:spPr>
          <a:xfrm>
            <a:off x="9731638" y="73565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1" name="Shape 6809"/>
          <p:cNvSpPr/>
          <p:nvPr/>
        </p:nvSpPr>
        <p:spPr>
          <a:xfrm>
            <a:off x="9859531" y="76459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2" name="Shape 6810"/>
          <p:cNvSpPr/>
          <p:nvPr/>
        </p:nvSpPr>
        <p:spPr>
          <a:xfrm>
            <a:off x="9967472" y="7326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3" name="Shape 6811"/>
          <p:cNvSpPr/>
          <p:nvPr/>
        </p:nvSpPr>
        <p:spPr>
          <a:xfrm>
            <a:off x="9974726" y="7820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4" name="Shape 6812"/>
          <p:cNvSpPr/>
          <p:nvPr/>
        </p:nvSpPr>
        <p:spPr>
          <a:xfrm>
            <a:off x="9681204" y="78328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5" name="Shape 6813"/>
          <p:cNvSpPr/>
          <p:nvPr/>
        </p:nvSpPr>
        <p:spPr>
          <a:xfrm>
            <a:off x="9845176" y="76440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6" name="Shape 6814"/>
          <p:cNvSpPr/>
          <p:nvPr/>
        </p:nvSpPr>
        <p:spPr>
          <a:xfrm>
            <a:off x="10009212" y="7678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7" name="Shape 6815"/>
          <p:cNvSpPr/>
          <p:nvPr/>
        </p:nvSpPr>
        <p:spPr>
          <a:xfrm>
            <a:off x="9686256" y="7661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8" name="Shape 6816"/>
          <p:cNvSpPr/>
          <p:nvPr/>
        </p:nvSpPr>
        <p:spPr>
          <a:xfrm>
            <a:off x="10053460" y="78424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9" name="Shape 6817"/>
          <p:cNvSpPr/>
          <p:nvPr/>
        </p:nvSpPr>
        <p:spPr>
          <a:xfrm>
            <a:off x="9967684" y="77715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0" name="Shape 6818"/>
          <p:cNvSpPr/>
          <p:nvPr/>
        </p:nvSpPr>
        <p:spPr>
          <a:xfrm>
            <a:off x="9761695" y="78417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1" name="Shape 6819"/>
          <p:cNvSpPr/>
          <p:nvPr/>
        </p:nvSpPr>
        <p:spPr>
          <a:xfrm>
            <a:off x="9861132" y="78135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2" name="Shape 6820"/>
          <p:cNvSpPr/>
          <p:nvPr/>
        </p:nvSpPr>
        <p:spPr>
          <a:xfrm>
            <a:off x="9780693" y="80109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3" name="Shape 6821"/>
          <p:cNvSpPr/>
          <p:nvPr/>
        </p:nvSpPr>
        <p:spPr>
          <a:xfrm>
            <a:off x="9994737" y="77665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4" name="Shape 6822"/>
          <p:cNvSpPr/>
          <p:nvPr/>
        </p:nvSpPr>
        <p:spPr>
          <a:xfrm>
            <a:off x="9973680" y="79088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5" name="Shape 6823"/>
          <p:cNvSpPr/>
          <p:nvPr/>
        </p:nvSpPr>
        <p:spPr>
          <a:xfrm>
            <a:off x="9734652" y="78684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6" name="Shape 6824"/>
          <p:cNvSpPr/>
          <p:nvPr/>
        </p:nvSpPr>
        <p:spPr>
          <a:xfrm>
            <a:off x="9759653" y="72088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7" name="Shape 6825"/>
          <p:cNvSpPr/>
          <p:nvPr/>
        </p:nvSpPr>
        <p:spPr>
          <a:xfrm>
            <a:off x="9880940" y="7806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8" name="Shape 6826"/>
          <p:cNvSpPr/>
          <p:nvPr/>
        </p:nvSpPr>
        <p:spPr>
          <a:xfrm>
            <a:off x="9879158" y="74941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9" name="Shape 6827"/>
          <p:cNvSpPr/>
          <p:nvPr/>
        </p:nvSpPr>
        <p:spPr>
          <a:xfrm>
            <a:off x="9904673" y="74171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0" name="Shape 6828"/>
          <p:cNvSpPr/>
          <p:nvPr/>
        </p:nvSpPr>
        <p:spPr>
          <a:xfrm>
            <a:off x="9706678" y="7449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1" name="Shape 6829"/>
          <p:cNvSpPr/>
          <p:nvPr/>
        </p:nvSpPr>
        <p:spPr>
          <a:xfrm>
            <a:off x="9678847" y="74037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2" name="Shape 6830"/>
          <p:cNvSpPr/>
          <p:nvPr/>
        </p:nvSpPr>
        <p:spPr>
          <a:xfrm>
            <a:off x="9794823" y="7530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3" name="Shape 6831"/>
          <p:cNvSpPr/>
          <p:nvPr/>
        </p:nvSpPr>
        <p:spPr>
          <a:xfrm>
            <a:off x="9837874" y="75132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4" name="Shape 6832"/>
          <p:cNvSpPr/>
          <p:nvPr/>
        </p:nvSpPr>
        <p:spPr>
          <a:xfrm>
            <a:off x="9886889" y="74991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5" name="Shape 6833"/>
          <p:cNvSpPr/>
          <p:nvPr/>
        </p:nvSpPr>
        <p:spPr>
          <a:xfrm>
            <a:off x="9998237" y="74764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6" name="Shape 6834"/>
          <p:cNvSpPr/>
          <p:nvPr/>
        </p:nvSpPr>
        <p:spPr>
          <a:xfrm>
            <a:off x="9906000" y="7259357"/>
            <a:ext cx="0" cy="628556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6837" name="Shape 6835"/>
          <p:cNvSpPr/>
          <p:nvPr/>
        </p:nvSpPr>
        <p:spPr>
          <a:xfrm>
            <a:off x="9791700" y="7887914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6838" name="Shape 6836"/>
          <p:cNvSpPr/>
          <p:nvPr/>
        </p:nvSpPr>
        <p:spPr>
          <a:xfrm>
            <a:off x="9791700" y="7259357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6839" name="Shape 6837"/>
          <p:cNvSpPr/>
          <p:nvPr/>
        </p:nvSpPr>
        <p:spPr>
          <a:xfrm>
            <a:off x="9740900" y="7461329"/>
            <a:ext cx="330200" cy="250793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6840" name="Shape 6838"/>
          <p:cNvSpPr/>
          <p:nvPr/>
        </p:nvSpPr>
        <p:spPr>
          <a:xfrm>
            <a:off x="9740900" y="7625282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6841" name="Shape 6839"/>
          <p:cNvSpPr/>
          <p:nvPr/>
        </p:nvSpPr>
        <p:spPr>
          <a:xfrm>
            <a:off x="10755392" y="76356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2" name="Shape 6840"/>
          <p:cNvSpPr/>
          <p:nvPr/>
        </p:nvSpPr>
        <p:spPr>
          <a:xfrm>
            <a:off x="10712444" y="7560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3" name="Shape 6841"/>
          <p:cNvSpPr/>
          <p:nvPr/>
        </p:nvSpPr>
        <p:spPr>
          <a:xfrm>
            <a:off x="10464458" y="76312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4" name="Shape 6842"/>
          <p:cNvSpPr/>
          <p:nvPr/>
        </p:nvSpPr>
        <p:spPr>
          <a:xfrm>
            <a:off x="10682374" y="75984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5" name="Shape 6843"/>
          <p:cNvSpPr/>
          <p:nvPr/>
        </p:nvSpPr>
        <p:spPr>
          <a:xfrm>
            <a:off x="10347240" y="76002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6" name="Shape 6844"/>
          <p:cNvSpPr/>
          <p:nvPr/>
        </p:nvSpPr>
        <p:spPr>
          <a:xfrm>
            <a:off x="10546056" y="7724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7" name="Shape 6845"/>
          <p:cNvSpPr/>
          <p:nvPr/>
        </p:nvSpPr>
        <p:spPr>
          <a:xfrm>
            <a:off x="10515948" y="7626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8" name="Shape 6846"/>
          <p:cNvSpPr/>
          <p:nvPr/>
        </p:nvSpPr>
        <p:spPr>
          <a:xfrm>
            <a:off x="10570925" y="7594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9" name="Shape 6847"/>
          <p:cNvSpPr/>
          <p:nvPr/>
        </p:nvSpPr>
        <p:spPr>
          <a:xfrm>
            <a:off x="10550088" y="75878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0" name="Shape 6848"/>
          <p:cNvSpPr/>
          <p:nvPr/>
        </p:nvSpPr>
        <p:spPr>
          <a:xfrm>
            <a:off x="10759966" y="76534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1" name="Shape 6849"/>
          <p:cNvSpPr/>
          <p:nvPr/>
        </p:nvSpPr>
        <p:spPr>
          <a:xfrm>
            <a:off x="10561070" y="75776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2" name="Shape 6850"/>
          <p:cNvSpPr/>
          <p:nvPr/>
        </p:nvSpPr>
        <p:spPr>
          <a:xfrm>
            <a:off x="10705617" y="76140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3" name="Shape 6851"/>
          <p:cNvSpPr/>
          <p:nvPr/>
        </p:nvSpPr>
        <p:spPr>
          <a:xfrm>
            <a:off x="10547013" y="76824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4" name="Shape 6852"/>
          <p:cNvSpPr/>
          <p:nvPr/>
        </p:nvSpPr>
        <p:spPr>
          <a:xfrm>
            <a:off x="10748736" y="7610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5" name="Shape 6853"/>
          <p:cNvSpPr/>
          <p:nvPr/>
        </p:nvSpPr>
        <p:spPr>
          <a:xfrm>
            <a:off x="10387328" y="76690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6" name="Shape 6854"/>
          <p:cNvSpPr/>
          <p:nvPr/>
        </p:nvSpPr>
        <p:spPr>
          <a:xfrm>
            <a:off x="10378981" y="76954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7" name="Shape 6855"/>
          <p:cNvSpPr/>
          <p:nvPr/>
        </p:nvSpPr>
        <p:spPr>
          <a:xfrm>
            <a:off x="10404688" y="7582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8" name="Shape 6856"/>
          <p:cNvSpPr/>
          <p:nvPr/>
        </p:nvSpPr>
        <p:spPr>
          <a:xfrm>
            <a:off x="10494488" y="77345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9" name="Shape 6857"/>
          <p:cNvSpPr/>
          <p:nvPr/>
        </p:nvSpPr>
        <p:spPr>
          <a:xfrm>
            <a:off x="10396061" y="7637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0" name="Shape 6858"/>
          <p:cNvSpPr/>
          <p:nvPr/>
        </p:nvSpPr>
        <p:spPr>
          <a:xfrm>
            <a:off x="10705863" y="75965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1" name="Shape 6859"/>
          <p:cNvSpPr/>
          <p:nvPr/>
        </p:nvSpPr>
        <p:spPr>
          <a:xfrm>
            <a:off x="10718845" y="7648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2" name="Shape 6860"/>
          <p:cNvSpPr/>
          <p:nvPr/>
        </p:nvSpPr>
        <p:spPr>
          <a:xfrm>
            <a:off x="10404752" y="76021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3" name="Shape 6861"/>
          <p:cNvSpPr/>
          <p:nvPr/>
        </p:nvSpPr>
        <p:spPr>
          <a:xfrm>
            <a:off x="10509615" y="76222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4" name="Shape 6862"/>
          <p:cNvSpPr/>
          <p:nvPr/>
        </p:nvSpPr>
        <p:spPr>
          <a:xfrm>
            <a:off x="10379380" y="76490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5" name="Shape 6863"/>
          <p:cNvSpPr/>
          <p:nvPr/>
        </p:nvSpPr>
        <p:spPr>
          <a:xfrm>
            <a:off x="10364175" y="75878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6" name="Shape 6864"/>
          <p:cNvSpPr/>
          <p:nvPr/>
        </p:nvSpPr>
        <p:spPr>
          <a:xfrm>
            <a:off x="10532417" y="7549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7" name="Shape 6865"/>
          <p:cNvSpPr/>
          <p:nvPr/>
        </p:nvSpPr>
        <p:spPr>
          <a:xfrm>
            <a:off x="10411753" y="76434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8" name="Shape 6866"/>
          <p:cNvSpPr/>
          <p:nvPr/>
        </p:nvSpPr>
        <p:spPr>
          <a:xfrm>
            <a:off x="10728952" y="76903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9" name="Shape 6867"/>
          <p:cNvSpPr/>
          <p:nvPr/>
        </p:nvSpPr>
        <p:spPr>
          <a:xfrm>
            <a:off x="10484026" y="76593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0" name="Shape 6868"/>
          <p:cNvSpPr/>
          <p:nvPr/>
        </p:nvSpPr>
        <p:spPr>
          <a:xfrm>
            <a:off x="10449304" y="7636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1" name="Shape 6869"/>
          <p:cNvSpPr/>
          <p:nvPr/>
        </p:nvSpPr>
        <p:spPr>
          <a:xfrm>
            <a:off x="10337244" y="76072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2" name="Shape 6870"/>
          <p:cNvSpPr/>
          <p:nvPr/>
        </p:nvSpPr>
        <p:spPr>
          <a:xfrm>
            <a:off x="10756153" y="75742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3" name="Shape 6871"/>
          <p:cNvSpPr/>
          <p:nvPr/>
        </p:nvSpPr>
        <p:spPr>
          <a:xfrm>
            <a:off x="10516629" y="75952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4" name="Shape 6872"/>
          <p:cNvSpPr/>
          <p:nvPr/>
        </p:nvSpPr>
        <p:spPr>
          <a:xfrm>
            <a:off x="10483287" y="7616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5" name="Shape 6873"/>
          <p:cNvSpPr/>
          <p:nvPr/>
        </p:nvSpPr>
        <p:spPr>
          <a:xfrm>
            <a:off x="10732355" y="7593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6" name="Shape 6874"/>
          <p:cNvSpPr/>
          <p:nvPr/>
        </p:nvSpPr>
        <p:spPr>
          <a:xfrm>
            <a:off x="10683294" y="7639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7" name="Shape 6875"/>
          <p:cNvSpPr/>
          <p:nvPr/>
        </p:nvSpPr>
        <p:spPr>
          <a:xfrm>
            <a:off x="10376230" y="7644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8" name="Shape 6876"/>
          <p:cNvSpPr/>
          <p:nvPr/>
        </p:nvSpPr>
        <p:spPr>
          <a:xfrm>
            <a:off x="10453011" y="75741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9" name="Shape 6877"/>
          <p:cNvSpPr/>
          <p:nvPr/>
        </p:nvSpPr>
        <p:spPr>
          <a:xfrm>
            <a:off x="10497277" y="76054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0" name="Shape 6878"/>
          <p:cNvSpPr/>
          <p:nvPr/>
        </p:nvSpPr>
        <p:spPr>
          <a:xfrm>
            <a:off x="10460329" y="76432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1" name="Shape 6879"/>
          <p:cNvSpPr/>
          <p:nvPr/>
        </p:nvSpPr>
        <p:spPr>
          <a:xfrm>
            <a:off x="10617029" y="7616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2" name="Shape 6880"/>
          <p:cNvSpPr/>
          <p:nvPr/>
        </p:nvSpPr>
        <p:spPr>
          <a:xfrm>
            <a:off x="10496278" y="76986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3" name="Shape 6881"/>
          <p:cNvSpPr/>
          <p:nvPr/>
        </p:nvSpPr>
        <p:spPr>
          <a:xfrm>
            <a:off x="10393911" y="76486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4" name="Shape 6882"/>
          <p:cNvSpPr/>
          <p:nvPr/>
        </p:nvSpPr>
        <p:spPr>
          <a:xfrm>
            <a:off x="10417443" y="76575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5" name="Shape 6883"/>
          <p:cNvSpPr/>
          <p:nvPr/>
        </p:nvSpPr>
        <p:spPr>
          <a:xfrm>
            <a:off x="10336408" y="76859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6" name="Shape 6884"/>
          <p:cNvSpPr/>
          <p:nvPr/>
        </p:nvSpPr>
        <p:spPr>
          <a:xfrm>
            <a:off x="10542429" y="76202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7" name="Shape 6885"/>
          <p:cNvSpPr/>
          <p:nvPr/>
        </p:nvSpPr>
        <p:spPr>
          <a:xfrm>
            <a:off x="10478249" y="75673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8" name="Shape 6886"/>
          <p:cNvSpPr/>
          <p:nvPr/>
        </p:nvSpPr>
        <p:spPr>
          <a:xfrm>
            <a:off x="10332999" y="76600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9" name="Shape 6887"/>
          <p:cNvSpPr/>
          <p:nvPr/>
        </p:nvSpPr>
        <p:spPr>
          <a:xfrm>
            <a:off x="10541615" y="76177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0" name="Shape 6888"/>
          <p:cNvSpPr/>
          <p:nvPr/>
        </p:nvSpPr>
        <p:spPr>
          <a:xfrm>
            <a:off x="10552803" y="76825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1" name="Shape 6889"/>
          <p:cNvSpPr/>
          <p:nvPr/>
        </p:nvSpPr>
        <p:spPr>
          <a:xfrm>
            <a:off x="10460903" y="75844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2" name="Shape 6890"/>
          <p:cNvSpPr/>
          <p:nvPr/>
        </p:nvSpPr>
        <p:spPr>
          <a:xfrm>
            <a:off x="10446733" y="76382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3" name="Shape 6891"/>
          <p:cNvSpPr/>
          <p:nvPr/>
        </p:nvSpPr>
        <p:spPr>
          <a:xfrm>
            <a:off x="10603126" y="76302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4" name="Shape 6892"/>
          <p:cNvSpPr/>
          <p:nvPr/>
        </p:nvSpPr>
        <p:spPr>
          <a:xfrm>
            <a:off x="10362696" y="76397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5" name="Shape 6893"/>
          <p:cNvSpPr/>
          <p:nvPr/>
        </p:nvSpPr>
        <p:spPr>
          <a:xfrm>
            <a:off x="10477001" y="76191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6" name="Shape 6894"/>
          <p:cNvSpPr/>
          <p:nvPr/>
        </p:nvSpPr>
        <p:spPr>
          <a:xfrm>
            <a:off x="10689447" y="76387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7" name="Shape 6895"/>
          <p:cNvSpPr/>
          <p:nvPr/>
        </p:nvSpPr>
        <p:spPr>
          <a:xfrm>
            <a:off x="10574988" y="76368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8" name="Shape 6896"/>
          <p:cNvSpPr/>
          <p:nvPr/>
        </p:nvSpPr>
        <p:spPr>
          <a:xfrm>
            <a:off x="10637184" y="76088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9" name="Shape 6897"/>
          <p:cNvSpPr/>
          <p:nvPr/>
        </p:nvSpPr>
        <p:spPr>
          <a:xfrm>
            <a:off x="10515255" y="76264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0" name="Shape 6898"/>
          <p:cNvSpPr/>
          <p:nvPr/>
        </p:nvSpPr>
        <p:spPr>
          <a:xfrm>
            <a:off x="10715113" y="7601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1" name="Shape 6899"/>
          <p:cNvSpPr/>
          <p:nvPr/>
        </p:nvSpPr>
        <p:spPr>
          <a:xfrm>
            <a:off x="10396033" y="76246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2" name="Shape 6900"/>
          <p:cNvSpPr/>
          <p:nvPr/>
        </p:nvSpPr>
        <p:spPr>
          <a:xfrm>
            <a:off x="10542831" y="76476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3" name="Shape 6901"/>
          <p:cNvSpPr/>
          <p:nvPr/>
        </p:nvSpPr>
        <p:spPr>
          <a:xfrm>
            <a:off x="10609808" y="7618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4" name="Shape 6902"/>
          <p:cNvSpPr/>
          <p:nvPr/>
        </p:nvSpPr>
        <p:spPr>
          <a:xfrm>
            <a:off x="10362342" y="7622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5" name="Shape 6903"/>
          <p:cNvSpPr/>
          <p:nvPr/>
        </p:nvSpPr>
        <p:spPr>
          <a:xfrm>
            <a:off x="10539617" y="7603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6" name="Shape 6904"/>
          <p:cNvSpPr/>
          <p:nvPr/>
        </p:nvSpPr>
        <p:spPr>
          <a:xfrm>
            <a:off x="10467820" y="76447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7" name="Shape 6905"/>
          <p:cNvSpPr/>
          <p:nvPr/>
        </p:nvSpPr>
        <p:spPr>
          <a:xfrm>
            <a:off x="10339391" y="76192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8" name="Shape 6906"/>
          <p:cNvSpPr/>
          <p:nvPr/>
        </p:nvSpPr>
        <p:spPr>
          <a:xfrm>
            <a:off x="10607820" y="77309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9" name="Shape 6907"/>
          <p:cNvSpPr/>
          <p:nvPr/>
        </p:nvSpPr>
        <p:spPr>
          <a:xfrm>
            <a:off x="10617241" y="76235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0" name="Shape 6908"/>
          <p:cNvSpPr/>
          <p:nvPr/>
        </p:nvSpPr>
        <p:spPr>
          <a:xfrm>
            <a:off x="10445731" y="74961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1" name="Shape 6909"/>
          <p:cNvSpPr/>
          <p:nvPr/>
        </p:nvSpPr>
        <p:spPr>
          <a:xfrm>
            <a:off x="10544013" y="7580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2" name="Shape 6910"/>
          <p:cNvSpPr/>
          <p:nvPr/>
        </p:nvSpPr>
        <p:spPr>
          <a:xfrm>
            <a:off x="10707227" y="76639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3" name="Shape 6911"/>
          <p:cNvSpPr/>
          <p:nvPr/>
        </p:nvSpPr>
        <p:spPr>
          <a:xfrm>
            <a:off x="10573758" y="76635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4" name="Shape 6912"/>
          <p:cNvSpPr/>
          <p:nvPr/>
        </p:nvSpPr>
        <p:spPr>
          <a:xfrm>
            <a:off x="10524556" y="76065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5" name="Shape 6913"/>
          <p:cNvSpPr/>
          <p:nvPr/>
        </p:nvSpPr>
        <p:spPr>
          <a:xfrm>
            <a:off x="10387395" y="75922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6" name="Shape 6914"/>
          <p:cNvSpPr/>
          <p:nvPr/>
        </p:nvSpPr>
        <p:spPr>
          <a:xfrm>
            <a:off x="10554204" y="75888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7" name="Shape 6915"/>
          <p:cNvSpPr/>
          <p:nvPr/>
        </p:nvSpPr>
        <p:spPr>
          <a:xfrm>
            <a:off x="10652258" y="76430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8" name="Shape 6916"/>
          <p:cNvSpPr/>
          <p:nvPr/>
        </p:nvSpPr>
        <p:spPr>
          <a:xfrm>
            <a:off x="10499506" y="76531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9" name="Shape 6917"/>
          <p:cNvSpPr/>
          <p:nvPr/>
        </p:nvSpPr>
        <p:spPr>
          <a:xfrm>
            <a:off x="10728336" y="74270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0" name="Shape 6918"/>
          <p:cNvSpPr/>
          <p:nvPr/>
        </p:nvSpPr>
        <p:spPr>
          <a:xfrm>
            <a:off x="10567977" y="77254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1" name="Shape 6919"/>
          <p:cNvSpPr/>
          <p:nvPr/>
        </p:nvSpPr>
        <p:spPr>
          <a:xfrm>
            <a:off x="10360141" y="76464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2" name="Shape 6920"/>
          <p:cNvSpPr/>
          <p:nvPr/>
        </p:nvSpPr>
        <p:spPr>
          <a:xfrm>
            <a:off x="10494568" y="76373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3" name="Shape 6921"/>
          <p:cNvSpPr/>
          <p:nvPr/>
        </p:nvSpPr>
        <p:spPr>
          <a:xfrm>
            <a:off x="10641522" y="76139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4" name="Shape 6922"/>
          <p:cNvSpPr/>
          <p:nvPr/>
        </p:nvSpPr>
        <p:spPr>
          <a:xfrm>
            <a:off x="10722449" y="76363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5" name="Shape 6923"/>
          <p:cNvSpPr/>
          <p:nvPr/>
        </p:nvSpPr>
        <p:spPr>
          <a:xfrm>
            <a:off x="10471553" y="76685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6" name="Shape 6924"/>
          <p:cNvSpPr/>
          <p:nvPr/>
        </p:nvSpPr>
        <p:spPr>
          <a:xfrm>
            <a:off x="10717606" y="75399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7" name="Shape 6925"/>
          <p:cNvSpPr/>
          <p:nvPr/>
        </p:nvSpPr>
        <p:spPr>
          <a:xfrm>
            <a:off x="10474537" y="7605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8" name="Shape 6926"/>
          <p:cNvSpPr/>
          <p:nvPr/>
        </p:nvSpPr>
        <p:spPr>
          <a:xfrm>
            <a:off x="10590985" y="76498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9" name="Shape 6927"/>
          <p:cNvSpPr/>
          <p:nvPr/>
        </p:nvSpPr>
        <p:spPr>
          <a:xfrm>
            <a:off x="10743459" y="76431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0" name="Shape 6928"/>
          <p:cNvSpPr/>
          <p:nvPr/>
        </p:nvSpPr>
        <p:spPr>
          <a:xfrm>
            <a:off x="10351817" y="78603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1" name="Shape 6929"/>
          <p:cNvSpPr/>
          <p:nvPr/>
        </p:nvSpPr>
        <p:spPr>
          <a:xfrm>
            <a:off x="10352011" y="79266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2" name="Shape 6930"/>
          <p:cNvSpPr/>
          <p:nvPr/>
        </p:nvSpPr>
        <p:spPr>
          <a:xfrm>
            <a:off x="10739508" y="78228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3" name="Shape 6931"/>
          <p:cNvSpPr/>
          <p:nvPr/>
        </p:nvSpPr>
        <p:spPr>
          <a:xfrm>
            <a:off x="10441121" y="79303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4" name="Shape 6932"/>
          <p:cNvSpPr/>
          <p:nvPr/>
        </p:nvSpPr>
        <p:spPr>
          <a:xfrm>
            <a:off x="10577771" y="78982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5" name="Shape 6933"/>
          <p:cNvSpPr/>
          <p:nvPr/>
        </p:nvSpPr>
        <p:spPr>
          <a:xfrm>
            <a:off x="10332053" y="7884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6" name="Shape 6934"/>
          <p:cNvSpPr/>
          <p:nvPr/>
        </p:nvSpPr>
        <p:spPr>
          <a:xfrm>
            <a:off x="10566507" y="79455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7" name="Shape 6935"/>
          <p:cNvSpPr/>
          <p:nvPr/>
        </p:nvSpPr>
        <p:spPr>
          <a:xfrm>
            <a:off x="10526400" y="77097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8" name="Shape 6936"/>
          <p:cNvSpPr/>
          <p:nvPr/>
        </p:nvSpPr>
        <p:spPr>
          <a:xfrm>
            <a:off x="10686726" y="75604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9" name="Shape 6937"/>
          <p:cNvSpPr/>
          <p:nvPr/>
        </p:nvSpPr>
        <p:spPr>
          <a:xfrm>
            <a:off x="10667028" y="75687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0" name="Shape 6938"/>
          <p:cNvSpPr/>
          <p:nvPr/>
        </p:nvSpPr>
        <p:spPr>
          <a:xfrm>
            <a:off x="10356989" y="74496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1" name="Shape 6939"/>
          <p:cNvSpPr/>
          <p:nvPr/>
        </p:nvSpPr>
        <p:spPr>
          <a:xfrm>
            <a:off x="10454913" y="7018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2" name="Shape 6940"/>
          <p:cNvSpPr/>
          <p:nvPr/>
        </p:nvSpPr>
        <p:spPr>
          <a:xfrm>
            <a:off x="10519940" y="73930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3" name="Shape 6941"/>
          <p:cNvSpPr/>
          <p:nvPr/>
        </p:nvSpPr>
        <p:spPr>
          <a:xfrm>
            <a:off x="10712830" y="76300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4" name="Shape 6942"/>
          <p:cNvSpPr/>
          <p:nvPr/>
        </p:nvSpPr>
        <p:spPr>
          <a:xfrm>
            <a:off x="10712819" y="75203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5" name="Shape 6943"/>
          <p:cNvSpPr/>
          <p:nvPr/>
        </p:nvSpPr>
        <p:spPr>
          <a:xfrm>
            <a:off x="10365426" y="76847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6" name="Shape 6944"/>
          <p:cNvSpPr/>
          <p:nvPr/>
        </p:nvSpPr>
        <p:spPr>
          <a:xfrm>
            <a:off x="10524570" y="74609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7" name="Shape 6945"/>
          <p:cNvSpPr/>
          <p:nvPr/>
        </p:nvSpPr>
        <p:spPr>
          <a:xfrm>
            <a:off x="10594272" y="72361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8" name="Shape 6946"/>
          <p:cNvSpPr/>
          <p:nvPr/>
        </p:nvSpPr>
        <p:spPr>
          <a:xfrm>
            <a:off x="10640728" y="72230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9" name="Shape 6947"/>
          <p:cNvSpPr/>
          <p:nvPr/>
        </p:nvSpPr>
        <p:spPr>
          <a:xfrm>
            <a:off x="10546967" y="7572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0" name="Shape 6948"/>
          <p:cNvSpPr/>
          <p:nvPr/>
        </p:nvSpPr>
        <p:spPr>
          <a:xfrm>
            <a:off x="10474824" y="73012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1" name="Shape 6949"/>
          <p:cNvSpPr/>
          <p:nvPr/>
        </p:nvSpPr>
        <p:spPr>
          <a:xfrm>
            <a:off x="10743094" y="7668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2" name="Shape 6950"/>
          <p:cNvSpPr/>
          <p:nvPr/>
        </p:nvSpPr>
        <p:spPr>
          <a:xfrm>
            <a:off x="10635998" y="7626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3" name="Shape 6951"/>
          <p:cNvSpPr/>
          <p:nvPr/>
        </p:nvSpPr>
        <p:spPr>
          <a:xfrm>
            <a:off x="10646228" y="6761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4" name="Shape 6952"/>
          <p:cNvSpPr/>
          <p:nvPr/>
        </p:nvSpPr>
        <p:spPr>
          <a:xfrm>
            <a:off x="10662651" y="7619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5" name="Shape 6953"/>
          <p:cNvSpPr/>
          <p:nvPr/>
        </p:nvSpPr>
        <p:spPr>
          <a:xfrm>
            <a:off x="10350432" y="73380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6" name="Shape 6954"/>
          <p:cNvSpPr/>
          <p:nvPr/>
        </p:nvSpPr>
        <p:spPr>
          <a:xfrm>
            <a:off x="10661564" y="7444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7" name="Shape 6955"/>
          <p:cNvSpPr/>
          <p:nvPr/>
        </p:nvSpPr>
        <p:spPr>
          <a:xfrm>
            <a:off x="10616646" y="76471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8" name="Shape 6956"/>
          <p:cNvSpPr/>
          <p:nvPr/>
        </p:nvSpPr>
        <p:spPr>
          <a:xfrm>
            <a:off x="10568945" y="77011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9" name="Shape 6957"/>
          <p:cNvSpPr/>
          <p:nvPr/>
        </p:nvSpPr>
        <p:spPr>
          <a:xfrm>
            <a:off x="10754000" y="73639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0" name="Shape 6958"/>
          <p:cNvSpPr/>
          <p:nvPr/>
        </p:nvSpPr>
        <p:spPr>
          <a:xfrm>
            <a:off x="10354577" y="74801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1" name="Shape 6959"/>
          <p:cNvSpPr/>
          <p:nvPr/>
        </p:nvSpPr>
        <p:spPr>
          <a:xfrm>
            <a:off x="10754361" y="74383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2" name="Shape 6960"/>
          <p:cNvSpPr/>
          <p:nvPr/>
        </p:nvSpPr>
        <p:spPr>
          <a:xfrm>
            <a:off x="10497466" y="74169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3" name="Shape 6961"/>
          <p:cNvSpPr/>
          <p:nvPr/>
        </p:nvSpPr>
        <p:spPr>
          <a:xfrm>
            <a:off x="10494970" y="73370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4" name="Shape 6962"/>
          <p:cNvSpPr/>
          <p:nvPr/>
        </p:nvSpPr>
        <p:spPr>
          <a:xfrm>
            <a:off x="10610666" y="73066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5" name="Shape 6963"/>
          <p:cNvSpPr/>
          <p:nvPr/>
        </p:nvSpPr>
        <p:spPr>
          <a:xfrm>
            <a:off x="10544729" y="74197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6" name="Shape 6964"/>
          <p:cNvSpPr/>
          <p:nvPr/>
        </p:nvSpPr>
        <p:spPr>
          <a:xfrm>
            <a:off x="10672466" y="7228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7" name="Shape 6965"/>
          <p:cNvSpPr/>
          <p:nvPr/>
        </p:nvSpPr>
        <p:spPr>
          <a:xfrm>
            <a:off x="10703614" y="76995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8" name="Shape 6966"/>
          <p:cNvSpPr/>
          <p:nvPr/>
        </p:nvSpPr>
        <p:spPr>
          <a:xfrm>
            <a:off x="10469334" y="7619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9" name="Shape 6967"/>
          <p:cNvSpPr/>
          <p:nvPr/>
        </p:nvSpPr>
        <p:spPr>
          <a:xfrm>
            <a:off x="10414694" y="7093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0" name="Shape 6968"/>
          <p:cNvSpPr/>
          <p:nvPr/>
        </p:nvSpPr>
        <p:spPr>
          <a:xfrm>
            <a:off x="10518898" y="7514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1" name="Shape 6969"/>
          <p:cNvSpPr/>
          <p:nvPr/>
        </p:nvSpPr>
        <p:spPr>
          <a:xfrm>
            <a:off x="10540773" y="73698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2" name="Shape 6970"/>
          <p:cNvSpPr/>
          <p:nvPr/>
        </p:nvSpPr>
        <p:spPr>
          <a:xfrm>
            <a:off x="10622918" y="75018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3" name="Shape 6971"/>
          <p:cNvSpPr/>
          <p:nvPr/>
        </p:nvSpPr>
        <p:spPr>
          <a:xfrm>
            <a:off x="10344668" y="74195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4" name="Shape 6972"/>
          <p:cNvSpPr/>
          <p:nvPr/>
        </p:nvSpPr>
        <p:spPr>
          <a:xfrm>
            <a:off x="10646610" y="7500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5" name="Shape 6973"/>
          <p:cNvSpPr/>
          <p:nvPr/>
        </p:nvSpPr>
        <p:spPr>
          <a:xfrm>
            <a:off x="10642930" y="73139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6" name="Shape 6974"/>
          <p:cNvSpPr/>
          <p:nvPr/>
        </p:nvSpPr>
        <p:spPr>
          <a:xfrm>
            <a:off x="10590667" y="7624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7" name="Shape 6975"/>
          <p:cNvSpPr/>
          <p:nvPr/>
        </p:nvSpPr>
        <p:spPr>
          <a:xfrm>
            <a:off x="10735049" y="76159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8" name="Shape 6976"/>
          <p:cNvSpPr/>
          <p:nvPr/>
        </p:nvSpPr>
        <p:spPr>
          <a:xfrm>
            <a:off x="10395942" y="76217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9" name="Shape 6977"/>
          <p:cNvSpPr/>
          <p:nvPr/>
        </p:nvSpPr>
        <p:spPr>
          <a:xfrm>
            <a:off x="10543606" y="75428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0" name="Shape 6978"/>
          <p:cNvSpPr/>
          <p:nvPr/>
        </p:nvSpPr>
        <p:spPr>
          <a:xfrm>
            <a:off x="10361475" y="77148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1" name="Shape 6979"/>
          <p:cNvSpPr/>
          <p:nvPr/>
        </p:nvSpPr>
        <p:spPr>
          <a:xfrm>
            <a:off x="10648192" y="7674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2" name="Shape 6980"/>
          <p:cNvSpPr/>
          <p:nvPr/>
        </p:nvSpPr>
        <p:spPr>
          <a:xfrm>
            <a:off x="10706412" y="77523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3" name="Shape 6981"/>
          <p:cNvSpPr/>
          <p:nvPr/>
        </p:nvSpPr>
        <p:spPr>
          <a:xfrm>
            <a:off x="10477739" y="7758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4" name="Shape 6982"/>
          <p:cNvSpPr/>
          <p:nvPr/>
        </p:nvSpPr>
        <p:spPr>
          <a:xfrm>
            <a:off x="10448949" y="76410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5" name="Shape 6983"/>
          <p:cNvSpPr/>
          <p:nvPr/>
        </p:nvSpPr>
        <p:spPr>
          <a:xfrm>
            <a:off x="10464219" y="76616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6" name="Shape 6984"/>
          <p:cNvSpPr/>
          <p:nvPr/>
        </p:nvSpPr>
        <p:spPr>
          <a:xfrm>
            <a:off x="10484405" y="74265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7" name="Shape 6985"/>
          <p:cNvSpPr/>
          <p:nvPr/>
        </p:nvSpPr>
        <p:spPr>
          <a:xfrm>
            <a:off x="10518068" y="7661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8" name="Shape 6986"/>
          <p:cNvSpPr/>
          <p:nvPr/>
        </p:nvSpPr>
        <p:spPr>
          <a:xfrm>
            <a:off x="10398812" y="76843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9" name="Shape 6987"/>
          <p:cNvSpPr/>
          <p:nvPr/>
        </p:nvSpPr>
        <p:spPr>
          <a:xfrm>
            <a:off x="10495533" y="76573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0" name="Shape 6988"/>
          <p:cNvSpPr/>
          <p:nvPr/>
        </p:nvSpPr>
        <p:spPr>
          <a:xfrm>
            <a:off x="10469149" y="7689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1" name="Shape 6989"/>
          <p:cNvSpPr/>
          <p:nvPr/>
        </p:nvSpPr>
        <p:spPr>
          <a:xfrm>
            <a:off x="10629849" y="74150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2" name="Shape 6990"/>
          <p:cNvSpPr/>
          <p:nvPr/>
        </p:nvSpPr>
        <p:spPr>
          <a:xfrm>
            <a:off x="10412172" y="72463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3" name="Shape 6991"/>
          <p:cNvSpPr/>
          <p:nvPr/>
        </p:nvSpPr>
        <p:spPr>
          <a:xfrm>
            <a:off x="10524139" y="76166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4" name="Shape 6992"/>
          <p:cNvSpPr/>
          <p:nvPr/>
        </p:nvSpPr>
        <p:spPr>
          <a:xfrm>
            <a:off x="10679173" y="75182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5" name="Shape 6993"/>
          <p:cNvSpPr/>
          <p:nvPr/>
        </p:nvSpPr>
        <p:spPr>
          <a:xfrm>
            <a:off x="10609683" y="76623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6" name="Shape 6994"/>
          <p:cNvSpPr/>
          <p:nvPr/>
        </p:nvSpPr>
        <p:spPr>
          <a:xfrm>
            <a:off x="10702584" y="7403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7" name="Shape 6995"/>
          <p:cNvSpPr/>
          <p:nvPr/>
        </p:nvSpPr>
        <p:spPr>
          <a:xfrm>
            <a:off x="10394536" y="77181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8" name="Shape 6996"/>
          <p:cNvSpPr/>
          <p:nvPr/>
        </p:nvSpPr>
        <p:spPr>
          <a:xfrm>
            <a:off x="10524387" y="72811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9" name="Shape 6997"/>
          <p:cNvSpPr/>
          <p:nvPr/>
        </p:nvSpPr>
        <p:spPr>
          <a:xfrm>
            <a:off x="10454534" y="7679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0" name="Shape 6998"/>
          <p:cNvSpPr/>
          <p:nvPr/>
        </p:nvSpPr>
        <p:spPr>
          <a:xfrm>
            <a:off x="10586697" y="7460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1" name="Shape 6999"/>
          <p:cNvSpPr/>
          <p:nvPr/>
        </p:nvSpPr>
        <p:spPr>
          <a:xfrm>
            <a:off x="10754338" y="73732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2" name="Shape 7000"/>
          <p:cNvSpPr/>
          <p:nvPr/>
        </p:nvSpPr>
        <p:spPr>
          <a:xfrm>
            <a:off x="10738907" y="77714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3" name="Shape 7001"/>
          <p:cNvSpPr/>
          <p:nvPr/>
        </p:nvSpPr>
        <p:spPr>
          <a:xfrm>
            <a:off x="10473609" y="68604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4" name="Shape 7002"/>
          <p:cNvSpPr/>
          <p:nvPr/>
        </p:nvSpPr>
        <p:spPr>
          <a:xfrm>
            <a:off x="10408043" y="72370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5" name="Shape 7003"/>
          <p:cNvSpPr/>
          <p:nvPr/>
        </p:nvSpPr>
        <p:spPr>
          <a:xfrm>
            <a:off x="10443602" y="76440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6" name="Shape 7004"/>
          <p:cNvSpPr/>
          <p:nvPr/>
        </p:nvSpPr>
        <p:spPr>
          <a:xfrm>
            <a:off x="10441993" y="75245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7" name="Shape 7005"/>
          <p:cNvSpPr/>
          <p:nvPr/>
        </p:nvSpPr>
        <p:spPr>
          <a:xfrm>
            <a:off x="10453045" y="7455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8" name="Shape 7006"/>
          <p:cNvSpPr/>
          <p:nvPr/>
        </p:nvSpPr>
        <p:spPr>
          <a:xfrm>
            <a:off x="10503937" y="7376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9" name="Shape 7007"/>
          <p:cNvSpPr/>
          <p:nvPr/>
        </p:nvSpPr>
        <p:spPr>
          <a:xfrm>
            <a:off x="10426916" y="74929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0" name="Shape 7008"/>
          <p:cNvSpPr/>
          <p:nvPr/>
        </p:nvSpPr>
        <p:spPr>
          <a:xfrm>
            <a:off x="10562978" y="73400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1" name="Shape 7009"/>
          <p:cNvSpPr/>
          <p:nvPr/>
        </p:nvSpPr>
        <p:spPr>
          <a:xfrm>
            <a:off x="10522027" y="76289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2" name="Shape 7010"/>
          <p:cNvSpPr/>
          <p:nvPr/>
        </p:nvSpPr>
        <p:spPr>
          <a:xfrm>
            <a:off x="10725230" y="74721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3" name="Shape 7011"/>
          <p:cNvSpPr/>
          <p:nvPr/>
        </p:nvSpPr>
        <p:spPr>
          <a:xfrm>
            <a:off x="10713947" y="7277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4" name="Shape 7012"/>
          <p:cNvSpPr/>
          <p:nvPr/>
        </p:nvSpPr>
        <p:spPr>
          <a:xfrm>
            <a:off x="10606992" y="75997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5" name="Shape 7013"/>
          <p:cNvSpPr/>
          <p:nvPr/>
        </p:nvSpPr>
        <p:spPr>
          <a:xfrm>
            <a:off x="10543396" y="74396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6" name="Shape 7014"/>
          <p:cNvSpPr/>
          <p:nvPr/>
        </p:nvSpPr>
        <p:spPr>
          <a:xfrm>
            <a:off x="10673289" y="7463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7" name="Shape 7015"/>
          <p:cNvSpPr/>
          <p:nvPr/>
        </p:nvSpPr>
        <p:spPr>
          <a:xfrm>
            <a:off x="10645148" y="71046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8" name="Shape 7016"/>
          <p:cNvSpPr/>
          <p:nvPr/>
        </p:nvSpPr>
        <p:spPr>
          <a:xfrm>
            <a:off x="10472686" y="74504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9" name="Shape 7017"/>
          <p:cNvSpPr/>
          <p:nvPr/>
        </p:nvSpPr>
        <p:spPr>
          <a:xfrm>
            <a:off x="10760806" y="73529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0" name="Shape 7018"/>
          <p:cNvSpPr/>
          <p:nvPr/>
        </p:nvSpPr>
        <p:spPr>
          <a:xfrm>
            <a:off x="10535474" y="74937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1" name="Shape 7019"/>
          <p:cNvSpPr/>
          <p:nvPr/>
        </p:nvSpPr>
        <p:spPr>
          <a:xfrm>
            <a:off x="10399291" y="73658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2" name="Shape 7020"/>
          <p:cNvSpPr/>
          <p:nvPr/>
        </p:nvSpPr>
        <p:spPr>
          <a:xfrm>
            <a:off x="10543248" y="74519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3" name="Shape 7021"/>
          <p:cNvSpPr/>
          <p:nvPr/>
        </p:nvSpPr>
        <p:spPr>
          <a:xfrm>
            <a:off x="10646043" y="72275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4" name="Shape 7022"/>
          <p:cNvSpPr/>
          <p:nvPr/>
        </p:nvSpPr>
        <p:spPr>
          <a:xfrm>
            <a:off x="10751924" y="73515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5" name="Shape 7023"/>
          <p:cNvSpPr/>
          <p:nvPr/>
        </p:nvSpPr>
        <p:spPr>
          <a:xfrm>
            <a:off x="10438746" y="74501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6" name="Shape 7024"/>
          <p:cNvSpPr/>
          <p:nvPr/>
        </p:nvSpPr>
        <p:spPr>
          <a:xfrm>
            <a:off x="10366976" y="73141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7" name="Shape 7025"/>
          <p:cNvSpPr/>
          <p:nvPr/>
        </p:nvSpPr>
        <p:spPr>
          <a:xfrm>
            <a:off x="10523960" y="74043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8" name="Shape 7026"/>
          <p:cNvSpPr/>
          <p:nvPr/>
        </p:nvSpPr>
        <p:spPr>
          <a:xfrm>
            <a:off x="10678718" y="74221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9" name="Shape 7027"/>
          <p:cNvSpPr/>
          <p:nvPr/>
        </p:nvSpPr>
        <p:spPr>
          <a:xfrm>
            <a:off x="10426048" y="74693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0" name="Shape 7028"/>
          <p:cNvSpPr/>
          <p:nvPr/>
        </p:nvSpPr>
        <p:spPr>
          <a:xfrm>
            <a:off x="10508454" y="73551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1" name="Shape 7029"/>
          <p:cNvSpPr/>
          <p:nvPr/>
        </p:nvSpPr>
        <p:spPr>
          <a:xfrm>
            <a:off x="10336646" y="73044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2" name="Shape 7030"/>
          <p:cNvSpPr/>
          <p:nvPr/>
        </p:nvSpPr>
        <p:spPr>
          <a:xfrm>
            <a:off x="10622641" y="7465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3" name="Shape 7031"/>
          <p:cNvSpPr/>
          <p:nvPr/>
        </p:nvSpPr>
        <p:spPr>
          <a:xfrm>
            <a:off x="10613275" y="73755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4" name="Shape 7032"/>
          <p:cNvSpPr/>
          <p:nvPr/>
        </p:nvSpPr>
        <p:spPr>
          <a:xfrm>
            <a:off x="10664024" y="72522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5" name="Shape 7033"/>
          <p:cNvSpPr/>
          <p:nvPr/>
        </p:nvSpPr>
        <p:spPr>
          <a:xfrm>
            <a:off x="10471706" y="7165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6" name="Shape 7034"/>
          <p:cNvSpPr/>
          <p:nvPr/>
        </p:nvSpPr>
        <p:spPr>
          <a:xfrm>
            <a:off x="10570852" y="73971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7" name="Shape 7035"/>
          <p:cNvSpPr/>
          <p:nvPr/>
        </p:nvSpPr>
        <p:spPr>
          <a:xfrm>
            <a:off x="10566493" y="74418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8" name="Shape 7036"/>
          <p:cNvSpPr/>
          <p:nvPr/>
        </p:nvSpPr>
        <p:spPr>
          <a:xfrm>
            <a:off x="10759385" y="7373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9" name="Shape 7037"/>
          <p:cNvSpPr/>
          <p:nvPr/>
        </p:nvSpPr>
        <p:spPr>
          <a:xfrm>
            <a:off x="10752355" y="73044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0" name="Shape 7038"/>
          <p:cNvSpPr/>
          <p:nvPr/>
        </p:nvSpPr>
        <p:spPr>
          <a:xfrm>
            <a:off x="10506567" y="7522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1" name="Shape 7039"/>
          <p:cNvSpPr/>
          <p:nvPr/>
        </p:nvSpPr>
        <p:spPr>
          <a:xfrm>
            <a:off x="10707173" y="74167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2" name="Shape 7040"/>
          <p:cNvSpPr/>
          <p:nvPr/>
        </p:nvSpPr>
        <p:spPr>
          <a:xfrm>
            <a:off x="10637853" y="72664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3" name="Shape 7041"/>
          <p:cNvSpPr/>
          <p:nvPr/>
        </p:nvSpPr>
        <p:spPr>
          <a:xfrm>
            <a:off x="10543662" y="72816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4" name="Shape 7042"/>
          <p:cNvSpPr/>
          <p:nvPr/>
        </p:nvSpPr>
        <p:spPr>
          <a:xfrm>
            <a:off x="10453717" y="70906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5" name="Shape 7043"/>
          <p:cNvSpPr/>
          <p:nvPr/>
        </p:nvSpPr>
        <p:spPr>
          <a:xfrm>
            <a:off x="10601129" y="74143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6" name="Shape 7044"/>
          <p:cNvSpPr/>
          <p:nvPr/>
        </p:nvSpPr>
        <p:spPr>
          <a:xfrm>
            <a:off x="10596171" y="74110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7" name="Shape 7045"/>
          <p:cNvSpPr/>
          <p:nvPr/>
        </p:nvSpPr>
        <p:spPr>
          <a:xfrm>
            <a:off x="10554957" y="74201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8" name="Shape 7046"/>
          <p:cNvSpPr/>
          <p:nvPr/>
        </p:nvSpPr>
        <p:spPr>
          <a:xfrm>
            <a:off x="10489968" y="73008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9" name="Shape 7047"/>
          <p:cNvSpPr/>
          <p:nvPr/>
        </p:nvSpPr>
        <p:spPr>
          <a:xfrm>
            <a:off x="10747818" y="7494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0" name="Shape 7048"/>
          <p:cNvSpPr/>
          <p:nvPr/>
        </p:nvSpPr>
        <p:spPr>
          <a:xfrm>
            <a:off x="10757168" y="73065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1" name="Shape 7049"/>
          <p:cNvSpPr/>
          <p:nvPr/>
        </p:nvSpPr>
        <p:spPr>
          <a:xfrm>
            <a:off x="10393586" y="72174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2" name="Shape 7050"/>
          <p:cNvSpPr/>
          <p:nvPr/>
        </p:nvSpPr>
        <p:spPr>
          <a:xfrm>
            <a:off x="10675926" y="7370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3" name="Shape 7051"/>
          <p:cNvSpPr/>
          <p:nvPr/>
        </p:nvSpPr>
        <p:spPr>
          <a:xfrm>
            <a:off x="10582329" y="77531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4" name="Shape 7052"/>
          <p:cNvSpPr/>
          <p:nvPr/>
        </p:nvSpPr>
        <p:spPr>
          <a:xfrm>
            <a:off x="10386143" y="74391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5" name="Shape 7053"/>
          <p:cNvSpPr/>
          <p:nvPr/>
        </p:nvSpPr>
        <p:spPr>
          <a:xfrm>
            <a:off x="10335804" y="7522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6" name="Shape 7054"/>
          <p:cNvSpPr/>
          <p:nvPr/>
        </p:nvSpPr>
        <p:spPr>
          <a:xfrm>
            <a:off x="10737563" y="74827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7" name="Shape 7055"/>
          <p:cNvSpPr/>
          <p:nvPr/>
        </p:nvSpPr>
        <p:spPr>
          <a:xfrm>
            <a:off x="10444936" y="73678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8" name="Shape 7056"/>
          <p:cNvSpPr/>
          <p:nvPr/>
        </p:nvSpPr>
        <p:spPr>
          <a:xfrm>
            <a:off x="10719557" y="72358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9" name="Shape 7057"/>
          <p:cNvSpPr/>
          <p:nvPr/>
        </p:nvSpPr>
        <p:spPr>
          <a:xfrm>
            <a:off x="10435386" y="74473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0" name="Shape 7058"/>
          <p:cNvSpPr/>
          <p:nvPr/>
        </p:nvSpPr>
        <p:spPr>
          <a:xfrm>
            <a:off x="10647629" y="7612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1" name="Shape 7059"/>
          <p:cNvSpPr/>
          <p:nvPr/>
        </p:nvSpPr>
        <p:spPr>
          <a:xfrm>
            <a:off x="10695649" y="72301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2" name="Shape 7060"/>
          <p:cNvSpPr/>
          <p:nvPr/>
        </p:nvSpPr>
        <p:spPr>
          <a:xfrm>
            <a:off x="10737375" y="72425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3" name="Shape 7061"/>
          <p:cNvSpPr/>
          <p:nvPr/>
        </p:nvSpPr>
        <p:spPr>
          <a:xfrm>
            <a:off x="10380507" y="7414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4" name="Shape 7062"/>
          <p:cNvSpPr/>
          <p:nvPr/>
        </p:nvSpPr>
        <p:spPr>
          <a:xfrm>
            <a:off x="10593474" y="7247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5" name="Shape 7063"/>
          <p:cNvSpPr/>
          <p:nvPr/>
        </p:nvSpPr>
        <p:spPr>
          <a:xfrm>
            <a:off x="10470786" y="72440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6" name="Shape 7064"/>
          <p:cNvSpPr/>
          <p:nvPr/>
        </p:nvSpPr>
        <p:spPr>
          <a:xfrm>
            <a:off x="10492613" y="72280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7" name="Shape 7065"/>
          <p:cNvSpPr/>
          <p:nvPr/>
        </p:nvSpPr>
        <p:spPr>
          <a:xfrm>
            <a:off x="10463092" y="76200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8" name="Shape 7066"/>
          <p:cNvSpPr/>
          <p:nvPr/>
        </p:nvSpPr>
        <p:spPr>
          <a:xfrm>
            <a:off x="10609317" y="7697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9" name="Shape 7067"/>
          <p:cNvSpPr/>
          <p:nvPr/>
        </p:nvSpPr>
        <p:spPr>
          <a:xfrm>
            <a:off x="10685945" y="7438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0" name="Shape 7068"/>
          <p:cNvSpPr/>
          <p:nvPr/>
        </p:nvSpPr>
        <p:spPr>
          <a:xfrm>
            <a:off x="10473990" y="7445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1" name="Shape 7069"/>
          <p:cNvSpPr/>
          <p:nvPr/>
        </p:nvSpPr>
        <p:spPr>
          <a:xfrm>
            <a:off x="10722253" y="74449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2" name="Shape 7070"/>
          <p:cNvSpPr/>
          <p:nvPr/>
        </p:nvSpPr>
        <p:spPr>
          <a:xfrm>
            <a:off x="10342124" y="74706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3" name="Shape 7071"/>
          <p:cNvSpPr/>
          <p:nvPr/>
        </p:nvSpPr>
        <p:spPr>
          <a:xfrm>
            <a:off x="10743392" y="74901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4" name="Shape 7072"/>
          <p:cNvSpPr/>
          <p:nvPr/>
        </p:nvSpPr>
        <p:spPr>
          <a:xfrm>
            <a:off x="10392523" y="7701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5" name="Shape 7073"/>
          <p:cNvSpPr/>
          <p:nvPr/>
        </p:nvSpPr>
        <p:spPr>
          <a:xfrm>
            <a:off x="10594155" y="77164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6" name="Shape 7074"/>
          <p:cNvSpPr/>
          <p:nvPr/>
        </p:nvSpPr>
        <p:spPr>
          <a:xfrm>
            <a:off x="10336170" y="77677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7" name="Shape 7075"/>
          <p:cNvSpPr/>
          <p:nvPr/>
        </p:nvSpPr>
        <p:spPr>
          <a:xfrm>
            <a:off x="10439407" y="78939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8" name="Shape 7076"/>
          <p:cNvSpPr/>
          <p:nvPr/>
        </p:nvSpPr>
        <p:spPr>
          <a:xfrm>
            <a:off x="10590505" y="77185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9" name="Shape 7077"/>
          <p:cNvSpPr/>
          <p:nvPr/>
        </p:nvSpPr>
        <p:spPr>
          <a:xfrm>
            <a:off x="10429814" y="78903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0" name="Shape 7078"/>
          <p:cNvSpPr/>
          <p:nvPr/>
        </p:nvSpPr>
        <p:spPr>
          <a:xfrm>
            <a:off x="10636668" y="78344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1" name="Shape 7079"/>
          <p:cNvSpPr/>
          <p:nvPr/>
        </p:nvSpPr>
        <p:spPr>
          <a:xfrm>
            <a:off x="10555588" y="78575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2" name="Shape 7080"/>
          <p:cNvSpPr/>
          <p:nvPr/>
        </p:nvSpPr>
        <p:spPr>
          <a:xfrm>
            <a:off x="10616480" y="77564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3" name="Shape 7081"/>
          <p:cNvSpPr/>
          <p:nvPr/>
        </p:nvSpPr>
        <p:spPr>
          <a:xfrm>
            <a:off x="10419919" y="78263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4" name="Shape 7082"/>
          <p:cNvSpPr/>
          <p:nvPr/>
        </p:nvSpPr>
        <p:spPr>
          <a:xfrm>
            <a:off x="10463128" y="78152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5" name="Shape 7083"/>
          <p:cNvSpPr/>
          <p:nvPr/>
        </p:nvSpPr>
        <p:spPr>
          <a:xfrm>
            <a:off x="10547471" y="78899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6" name="Shape 7084"/>
          <p:cNvSpPr/>
          <p:nvPr/>
        </p:nvSpPr>
        <p:spPr>
          <a:xfrm>
            <a:off x="10443525" y="72188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7" name="Shape 7085"/>
          <p:cNvSpPr/>
          <p:nvPr/>
        </p:nvSpPr>
        <p:spPr>
          <a:xfrm>
            <a:off x="10499616" y="7240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8" name="Shape 7086"/>
          <p:cNvSpPr/>
          <p:nvPr/>
        </p:nvSpPr>
        <p:spPr>
          <a:xfrm>
            <a:off x="10691467" y="7515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9" name="Shape 7087"/>
          <p:cNvSpPr/>
          <p:nvPr/>
        </p:nvSpPr>
        <p:spPr>
          <a:xfrm>
            <a:off x="10612335" y="7517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0" name="Shape 7088"/>
          <p:cNvSpPr/>
          <p:nvPr/>
        </p:nvSpPr>
        <p:spPr>
          <a:xfrm>
            <a:off x="10606185" y="74563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1" name="Shape 7089"/>
          <p:cNvSpPr/>
          <p:nvPr/>
        </p:nvSpPr>
        <p:spPr>
          <a:xfrm>
            <a:off x="10706267" y="75807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2" name="Shape 7090"/>
          <p:cNvSpPr/>
          <p:nvPr/>
        </p:nvSpPr>
        <p:spPr>
          <a:xfrm>
            <a:off x="10608548" y="75900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3" name="Shape 7091"/>
          <p:cNvSpPr/>
          <p:nvPr/>
        </p:nvSpPr>
        <p:spPr>
          <a:xfrm>
            <a:off x="10528943" y="7474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4" name="Shape 7092"/>
          <p:cNvSpPr/>
          <p:nvPr/>
        </p:nvSpPr>
        <p:spPr>
          <a:xfrm>
            <a:off x="10724530" y="7576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5" name="Shape 7093"/>
          <p:cNvSpPr/>
          <p:nvPr/>
        </p:nvSpPr>
        <p:spPr>
          <a:xfrm>
            <a:off x="10388052" y="75199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6" name="Shape 7094"/>
          <p:cNvSpPr/>
          <p:nvPr/>
        </p:nvSpPr>
        <p:spPr>
          <a:xfrm>
            <a:off x="10697274" y="75027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7" name="Shape 7095"/>
          <p:cNvSpPr/>
          <p:nvPr/>
        </p:nvSpPr>
        <p:spPr>
          <a:xfrm>
            <a:off x="10589521" y="74153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8" name="Shape 7096"/>
          <p:cNvSpPr/>
          <p:nvPr/>
        </p:nvSpPr>
        <p:spPr>
          <a:xfrm>
            <a:off x="10557531" y="75980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9" name="Shape 7097"/>
          <p:cNvSpPr/>
          <p:nvPr/>
        </p:nvSpPr>
        <p:spPr>
          <a:xfrm>
            <a:off x="10434317" y="72815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0" name="Shape 7098"/>
          <p:cNvSpPr/>
          <p:nvPr/>
        </p:nvSpPr>
        <p:spPr>
          <a:xfrm>
            <a:off x="10360261" y="72673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1" name="Shape 7099"/>
          <p:cNvSpPr/>
          <p:nvPr/>
        </p:nvSpPr>
        <p:spPr>
          <a:xfrm>
            <a:off x="10712347" y="72661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2" name="Shape 7100"/>
          <p:cNvSpPr/>
          <p:nvPr/>
        </p:nvSpPr>
        <p:spPr>
          <a:xfrm>
            <a:off x="10684415" y="72689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3" name="Shape 7101"/>
          <p:cNvSpPr/>
          <p:nvPr/>
        </p:nvSpPr>
        <p:spPr>
          <a:xfrm>
            <a:off x="10406640" y="72726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4" name="Shape 7102"/>
          <p:cNvSpPr/>
          <p:nvPr/>
        </p:nvSpPr>
        <p:spPr>
          <a:xfrm>
            <a:off x="10379372" y="72669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5" name="Shape 7103"/>
          <p:cNvSpPr/>
          <p:nvPr/>
        </p:nvSpPr>
        <p:spPr>
          <a:xfrm>
            <a:off x="10516343" y="75097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6" name="Shape 7104"/>
          <p:cNvSpPr/>
          <p:nvPr/>
        </p:nvSpPr>
        <p:spPr>
          <a:xfrm>
            <a:off x="10688713" y="75578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7" name="Shape 7105"/>
          <p:cNvSpPr/>
          <p:nvPr/>
        </p:nvSpPr>
        <p:spPr>
          <a:xfrm>
            <a:off x="10366112" y="75595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8" name="Shape 7106"/>
          <p:cNvSpPr/>
          <p:nvPr/>
        </p:nvSpPr>
        <p:spPr>
          <a:xfrm>
            <a:off x="10747113" y="73851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9" name="Shape 7107"/>
          <p:cNvSpPr/>
          <p:nvPr/>
        </p:nvSpPr>
        <p:spPr>
          <a:xfrm>
            <a:off x="10596279" y="73654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0" name="Shape 7108"/>
          <p:cNvSpPr/>
          <p:nvPr/>
        </p:nvSpPr>
        <p:spPr>
          <a:xfrm>
            <a:off x="10592356" y="76398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1" name="Shape 7109"/>
          <p:cNvSpPr/>
          <p:nvPr/>
        </p:nvSpPr>
        <p:spPr>
          <a:xfrm>
            <a:off x="10331747" y="77019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2" name="Shape 7110"/>
          <p:cNvSpPr/>
          <p:nvPr/>
        </p:nvSpPr>
        <p:spPr>
          <a:xfrm>
            <a:off x="10442938" y="77357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3" name="Shape 7111"/>
          <p:cNvSpPr/>
          <p:nvPr/>
        </p:nvSpPr>
        <p:spPr>
          <a:xfrm>
            <a:off x="10500459" y="76254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4" name="Shape 7112"/>
          <p:cNvSpPr/>
          <p:nvPr/>
        </p:nvSpPr>
        <p:spPr>
          <a:xfrm>
            <a:off x="10387818" y="70871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5" name="Shape 7113"/>
          <p:cNvSpPr/>
          <p:nvPr/>
        </p:nvSpPr>
        <p:spPr>
          <a:xfrm>
            <a:off x="10396558" y="76160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6" name="Shape 7114"/>
          <p:cNvSpPr/>
          <p:nvPr/>
        </p:nvSpPr>
        <p:spPr>
          <a:xfrm>
            <a:off x="10414929" y="7757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7" name="Shape 7115"/>
          <p:cNvSpPr/>
          <p:nvPr/>
        </p:nvSpPr>
        <p:spPr>
          <a:xfrm>
            <a:off x="10569682" y="7787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8" name="Shape 7116"/>
          <p:cNvSpPr/>
          <p:nvPr/>
        </p:nvSpPr>
        <p:spPr>
          <a:xfrm>
            <a:off x="10688390" y="77416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9" name="Shape 7117"/>
          <p:cNvSpPr/>
          <p:nvPr/>
        </p:nvSpPr>
        <p:spPr>
          <a:xfrm>
            <a:off x="10513301" y="77936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0" name="Shape 7118"/>
          <p:cNvSpPr/>
          <p:nvPr/>
        </p:nvSpPr>
        <p:spPr>
          <a:xfrm>
            <a:off x="10753299" y="76538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1" name="Shape 7119"/>
          <p:cNvSpPr/>
          <p:nvPr/>
        </p:nvSpPr>
        <p:spPr>
          <a:xfrm>
            <a:off x="10488921" y="7046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2" name="Shape 7120"/>
          <p:cNvSpPr/>
          <p:nvPr/>
        </p:nvSpPr>
        <p:spPr>
          <a:xfrm>
            <a:off x="10622357" y="7064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3" name="Shape 7121"/>
          <p:cNvSpPr/>
          <p:nvPr/>
        </p:nvSpPr>
        <p:spPr>
          <a:xfrm>
            <a:off x="10455201" y="76765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4" name="Shape 7122"/>
          <p:cNvSpPr/>
          <p:nvPr/>
        </p:nvSpPr>
        <p:spPr>
          <a:xfrm>
            <a:off x="10530690" y="7708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5" name="Shape 7123"/>
          <p:cNvSpPr/>
          <p:nvPr/>
        </p:nvSpPr>
        <p:spPr>
          <a:xfrm>
            <a:off x="10428728" y="77138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6" name="Shape 7124"/>
          <p:cNvSpPr/>
          <p:nvPr/>
        </p:nvSpPr>
        <p:spPr>
          <a:xfrm>
            <a:off x="10331243" y="73166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7" name="Shape 7125"/>
          <p:cNvSpPr/>
          <p:nvPr/>
        </p:nvSpPr>
        <p:spPr>
          <a:xfrm>
            <a:off x="10694628" y="7325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8" name="Shape 7126"/>
          <p:cNvSpPr/>
          <p:nvPr/>
        </p:nvSpPr>
        <p:spPr>
          <a:xfrm>
            <a:off x="10449673" y="75097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9" name="Shape 7127"/>
          <p:cNvSpPr/>
          <p:nvPr/>
        </p:nvSpPr>
        <p:spPr>
          <a:xfrm>
            <a:off x="10497514" y="7469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0" name="Shape 7128"/>
          <p:cNvSpPr/>
          <p:nvPr/>
        </p:nvSpPr>
        <p:spPr>
          <a:xfrm>
            <a:off x="10757139" y="75021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1" name="Shape 7129"/>
          <p:cNvSpPr/>
          <p:nvPr/>
        </p:nvSpPr>
        <p:spPr>
          <a:xfrm>
            <a:off x="10606209" y="71896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2" name="Shape 7130"/>
          <p:cNvSpPr/>
          <p:nvPr/>
        </p:nvSpPr>
        <p:spPr>
          <a:xfrm>
            <a:off x="10677967" y="73376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3" name="Shape 7131"/>
          <p:cNvSpPr/>
          <p:nvPr/>
        </p:nvSpPr>
        <p:spPr>
          <a:xfrm>
            <a:off x="10607140" y="74902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4" name="Shape 7132"/>
          <p:cNvSpPr/>
          <p:nvPr/>
        </p:nvSpPr>
        <p:spPr>
          <a:xfrm>
            <a:off x="10396316" y="7508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5" name="Shape 7133"/>
          <p:cNvSpPr/>
          <p:nvPr/>
        </p:nvSpPr>
        <p:spPr>
          <a:xfrm>
            <a:off x="10617578" y="75400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6" name="Shape 7134"/>
          <p:cNvSpPr/>
          <p:nvPr/>
        </p:nvSpPr>
        <p:spPr>
          <a:xfrm>
            <a:off x="10485504" y="71241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7" name="Shape 7135"/>
          <p:cNvSpPr/>
          <p:nvPr/>
        </p:nvSpPr>
        <p:spPr>
          <a:xfrm>
            <a:off x="10441949" y="74996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8" name="Shape 7136"/>
          <p:cNvSpPr/>
          <p:nvPr/>
        </p:nvSpPr>
        <p:spPr>
          <a:xfrm>
            <a:off x="10634067" y="76163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9" name="Shape 7137"/>
          <p:cNvSpPr/>
          <p:nvPr/>
        </p:nvSpPr>
        <p:spPr>
          <a:xfrm>
            <a:off x="10592483" y="79771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0" name="Shape 7138"/>
          <p:cNvSpPr/>
          <p:nvPr/>
        </p:nvSpPr>
        <p:spPr>
          <a:xfrm>
            <a:off x="10387811" y="76009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1" name="Shape 7139"/>
          <p:cNvSpPr/>
          <p:nvPr/>
        </p:nvSpPr>
        <p:spPr>
          <a:xfrm>
            <a:off x="10457025" y="7429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2" name="Shape 7140"/>
          <p:cNvSpPr/>
          <p:nvPr/>
        </p:nvSpPr>
        <p:spPr>
          <a:xfrm>
            <a:off x="10416303" y="75590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3" name="Shape 7141"/>
          <p:cNvSpPr/>
          <p:nvPr/>
        </p:nvSpPr>
        <p:spPr>
          <a:xfrm>
            <a:off x="10634473" y="75107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4" name="Shape 7142"/>
          <p:cNvSpPr/>
          <p:nvPr/>
        </p:nvSpPr>
        <p:spPr>
          <a:xfrm>
            <a:off x="10552091" y="7455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5" name="Shape 7143"/>
          <p:cNvSpPr/>
          <p:nvPr/>
        </p:nvSpPr>
        <p:spPr>
          <a:xfrm>
            <a:off x="10426958" y="75892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6" name="Shape 7144"/>
          <p:cNvSpPr/>
          <p:nvPr/>
        </p:nvSpPr>
        <p:spPr>
          <a:xfrm>
            <a:off x="10584173" y="76379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7" name="Shape 7145"/>
          <p:cNvSpPr/>
          <p:nvPr/>
        </p:nvSpPr>
        <p:spPr>
          <a:xfrm>
            <a:off x="10389103" y="76502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8" name="Shape 7146"/>
          <p:cNvSpPr/>
          <p:nvPr/>
        </p:nvSpPr>
        <p:spPr>
          <a:xfrm>
            <a:off x="10580093" y="77225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9" name="Shape 7147"/>
          <p:cNvSpPr/>
          <p:nvPr/>
        </p:nvSpPr>
        <p:spPr>
          <a:xfrm>
            <a:off x="10558738" y="76564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0" name="Shape 7148"/>
          <p:cNvSpPr/>
          <p:nvPr/>
        </p:nvSpPr>
        <p:spPr>
          <a:xfrm>
            <a:off x="10555502" y="73394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1" name="Shape 7149"/>
          <p:cNvSpPr/>
          <p:nvPr/>
        </p:nvSpPr>
        <p:spPr>
          <a:xfrm>
            <a:off x="10381943" y="74894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2" name="Shape 7150"/>
          <p:cNvSpPr/>
          <p:nvPr/>
        </p:nvSpPr>
        <p:spPr>
          <a:xfrm>
            <a:off x="10612570" y="74149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3" name="Shape 7151"/>
          <p:cNvSpPr/>
          <p:nvPr/>
        </p:nvSpPr>
        <p:spPr>
          <a:xfrm>
            <a:off x="10406850" y="72788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4" name="Shape 7152"/>
          <p:cNvSpPr/>
          <p:nvPr/>
        </p:nvSpPr>
        <p:spPr>
          <a:xfrm>
            <a:off x="10740351" y="7146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5" name="Shape 7153"/>
          <p:cNvSpPr/>
          <p:nvPr/>
        </p:nvSpPr>
        <p:spPr>
          <a:xfrm>
            <a:off x="10411088" y="73438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6" name="Shape 7154"/>
          <p:cNvSpPr/>
          <p:nvPr/>
        </p:nvSpPr>
        <p:spPr>
          <a:xfrm>
            <a:off x="10650666" y="74548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7" name="Shape 7155"/>
          <p:cNvSpPr/>
          <p:nvPr/>
        </p:nvSpPr>
        <p:spPr>
          <a:xfrm>
            <a:off x="10661435" y="7442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8" name="Shape 7156"/>
          <p:cNvSpPr/>
          <p:nvPr/>
        </p:nvSpPr>
        <p:spPr>
          <a:xfrm>
            <a:off x="10632719" y="72695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9" name="Shape 7157"/>
          <p:cNvSpPr/>
          <p:nvPr/>
        </p:nvSpPr>
        <p:spPr>
          <a:xfrm>
            <a:off x="10350823" y="7663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0" name="Shape 7158"/>
          <p:cNvSpPr/>
          <p:nvPr/>
        </p:nvSpPr>
        <p:spPr>
          <a:xfrm>
            <a:off x="10507111" y="75971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1" name="Shape 7159"/>
          <p:cNvSpPr/>
          <p:nvPr/>
        </p:nvSpPr>
        <p:spPr>
          <a:xfrm>
            <a:off x="10591143" y="7623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2" name="Shape 7160"/>
          <p:cNvSpPr/>
          <p:nvPr/>
        </p:nvSpPr>
        <p:spPr>
          <a:xfrm>
            <a:off x="10578452" y="75910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3" name="Shape 7161"/>
          <p:cNvSpPr/>
          <p:nvPr/>
        </p:nvSpPr>
        <p:spPr>
          <a:xfrm>
            <a:off x="10646835" y="76062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4" name="Shape 7162"/>
          <p:cNvSpPr/>
          <p:nvPr/>
        </p:nvSpPr>
        <p:spPr>
          <a:xfrm>
            <a:off x="10383817" y="76177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5" name="Shape 7163"/>
          <p:cNvSpPr/>
          <p:nvPr/>
        </p:nvSpPr>
        <p:spPr>
          <a:xfrm>
            <a:off x="10564585" y="7417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6" name="Shape 7164"/>
          <p:cNvSpPr/>
          <p:nvPr/>
        </p:nvSpPr>
        <p:spPr>
          <a:xfrm>
            <a:off x="10337954" y="73693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7" name="Shape 7165"/>
          <p:cNvSpPr/>
          <p:nvPr/>
        </p:nvSpPr>
        <p:spPr>
          <a:xfrm>
            <a:off x="10743613" y="76358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8" name="Shape 7166"/>
          <p:cNvSpPr/>
          <p:nvPr/>
        </p:nvSpPr>
        <p:spPr>
          <a:xfrm>
            <a:off x="10471485" y="7582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9" name="Shape 7167"/>
          <p:cNvSpPr/>
          <p:nvPr/>
        </p:nvSpPr>
        <p:spPr>
          <a:xfrm>
            <a:off x="10517850" y="73018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0" name="Shape 7168"/>
          <p:cNvSpPr/>
          <p:nvPr/>
        </p:nvSpPr>
        <p:spPr>
          <a:xfrm>
            <a:off x="10603936" y="73632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1" name="Shape 7169"/>
          <p:cNvSpPr/>
          <p:nvPr/>
        </p:nvSpPr>
        <p:spPr>
          <a:xfrm>
            <a:off x="10501989" y="7523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2" name="Shape 7170"/>
          <p:cNvSpPr/>
          <p:nvPr/>
        </p:nvSpPr>
        <p:spPr>
          <a:xfrm>
            <a:off x="10368381" y="7590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3" name="Shape 7171"/>
          <p:cNvSpPr/>
          <p:nvPr/>
        </p:nvSpPr>
        <p:spPr>
          <a:xfrm>
            <a:off x="10673986" y="77640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4" name="Shape 7172"/>
          <p:cNvSpPr/>
          <p:nvPr/>
        </p:nvSpPr>
        <p:spPr>
          <a:xfrm>
            <a:off x="10740563" y="7543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5" name="Shape 7173"/>
          <p:cNvSpPr/>
          <p:nvPr/>
        </p:nvSpPr>
        <p:spPr>
          <a:xfrm>
            <a:off x="10370383" y="76414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6" name="Shape 7174"/>
          <p:cNvSpPr/>
          <p:nvPr/>
        </p:nvSpPr>
        <p:spPr>
          <a:xfrm>
            <a:off x="10505209" y="72210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7" name="Shape 7175"/>
          <p:cNvSpPr/>
          <p:nvPr/>
        </p:nvSpPr>
        <p:spPr>
          <a:xfrm>
            <a:off x="10681802" y="73800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8" name="Shape 7176"/>
          <p:cNvSpPr/>
          <p:nvPr/>
        </p:nvSpPr>
        <p:spPr>
          <a:xfrm>
            <a:off x="10725572" y="74135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9" name="Shape 7177"/>
          <p:cNvSpPr/>
          <p:nvPr/>
        </p:nvSpPr>
        <p:spPr>
          <a:xfrm>
            <a:off x="10497397" y="75044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0" name="Shape 7178"/>
          <p:cNvSpPr/>
          <p:nvPr/>
        </p:nvSpPr>
        <p:spPr>
          <a:xfrm>
            <a:off x="10513726" y="75790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1" name="Shape 7179"/>
          <p:cNvSpPr/>
          <p:nvPr/>
        </p:nvSpPr>
        <p:spPr>
          <a:xfrm>
            <a:off x="10460399" y="78135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2" name="Shape 7180"/>
          <p:cNvSpPr/>
          <p:nvPr/>
        </p:nvSpPr>
        <p:spPr>
          <a:xfrm>
            <a:off x="10394988" y="78328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3" name="Shape 7181"/>
          <p:cNvSpPr/>
          <p:nvPr/>
        </p:nvSpPr>
        <p:spPr>
          <a:xfrm>
            <a:off x="10480887" y="78868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4" name="Shape 7182"/>
          <p:cNvSpPr/>
          <p:nvPr/>
        </p:nvSpPr>
        <p:spPr>
          <a:xfrm>
            <a:off x="10558423" y="7844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5" name="Shape 7183"/>
          <p:cNvSpPr/>
          <p:nvPr/>
        </p:nvSpPr>
        <p:spPr>
          <a:xfrm>
            <a:off x="10554580" y="78437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6" name="Shape 7184"/>
          <p:cNvSpPr/>
          <p:nvPr/>
        </p:nvSpPr>
        <p:spPr>
          <a:xfrm>
            <a:off x="10601689" y="78109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7" name="Shape 7185"/>
          <p:cNvSpPr/>
          <p:nvPr/>
        </p:nvSpPr>
        <p:spPr>
          <a:xfrm>
            <a:off x="10375349" y="77999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8" name="Shape 7186"/>
          <p:cNvSpPr/>
          <p:nvPr/>
        </p:nvSpPr>
        <p:spPr>
          <a:xfrm>
            <a:off x="10563058" y="78322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9" name="Shape 7187"/>
          <p:cNvSpPr/>
          <p:nvPr/>
        </p:nvSpPr>
        <p:spPr>
          <a:xfrm>
            <a:off x="10643556" y="77892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0" name="Shape 7188"/>
          <p:cNvSpPr/>
          <p:nvPr/>
        </p:nvSpPr>
        <p:spPr>
          <a:xfrm>
            <a:off x="10355943" y="7898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1" name="Shape 7189"/>
          <p:cNvSpPr/>
          <p:nvPr/>
        </p:nvSpPr>
        <p:spPr>
          <a:xfrm>
            <a:off x="10657733" y="7107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2" name="Shape 7190"/>
          <p:cNvSpPr/>
          <p:nvPr/>
        </p:nvSpPr>
        <p:spPr>
          <a:xfrm>
            <a:off x="10699512" y="75811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3" name="Shape 7191"/>
          <p:cNvSpPr/>
          <p:nvPr/>
        </p:nvSpPr>
        <p:spPr>
          <a:xfrm>
            <a:off x="10532282" y="75930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4" name="Shape 7192"/>
          <p:cNvSpPr/>
          <p:nvPr/>
        </p:nvSpPr>
        <p:spPr>
          <a:xfrm>
            <a:off x="10385631" y="73835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5" name="Shape 7193"/>
          <p:cNvSpPr/>
          <p:nvPr/>
        </p:nvSpPr>
        <p:spPr>
          <a:xfrm>
            <a:off x="10717157" y="73866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6" name="Shape 7194"/>
          <p:cNvSpPr/>
          <p:nvPr/>
        </p:nvSpPr>
        <p:spPr>
          <a:xfrm>
            <a:off x="10624549" y="76004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7" name="Shape 7195"/>
          <p:cNvSpPr/>
          <p:nvPr/>
        </p:nvSpPr>
        <p:spPr>
          <a:xfrm>
            <a:off x="10582684" y="73005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8" name="Shape 7196"/>
          <p:cNvSpPr/>
          <p:nvPr/>
        </p:nvSpPr>
        <p:spPr>
          <a:xfrm>
            <a:off x="10634055" y="76398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9" name="Shape 7197"/>
          <p:cNvSpPr/>
          <p:nvPr/>
        </p:nvSpPr>
        <p:spPr>
          <a:xfrm>
            <a:off x="10533190" y="74462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0" name="Shape 7198"/>
          <p:cNvSpPr/>
          <p:nvPr/>
        </p:nvSpPr>
        <p:spPr>
          <a:xfrm>
            <a:off x="10596566" y="7757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1" name="Shape 7199"/>
          <p:cNvSpPr/>
          <p:nvPr/>
        </p:nvSpPr>
        <p:spPr>
          <a:xfrm>
            <a:off x="10387516" y="73327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2" name="Shape 7200"/>
          <p:cNvSpPr/>
          <p:nvPr/>
        </p:nvSpPr>
        <p:spPr>
          <a:xfrm>
            <a:off x="10460694" y="77914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3" name="Shape 7201"/>
          <p:cNvSpPr/>
          <p:nvPr/>
        </p:nvSpPr>
        <p:spPr>
          <a:xfrm>
            <a:off x="10351314" y="69340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4" name="Shape 7202"/>
          <p:cNvSpPr/>
          <p:nvPr/>
        </p:nvSpPr>
        <p:spPr>
          <a:xfrm>
            <a:off x="10631739" y="77704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5" name="Shape 7203"/>
          <p:cNvSpPr/>
          <p:nvPr/>
        </p:nvSpPr>
        <p:spPr>
          <a:xfrm>
            <a:off x="10704981" y="75993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6" name="Shape 7204"/>
          <p:cNvSpPr/>
          <p:nvPr/>
        </p:nvSpPr>
        <p:spPr>
          <a:xfrm>
            <a:off x="10689189" y="72870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7" name="Shape 7205"/>
          <p:cNvSpPr/>
          <p:nvPr/>
        </p:nvSpPr>
        <p:spPr>
          <a:xfrm>
            <a:off x="10398759" y="7354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8" name="Shape 7206"/>
          <p:cNvSpPr/>
          <p:nvPr/>
        </p:nvSpPr>
        <p:spPr>
          <a:xfrm>
            <a:off x="10464910" y="74695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9" name="Shape 7207"/>
          <p:cNvSpPr/>
          <p:nvPr/>
        </p:nvSpPr>
        <p:spPr>
          <a:xfrm>
            <a:off x="10456459" y="70416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0" name="Shape 7208"/>
          <p:cNvSpPr/>
          <p:nvPr/>
        </p:nvSpPr>
        <p:spPr>
          <a:xfrm>
            <a:off x="10450567" y="69937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1" name="Shape 7209"/>
          <p:cNvSpPr/>
          <p:nvPr/>
        </p:nvSpPr>
        <p:spPr>
          <a:xfrm>
            <a:off x="10652089" y="72897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2" name="Shape 7210"/>
          <p:cNvSpPr/>
          <p:nvPr/>
        </p:nvSpPr>
        <p:spPr>
          <a:xfrm>
            <a:off x="10639010" y="73791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3" name="Shape 7211"/>
          <p:cNvSpPr/>
          <p:nvPr/>
        </p:nvSpPr>
        <p:spPr>
          <a:xfrm>
            <a:off x="10719060" y="71543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4" name="Shape 7212"/>
          <p:cNvSpPr/>
          <p:nvPr/>
        </p:nvSpPr>
        <p:spPr>
          <a:xfrm>
            <a:off x="10576786" y="69058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5" name="Shape 7213"/>
          <p:cNvSpPr/>
          <p:nvPr/>
        </p:nvSpPr>
        <p:spPr>
          <a:xfrm>
            <a:off x="10737873" y="70348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6" name="Shape 7214"/>
          <p:cNvSpPr/>
          <p:nvPr/>
        </p:nvSpPr>
        <p:spPr>
          <a:xfrm>
            <a:off x="10490143" y="70275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7" name="Shape 7215"/>
          <p:cNvSpPr/>
          <p:nvPr/>
        </p:nvSpPr>
        <p:spPr>
          <a:xfrm>
            <a:off x="10515213" y="7055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8" name="Shape 7216"/>
          <p:cNvSpPr/>
          <p:nvPr/>
        </p:nvSpPr>
        <p:spPr>
          <a:xfrm>
            <a:off x="10523592" y="74118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9" name="Shape 7217"/>
          <p:cNvSpPr/>
          <p:nvPr/>
        </p:nvSpPr>
        <p:spPr>
          <a:xfrm>
            <a:off x="10527634" y="7108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0" name="Shape 7218"/>
          <p:cNvSpPr/>
          <p:nvPr/>
        </p:nvSpPr>
        <p:spPr>
          <a:xfrm>
            <a:off x="10475900" y="72825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1" name="Shape 7219"/>
          <p:cNvSpPr/>
          <p:nvPr/>
        </p:nvSpPr>
        <p:spPr>
          <a:xfrm>
            <a:off x="10417896" y="6997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2" name="Shape 7220"/>
          <p:cNvSpPr/>
          <p:nvPr/>
        </p:nvSpPr>
        <p:spPr>
          <a:xfrm>
            <a:off x="10507974" y="69837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3" name="Shape 7221"/>
          <p:cNvSpPr/>
          <p:nvPr/>
        </p:nvSpPr>
        <p:spPr>
          <a:xfrm>
            <a:off x="10655886" y="70644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4" name="Shape 7222"/>
          <p:cNvSpPr/>
          <p:nvPr/>
        </p:nvSpPr>
        <p:spPr>
          <a:xfrm>
            <a:off x="10435899" y="73149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5" name="Shape 7223"/>
          <p:cNvSpPr/>
          <p:nvPr/>
        </p:nvSpPr>
        <p:spPr>
          <a:xfrm>
            <a:off x="10653761" y="73479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6" name="Shape 7224"/>
          <p:cNvSpPr/>
          <p:nvPr/>
        </p:nvSpPr>
        <p:spPr>
          <a:xfrm>
            <a:off x="10538100" y="74280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7" name="Shape 7225"/>
          <p:cNvSpPr/>
          <p:nvPr/>
        </p:nvSpPr>
        <p:spPr>
          <a:xfrm>
            <a:off x="10567613" y="71347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8" name="Shape 7226"/>
          <p:cNvSpPr/>
          <p:nvPr/>
        </p:nvSpPr>
        <p:spPr>
          <a:xfrm>
            <a:off x="10759853" y="74340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9" name="Shape 7227"/>
          <p:cNvSpPr/>
          <p:nvPr/>
        </p:nvSpPr>
        <p:spPr>
          <a:xfrm>
            <a:off x="10616145" y="78946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0" name="Shape 7228"/>
          <p:cNvSpPr/>
          <p:nvPr/>
        </p:nvSpPr>
        <p:spPr>
          <a:xfrm>
            <a:off x="10596194" y="75717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1" name="Shape 7229"/>
          <p:cNvSpPr/>
          <p:nvPr/>
        </p:nvSpPr>
        <p:spPr>
          <a:xfrm>
            <a:off x="10683645" y="75267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2" name="Shape 7230"/>
          <p:cNvSpPr/>
          <p:nvPr/>
        </p:nvSpPr>
        <p:spPr>
          <a:xfrm>
            <a:off x="10502675" y="7621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3" name="Shape 7231"/>
          <p:cNvSpPr/>
          <p:nvPr/>
        </p:nvSpPr>
        <p:spPr>
          <a:xfrm>
            <a:off x="10579036" y="76133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4" name="Shape 7232"/>
          <p:cNvSpPr/>
          <p:nvPr/>
        </p:nvSpPr>
        <p:spPr>
          <a:xfrm>
            <a:off x="10369077" y="76179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5" name="Shape 7233"/>
          <p:cNvSpPr/>
          <p:nvPr/>
        </p:nvSpPr>
        <p:spPr>
          <a:xfrm>
            <a:off x="10591315" y="76454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6" name="Shape 7234"/>
          <p:cNvSpPr/>
          <p:nvPr/>
        </p:nvSpPr>
        <p:spPr>
          <a:xfrm>
            <a:off x="10688642" y="79427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7" name="Shape 7235"/>
          <p:cNvSpPr/>
          <p:nvPr/>
        </p:nvSpPr>
        <p:spPr>
          <a:xfrm>
            <a:off x="10635961" y="77559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8" name="Shape 7236"/>
          <p:cNvSpPr/>
          <p:nvPr/>
        </p:nvSpPr>
        <p:spPr>
          <a:xfrm>
            <a:off x="10649375" y="77193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9" name="Shape 7237"/>
          <p:cNvSpPr/>
          <p:nvPr/>
        </p:nvSpPr>
        <p:spPr>
          <a:xfrm>
            <a:off x="10641687" y="7938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0" name="Shape 7238"/>
          <p:cNvSpPr/>
          <p:nvPr/>
        </p:nvSpPr>
        <p:spPr>
          <a:xfrm>
            <a:off x="10353584" y="7454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1" name="Shape 7239"/>
          <p:cNvSpPr/>
          <p:nvPr/>
        </p:nvSpPr>
        <p:spPr>
          <a:xfrm>
            <a:off x="10456540" y="74745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2" name="Shape 7240"/>
          <p:cNvSpPr/>
          <p:nvPr/>
        </p:nvSpPr>
        <p:spPr>
          <a:xfrm>
            <a:off x="10729126" y="74704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3" name="Shape 7241"/>
          <p:cNvSpPr/>
          <p:nvPr/>
        </p:nvSpPr>
        <p:spPr>
          <a:xfrm>
            <a:off x="10574456" y="75097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4" name="Shape 7242"/>
          <p:cNvSpPr/>
          <p:nvPr/>
        </p:nvSpPr>
        <p:spPr>
          <a:xfrm>
            <a:off x="10681022" y="7495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5" name="Shape 7243"/>
          <p:cNvSpPr/>
          <p:nvPr/>
        </p:nvSpPr>
        <p:spPr>
          <a:xfrm>
            <a:off x="10456975" y="74770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6" name="Shape 7244"/>
          <p:cNvSpPr/>
          <p:nvPr/>
        </p:nvSpPr>
        <p:spPr>
          <a:xfrm>
            <a:off x="10696940" y="75068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7" name="Shape 7245"/>
          <p:cNvSpPr/>
          <p:nvPr/>
        </p:nvSpPr>
        <p:spPr>
          <a:xfrm>
            <a:off x="10657523" y="74851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8" name="Shape 7246"/>
          <p:cNvSpPr/>
          <p:nvPr/>
        </p:nvSpPr>
        <p:spPr>
          <a:xfrm>
            <a:off x="10722433" y="75285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9" name="Shape 7247"/>
          <p:cNvSpPr/>
          <p:nvPr/>
        </p:nvSpPr>
        <p:spPr>
          <a:xfrm>
            <a:off x="10393611" y="7454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0" name="Shape 7248"/>
          <p:cNvSpPr/>
          <p:nvPr/>
        </p:nvSpPr>
        <p:spPr>
          <a:xfrm>
            <a:off x="10759931" y="7490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1" name="Shape 7249"/>
          <p:cNvSpPr/>
          <p:nvPr/>
        </p:nvSpPr>
        <p:spPr>
          <a:xfrm>
            <a:off x="10595849" y="7474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2" name="Shape 7250"/>
          <p:cNvSpPr/>
          <p:nvPr/>
        </p:nvSpPr>
        <p:spPr>
          <a:xfrm>
            <a:off x="10739488" y="75132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3" name="Shape 7251"/>
          <p:cNvSpPr/>
          <p:nvPr/>
        </p:nvSpPr>
        <p:spPr>
          <a:xfrm>
            <a:off x="10685361" y="74976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4" name="Shape 7252"/>
          <p:cNvSpPr/>
          <p:nvPr/>
        </p:nvSpPr>
        <p:spPr>
          <a:xfrm>
            <a:off x="10372030" y="76523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5" name="Shape 7253"/>
          <p:cNvSpPr/>
          <p:nvPr/>
        </p:nvSpPr>
        <p:spPr>
          <a:xfrm>
            <a:off x="10584961" y="77662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6" name="Shape 7254"/>
          <p:cNvSpPr/>
          <p:nvPr/>
        </p:nvSpPr>
        <p:spPr>
          <a:xfrm>
            <a:off x="10417139" y="7539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7" name="Shape 7255"/>
          <p:cNvSpPr/>
          <p:nvPr/>
        </p:nvSpPr>
        <p:spPr>
          <a:xfrm>
            <a:off x="10452352" y="75826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8" name="Shape 7256"/>
          <p:cNvSpPr/>
          <p:nvPr/>
        </p:nvSpPr>
        <p:spPr>
          <a:xfrm>
            <a:off x="10730265" y="77319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9" name="Shape 7257"/>
          <p:cNvSpPr/>
          <p:nvPr/>
        </p:nvSpPr>
        <p:spPr>
          <a:xfrm>
            <a:off x="10375417" y="7666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0" name="Shape 7258"/>
          <p:cNvSpPr/>
          <p:nvPr/>
        </p:nvSpPr>
        <p:spPr>
          <a:xfrm>
            <a:off x="10748082" y="7267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1" name="Shape 7259"/>
          <p:cNvSpPr/>
          <p:nvPr/>
        </p:nvSpPr>
        <p:spPr>
          <a:xfrm>
            <a:off x="10392038" y="73520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2" name="Shape 7260"/>
          <p:cNvSpPr/>
          <p:nvPr/>
        </p:nvSpPr>
        <p:spPr>
          <a:xfrm>
            <a:off x="10519931" y="75327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3" name="Shape 7261"/>
          <p:cNvSpPr/>
          <p:nvPr/>
        </p:nvSpPr>
        <p:spPr>
          <a:xfrm>
            <a:off x="10627872" y="73120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4" name="Shape 7262"/>
          <p:cNvSpPr/>
          <p:nvPr/>
        </p:nvSpPr>
        <p:spPr>
          <a:xfrm>
            <a:off x="10635126" y="77830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5" name="Shape 7263"/>
          <p:cNvSpPr/>
          <p:nvPr/>
        </p:nvSpPr>
        <p:spPr>
          <a:xfrm>
            <a:off x="10341604" y="79023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6" name="Shape 7264"/>
          <p:cNvSpPr/>
          <p:nvPr/>
        </p:nvSpPr>
        <p:spPr>
          <a:xfrm>
            <a:off x="10505576" y="7682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7" name="Shape 7265"/>
          <p:cNvSpPr/>
          <p:nvPr/>
        </p:nvSpPr>
        <p:spPr>
          <a:xfrm>
            <a:off x="10669612" y="76457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8" name="Shape 7266"/>
          <p:cNvSpPr/>
          <p:nvPr/>
        </p:nvSpPr>
        <p:spPr>
          <a:xfrm>
            <a:off x="10346656" y="77180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9" name="Shape 7267"/>
          <p:cNvSpPr/>
          <p:nvPr/>
        </p:nvSpPr>
        <p:spPr>
          <a:xfrm>
            <a:off x="10713860" y="79636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0" name="Shape 7268"/>
          <p:cNvSpPr/>
          <p:nvPr/>
        </p:nvSpPr>
        <p:spPr>
          <a:xfrm>
            <a:off x="10628084" y="78281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1" name="Shape 7269"/>
          <p:cNvSpPr/>
          <p:nvPr/>
        </p:nvSpPr>
        <p:spPr>
          <a:xfrm>
            <a:off x="10422095" y="78545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2" name="Shape 7270"/>
          <p:cNvSpPr/>
          <p:nvPr/>
        </p:nvSpPr>
        <p:spPr>
          <a:xfrm>
            <a:off x="10521532" y="78577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3" name="Shape 7271"/>
          <p:cNvSpPr/>
          <p:nvPr/>
        </p:nvSpPr>
        <p:spPr>
          <a:xfrm>
            <a:off x="10441093" y="75028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4" name="Shape 7272"/>
          <p:cNvSpPr/>
          <p:nvPr/>
        </p:nvSpPr>
        <p:spPr>
          <a:xfrm>
            <a:off x="10655137" y="7371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5" name="Shape 7273"/>
          <p:cNvSpPr/>
          <p:nvPr/>
        </p:nvSpPr>
        <p:spPr>
          <a:xfrm>
            <a:off x="10634080" y="79574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6" name="Shape 7274"/>
          <p:cNvSpPr/>
          <p:nvPr/>
        </p:nvSpPr>
        <p:spPr>
          <a:xfrm>
            <a:off x="10395052" y="79115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7" name="Shape 7275"/>
          <p:cNvSpPr/>
          <p:nvPr/>
        </p:nvSpPr>
        <p:spPr>
          <a:xfrm>
            <a:off x="10420053" y="72940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8" name="Shape 7276"/>
          <p:cNvSpPr/>
          <p:nvPr/>
        </p:nvSpPr>
        <p:spPr>
          <a:xfrm>
            <a:off x="10541340" y="7765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9" name="Shape 7277"/>
          <p:cNvSpPr/>
          <p:nvPr/>
        </p:nvSpPr>
        <p:spPr>
          <a:xfrm>
            <a:off x="10539558" y="74625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0" name="Shape 7278"/>
          <p:cNvSpPr/>
          <p:nvPr/>
        </p:nvSpPr>
        <p:spPr>
          <a:xfrm>
            <a:off x="10565073" y="74571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1" name="Shape 7279"/>
          <p:cNvSpPr/>
          <p:nvPr/>
        </p:nvSpPr>
        <p:spPr>
          <a:xfrm>
            <a:off x="10367078" y="74796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2" name="Shape 7280"/>
          <p:cNvSpPr/>
          <p:nvPr/>
        </p:nvSpPr>
        <p:spPr>
          <a:xfrm>
            <a:off x="10339247" y="74589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3" name="Shape 7281"/>
          <p:cNvSpPr/>
          <p:nvPr/>
        </p:nvSpPr>
        <p:spPr>
          <a:xfrm>
            <a:off x="10455223" y="74632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4" name="Shape 7282"/>
          <p:cNvSpPr/>
          <p:nvPr/>
        </p:nvSpPr>
        <p:spPr>
          <a:xfrm>
            <a:off x="10498274" y="74671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5" name="Shape 7283"/>
          <p:cNvSpPr/>
          <p:nvPr/>
        </p:nvSpPr>
        <p:spPr>
          <a:xfrm>
            <a:off x="10547289" y="7480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6" name="Shape 7284"/>
          <p:cNvSpPr/>
          <p:nvPr/>
        </p:nvSpPr>
        <p:spPr>
          <a:xfrm>
            <a:off x="10658637" y="74347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7" name="Shape 7285"/>
          <p:cNvSpPr/>
          <p:nvPr/>
        </p:nvSpPr>
        <p:spPr>
          <a:xfrm>
            <a:off x="10566400" y="7157273"/>
            <a:ext cx="0" cy="706362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7288" name="Shape 7286"/>
          <p:cNvSpPr/>
          <p:nvPr/>
        </p:nvSpPr>
        <p:spPr>
          <a:xfrm>
            <a:off x="10452100" y="7863635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7289" name="Shape 7287"/>
          <p:cNvSpPr/>
          <p:nvPr/>
        </p:nvSpPr>
        <p:spPr>
          <a:xfrm>
            <a:off x="10452100" y="7157273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7290" name="Shape 7288"/>
          <p:cNvSpPr/>
          <p:nvPr/>
        </p:nvSpPr>
        <p:spPr>
          <a:xfrm>
            <a:off x="10401300" y="7431942"/>
            <a:ext cx="330200" cy="235282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7291" name="Shape 7289"/>
          <p:cNvSpPr/>
          <p:nvPr/>
        </p:nvSpPr>
        <p:spPr>
          <a:xfrm>
            <a:off x="10401300" y="7579950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7292" name="Shape 7290"/>
          <p:cNvSpPr/>
          <p:nvPr/>
        </p:nvSpPr>
        <p:spPr>
          <a:xfrm>
            <a:off x="10236200" y="82296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293" name="Text 7291"/>
          <p:cNvSpPr/>
          <p:nvPr/>
        </p:nvSpPr>
        <p:spPr>
          <a:xfrm>
            <a:off x="9156700" y="83375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49500" y="381000"/>
            <a:ext cx="190500" cy="114300"/>
          </a:xfrm>
          <a:prstGeom prst="rect">
            <a:avLst/>
          </a:prstGeom>
          <a:solidFill>
            <a:srgbClr val="2D887E"/>
          </a:solidFill>
          <a:ln w="12700">
            <a:solidFill>
              <a:srgbClr val="2D88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628900" y="279400"/>
            <a:ext cx="2641600" cy="3302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Deposited receptor</a:t>
            </a:r>
          </a:p>
        </p:txBody>
      </p:sp>
      <p:sp>
        <p:nvSpPr>
          <p:cNvPr id="4" name="Shape 2"/>
          <p:cNvSpPr/>
          <p:nvPr/>
        </p:nvSpPr>
        <p:spPr>
          <a:xfrm>
            <a:off x="5397500" y="381000"/>
            <a:ext cx="190500" cy="114300"/>
          </a:xfrm>
          <a:prstGeom prst="rect">
            <a:avLst/>
          </a:prstGeom>
          <a:solidFill>
            <a:srgbClr val="5879BD"/>
          </a:solidFill>
          <a:ln w="12700">
            <a:solidFill>
              <a:srgbClr val="5879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76900" y="279400"/>
            <a:ext cx="2641600" cy="3302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CryoAtom2 receptor</a:t>
            </a:r>
          </a:p>
        </p:txBody>
      </p:sp>
      <p:sp>
        <p:nvSpPr>
          <p:cNvPr id="6" name="Shape 4"/>
          <p:cNvSpPr/>
          <p:nvPr/>
        </p:nvSpPr>
        <p:spPr>
          <a:xfrm>
            <a:off x="8890000" y="381000"/>
            <a:ext cx="190500" cy="114300"/>
          </a:xfrm>
          <a:prstGeom prst="rect">
            <a:avLst/>
          </a:prstGeom>
          <a:solidFill>
            <a:srgbClr val="B57442"/>
          </a:solidFill>
          <a:ln w="12700">
            <a:solidFill>
              <a:srgbClr val="B574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69400" y="279400"/>
            <a:ext cx="2641600" cy="330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Emap2lig-Build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4100" y="965200"/>
            <a:ext cx="355600" cy="444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1803400" y="965200"/>
            <a:ext cx="2171700" cy="444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9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Top-1 pose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1358900" y="1714500"/>
            <a:ext cx="0" cy="568960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58900" y="7404100"/>
            <a:ext cx="4546600" cy="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95400" y="7282596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3900" y="7168296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295400" y="6225914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3900" y="6111614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295400" y="5426564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3900" y="5312264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295400" y="4627215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3900" y="4512915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295400" y="4159625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3900" y="4045325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295400" y="3570532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900" y="3456232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1295400" y="277118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900" y="265688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295400" y="197183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3900" y="185753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1358900" y="4627215"/>
            <a:ext cx="45466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58900" y="4159625"/>
            <a:ext cx="45466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360692" y="5283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7744" y="49731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069758" y="5721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87674" y="49204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952540" y="58401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151356" y="56345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1248" y="55242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176225" y="54511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155388" y="55265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365266" y="51342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66370" y="57155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310917" y="5172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152313" y="57287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354036" y="29669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992628" y="55033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84281" y="58856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009988" y="5582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099788" y="50971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001361" y="5953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311163" y="48927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324145" y="50599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010052" y="53542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114915" y="5435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984680" y="52316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969475" y="54694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137717" y="58947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017053" y="53941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2334252" y="55967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089326" y="56472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2054604" y="56708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942544" y="55012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361453" y="49975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121929" y="55519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2088587" y="55420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2337655" y="60443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2288594" y="54636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981530" y="58376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2058311" y="54726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2102577" y="50286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2065629" y="55494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2222329" y="57549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2101578" y="56880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999211" y="55005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2022743" y="56220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941708" y="58971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2147729" y="57678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083549" y="53994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1938299" y="55056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146915" y="59085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2158103" y="53607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2066203" y="5633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2052033" y="56449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2208426" y="57093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1967996" y="5201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2082301" y="56553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2294747" y="59408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2180288" y="59292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2242484" y="57109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2120555" y="54928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2320413" y="5058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2148131" y="56837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2215108" y="5560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1967642" y="52157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2144917" y="49903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2073120" y="53076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1944691" y="5583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2213120" y="55238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2222541" y="5829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2051031" y="57405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149313" y="55625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312527" y="57284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179058" y="58118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2129856" y="57478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1992695" y="5564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159504" y="54176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257558" y="54619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2104806" y="56481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1965441" y="53289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099868" y="52294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2246822" y="59429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2327749" y="57859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2076853" y="58760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2322906" y="57376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2079837" y="56785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2196285" y="59429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2348759" y="5615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1957117" y="60385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1957311" y="66297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2344808" y="55489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2046421" y="6204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2183071" y="60379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1937353" y="6028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2171807" y="64658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2131700" y="61432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2292026" y="53676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2272328" y="5562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1970726" y="52616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2308914" y="41628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2074634" y="57367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2032216" y="5690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2127327" y="56489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2330530" y="55028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2212292" y="60884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2148696" y="53384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2278589" y="50895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2171793" y="25215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2111867" y="2494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2201471" y="2526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2160257" y="37112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2187629" y="56888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1991443" y="4754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2342863" y="46951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2050236" y="47351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2324857" y="47302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2040686" y="46851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2252929" y="47040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2300949" y="46697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2342675" y="47326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1985807" y="4700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2198774" y="4744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2076086" y="46032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2097913" y="4632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2035114" y="65432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2160888" y="63320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2025219" y="59532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2152771" y="6526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2296767" y="54240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2217635" y="5177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2039617" y="48322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1965561" y="47384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2317647" y="4735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2289715" y="47917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2011940" y="4794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1984672" y="47445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2352413" y="49678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2197656" y="56701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1937047" y="5885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2048238" y="58294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2105759" y="5464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1993118" y="57295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2020229" y="60201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2174982" y="57730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2293690" y="60433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2118601" y="57389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358599" y="57769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2094221" y="26046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2227657" y="25149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2060501" y="54077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2135990" y="54544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2034028" y="6053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1936543" y="4830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2299928" y="22418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2054973" y="2409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2362439" y="53517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2212440" y="37222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2001616" y="58843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2222878" y="5654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2090804" y="3822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2047249" y="3494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2157391" y="47762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2189473" y="58081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1994403" y="58857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2185393" y="58212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2164038" y="5912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1956123" y="55838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2112411" y="55283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2196443" y="50400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2183752" y="5372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2252135" y="52697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1989117" y="5670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2169885" y="53894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1943254" y="45489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2123150" y="45088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2279286" y="54664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2065699" y="61304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2000288" y="57634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2086187" y="58135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2163723" y="5841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2159880" y="66791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2206989" y="61943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1980649" y="61213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2168358" y="62618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2248856" y="5901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1961243" y="57215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2304812" y="4720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2137582" y="4597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1990931" y="54510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2322457" y="45162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2229849" y="44661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2187984" y="49070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2239355" y="59677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2138490" y="2769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2201866" y="5838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1992816" y="43142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2237039" y="57698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2294489" y="46840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2004059" y="43249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2070210" y="42453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2055867" y="30688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2324360" y="4220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2081200" y="36794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2023196" y="29325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2143400" y="40582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2172913" y="23093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2365153" y="51663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2221445" y="56800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2201494" y="49033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2288945" y="49660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2107975" y="50135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1974377" y="48691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2196615" y="50144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2241261" y="61629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2179756" y="49416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2302240" y="51532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2262823" y="52106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1998911" y="52767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1977330" y="57146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2190261" y="58248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2022439" y="56400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2057652" y="55547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2335565" y="60941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1980717" y="57604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2353382" y="25447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1997338" y="46718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2233172" y="32305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1946904" y="5665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2110876" y="56596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2274912" y="62631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1951956" y="5811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2319160" y="61920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2233384" y="6047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2027395" y="57133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2126832" y="62820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2239380" y="58632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2000352" y="61667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2025353" y="4254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2146640" y="58512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2171700" y="3067422"/>
            <a:ext cx="0" cy="3124016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2057400" y="6191438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2057400" y="3067422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2006600" y="4961384"/>
            <a:ext cx="330200" cy="835203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2006600" y="5543908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2171700" y="74041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73" name="Text 271"/>
          <p:cNvSpPr/>
          <p:nvPr/>
        </p:nvSpPr>
        <p:spPr>
          <a:xfrm rot="19860000">
            <a:off x="1117600" y="8026400"/>
            <a:ext cx="21082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274" name="Shape 272"/>
          <p:cNvSpPr/>
          <p:nvPr/>
        </p:nvSpPr>
        <p:spPr>
          <a:xfrm>
            <a:off x="3808492" y="57955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3765544" y="55454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3517558" y="54033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3735474" y="49459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3400340" y="54423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3599156" y="5253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3569048" y="56487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3624025" y="57756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3603188" y="29257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3813066" y="50615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3614170" y="49768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3758717" y="53970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3600113" y="49787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7" name="Shape 285"/>
          <p:cNvSpPr/>
          <p:nvPr/>
        </p:nvSpPr>
        <p:spPr>
          <a:xfrm>
            <a:off x="3801836" y="5668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8" name="Shape 286"/>
          <p:cNvSpPr/>
          <p:nvPr/>
        </p:nvSpPr>
        <p:spPr>
          <a:xfrm>
            <a:off x="3440428" y="53900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9" name="Shape 287"/>
          <p:cNvSpPr/>
          <p:nvPr/>
        </p:nvSpPr>
        <p:spPr>
          <a:xfrm>
            <a:off x="3432081" y="58745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0" name="Shape 288"/>
          <p:cNvSpPr/>
          <p:nvPr/>
        </p:nvSpPr>
        <p:spPr>
          <a:xfrm>
            <a:off x="3457788" y="53604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1" name="Shape 289"/>
          <p:cNvSpPr/>
          <p:nvPr/>
        </p:nvSpPr>
        <p:spPr>
          <a:xfrm>
            <a:off x="3547588" y="54692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2" name="Shape 290"/>
          <p:cNvSpPr/>
          <p:nvPr/>
        </p:nvSpPr>
        <p:spPr>
          <a:xfrm>
            <a:off x="3449161" y="48920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3" name="Shape 291"/>
          <p:cNvSpPr/>
          <p:nvPr/>
        </p:nvSpPr>
        <p:spPr>
          <a:xfrm>
            <a:off x="3758963" y="53438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4" name="Shape 292"/>
          <p:cNvSpPr/>
          <p:nvPr/>
        </p:nvSpPr>
        <p:spPr>
          <a:xfrm>
            <a:off x="3771945" y="52254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5" name="Shape 293"/>
          <p:cNvSpPr/>
          <p:nvPr/>
        </p:nvSpPr>
        <p:spPr>
          <a:xfrm>
            <a:off x="3457852" y="51752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6" name="Shape 294"/>
          <p:cNvSpPr/>
          <p:nvPr/>
        </p:nvSpPr>
        <p:spPr>
          <a:xfrm>
            <a:off x="3562715" y="52365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7" name="Shape 295"/>
          <p:cNvSpPr/>
          <p:nvPr/>
        </p:nvSpPr>
        <p:spPr>
          <a:xfrm>
            <a:off x="3432480" y="48612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8" name="Shape 296"/>
          <p:cNvSpPr/>
          <p:nvPr/>
        </p:nvSpPr>
        <p:spPr>
          <a:xfrm>
            <a:off x="3417275" y="56950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9" name="Shape 297"/>
          <p:cNvSpPr/>
          <p:nvPr/>
        </p:nvSpPr>
        <p:spPr>
          <a:xfrm>
            <a:off x="3585517" y="5653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0" name="Shape 298"/>
          <p:cNvSpPr/>
          <p:nvPr/>
        </p:nvSpPr>
        <p:spPr>
          <a:xfrm>
            <a:off x="3464853" y="55866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1" name="Shape 299"/>
          <p:cNvSpPr/>
          <p:nvPr/>
        </p:nvSpPr>
        <p:spPr>
          <a:xfrm>
            <a:off x="3782052" y="54215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2" name="Shape 300"/>
          <p:cNvSpPr/>
          <p:nvPr/>
        </p:nvSpPr>
        <p:spPr>
          <a:xfrm>
            <a:off x="3537126" y="56317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3" name="Shape 301"/>
          <p:cNvSpPr/>
          <p:nvPr/>
        </p:nvSpPr>
        <p:spPr>
          <a:xfrm>
            <a:off x="3502404" y="55321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4" name="Shape 302"/>
          <p:cNvSpPr/>
          <p:nvPr/>
        </p:nvSpPr>
        <p:spPr>
          <a:xfrm>
            <a:off x="3390344" y="54708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5" name="Shape 303"/>
          <p:cNvSpPr/>
          <p:nvPr/>
        </p:nvSpPr>
        <p:spPr>
          <a:xfrm>
            <a:off x="3809253" y="54450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6" name="Shape 304"/>
          <p:cNvSpPr/>
          <p:nvPr/>
        </p:nvSpPr>
        <p:spPr>
          <a:xfrm>
            <a:off x="3569729" y="52850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7" name="Shape 305"/>
          <p:cNvSpPr/>
          <p:nvPr/>
        </p:nvSpPr>
        <p:spPr>
          <a:xfrm>
            <a:off x="3536387" y="56467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8" name="Shape 306"/>
          <p:cNvSpPr/>
          <p:nvPr/>
        </p:nvSpPr>
        <p:spPr>
          <a:xfrm>
            <a:off x="3785455" y="56835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9" name="Shape 307"/>
          <p:cNvSpPr/>
          <p:nvPr/>
        </p:nvSpPr>
        <p:spPr>
          <a:xfrm>
            <a:off x="3736394" y="5510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0" name="Shape 308"/>
          <p:cNvSpPr/>
          <p:nvPr/>
        </p:nvSpPr>
        <p:spPr>
          <a:xfrm>
            <a:off x="3429330" y="57782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1" name="Shape 309"/>
          <p:cNvSpPr/>
          <p:nvPr/>
        </p:nvSpPr>
        <p:spPr>
          <a:xfrm>
            <a:off x="3506111" y="5438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2" name="Shape 310"/>
          <p:cNvSpPr/>
          <p:nvPr/>
        </p:nvSpPr>
        <p:spPr>
          <a:xfrm>
            <a:off x="3550377" y="50160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3" name="Shape 311"/>
          <p:cNvSpPr/>
          <p:nvPr/>
        </p:nvSpPr>
        <p:spPr>
          <a:xfrm>
            <a:off x="3513429" y="53468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4" name="Shape 312"/>
          <p:cNvSpPr/>
          <p:nvPr/>
        </p:nvSpPr>
        <p:spPr>
          <a:xfrm>
            <a:off x="3670129" y="5620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5" name="Shape 313"/>
          <p:cNvSpPr/>
          <p:nvPr/>
        </p:nvSpPr>
        <p:spPr>
          <a:xfrm>
            <a:off x="3549378" y="49439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6" name="Shape 314"/>
          <p:cNvSpPr/>
          <p:nvPr/>
        </p:nvSpPr>
        <p:spPr>
          <a:xfrm>
            <a:off x="3447011" y="54988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7" name="Shape 315"/>
          <p:cNvSpPr/>
          <p:nvPr/>
        </p:nvSpPr>
        <p:spPr>
          <a:xfrm>
            <a:off x="3470543" y="56458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8" name="Shape 316"/>
          <p:cNvSpPr/>
          <p:nvPr/>
        </p:nvSpPr>
        <p:spPr>
          <a:xfrm>
            <a:off x="3389508" y="4814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9" name="Shape 317"/>
          <p:cNvSpPr/>
          <p:nvPr/>
        </p:nvSpPr>
        <p:spPr>
          <a:xfrm>
            <a:off x="3595529" y="54976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" name="Shape 318"/>
          <p:cNvSpPr/>
          <p:nvPr/>
        </p:nvSpPr>
        <p:spPr>
          <a:xfrm>
            <a:off x="3531349" y="5718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" name="Shape 319"/>
          <p:cNvSpPr/>
          <p:nvPr/>
        </p:nvSpPr>
        <p:spPr>
          <a:xfrm>
            <a:off x="3386099" y="49976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" name="Shape 320"/>
          <p:cNvSpPr/>
          <p:nvPr/>
        </p:nvSpPr>
        <p:spPr>
          <a:xfrm>
            <a:off x="3594715" y="49903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" name="Shape 321"/>
          <p:cNvSpPr/>
          <p:nvPr/>
        </p:nvSpPr>
        <p:spPr>
          <a:xfrm>
            <a:off x="3605903" y="5532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" name="Shape 322"/>
          <p:cNvSpPr/>
          <p:nvPr/>
        </p:nvSpPr>
        <p:spPr>
          <a:xfrm>
            <a:off x="3514003" y="56050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" name="Shape 323"/>
          <p:cNvSpPr/>
          <p:nvPr/>
        </p:nvSpPr>
        <p:spPr>
          <a:xfrm>
            <a:off x="3499833" y="5156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" name="Shape 324"/>
          <p:cNvSpPr/>
          <p:nvPr/>
        </p:nvSpPr>
        <p:spPr>
          <a:xfrm>
            <a:off x="3656226" y="49928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" name="Shape 325"/>
          <p:cNvSpPr/>
          <p:nvPr/>
        </p:nvSpPr>
        <p:spPr>
          <a:xfrm>
            <a:off x="3415796" y="60809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" name="Shape 326"/>
          <p:cNvSpPr/>
          <p:nvPr/>
        </p:nvSpPr>
        <p:spPr>
          <a:xfrm>
            <a:off x="3530101" y="5520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" name="Shape 327"/>
          <p:cNvSpPr/>
          <p:nvPr/>
        </p:nvSpPr>
        <p:spPr>
          <a:xfrm>
            <a:off x="3742547" y="5409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" name="Shape 328"/>
          <p:cNvSpPr/>
          <p:nvPr/>
        </p:nvSpPr>
        <p:spPr>
          <a:xfrm>
            <a:off x="3628088" y="29507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" name="Shape 329"/>
          <p:cNvSpPr/>
          <p:nvPr/>
        </p:nvSpPr>
        <p:spPr>
          <a:xfrm>
            <a:off x="3690284" y="50000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" name="Shape 330"/>
          <p:cNvSpPr/>
          <p:nvPr/>
        </p:nvSpPr>
        <p:spPr>
          <a:xfrm>
            <a:off x="3568355" y="55831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" name="Shape 331"/>
          <p:cNvSpPr/>
          <p:nvPr/>
        </p:nvSpPr>
        <p:spPr>
          <a:xfrm>
            <a:off x="3768213" y="52874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" name="Shape 332"/>
          <p:cNvSpPr/>
          <p:nvPr/>
        </p:nvSpPr>
        <p:spPr>
          <a:xfrm>
            <a:off x="3595931" y="58417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" name="Shape 333"/>
          <p:cNvSpPr/>
          <p:nvPr/>
        </p:nvSpPr>
        <p:spPr>
          <a:xfrm>
            <a:off x="3662908" y="5743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" name="Shape 334"/>
          <p:cNvSpPr/>
          <p:nvPr/>
        </p:nvSpPr>
        <p:spPr>
          <a:xfrm>
            <a:off x="3415442" y="56530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" name="Shape 335"/>
          <p:cNvSpPr/>
          <p:nvPr/>
        </p:nvSpPr>
        <p:spPr>
          <a:xfrm>
            <a:off x="3592717" y="4856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" name="Shape 336"/>
          <p:cNvSpPr/>
          <p:nvPr/>
        </p:nvSpPr>
        <p:spPr>
          <a:xfrm>
            <a:off x="3520920" y="58861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" name="Shape 337"/>
          <p:cNvSpPr/>
          <p:nvPr/>
        </p:nvSpPr>
        <p:spPr>
          <a:xfrm>
            <a:off x="3392491" y="53055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" name="Shape 338"/>
          <p:cNvSpPr/>
          <p:nvPr/>
        </p:nvSpPr>
        <p:spPr>
          <a:xfrm>
            <a:off x="3660920" y="5763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" name="Shape 339"/>
          <p:cNvSpPr/>
          <p:nvPr/>
        </p:nvSpPr>
        <p:spPr>
          <a:xfrm>
            <a:off x="3670341" y="55529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" name="Shape 340"/>
          <p:cNvSpPr/>
          <p:nvPr/>
        </p:nvSpPr>
        <p:spPr>
          <a:xfrm>
            <a:off x="3498831" y="54754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" name="Shape 341"/>
          <p:cNvSpPr/>
          <p:nvPr/>
        </p:nvSpPr>
        <p:spPr>
          <a:xfrm>
            <a:off x="3597113" y="53792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" name="Shape 342"/>
          <p:cNvSpPr/>
          <p:nvPr/>
        </p:nvSpPr>
        <p:spPr>
          <a:xfrm>
            <a:off x="3760327" y="5318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" name="Shape 343"/>
          <p:cNvSpPr/>
          <p:nvPr/>
        </p:nvSpPr>
        <p:spPr>
          <a:xfrm>
            <a:off x="3626858" y="56507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" name="Shape 344"/>
          <p:cNvSpPr/>
          <p:nvPr/>
        </p:nvSpPr>
        <p:spPr>
          <a:xfrm>
            <a:off x="3577656" y="55032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" name="Shape 345"/>
          <p:cNvSpPr/>
          <p:nvPr/>
        </p:nvSpPr>
        <p:spPr>
          <a:xfrm>
            <a:off x="3440495" y="5310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" name="Shape 346"/>
          <p:cNvSpPr/>
          <p:nvPr/>
        </p:nvSpPr>
        <p:spPr>
          <a:xfrm>
            <a:off x="3607304" y="53947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" name="Shape 347"/>
          <p:cNvSpPr/>
          <p:nvPr/>
        </p:nvSpPr>
        <p:spPr>
          <a:xfrm>
            <a:off x="3705358" y="56091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" name="Shape 348"/>
          <p:cNvSpPr/>
          <p:nvPr/>
        </p:nvSpPr>
        <p:spPr>
          <a:xfrm>
            <a:off x="3552606" y="49043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" name="Shape 349"/>
          <p:cNvSpPr/>
          <p:nvPr/>
        </p:nvSpPr>
        <p:spPr>
          <a:xfrm>
            <a:off x="3413241" y="53447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" name="Shape 350"/>
          <p:cNvSpPr/>
          <p:nvPr/>
        </p:nvSpPr>
        <p:spPr>
          <a:xfrm>
            <a:off x="3547668" y="52896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" name="Shape 351"/>
          <p:cNvSpPr/>
          <p:nvPr/>
        </p:nvSpPr>
        <p:spPr>
          <a:xfrm>
            <a:off x="3694622" y="5485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" name="Shape 352"/>
          <p:cNvSpPr/>
          <p:nvPr/>
        </p:nvSpPr>
        <p:spPr>
          <a:xfrm>
            <a:off x="3775549" y="57887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" name="Shape 353"/>
          <p:cNvSpPr/>
          <p:nvPr/>
        </p:nvSpPr>
        <p:spPr>
          <a:xfrm>
            <a:off x="3524653" y="55968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" name="Shape 354"/>
          <p:cNvSpPr/>
          <p:nvPr/>
        </p:nvSpPr>
        <p:spPr>
          <a:xfrm>
            <a:off x="3770706" y="53966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" name="Shape 355"/>
          <p:cNvSpPr/>
          <p:nvPr/>
        </p:nvSpPr>
        <p:spPr>
          <a:xfrm>
            <a:off x="3527637" y="57470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" name="Shape 356"/>
          <p:cNvSpPr/>
          <p:nvPr/>
        </p:nvSpPr>
        <p:spPr>
          <a:xfrm>
            <a:off x="3644085" y="56271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" name="Shape 357"/>
          <p:cNvSpPr/>
          <p:nvPr/>
        </p:nvSpPr>
        <p:spPr>
          <a:xfrm>
            <a:off x="3796559" y="55796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" name="Shape 358"/>
          <p:cNvSpPr/>
          <p:nvPr/>
        </p:nvSpPr>
        <p:spPr>
          <a:xfrm>
            <a:off x="3404917" y="61250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" name="Shape 359"/>
          <p:cNvSpPr/>
          <p:nvPr/>
        </p:nvSpPr>
        <p:spPr>
          <a:xfrm>
            <a:off x="3405111" y="65700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" name="Shape 360"/>
          <p:cNvSpPr/>
          <p:nvPr/>
        </p:nvSpPr>
        <p:spPr>
          <a:xfrm>
            <a:off x="3792608" y="58831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" name="Shape 361"/>
          <p:cNvSpPr/>
          <p:nvPr/>
        </p:nvSpPr>
        <p:spPr>
          <a:xfrm>
            <a:off x="3494221" y="61246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4" name="Shape 362"/>
          <p:cNvSpPr/>
          <p:nvPr/>
        </p:nvSpPr>
        <p:spPr>
          <a:xfrm>
            <a:off x="3630871" y="6303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5" name="Shape 363"/>
          <p:cNvSpPr/>
          <p:nvPr/>
        </p:nvSpPr>
        <p:spPr>
          <a:xfrm>
            <a:off x="3385153" y="60019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6" name="Shape 364"/>
          <p:cNvSpPr/>
          <p:nvPr/>
        </p:nvSpPr>
        <p:spPr>
          <a:xfrm>
            <a:off x="3619607" y="63963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7" name="Shape 365"/>
          <p:cNvSpPr/>
          <p:nvPr/>
        </p:nvSpPr>
        <p:spPr>
          <a:xfrm>
            <a:off x="3579500" y="5594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8" name="Shape 366"/>
          <p:cNvSpPr/>
          <p:nvPr/>
        </p:nvSpPr>
        <p:spPr>
          <a:xfrm>
            <a:off x="3739826" y="52659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9" name="Shape 367"/>
          <p:cNvSpPr/>
          <p:nvPr/>
        </p:nvSpPr>
        <p:spPr>
          <a:xfrm>
            <a:off x="3720128" y="5574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0" name="Shape 368"/>
          <p:cNvSpPr/>
          <p:nvPr/>
        </p:nvSpPr>
        <p:spPr>
          <a:xfrm>
            <a:off x="3418526" y="5818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1" name="Shape 369"/>
          <p:cNvSpPr/>
          <p:nvPr/>
        </p:nvSpPr>
        <p:spPr>
          <a:xfrm>
            <a:off x="3756714" y="4173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2" name="Shape 370"/>
          <p:cNvSpPr/>
          <p:nvPr/>
        </p:nvSpPr>
        <p:spPr>
          <a:xfrm>
            <a:off x="3522434" y="41797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3" name="Shape 371"/>
          <p:cNvSpPr/>
          <p:nvPr/>
        </p:nvSpPr>
        <p:spPr>
          <a:xfrm>
            <a:off x="3480016" y="45678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4" name="Shape 372"/>
          <p:cNvSpPr/>
          <p:nvPr/>
        </p:nvSpPr>
        <p:spPr>
          <a:xfrm>
            <a:off x="3575127" y="56904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5" name="Shape 373"/>
          <p:cNvSpPr/>
          <p:nvPr/>
        </p:nvSpPr>
        <p:spPr>
          <a:xfrm>
            <a:off x="3778330" y="51365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6" name="Shape 374"/>
          <p:cNvSpPr/>
          <p:nvPr/>
        </p:nvSpPr>
        <p:spPr>
          <a:xfrm>
            <a:off x="3660092" y="5437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7" name="Shape 375"/>
          <p:cNvSpPr/>
          <p:nvPr/>
        </p:nvSpPr>
        <p:spPr>
          <a:xfrm>
            <a:off x="3596496" y="51853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8" name="Shape 376"/>
          <p:cNvSpPr/>
          <p:nvPr/>
        </p:nvSpPr>
        <p:spPr>
          <a:xfrm>
            <a:off x="3726389" y="52490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9" name="Shape 377"/>
          <p:cNvSpPr/>
          <p:nvPr/>
        </p:nvSpPr>
        <p:spPr>
          <a:xfrm>
            <a:off x="3619593" y="47431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0" name="Shape 378"/>
          <p:cNvSpPr/>
          <p:nvPr/>
        </p:nvSpPr>
        <p:spPr>
          <a:xfrm>
            <a:off x="3559667" y="25127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1" name="Shape 379"/>
          <p:cNvSpPr/>
          <p:nvPr/>
        </p:nvSpPr>
        <p:spPr>
          <a:xfrm>
            <a:off x="3649271" y="48865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2" name="Shape 380"/>
          <p:cNvSpPr/>
          <p:nvPr/>
        </p:nvSpPr>
        <p:spPr>
          <a:xfrm>
            <a:off x="3608057" y="4168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3" name="Shape 381"/>
          <p:cNvSpPr/>
          <p:nvPr/>
        </p:nvSpPr>
        <p:spPr>
          <a:xfrm>
            <a:off x="3635429" y="59129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4" name="Shape 382"/>
          <p:cNvSpPr/>
          <p:nvPr/>
        </p:nvSpPr>
        <p:spPr>
          <a:xfrm>
            <a:off x="3439243" y="49688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5" name="Shape 383"/>
          <p:cNvSpPr/>
          <p:nvPr/>
        </p:nvSpPr>
        <p:spPr>
          <a:xfrm>
            <a:off x="3790663" y="46167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6" name="Shape 384"/>
          <p:cNvSpPr/>
          <p:nvPr/>
        </p:nvSpPr>
        <p:spPr>
          <a:xfrm>
            <a:off x="3498036" y="46847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7" name="Shape 385"/>
          <p:cNvSpPr/>
          <p:nvPr/>
        </p:nvSpPr>
        <p:spPr>
          <a:xfrm>
            <a:off x="3772657" y="4713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8" name="Shape 386"/>
          <p:cNvSpPr/>
          <p:nvPr/>
        </p:nvSpPr>
        <p:spPr>
          <a:xfrm>
            <a:off x="3488486" y="4597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9" name="Shape 387"/>
          <p:cNvSpPr/>
          <p:nvPr/>
        </p:nvSpPr>
        <p:spPr>
          <a:xfrm>
            <a:off x="3700729" y="47137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0" name="Shape 388"/>
          <p:cNvSpPr/>
          <p:nvPr/>
        </p:nvSpPr>
        <p:spPr>
          <a:xfrm>
            <a:off x="3748749" y="4552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1" name="Shape 389"/>
          <p:cNvSpPr/>
          <p:nvPr/>
        </p:nvSpPr>
        <p:spPr>
          <a:xfrm>
            <a:off x="3790475" y="47257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2" name="Shape 390"/>
          <p:cNvSpPr/>
          <p:nvPr/>
        </p:nvSpPr>
        <p:spPr>
          <a:xfrm>
            <a:off x="3433607" y="4677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3" name="Shape 391"/>
          <p:cNvSpPr/>
          <p:nvPr/>
        </p:nvSpPr>
        <p:spPr>
          <a:xfrm>
            <a:off x="3646574" y="4557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4" name="Shape 392"/>
          <p:cNvSpPr/>
          <p:nvPr/>
        </p:nvSpPr>
        <p:spPr>
          <a:xfrm>
            <a:off x="3523886" y="45410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5" name="Shape 393"/>
          <p:cNvSpPr/>
          <p:nvPr/>
        </p:nvSpPr>
        <p:spPr>
          <a:xfrm>
            <a:off x="3545713" y="4391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6" name="Shape 394"/>
          <p:cNvSpPr/>
          <p:nvPr/>
        </p:nvSpPr>
        <p:spPr>
          <a:xfrm>
            <a:off x="3482914" y="61557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7" name="Shape 395"/>
          <p:cNvSpPr/>
          <p:nvPr/>
        </p:nvSpPr>
        <p:spPr>
          <a:xfrm>
            <a:off x="3608688" y="5963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8" name="Shape 396"/>
          <p:cNvSpPr/>
          <p:nvPr/>
        </p:nvSpPr>
        <p:spPr>
          <a:xfrm>
            <a:off x="3473019" y="62169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9" name="Shape 397"/>
          <p:cNvSpPr/>
          <p:nvPr/>
        </p:nvSpPr>
        <p:spPr>
          <a:xfrm>
            <a:off x="3600571" y="59904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0" name="Shape 398"/>
          <p:cNvSpPr/>
          <p:nvPr/>
        </p:nvSpPr>
        <p:spPr>
          <a:xfrm>
            <a:off x="3744567" y="55678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1" name="Shape 399"/>
          <p:cNvSpPr/>
          <p:nvPr/>
        </p:nvSpPr>
        <p:spPr>
          <a:xfrm>
            <a:off x="3665435" y="55785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2" name="Shape 400"/>
          <p:cNvSpPr/>
          <p:nvPr/>
        </p:nvSpPr>
        <p:spPr>
          <a:xfrm>
            <a:off x="3487417" y="47643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3" name="Shape 401"/>
          <p:cNvSpPr/>
          <p:nvPr/>
        </p:nvSpPr>
        <p:spPr>
          <a:xfrm>
            <a:off x="3413361" y="46987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4" name="Shape 402"/>
          <p:cNvSpPr/>
          <p:nvPr/>
        </p:nvSpPr>
        <p:spPr>
          <a:xfrm>
            <a:off x="3765447" y="4759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5" name="Shape 403"/>
          <p:cNvSpPr/>
          <p:nvPr/>
        </p:nvSpPr>
        <p:spPr>
          <a:xfrm>
            <a:off x="3737515" y="4797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6" name="Shape 404"/>
          <p:cNvSpPr/>
          <p:nvPr/>
        </p:nvSpPr>
        <p:spPr>
          <a:xfrm>
            <a:off x="3459740" y="48134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7" name="Shape 405"/>
          <p:cNvSpPr/>
          <p:nvPr/>
        </p:nvSpPr>
        <p:spPr>
          <a:xfrm>
            <a:off x="3432472" y="4752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8" name="Shape 406"/>
          <p:cNvSpPr/>
          <p:nvPr/>
        </p:nvSpPr>
        <p:spPr>
          <a:xfrm>
            <a:off x="3800213" y="4991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9" name="Shape 407"/>
          <p:cNvSpPr/>
          <p:nvPr/>
        </p:nvSpPr>
        <p:spPr>
          <a:xfrm>
            <a:off x="3645456" y="57885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0" name="Shape 408"/>
          <p:cNvSpPr/>
          <p:nvPr/>
        </p:nvSpPr>
        <p:spPr>
          <a:xfrm>
            <a:off x="3384847" y="55886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1" name="Shape 409"/>
          <p:cNvSpPr/>
          <p:nvPr/>
        </p:nvSpPr>
        <p:spPr>
          <a:xfrm>
            <a:off x="3496038" y="56664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2" name="Shape 410"/>
          <p:cNvSpPr/>
          <p:nvPr/>
        </p:nvSpPr>
        <p:spPr>
          <a:xfrm>
            <a:off x="3553559" y="5312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" name="Shape 411"/>
          <p:cNvSpPr/>
          <p:nvPr/>
        </p:nvSpPr>
        <p:spPr>
          <a:xfrm>
            <a:off x="3440918" y="3393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" name="Shape 412"/>
          <p:cNvSpPr/>
          <p:nvPr/>
        </p:nvSpPr>
        <p:spPr>
          <a:xfrm>
            <a:off x="3468029" y="56121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" name="Shape 413"/>
          <p:cNvSpPr/>
          <p:nvPr/>
        </p:nvSpPr>
        <p:spPr>
          <a:xfrm>
            <a:off x="3622782" y="57272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" name="Shape 414"/>
          <p:cNvSpPr/>
          <p:nvPr/>
        </p:nvSpPr>
        <p:spPr>
          <a:xfrm>
            <a:off x="3741490" y="59642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" name="Shape 415"/>
          <p:cNvSpPr/>
          <p:nvPr/>
        </p:nvSpPr>
        <p:spPr>
          <a:xfrm>
            <a:off x="3566401" y="60986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" name="Shape 416"/>
          <p:cNvSpPr/>
          <p:nvPr/>
        </p:nvSpPr>
        <p:spPr>
          <a:xfrm>
            <a:off x="3806399" y="57383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" name="Shape 417"/>
          <p:cNvSpPr/>
          <p:nvPr/>
        </p:nvSpPr>
        <p:spPr>
          <a:xfrm>
            <a:off x="3542021" y="23465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" name="Shape 418"/>
          <p:cNvSpPr/>
          <p:nvPr/>
        </p:nvSpPr>
        <p:spPr>
          <a:xfrm>
            <a:off x="3675457" y="26023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" name="Shape 419"/>
          <p:cNvSpPr/>
          <p:nvPr/>
        </p:nvSpPr>
        <p:spPr>
          <a:xfrm>
            <a:off x="3508301" y="50373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" name="Shape 420"/>
          <p:cNvSpPr/>
          <p:nvPr/>
        </p:nvSpPr>
        <p:spPr>
          <a:xfrm>
            <a:off x="3583790" y="5600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" name="Shape 421"/>
          <p:cNvSpPr/>
          <p:nvPr/>
        </p:nvSpPr>
        <p:spPr>
          <a:xfrm>
            <a:off x="3481828" y="60708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" name="Shape 422"/>
          <p:cNvSpPr/>
          <p:nvPr/>
        </p:nvSpPr>
        <p:spPr>
          <a:xfrm>
            <a:off x="3384343" y="48559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" name="Shape 423"/>
          <p:cNvSpPr/>
          <p:nvPr/>
        </p:nvSpPr>
        <p:spPr>
          <a:xfrm>
            <a:off x="3747728" y="46989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" name="Shape 424"/>
          <p:cNvSpPr/>
          <p:nvPr/>
        </p:nvSpPr>
        <p:spPr>
          <a:xfrm>
            <a:off x="3502773" y="23944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" name="Shape 425"/>
          <p:cNvSpPr/>
          <p:nvPr/>
        </p:nvSpPr>
        <p:spPr>
          <a:xfrm>
            <a:off x="3810239" y="35181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" name="Shape 426"/>
          <p:cNvSpPr/>
          <p:nvPr/>
        </p:nvSpPr>
        <p:spPr>
          <a:xfrm>
            <a:off x="3660240" y="51931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" name="Shape 427"/>
          <p:cNvSpPr/>
          <p:nvPr/>
        </p:nvSpPr>
        <p:spPr>
          <a:xfrm>
            <a:off x="3449416" y="3749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" name="Shape 428"/>
          <p:cNvSpPr/>
          <p:nvPr/>
        </p:nvSpPr>
        <p:spPr>
          <a:xfrm>
            <a:off x="3670678" y="53096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" name="Shape 429"/>
          <p:cNvSpPr/>
          <p:nvPr/>
        </p:nvSpPr>
        <p:spPr>
          <a:xfrm>
            <a:off x="3538604" y="37060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" name="Shape 430"/>
          <p:cNvSpPr/>
          <p:nvPr/>
        </p:nvSpPr>
        <p:spPr>
          <a:xfrm>
            <a:off x="3495049" y="34999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" name="Shape 431"/>
          <p:cNvSpPr/>
          <p:nvPr/>
        </p:nvSpPr>
        <p:spPr>
          <a:xfrm>
            <a:off x="3605191" y="5198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" name="Shape 432"/>
          <p:cNvSpPr/>
          <p:nvPr/>
        </p:nvSpPr>
        <p:spPr>
          <a:xfrm>
            <a:off x="3637273" y="59357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" name="Shape 433"/>
          <p:cNvSpPr/>
          <p:nvPr/>
        </p:nvSpPr>
        <p:spPr>
          <a:xfrm>
            <a:off x="3442203" y="55167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" name="Shape 434"/>
          <p:cNvSpPr/>
          <p:nvPr/>
        </p:nvSpPr>
        <p:spPr>
          <a:xfrm>
            <a:off x="3633193" y="58626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" name="Shape 435"/>
          <p:cNvSpPr/>
          <p:nvPr/>
        </p:nvSpPr>
        <p:spPr>
          <a:xfrm>
            <a:off x="3611838" y="57778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" name="Shape 436"/>
          <p:cNvSpPr/>
          <p:nvPr/>
        </p:nvSpPr>
        <p:spPr>
          <a:xfrm>
            <a:off x="3403923" y="56492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" name="Shape 437"/>
          <p:cNvSpPr/>
          <p:nvPr/>
        </p:nvSpPr>
        <p:spPr>
          <a:xfrm>
            <a:off x="3560211" y="55837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" name="Shape 438"/>
          <p:cNvSpPr/>
          <p:nvPr/>
        </p:nvSpPr>
        <p:spPr>
          <a:xfrm>
            <a:off x="3644243" y="53898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" name="Shape 439"/>
          <p:cNvSpPr/>
          <p:nvPr/>
        </p:nvSpPr>
        <p:spPr>
          <a:xfrm>
            <a:off x="3631552" y="5590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" name="Shape 440"/>
          <p:cNvSpPr/>
          <p:nvPr/>
        </p:nvSpPr>
        <p:spPr>
          <a:xfrm>
            <a:off x="3699935" y="56235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" name="Shape 441"/>
          <p:cNvSpPr/>
          <p:nvPr/>
        </p:nvSpPr>
        <p:spPr>
          <a:xfrm>
            <a:off x="3436917" y="54010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" name="Shape 442"/>
          <p:cNvSpPr/>
          <p:nvPr/>
        </p:nvSpPr>
        <p:spPr>
          <a:xfrm>
            <a:off x="3617685" y="25290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" name="Shape 443"/>
          <p:cNvSpPr/>
          <p:nvPr/>
        </p:nvSpPr>
        <p:spPr>
          <a:xfrm>
            <a:off x="3391054" y="3609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" name="Shape 444"/>
          <p:cNvSpPr/>
          <p:nvPr/>
        </p:nvSpPr>
        <p:spPr>
          <a:xfrm>
            <a:off x="3570950" y="25555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" name="Shape 445"/>
          <p:cNvSpPr/>
          <p:nvPr/>
        </p:nvSpPr>
        <p:spPr>
          <a:xfrm>
            <a:off x="3727086" y="55686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" name="Shape 446"/>
          <p:cNvSpPr/>
          <p:nvPr/>
        </p:nvSpPr>
        <p:spPr>
          <a:xfrm>
            <a:off x="3513499" y="5899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" name="Shape 447"/>
          <p:cNvSpPr/>
          <p:nvPr/>
        </p:nvSpPr>
        <p:spPr>
          <a:xfrm>
            <a:off x="3448088" y="62105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" name="Shape 448"/>
          <p:cNvSpPr/>
          <p:nvPr/>
        </p:nvSpPr>
        <p:spPr>
          <a:xfrm>
            <a:off x="3533987" y="56496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" name="Shape 449"/>
          <p:cNvSpPr/>
          <p:nvPr/>
        </p:nvSpPr>
        <p:spPr>
          <a:xfrm>
            <a:off x="3611523" y="58844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" name="Shape 450"/>
          <p:cNvSpPr/>
          <p:nvPr/>
        </p:nvSpPr>
        <p:spPr>
          <a:xfrm>
            <a:off x="3607680" y="60848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" name="Shape 451"/>
          <p:cNvSpPr/>
          <p:nvPr/>
        </p:nvSpPr>
        <p:spPr>
          <a:xfrm>
            <a:off x="3654789" y="59772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" name="Shape 452"/>
          <p:cNvSpPr/>
          <p:nvPr/>
        </p:nvSpPr>
        <p:spPr>
          <a:xfrm>
            <a:off x="3428449" y="57306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" name="Shape 453"/>
          <p:cNvSpPr/>
          <p:nvPr/>
        </p:nvSpPr>
        <p:spPr>
          <a:xfrm>
            <a:off x="3616158" y="60078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" name="Shape 454"/>
          <p:cNvSpPr/>
          <p:nvPr/>
        </p:nvSpPr>
        <p:spPr>
          <a:xfrm>
            <a:off x="3696656" y="5895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" name="Shape 455"/>
          <p:cNvSpPr/>
          <p:nvPr/>
        </p:nvSpPr>
        <p:spPr>
          <a:xfrm>
            <a:off x="3409043" y="57915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8" name="Shape 456"/>
          <p:cNvSpPr/>
          <p:nvPr/>
        </p:nvSpPr>
        <p:spPr>
          <a:xfrm>
            <a:off x="3752612" y="49726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9" name="Shape 457"/>
          <p:cNvSpPr/>
          <p:nvPr/>
        </p:nvSpPr>
        <p:spPr>
          <a:xfrm>
            <a:off x="3585382" y="46712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0" name="Shape 458"/>
          <p:cNvSpPr/>
          <p:nvPr/>
        </p:nvSpPr>
        <p:spPr>
          <a:xfrm>
            <a:off x="3438731" y="5276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1" name="Shape 459"/>
          <p:cNvSpPr/>
          <p:nvPr/>
        </p:nvSpPr>
        <p:spPr>
          <a:xfrm>
            <a:off x="3770257" y="49852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2" name="Shape 460"/>
          <p:cNvSpPr/>
          <p:nvPr/>
        </p:nvSpPr>
        <p:spPr>
          <a:xfrm>
            <a:off x="3677649" y="4581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3" name="Shape 461"/>
          <p:cNvSpPr/>
          <p:nvPr/>
        </p:nvSpPr>
        <p:spPr>
          <a:xfrm>
            <a:off x="3635784" y="4259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4" name="Shape 462"/>
          <p:cNvSpPr/>
          <p:nvPr/>
        </p:nvSpPr>
        <p:spPr>
          <a:xfrm>
            <a:off x="3687155" y="56986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5" name="Shape 463"/>
          <p:cNvSpPr/>
          <p:nvPr/>
        </p:nvSpPr>
        <p:spPr>
          <a:xfrm>
            <a:off x="3586290" y="51206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6" name="Shape 464"/>
          <p:cNvSpPr/>
          <p:nvPr/>
        </p:nvSpPr>
        <p:spPr>
          <a:xfrm>
            <a:off x="3649666" y="4268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7" name="Shape 465"/>
          <p:cNvSpPr/>
          <p:nvPr/>
        </p:nvSpPr>
        <p:spPr>
          <a:xfrm>
            <a:off x="3440616" y="43107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8" name="Shape 466"/>
          <p:cNvSpPr/>
          <p:nvPr/>
        </p:nvSpPr>
        <p:spPr>
          <a:xfrm>
            <a:off x="3684839" y="58029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9" name="Shape 467"/>
          <p:cNvSpPr/>
          <p:nvPr/>
        </p:nvSpPr>
        <p:spPr>
          <a:xfrm>
            <a:off x="3742289" y="48155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0" name="Shape 468"/>
          <p:cNvSpPr/>
          <p:nvPr/>
        </p:nvSpPr>
        <p:spPr>
          <a:xfrm>
            <a:off x="3451859" y="4443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1" name="Shape 469"/>
          <p:cNvSpPr/>
          <p:nvPr/>
        </p:nvSpPr>
        <p:spPr>
          <a:xfrm>
            <a:off x="3518010" y="4207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2" name="Shape 470"/>
          <p:cNvSpPr/>
          <p:nvPr/>
        </p:nvSpPr>
        <p:spPr>
          <a:xfrm>
            <a:off x="3503667" y="33495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3" name="Shape 471"/>
          <p:cNvSpPr/>
          <p:nvPr/>
        </p:nvSpPr>
        <p:spPr>
          <a:xfrm>
            <a:off x="3772160" y="4160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4" name="Shape 472"/>
          <p:cNvSpPr/>
          <p:nvPr/>
        </p:nvSpPr>
        <p:spPr>
          <a:xfrm>
            <a:off x="3529000" y="36258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5" name="Shape 473"/>
          <p:cNvSpPr/>
          <p:nvPr/>
        </p:nvSpPr>
        <p:spPr>
          <a:xfrm>
            <a:off x="3470996" y="47560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6" name="Shape 474"/>
          <p:cNvSpPr/>
          <p:nvPr/>
        </p:nvSpPr>
        <p:spPr>
          <a:xfrm>
            <a:off x="3591200" y="29665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7" name="Shape 475"/>
          <p:cNvSpPr/>
          <p:nvPr/>
        </p:nvSpPr>
        <p:spPr>
          <a:xfrm>
            <a:off x="3620713" y="33780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8" name="Shape 476"/>
          <p:cNvSpPr/>
          <p:nvPr/>
        </p:nvSpPr>
        <p:spPr>
          <a:xfrm>
            <a:off x="3812953" y="5009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9" name="Shape 477"/>
          <p:cNvSpPr/>
          <p:nvPr/>
        </p:nvSpPr>
        <p:spPr>
          <a:xfrm>
            <a:off x="3669245" y="5774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0" name="Shape 478"/>
          <p:cNvSpPr/>
          <p:nvPr/>
        </p:nvSpPr>
        <p:spPr>
          <a:xfrm>
            <a:off x="3649294" y="49031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1" name="Shape 479"/>
          <p:cNvSpPr/>
          <p:nvPr/>
        </p:nvSpPr>
        <p:spPr>
          <a:xfrm>
            <a:off x="3736745" y="50615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2" name="Shape 480"/>
          <p:cNvSpPr/>
          <p:nvPr/>
        </p:nvSpPr>
        <p:spPr>
          <a:xfrm>
            <a:off x="3555775" y="45009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3" name="Shape 481"/>
          <p:cNvSpPr/>
          <p:nvPr/>
        </p:nvSpPr>
        <p:spPr>
          <a:xfrm>
            <a:off x="3422177" y="5011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4" name="Shape 482"/>
          <p:cNvSpPr/>
          <p:nvPr/>
        </p:nvSpPr>
        <p:spPr>
          <a:xfrm>
            <a:off x="3644415" y="45082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5" name="Shape 483"/>
          <p:cNvSpPr/>
          <p:nvPr/>
        </p:nvSpPr>
        <p:spPr>
          <a:xfrm>
            <a:off x="3689061" y="55048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6" name="Shape 484"/>
          <p:cNvSpPr/>
          <p:nvPr/>
        </p:nvSpPr>
        <p:spPr>
          <a:xfrm>
            <a:off x="3627556" y="49738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7" name="Shape 485"/>
          <p:cNvSpPr/>
          <p:nvPr/>
        </p:nvSpPr>
        <p:spPr>
          <a:xfrm>
            <a:off x="3750040" y="5193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8" name="Shape 486"/>
          <p:cNvSpPr/>
          <p:nvPr/>
        </p:nvSpPr>
        <p:spPr>
          <a:xfrm>
            <a:off x="3710623" y="5206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9" name="Shape 487"/>
          <p:cNvSpPr/>
          <p:nvPr/>
        </p:nvSpPr>
        <p:spPr>
          <a:xfrm>
            <a:off x="3446711" y="50904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0" name="Shape 488"/>
          <p:cNvSpPr/>
          <p:nvPr/>
        </p:nvSpPr>
        <p:spPr>
          <a:xfrm>
            <a:off x="3425130" y="56224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1" name="Shape 489"/>
          <p:cNvSpPr/>
          <p:nvPr/>
        </p:nvSpPr>
        <p:spPr>
          <a:xfrm>
            <a:off x="3638061" y="55832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2" name="Shape 490"/>
          <p:cNvSpPr/>
          <p:nvPr/>
        </p:nvSpPr>
        <p:spPr>
          <a:xfrm>
            <a:off x="3470239" y="5105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3" name="Shape 491"/>
          <p:cNvSpPr/>
          <p:nvPr/>
        </p:nvSpPr>
        <p:spPr>
          <a:xfrm>
            <a:off x="3505452" y="55217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4" name="Shape 492"/>
          <p:cNvSpPr/>
          <p:nvPr/>
        </p:nvSpPr>
        <p:spPr>
          <a:xfrm>
            <a:off x="3783365" y="60508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5" name="Shape 493"/>
          <p:cNvSpPr/>
          <p:nvPr/>
        </p:nvSpPr>
        <p:spPr>
          <a:xfrm>
            <a:off x="3428517" y="56710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6" name="Shape 494"/>
          <p:cNvSpPr/>
          <p:nvPr/>
        </p:nvSpPr>
        <p:spPr>
          <a:xfrm>
            <a:off x="3801182" y="47488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7" name="Shape 495"/>
          <p:cNvSpPr/>
          <p:nvPr/>
        </p:nvSpPr>
        <p:spPr>
          <a:xfrm>
            <a:off x="3445138" y="4871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8" name="Shape 496"/>
          <p:cNvSpPr/>
          <p:nvPr/>
        </p:nvSpPr>
        <p:spPr>
          <a:xfrm>
            <a:off x="3680972" y="46230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9" name="Shape 497"/>
          <p:cNvSpPr/>
          <p:nvPr/>
        </p:nvSpPr>
        <p:spPr>
          <a:xfrm>
            <a:off x="3394704" y="54437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0" name="Shape 498"/>
          <p:cNvSpPr/>
          <p:nvPr/>
        </p:nvSpPr>
        <p:spPr>
          <a:xfrm>
            <a:off x="3558676" y="60317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1" name="Shape 499"/>
          <p:cNvSpPr/>
          <p:nvPr/>
        </p:nvSpPr>
        <p:spPr>
          <a:xfrm>
            <a:off x="3722712" y="6017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2" name="Shape 500"/>
          <p:cNvSpPr/>
          <p:nvPr/>
        </p:nvSpPr>
        <p:spPr>
          <a:xfrm>
            <a:off x="3399756" y="5942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" name="Shape 501"/>
          <p:cNvSpPr/>
          <p:nvPr/>
        </p:nvSpPr>
        <p:spPr>
          <a:xfrm>
            <a:off x="3766960" y="64593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" name="Shape 502"/>
          <p:cNvSpPr/>
          <p:nvPr/>
        </p:nvSpPr>
        <p:spPr>
          <a:xfrm>
            <a:off x="3681184" y="58361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" name="Shape 503"/>
          <p:cNvSpPr/>
          <p:nvPr/>
        </p:nvSpPr>
        <p:spPr>
          <a:xfrm>
            <a:off x="3475195" y="5676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" name="Shape 504"/>
          <p:cNvSpPr/>
          <p:nvPr/>
        </p:nvSpPr>
        <p:spPr>
          <a:xfrm>
            <a:off x="3574632" y="58488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" name="Shape 505"/>
          <p:cNvSpPr/>
          <p:nvPr/>
        </p:nvSpPr>
        <p:spPr>
          <a:xfrm>
            <a:off x="3687180" y="58719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" name="Shape 506"/>
          <p:cNvSpPr/>
          <p:nvPr/>
        </p:nvSpPr>
        <p:spPr>
          <a:xfrm>
            <a:off x="3448152" y="61786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" name="Shape 507"/>
          <p:cNvSpPr/>
          <p:nvPr/>
        </p:nvSpPr>
        <p:spPr>
          <a:xfrm>
            <a:off x="3473153" y="43245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" name="Shape 508"/>
          <p:cNvSpPr/>
          <p:nvPr/>
        </p:nvSpPr>
        <p:spPr>
          <a:xfrm>
            <a:off x="3594440" y="5687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" name="Shape 509"/>
          <p:cNvSpPr/>
          <p:nvPr/>
        </p:nvSpPr>
        <p:spPr>
          <a:xfrm>
            <a:off x="3619500" y="3497566"/>
            <a:ext cx="0" cy="2603835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512" name="Shape 510"/>
          <p:cNvSpPr/>
          <p:nvPr/>
        </p:nvSpPr>
        <p:spPr>
          <a:xfrm>
            <a:off x="3505200" y="6101401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513" name="Shape 511"/>
          <p:cNvSpPr/>
          <p:nvPr/>
        </p:nvSpPr>
        <p:spPr>
          <a:xfrm>
            <a:off x="3505200" y="3497566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514" name="Shape 512"/>
          <p:cNvSpPr/>
          <p:nvPr/>
        </p:nvSpPr>
        <p:spPr>
          <a:xfrm>
            <a:off x="3454400" y="4880902"/>
            <a:ext cx="330200" cy="815290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515" name="Shape 513"/>
          <p:cNvSpPr/>
          <p:nvPr/>
        </p:nvSpPr>
        <p:spPr>
          <a:xfrm>
            <a:off x="3454400" y="5416770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516" name="Shape 514"/>
          <p:cNvSpPr/>
          <p:nvPr/>
        </p:nvSpPr>
        <p:spPr>
          <a:xfrm>
            <a:off x="3619500" y="74041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517" name="Text 515"/>
          <p:cNvSpPr/>
          <p:nvPr/>
        </p:nvSpPr>
        <p:spPr>
          <a:xfrm rot="19860000">
            <a:off x="2565400" y="8026400"/>
            <a:ext cx="21082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518" name="Shape 516"/>
          <p:cNvSpPr/>
          <p:nvPr/>
        </p:nvSpPr>
        <p:spPr>
          <a:xfrm>
            <a:off x="5256292" y="477518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19" name="Shape 517"/>
          <p:cNvSpPr/>
          <p:nvPr/>
        </p:nvSpPr>
        <p:spPr>
          <a:xfrm>
            <a:off x="5213344" y="47507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0" name="Shape 518"/>
          <p:cNvSpPr/>
          <p:nvPr/>
        </p:nvSpPr>
        <p:spPr>
          <a:xfrm>
            <a:off x="4965358" y="50093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1" name="Shape 519"/>
          <p:cNvSpPr/>
          <p:nvPr/>
        </p:nvSpPr>
        <p:spPr>
          <a:xfrm>
            <a:off x="5183274" y="489378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2" name="Shape 520"/>
          <p:cNvSpPr/>
          <p:nvPr/>
        </p:nvSpPr>
        <p:spPr>
          <a:xfrm>
            <a:off x="4848140" y="482967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3" name="Shape 521"/>
          <p:cNvSpPr/>
          <p:nvPr/>
        </p:nvSpPr>
        <p:spPr>
          <a:xfrm>
            <a:off x="5046956" y="482428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4" name="Shape 522"/>
          <p:cNvSpPr/>
          <p:nvPr/>
        </p:nvSpPr>
        <p:spPr>
          <a:xfrm>
            <a:off x="5016848" y="477516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5" name="Shape 523"/>
          <p:cNvSpPr/>
          <p:nvPr/>
        </p:nvSpPr>
        <p:spPr>
          <a:xfrm>
            <a:off x="5071825" y="537681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6" name="Shape 524"/>
          <p:cNvSpPr/>
          <p:nvPr/>
        </p:nvSpPr>
        <p:spPr>
          <a:xfrm>
            <a:off x="5050988" y="496744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7" name="Shape 525"/>
          <p:cNvSpPr/>
          <p:nvPr/>
        </p:nvSpPr>
        <p:spPr>
          <a:xfrm>
            <a:off x="5260866" y="480763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8" name="Shape 526"/>
          <p:cNvSpPr/>
          <p:nvPr/>
        </p:nvSpPr>
        <p:spPr>
          <a:xfrm>
            <a:off x="5061970" y="480644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9" name="Shape 527"/>
          <p:cNvSpPr/>
          <p:nvPr/>
        </p:nvSpPr>
        <p:spPr>
          <a:xfrm>
            <a:off x="5206517" y="47210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0" name="Shape 528"/>
          <p:cNvSpPr/>
          <p:nvPr/>
        </p:nvSpPr>
        <p:spPr>
          <a:xfrm>
            <a:off x="5047913" y="493142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1" name="Shape 529"/>
          <p:cNvSpPr/>
          <p:nvPr/>
        </p:nvSpPr>
        <p:spPr>
          <a:xfrm>
            <a:off x="5249636" y="461639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2" name="Shape 530"/>
          <p:cNvSpPr/>
          <p:nvPr/>
        </p:nvSpPr>
        <p:spPr>
          <a:xfrm>
            <a:off x="4888228" y="46241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3" name="Shape 531"/>
          <p:cNvSpPr/>
          <p:nvPr/>
        </p:nvSpPr>
        <p:spPr>
          <a:xfrm>
            <a:off x="4879881" y="487305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4" name="Shape 532"/>
          <p:cNvSpPr/>
          <p:nvPr/>
        </p:nvSpPr>
        <p:spPr>
          <a:xfrm>
            <a:off x="4905588" y="54632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5" name="Shape 533"/>
          <p:cNvSpPr/>
          <p:nvPr/>
        </p:nvSpPr>
        <p:spPr>
          <a:xfrm>
            <a:off x="4995388" y="44407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6" name="Shape 534"/>
          <p:cNvSpPr/>
          <p:nvPr/>
        </p:nvSpPr>
        <p:spPr>
          <a:xfrm>
            <a:off x="4896961" y="49931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7" name="Shape 535"/>
          <p:cNvSpPr/>
          <p:nvPr/>
        </p:nvSpPr>
        <p:spPr>
          <a:xfrm>
            <a:off x="5206763" y="508713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8" name="Shape 536"/>
          <p:cNvSpPr/>
          <p:nvPr/>
        </p:nvSpPr>
        <p:spPr>
          <a:xfrm>
            <a:off x="5219745" y="455309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9" name="Shape 537"/>
          <p:cNvSpPr/>
          <p:nvPr/>
        </p:nvSpPr>
        <p:spPr>
          <a:xfrm>
            <a:off x="4905652" y="516860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0" name="Shape 538"/>
          <p:cNvSpPr/>
          <p:nvPr/>
        </p:nvSpPr>
        <p:spPr>
          <a:xfrm>
            <a:off x="5010515" y="487126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1" name="Shape 539"/>
          <p:cNvSpPr/>
          <p:nvPr/>
        </p:nvSpPr>
        <p:spPr>
          <a:xfrm>
            <a:off x="4880280" y="511204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2" name="Shape 540"/>
          <p:cNvSpPr/>
          <p:nvPr/>
        </p:nvSpPr>
        <p:spPr>
          <a:xfrm>
            <a:off x="4865075" y="480757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3" name="Shape 541"/>
          <p:cNvSpPr/>
          <p:nvPr/>
        </p:nvSpPr>
        <p:spPr>
          <a:xfrm>
            <a:off x="5033317" y="53165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4" name="Shape 542"/>
          <p:cNvSpPr/>
          <p:nvPr/>
        </p:nvSpPr>
        <p:spPr>
          <a:xfrm>
            <a:off x="4912653" y="454758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5" name="Shape 543"/>
          <p:cNvSpPr/>
          <p:nvPr/>
        </p:nvSpPr>
        <p:spPr>
          <a:xfrm>
            <a:off x="5229852" y="50502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6" name="Shape 544"/>
          <p:cNvSpPr/>
          <p:nvPr/>
        </p:nvSpPr>
        <p:spPr>
          <a:xfrm>
            <a:off x="4984926" y="52263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7" name="Shape 545"/>
          <p:cNvSpPr/>
          <p:nvPr/>
        </p:nvSpPr>
        <p:spPr>
          <a:xfrm>
            <a:off x="4950204" y="445565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8" name="Shape 546"/>
          <p:cNvSpPr/>
          <p:nvPr/>
        </p:nvSpPr>
        <p:spPr>
          <a:xfrm>
            <a:off x="4838144" y="476857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9" name="Shape 547"/>
          <p:cNvSpPr/>
          <p:nvPr/>
        </p:nvSpPr>
        <p:spPr>
          <a:xfrm>
            <a:off x="5257053" y="487771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0" name="Shape 548"/>
          <p:cNvSpPr/>
          <p:nvPr/>
        </p:nvSpPr>
        <p:spPr>
          <a:xfrm>
            <a:off x="5017529" y="480224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1" name="Shape 549"/>
          <p:cNvSpPr/>
          <p:nvPr/>
        </p:nvSpPr>
        <p:spPr>
          <a:xfrm>
            <a:off x="4984187" y="448931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2" name="Shape 550"/>
          <p:cNvSpPr/>
          <p:nvPr/>
        </p:nvSpPr>
        <p:spPr>
          <a:xfrm>
            <a:off x="5233255" y="522363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3" name="Shape 551"/>
          <p:cNvSpPr/>
          <p:nvPr/>
        </p:nvSpPr>
        <p:spPr>
          <a:xfrm>
            <a:off x="5184194" y="441528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4" name="Shape 552"/>
          <p:cNvSpPr/>
          <p:nvPr/>
        </p:nvSpPr>
        <p:spPr>
          <a:xfrm>
            <a:off x="4877130" y="479224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5" name="Shape 553"/>
          <p:cNvSpPr/>
          <p:nvPr/>
        </p:nvSpPr>
        <p:spPr>
          <a:xfrm>
            <a:off x="4953911" y="51207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6" name="Shape 554"/>
          <p:cNvSpPr/>
          <p:nvPr/>
        </p:nvSpPr>
        <p:spPr>
          <a:xfrm>
            <a:off x="4998177" y="498325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7" name="Shape 555"/>
          <p:cNvSpPr/>
          <p:nvPr/>
        </p:nvSpPr>
        <p:spPr>
          <a:xfrm>
            <a:off x="4961229" y="52420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8" name="Shape 556"/>
          <p:cNvSpPr/>
          <p:nvPr/>
        </p:nvSpPr>
        <p:spPr>
          <a:xfrm>
            <a:off x="5117929" y="457120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9" name="Shape 557"/>
          <p:cNvSpPr/>
          <p:nvPr/>
        </p:nvSpPr>
        <p:spPr>
          <a:xfrm>
            <a:off x="4997178" y="45585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0" name="Shape 558"/>
          <p:cNvSpPr/>
          <p:nvPr/>
        </p:nvSpPr>
        <p:spPr>
          <a:xfrm>
            <a:off x="4894811" y="47426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1" name="Shape 559"/>
          <p:cNvSpPr/>
          <p:nvPr/>
        </p:nvSpPr>
        <p:spPr>
          <a:xfrm>
            <a:off x="4918343" y="464343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2" name="Shape 560"/>
          <p:cNvSpPr/>
          <p:nvPr/>
        </p:nvSpPr>
        <p:spPr>
          <a:xfrm>
            <a:off x="4837308" y="552651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3" name="Shape 561"/>
          <p:cNvSpPr/>
          <p:nvPr/>
        </p:nvSpPr>
        <p:spPr>
          <a:xfrm>
            <a:off x="5043329" y="517926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4" name="Shape 562"/>
          <p:cNvSpPr/>
          <p:nvPr/>
        </p:nvSpPr>
        <p:spPr>
          <a:xfrm>
            <a:off x="4979149" y="43814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5" name="Shape 563"/>
          <p:cNvSpPr/>
          <p:nvPr/>
        </p:nvSpPr>
        <p:spPr>
          <a:xfrm>
            <a:off x="4833899" y="509490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6" name="Shape 564"/>
          <p:cNvSpPr/>
          <p:nvPr/>
        </p:nvSpPr>
        <p:spPr>
          <a:xfrm>
            <a:off x="5042515" y="466272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7" name="Shape 565"/>
          <p:cNvSpPr/>
          <p:nvPr/>
        </p:nvSpPr>
        <p:spPr>
          <a:xfrm>
            <a:off x="5053703" y="436510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8" name="Shape 566"/>
          <p:cNvSpPr/>
          <p:nvPr/>
        </p:nvSpPr>
        <p:spPr>
          <a:xfrm>
            <a:off x="4961803" y="50743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9" name="Shape 567"/>
          <p:cNvSpPr/>
          <p:nvPr/>
        </p:nvSpPr>
        <p:spPr>
          <a:xfrm>
            <a:off x="4947633" y="480630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0" name="Shape 568"/>
          <p:cNvSpPr/>
          <p:nvPr/>
        </p:nvSpPr>
        <p:spPr>
          <a:xfrm>
            <a:off x="5104026" y="520563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1" name="Shape 569"/>
          <p:cNvSpPr/>
          <p:nvPr/>
        </p:nvSpPr>
        <p:spPr>
          <a:xfrm>
            <a:off x="4863596" y="51412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2" name="Shape 570"/>
          <p:cNvSpPr/>
          <p:nvPr/>
        </p:nvSpPr>
        <p:spPr>
          <a:xfrm>
            <a:off x="4977901" y="472969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3" name="Shape 571"/>
          <p:cNvSpPr/>
          <p:nvPr/>
        </p:nvSpPr>
        <p:spPr>
          <a:xfrm>
            <a:off x="5190347" y="465142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4" name="Shape 572"/>
          <p:cNvSpPr/>
          <p:nvPr/>
        </p:nvSpPr>
        <p:spPr>
          <a:xfrm>
            <a:off x="5075888" y="525599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5" name="Shape 573"/>
          <p:cNvSpPr/>
          <p:nvPr/>
        </p:nvSpPr>
        <p:spPr>
          <a:xfrm>
            <a:off x="5138084" y="509277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6" name="Shape 574"/>
          <p:cNvSpPr/>
          <p:nvPr/>
        </p:nvSpPr>
        <p:spPr>
          <a:xfrm>
            <a:off x="5016155" y="45910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7" name="Shape 575"/>
          <p:cNvSpPr/>
          <p:nvPr/>
        </p:nvSpPr>
        <p:spPr>
          <a:xfrm>
            <a:off x="5216013" y="549789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8" name="Shape 576"/>
          <p:cNvSpPr/>
          <p:nvPr/>
        </p:nvSpPr>
        <p:spPr>
          <a:xfrm>
            <a:off x="5043731" y="438947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9" name="Shape 577"/>
          <p:cNvSpPr/>
          <p:nvPr/>
        </p:nvSpPr>
        <p:spPr>
          <a:xfrm>
            <a:off x="5110708" y="50056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0" name="Shape 578"/>
          <p:cNvSpPr/>
          <p:nvPr/>
        </p:nvSpPr>
        <p:spPr>
          <a:xfrm>
            <a:off x="4863242" y="45910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1" name="Shape 579"/>
          <p:cNvSpPr/>
          <p:nvPr/>
        </p:nvSpPr>
        <p:spPr>
          <a:xfrm>
            <a:off x="5040517" y="45838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2" name="Shape 580"/>
          <p:cNvSpPr/>
          <p:nvPr/>
        </p:nvSpPr>
        <p:spPr>
          <a:xfrm>
            <a:off x="4968720" y="459119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3" name="Shape 581"/>
          <p:cNvSpPr/>
          <p:nvPr/>
        </p:nvSpPr>
        <p:spPr>
          <a:xfrm>
            <a:off x="4840291" y="47120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4" name="Shape 582"/>
          <p:cNvSpPr/>
          <p:nvPr/>
        </p:nvSpPr>
        <p:spPr>
          <a:xfrm>
            <a:off x="5108720" y="45500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5" name="Shape 583"/>
          <p:cNvSpPr/>
          <p:nvPr/>
        </p:nvSpPr>
        <p:spPr>
          <a:xfrm>
            <a:off x="5118141" y="52651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6" name="Shape 584"/>
          <p:cNvSpPr/>
          <p:nvPr/>
        </p:nvSpPr>
        <p:spPr>
          <a:xfrm>
            <a:off x="4946631" y="452785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7" name="Shape 585"/>
          <p:cNvSpPr/>
          <p:nvPr/>
        </p:nvSpPr>
        <p:spPr>
          <a:xfrm>
            <a:off x="5044913" y="49509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8" name="Shape 586"/>
          <p:cNvSpPr/>
          <p:nvPr/>
        </p:nvSpPr>
        <p:spPr>
          <a:xfrm>
            <a:off x="5208127" y="471245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9" name="Shape 587"/>
          <p:cNvSpPr/>
          <p:nvPr/>
        </p:nvSpPr>
        <p:spPr>
          <a:xfrm>
            <a:off x="5074658" y="521929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0" name="Shape 588"/>
          <p:cNvSpPr/>
          <p:nvPr/>
        </p:nvSpPr>
        <p:spPr>
          <a:xfrm>
            <a:off x="5025456" y="46747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1" name="Shape 589"/>
          <p:cNvSpPr/>
          <p:nvPr/>
        </p:nvSpPr>
        <p:spPr>
          <a:xfrm>
            <a:off x="4888295" y="503329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2" name="Shape 590"/>
          <p:cNvSpPr/>
          <p:nvPr/>
        </p:nvSpPr>
        <p:spPr>
          <a:xfrm>
            <a:off x="5055104" y="518356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3" name="Shape 591"/>
          <p:cNvSpPr/>
          <p:nvPr/>
        </p:nvSpPr>
        <p:spPr>
          <a:xfrm>
            <a:off x="5153158" y="47482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4" name="Shape 592"/>
          <p:cNvSpPr/>
          <p:nvPr/>
        </p:nvSpPr>
        <p:spPr>
          <a:xfrm>
            <a:off x="5000406" y="52122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5" name="Shape 593"/>
          <p:cNvSpPr/>
          <p:nvPr/>
        </p:nvSpPr>
        <p:spPr>
          <a:xfrm>
            <a:off x="4861041" y="517657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6" name="Shape 594"/>
          <p:cNvSpPr/>
          <p:nvPr/>
        </p:nvSpPr>
        <p:spPr>
          <a:xfrm>
            <a:off x="4995468" y="49970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7" name="Shape 595"/>
          <p:cNvSpPr/>
          <p:nvPr/>
        </p:nvSpPr>
        <p:spPr>
          <a:xfrm>
            <a:off x="5142422" y="452677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8" name="Shape 596"/>
          <p:cNvSpPr/>
          <p:nvPr/>
        </p:nvSpPr>
        <p:spPr>
          <a:xfrm>
            <a:off x="5223349" y="438483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9" name="Shape 597"/>
          <p:cNvSpPr/>
          <p:nvPr/>
        </p:nvSpPr>
        <p:spPr>
          <a:xfrm>
            <a:off x="4972453" y="484932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0" name="Shape 598"/>
          <p:cNvSpPr/>
          <p:nvPr/>
        </p:nvSpPr>
        <p:spPr>
          <a:xfrm>
            <a:off x="5218506" y="49511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1" name="Shape 599"/>
          <p:cNvSpPr/>
          <p:nvPr/>
        </p:nvSpPr>
        <p:spPr>
          <a:xfrm>
            <a:off x="4975437" y="529727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2" name="Shape 600"/>
          <p:cNvSpPr/>
          <p:nvPr/>
        </p:nvSpPr>
        <p:spPr>
          <a:xfrm>
            <a:off x="5091885" y="51971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3" name="Shape 601"/>
          <p:cNvSpPr/>
          <p:nvPr/>
        </p:nvSpPr>
        <p:spPr>
          <a:xfrm>
            <a:off x="5244359" y="513797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4" name="Shape 602"/>
          <p:cNvSpPr/>
          <p:nvPr/>
        </p:nvSpPr>
        <p:spPr>
          <a:xfrm>
            <a:off x="4852717" y="55420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5" name="Shape 603"/>
          <p:cNvSpPr/>
          <p:nvPr/>
        </p:nvSpPr>
        <p:spPr>
          <a:xfrm>
            <a:off x="4852911" y="448128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6" name="Shape 604"/>
          <p:cNvSpPr/>
          <p:nvPr/>
        </p:nvSpPr>
        <p:spPr>
          <a:xfrm>
            <a:off x="5240408" y="551019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7" name="Shape 605"/>
          <p:cNvSpPr/>
          <p:nvPr/>
        </p:nvSpPr>
        <p:spPr>
          <a:xfrm>
            <a:off x="4942021" y="411934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8" name="Shape 606"/>
          <p:cNvSpPr/>
          <p:nvPr/>
        </p:nvSpPr>
        <p:spPr>
          <a:xfrm>
            <a:off x="5078671" y="435247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9" name="Shape 607"/>
          <p:cNvSpPr/>
          <p:nvPr/>
        </p:nvSpPr>
        <p:spPr>
          <a:xfrm>
            <a:off x="4832953" y="54229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0" name="Shape 608"/>
          <p:cNvSpPr/>
          <p:nvPr/>
        </p:nvSpPr>
        <p:spPr>
          <a:xfrm>
            <a:off x="5067407" y="563664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1" name="Shape 609"/>
          <p:cNvSpPr/>
          <p:nvPr/>
        </p:nvSpPr>
        <p:spPr>
          <a:xfrm>
            <a:off x="5027300" y="529977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2" name="Shape 610"/>
          <p:cNvSpPr/>
          <p:nvPr/>
        </p:nvSpPr>
        <p:spPr>
          <a:xfrm>
            <a:off x="5187626" y="369644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3" name="Shape 611"/>
          <p:cNvSpPr/>
          <p:nvPr/>
        </p:nvSpPr>
        <p:spPr>
          <a:xfrm>
            <a:off x="5167928" y="45693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4" name="Shape 612"/>
          <p:cNvSpPr/>
          <p:nvPr/>
        </p:nvSpPr>
        <p:spPr>
          <a:xfrm>
            <a:off x="4866326" y="40322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5" name="Shape 613"/>
          <p:cNvSpPr/>
          <p:nvPr/>
        </p:nvSpPr>
        <p:spPr>
          <a:xfrm>
            <a:off x="5204514" y="41975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6" name="Shape 614"/>
          <p:cNvSpPr/>
          <p:nvPr/>
        </p:nvSpPr>
        <p:spPr>
          <a:xfrm>
            <a:off x="4970234" y="424724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7" name="Shape 615"/>
          <p:cNvSpPr/>
          <p:nvPr/>
        </p:nvSpPr>
        <p:spPr>
          <a:xfrm>
            <a:off x="4927816" y="389910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8" name="Shape 616"/>
          <p:cNvSpPr/>
          <p:nvPr/>
        </p:nvSpPr>
        <p:spPr>
          <a:xfrm>
            <a:off x="5022927" y="504542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9" name="Shape 617"/>
          <p:cNvSpPr/>
          <p:nvPr/>
        </p:nvSpPr>
        <p:spPr>
          <a:xfrm>
            <a:off x="5226130" y="437644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0" name="Shape 618"/>
          <p:cNvSpPr/>
          <p:nvPr/>
        </p:nvSpPr>
        <p:spPr>
          <a:xfrm>
            <a:off x="5107892" y="463159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1" name="Shape 619"/>
          <p:cNvSpPr/>
          <p:nvPr/>
        </p:nvSpPr>
        <p:spPr>
          <a:xfrm>
            <a:off x="5044296" y="431400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2" name="Shape 620"/>
          <p:cNvSpPr/>
          <p:nvPr/>
        </p:nvSpPr>
        <p:spPr>
          <a:xfrm>
            <a:off x="5174189" y="574272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3" name="Shape 621"/>
          <p:cNvSpPr/>
          <p:nvPr/>
        </p:nvSpPr>
        <p:spPr>
          <a:xfrm>
            <a:off x="5067393" y="42004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4" name="Shape 622"/>
          <p:cNvSpPr/>
          <p:nvPr/>
        </p:nvSpPr>
        <p:spPr>
          <a:xfrm>
            <a:off x="5007467" y="494319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5" name="Shape 623"/>
          <p:cNvSpPr/>
          <p:nvPr/>
        </p:nvSpPr>
        <p:spPr>
          <a:xfrm>
            <a:off x="5097071" y="498114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6" name="Shape 624"/>
          <p:cNvSpPr/>
          <p:nvPr/>
        </p:nvSpPr>
        <p:spPr>
          <a:xfrm>
            <a:off x="5055857" y="47103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7" name="Shape 625"/>
          <p:cNvSpPr/>
          <p:nvPr/>
        </p:nvSpPr>
        <p:spPr>
          <a:xfrm>
            <a:off x="5083229" y="26172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8" name="Shape 626"/>
          <p:cNvSpPr/>
          <p:nvPr/>
        </p:nvSpPr>
        <p:spPr>
          <a:xfrm>
            <a:off x="4887043" y="42497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9" name="Shape 627"/>
          <p:cNvSpPr/>
          <p:nvPr/>
        </p:nvSpPr>
        <p:spPr>
          <a:xfrm>
            <a:off x="5238463" y="463092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0" name="Shape 628"/>
          <p:cNvSpPr/>
          <p:nvPr/>
        </p:nvSpPr>
        <p:spPr>
          <a:xfrm>
            <a:off x="4945836" y="47258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1" name="Shape 629"/>
          <p:cNvSpPr/>
          <p:nvPr/>
        </p:nvSpPr>
        <p:spPr>
          <a:xfrm>
            <a:off x="5220457" y="458839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2" name="Shape 630"/>
          <p:cNvSpPr/>
          <p:nvPr/>
        </p:nvSpPr>
        <p:spPr>
          <a:xfrm>
            <a:off x="4936286" y="460225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3" name="Shape 631"/>
          <p:cNvSpPr/>
          <p:nvPr/>
        </p:nvSpPr>
        <p:spPr>
          <a:xfrm>
            <a:off x="5148529" y="447807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4" name="Shape 632"/>
          <p:cNvSpPr/>
          <p:nvPr/>
        </p:nvSpPr>
        <p:spPr>
          <a:xfrm>
            <a:off x="5196549" y="45797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5" name="Shape 633"/>
          <p:cNvSpPr/>
          <p:nvPr/>
        </p:nvSpPr>
        <p:spPr>
          <a:xfrm>
            <a:off x="5238275" y="462293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6" name="Shape 634"/>
          <p:cNvSpPr/>
          <p:nvPr/>
        </p:nvSpPr>
        <p:spPr>
          <a:xfrm>
            <a:off x="4881407" y="464446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7" name="Shape 635"/>
          <p:cNvSpPr/>
          <p:nvPr/>
        </p:nvSpPr>
        <p:spPr>
          <a:xfrm>
            <a:off x="5094374" y="477130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8" name="Shape 636"/>
          <p:cNvSpPr/>
          <p:nvPr/>
        </p:nvSpPr>
        <p:spPr>
          <a:xfrm>
            <a:off x="4971686" y="493973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9" name="Shape 637"/>
          <p:cNvSpPr/>
          <p:nvPr/>
        </p:nvSpPr>
        <p:spPr>
          <a:xfrm>
            <a:off x="4993513" y="48575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0" name="Shape 638"/>
          <p:cNvSpPr/>
          <p:nvPr/>
        </p:nvSpPr>
        <p:spPr>
          <a:xfrm>
            <a:off x="4930714" y="566887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1" name="Shape 639"/>
          <p:cNvSpPr/>
          <p:nvPr/>
        </p:nvSpPr>
        <p:spPr>
          <a:xfrm>
            <a:off x="5056488" y="564734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2" name="Shape 640"/>
          <p:cNvSpPr/>
          <p:nvPr/>
        </p:nvSpPr>
        <p:spPr>
          <a:xfrm>
            <a:off x="4920819" y="460332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3" name="Shape 641"/>
          <p:cNvSpPr/>
          <p:nvPr/>
        </p:nvSpPr>
        <p:spPr>
          <a:xfrm>
            <a:off x="5048371" y="554510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4" name="Shape 642"/>
          <p:cNvSpPr/>
          <p:nvPr/>
        </p:nvSpPr>
        <p:spPr>
          <a:xfrm>
            <a:off x="5192367" y="41710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5" name="Shape 643"/>
          <p:cNvSpPr/>
          <p:nvPr/>
        </p:nvSpPr>
        <p:spPr>
          <a:xfrm>
            <a:off x="5113235" y="51998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6" name="Shape 644"/>
          <p:cNvSpPr/>
          <p:nvPr/>
        </p:nvSpPr>
        <p:spPr>
          <a:xfrm>
            <a:off x="4935217" y="464115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7" name="Shape 645"/>
          <p:cNvSpPr/>
          <p:nvPr/>
        </p:nvSpPr>
        <p:spPr>
          <a:xfrm>
            <a:off x="4861161" y="456228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8" name="Shape 646"/>
          <p:cNvSpPr/>
          <p:nvPr/>
        </p:nvSpPr>
        <p:spPr>
          <a:xfrm>
            <a:off x="5213247" y="455766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9" name="Shape 647"/>
          <p:cNvSpPr/>
          <p:nvPr/>
        </p:nvSpPr>
        <p:spPr>
          <a:xfrm>
            <a:off x="5185315" y="45846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0" name="Shape 648"/>
          <p:cNvSpPr/>
          <p:nvPr/>
        </p:nvSpPr>
        <p:spPr>
          <a:xfrm>
            <a:off x="4907540" y="47166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1" name="Shape 649"/>
          <p:cNvSpPr/>
          <p:nvPr/>
        </p:nvSpPr>
        <p:spPr>
          <a:xfrm>
            <a:off x="4880272" y="464379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2" name="Shape 650"/>
          <p:cNvSpPr/>
          <p:nvPr/>
        </p:nvSpPr>
        <p:spPr>
          <a:xfrm>
            <a:off x="5248013" y="472321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3" name="Shape 651"/>
          <p:cNvSpPr/>
          <p:nvPr/>
        </p:nvSpPr>
        <p:spPr>
          <a:xfrm>
            <a:off x="5093256" y="540972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4" name="Shape 652"/>
          <p:cNvSpPr/>
          <p:nvPr/>
        </p:nvSpPr>
        <p:spPr>
          <a:xfrm>
            <a:off x="4832647" y="54363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5" name="Shape 653"/>
          <p:cNvSpPr/>
          <p:nvPr/>
        </p:nvSpPr>
        <p:spPr>
          <a:xfrm>
            <a:off x="4943838" y="535378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6" name="Shape 654"/>
          <p:cNvSpPr/>
          <p:nvPr/>
        </p:nvSpPr>
        <p:spPr>
          <a:xfrm>
            <a:off x="5001359" y="54532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7" name="Shape 655"/>
          <p:cNvSpPr/>
          <p:nvPr/>
        </p:nvSpPr>
        <p:spPr>
          <a:xfrm>
            <a:off x="4888718" y="54264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8" name="Shape 656"/>
          <p:cNvSpPr/>
          <p:nvPr/>
        </p:nvSpPr>
        <p:spPr>
          <a:xfrm>
            <a:off x="4915829" y="52716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9" name="Shape 657"/>
          <p:cNvSpPr/>
          <p:nvPr/>
        </p:nvSpPr>
        <p:spPr>
          <a:xfrm>
            <a:off x="5070582" y="54636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0" name="Shape 658"/>
          <p:cNvSpPr/>
          <p:nvPr/>
        </p:nvSpPr>
        <p:spPr>
          <a:xfrm>
            <a:off x="5189290" y="530605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1" name="Shape 659"/>
          <p:cNvSpPr/>
          <p:nvPr/>
        </p:nvSpPr>
        <p:spPr>
          <a:xfrm>
            <a:off x="5014201" y="491744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2" name="Shape 660"/>
          <p:cNvSpPr/>
          <p:nvPr/>
        </p:nvSpPr>
        <p:spPr>
          <a:xfrm>
            <a:off x="5254199" y="529140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3" name="Shape 661"/>
          <p:cNvSpPr/>
          <p:nvPr/>
        </p:nvSpPr>
        <p:spPr>
          <a:xfrm>
            <a:off x="4989821" y="268423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4" name="Shape 662"/>
          <p:cNvSpPr/>
          <p:nvPr/>
        </p:nvSpPr>
        <p:spPr>
          <a:xfrm>
            <a:off x="5123257" y="348835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5" name="Shape 663"/>
          <p:cNvSpPr/>
          <p:nvPr/>
        </p:nvSpPr>
        <p:spPr>
          <a:xfrm>
            <a:off x="4956101" y="448377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6" name="Shape 664"/>
          <p:cNvSpPr/>
          <p:nvPr/>
        </p:nvSpPr>
        <p:spPr>
          <a:xfrm>
            <a:off x="5031590" y="554163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7" name="Shape 665"/>
          <p:cNvSpPr/>
          <p:nvPr/>
        </p:nvSpPr>
        <p:spPr>
          <a:xfrm>
            <a:off x="4929628" y="527509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8" name="Shape 666"/>
          <p:cNvSpPr/>
          <p:nvPr/>
        </p:nvSpPr>
        <p:spPr>
          <a:xfrm>
            <a:off x="4832143" y="26267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9" name="Shape 667"/>
          <p:cNvSpPr/>
          <p:nvPr/>
        </p:nvSpPr>
        <p:spPr>
          <a:xfrm>
            <a:off x="5195528" y="240601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0" name="Shape 668"/>
          <p:cNvSpPr/>
          <p:nvPr/>
        </p:nvSpPr>
        <p:spPr>
          <a:xfrm>
            <a:off x="4950573" y="262443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1" name="Shape 669"/>
          <p:cNvSpPr/>
          <p:nvPr/>
        </p:nvSpPr>
        <p:spPr>
          <a:xfrm>
            <a:off x="5258039" y="34291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2" name="Shape 670"/>
          <p:cNvSpPr/>
          <p:nvPr/>
        </p:nvSpPr>
        <p:spPr>
          <a:xfrm>
            <a:off x="5108040" y="350608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3" name="Shape 671"/>
          <p:cNvSpPr/>
          <p:nvPr/>
        </p:nvSpPr>
        <p:spPr>
          <a:xfrm>
            <a:off x="4897216" y="370463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4" name="Shape 672"/>
          <p:cNvSpPr/>
          <p:nvPr/>
        </p:nvSpPr>
        <p:spPr>
          <a:xfrm>
            <a:off x="5118478" y="34734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5" name="Shape 673"/>
          <p:cNvSpPr/>
          <p:nvPr/>
        </p:nvSpPr>
        <p:spPr>
          <a:xfrm>
            <a:off x="4986404" y="442799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6" name="Shape 674"/>
          <p:cNvSpPr/>
          <p:nvPr/>
        </p:nvSpPr>
        <p:spPr>
          <a:xfrm>
            <a:off x="4942849" y="368548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7" name="Shape 675"/>
          <p:cNvSpPr/>
          <p:nvPr/>
        </p:nvSpPr>
        <p:spPr>
          <a:xfrm>
            <a:off x="5052991" y="313642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8" name="Shape 676"/>
          <p:cNvSpPr/>
          <p:nvPr/>
        </p:nvSpPr>
        <p:spPr>
          <a:xfrm>
            <a:off x="5085073" y="45896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9" name="Shape 677"/>
          <p:cNvSpPr/>
          <p:nvPr/>
        </p:nvSpPr>
        <p:spPr>
          <a:xfrm>
            <a:off x="4890003" y="462648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0" name="Shape 678"/>
          <p:cNvSpPr/>
          <p:nvPr/>
        </p:nvSpPr>
        <p:spPr>
          <a:xfrm>
            <a:off x="5080993" y="456265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1" name="Shape 679"/>
          <p:cNvSpPr/>
          <p:nvPr/>
        </p:nvSpPr>
        <p:spPr>
          <a:xfrm>
            <a:off x="5059638" y="468497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2" name="Shape 680"/>
          <p:cNvSpPr/>
          <p:nvPr/>
        </p:nvSpPr>
        <p:spPr>
          <a:xfrm>
            <a:off x="4851723" y="44489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3" name="Shape 681"/>
          <p:cNvSpPr/>
          <p:nvPr/>
        </p:nvSpPr>
        <p:spPr>
          <a:xfrm>
            <a:off x="5008011" y="29679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4" name="Shape 682"/>
          <p:cNvSpPr/>
          <p:nvPr/>
        </p:nvSpPr>
        <p:spPr>
          <a:xfrm>
            <a:off x="5092043" y="43924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5" name="Shape 683"/>
          <p:cNvSpPr/>
          <p:nvPr/>
        </p:nvSpPr>
        <p:spPr>
          <a:xfrm>
            <a:off x="5079352" y="429890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6" name="Shape 684"/>
          <p:cNvSpPr/>
          <p:nvPr/>
        </p:nvSpPr>
        <p:spPr>
          <a:xfrm>
            <a:off x="5147735" y="427646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7" name="Shape 685"/>
          <p:cNvSpPr/>
          <p:nvPr/>
        </p:nvSpPr>
        <p:spPr>
          <a:xfrm>
            <a:off x="4884717" y="456409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8" name="Shape 686"/>
          <p:cNvSpPr/>
          <p:nvPr/>
        </p:nvSpPr>
        <p:spPr>
          <a:xfrm>
            <a:off x="5065485" y="42854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9" name="Shape 687"/>
          <p:cNvSpPr/>
          <p:nvPr/>
        </p:nvSpPr>
        <p:spPr>
          <a:xfrm>
            <a:off x="4838854" y="410144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0" name="Shape 688"/>
          <p:cNvSpPr/>
          <p:nvPr/>
        </p:nvSpPr>
        <p:spPr>
          <a:xfrm>
            <a:off x="5018750" y="323615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1" name="Shape 689"/>
          <p:cNvSpPr/>
          <p:nvPr/>
        </p:nvSpPr>
        <p:spPr>
          <a:xfrm>
            <a:off x="5174886" y="547947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2" name="Shape 690"/>
          <p:cNvSpPr/>
          <p:nvPr/>
        </p:nvSpPr>
        <p:spPr>
          <a:xfrm>
            <a:off x="4961299" y="51068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3" name="Shape 691"/>
          <p:cNvSpPr/>
          <p:nvPr/>
        </p:nvSpPr>
        <p:spPr>
          <a:xfrm>
            <a:off x="4895888" y="477851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4" name="Shape 692"/>
          <p:cNvSpPr/>
          <p:nvPr/>
        </p:nvSpPr>
        <p:spPr>
          <a:xfrm>
            <a:off x="4981787" y="43921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5" name="Shape 693"/>
          <p:cNvSpPr/>
          <p:nvPr/>
        </p:nvSpPr>
        <p:spPr>
          <a:xfrm>
            <a:off x="5059323" y="44411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6" name="Shape 694"/>
          <p:cNvSpPr/>
          <p:nvPr/>
        </p:nvSpPr>
        <p:spPr>
          <a:xfrm>
            <a:off x="5055480" y="447724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7" name="Shape 695"/>
          <p:cNvSpPr/>
          <p:nvPr/>
        </p:nvSpPr>
        <p:spPr>
          <a:xfrm>
            <a:off x="5102589" y="528439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8" name="Shape 696"/>
          <p:cNvSpPr/>
          <p:nvPr/>
        </p:nvSpPr>
        <p:spPr>
          <a:xfrm>
            <a:off x="4876249" y="446219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9" name="Shape 697"/>
          <p:cNvSpPr/>
          <p:nvPr/>
        </p:nvSpPr>
        <p:spPr>
          <a:xfrm>
            <a:off x="5063958" y="53322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0" name="Shape 698"/>
          <p:cNvSpPr/>
          <p:nvPr/>
        </p:nvSpPr>
        <p:spPr>
          <a:xfrm>
            <a:off x="5144456" y="455827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1" name="Shape 699"/>
          <p:cNvSpPr/>
          <p:nvPr/>
        </p:nvSpPr>
        <p:spPr>
          <a:xfrm>
            <a:off x="4856843" y="44255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2" name="Shape 700"/>
          <p:cNvSpPr/>
          <p:nvPr/>
        </p:nvSpPr>
        <p:spPr>
          <a:xfrm>
            <a:off x="5200412" y="512843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3" name="Shape 701"/>
          <p:cNvSpPr/>
          <p:nvPr/>
        </p:nvSpPr>
        <p:spPr>
          <a:xfrm>
            <a:off x="5033182" y="45914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4" name="Shape 702"/>
          <p:cNvSpPr/>
          <p:nvPr/>
        </p:nvSpPr>
        <p:spPr>
          <a:xfrm>
            <a:off x="4886531" y="500398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5" name="Shape 703"/>
          <p:cNvSpPr/>
          <p:nvPr/>
        </p:nvSpPr>
        <p:spPr>
          <a:xfrm>
            <a:off x="5218057" y="459864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6" name="Shape 704"/>
          <p:cNvSpPr/>
          <p:nvPr/>
        </p:nvSpPr>
        <p:spPr>
          <a:xfrm>
            <a:off x="5125449" y="442831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7" name="Shape 705"/>
          <p:cNvSpPr/>
          <p:nvPr/>
        </p:nvSpPr>
        <p:spPr>
          <a:xfrm>
            <a:off x="5083584" y="516976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8" name="Shape 706"/>
          <p:cNvSpPr/>
          <p:nvPr/>
        </p:nvSpPr>
        <p:spPr>
          <a:xfrm>
            <a:off x="5134955" y="455989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9" name="Shape 707"/>
          <p:cNvSpPr/>
          <p:nvPr/>
        </p:nvSpPr>
        <p:spPr>
          <a:xfrm>
            <a:off x="5034090" y="428662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0" name="Shape 708"/>
          <p:cNvSpPr/>
          <p:nvPr/>
        </p:nvSpPr>
        <p:spPr>
          <a:xfrm>
            <a:off x="5097466" y="60028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1" name="Shape 709"/>
          <p:cNvSpPr/>
          <p:nvPr/>
        </p:nvSpPr>
        <p:spPr>
          <a:xfrm>
            <a:off x="4888416" y="41802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2" name="Shape 710"/>
          <p:cNvSpPr/>
          <p:nvPr/>
        </p:nvSpPr>
        <p:spPr>
          <a:xfrm>
            <a:off x="5132639" y="197392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3" name="Shape 711"/>
          <p:cNvSpPr/>
          <p:nvPr/>
        </p:nvSpPr>
        <p:spPr>
          <a:xfrm>
            <a:off x="5190089" y="420519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4" name="Shape 712"/>
          <p:cNvSpPr/>
          <p:nvPr/>
        </p:nvSpPr>
        <p:spPr>
          <a:xfrm>
            <a:off x="4899659" y="429211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5" name="Shape 713"/>
          <p:cNvSpPr/>
          <p:nvPr/>
        </p:nvSpPr>
        <p:spPr>
          <a:xfrm>
            <a:off x="4965810" y="413418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6" name="Shape 714"/>
          <p:cNvSpPr/>
          <p:nvPr/>
        </p:nvSpPr>
        <p:spPr>
          <a:xfrm>
            <a:off x="4951467" y="27682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7" name="Shape 715"/>
          <p:cNvSpPr/>
          <p:nvPr/>
        </p:nvSpPr>
        <p:spPr>
          <a:xfrm>
            <a:off x="5219960" y="371178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8" name="Shape 716"/>
          <p:cNvSpPr/>
          <p:nvPr/>
        </p:nvSpPr>
        <p:spPr>
          <a:xfrm>
            <a:off x="4976800" y="27913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9" name="Shape 717"/>
          <p:cNvSpPr/>
          <p:nvPr/>
        </p:nvSpPr>
        <p:spPr>
          <a:xfrm>
            <a:off x="4918796" y="310025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0" name="Shape 718"/>
          <p:cNvSpPr/>
          <p:nvPr/>
        </p:nvSpPr>
        <p:spPr>
          <a:xfrm>
            <a:off x="5039000" y="35840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1" name="Shape 719"/>
          <p:cNvSpPr/>
          <p:nvPr/>
        </p:nvSpPr>
        <p:spPr>
          <a:xfrm>
            <a:off x="5068513" y="283498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2" name="Shape 720"/>
          <p:cNvSpPr/>
          <p:nvPr/>
        </p:nvSpPr>
        <p:spPr>
          <a:xfrm>
            <a:off x="5260753" y="485963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3" name="Shape 721"/>
          <p:cNvSpPr/>
          <p:nvPr/>
        </p:nvSpPr>
        <p:spPr>
          <a:xfrm>
            <a:off x="5117045" y="507789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4" name="Shape 722"/>
          <p:cNvSpPr/>
          <p:nvPr/>
        </p:nvSpPr>
        <p:spPr>
          <a:xfrm>
            <a:off x="5097094" y="398943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5" name="Shape 723"/>
          <p:cNvSpPr/>
          <p:nvPr/>
        </p:nvSpPr>
        <p:spPr>
          <a:xfrm>
            <a:off x="5184545" y="393752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6" name="Shape 724"/>
          <p:cNvSpPr/>
          <p:nvPr/>
        </p:nvSpPr>
        <p:spPr>
          <a:xfrm>
            <a:off x="5003575" y="442303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7" name="Shape 725"/>
          <p:cNvSpPr/>
          <p:nvPr/>
        </p:nvSpPr>
        <p:spPr>
          <a:xfrm>
            <a:off x="4869977" y="274341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8" name="Shape 726"/>
          <p:cNvSpPr/>
          <p:nvPr/>
        </p:nvSpPr>
        <p:spPr>
          <a:xfrm>
            <a:off x="5092215" y="283580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9" name="Shape 727"/>
          <p:cNvSpPr/>
          <p:nvPr/>
        </p:nvSpPr>
        <p:spPr>
          <a:xfrm>
            <a:off x="5136861" y="380249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0" name="Shape 728"/>
          <p:cNvSpPr/>
          <p:nvPr/>
        </p:nvSpPr>
        <p:spPr>
          <a:xfrm>
            <a:off x="5075356" y="46867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1" name="Shape 729"/>
          <p:cNvSpPr/>
          <p:nvPr/>
        </p:nvSpPr>
        <p:spPr>
          <a:xfrm>
            <a:off x="5197840" y="400077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2" name="Shape 730"/>
          <p:cNvSpPr/>
          <p:nvPr/>
        </p:nvSpPr>
        <p:spPr>
          <a:xfrm>
            <a:off x="5158423" y="442730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3" name="Shape 731"/>
          <p:cNvSpPr/>
          <p:nvPr/>
        </p:nvSpPr>
        <p:spPr>
          <a:xfrm>
            <a:off x="4894511" y="256013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4" name="Shape 732"/>
          <p:cNvSpPr/>
          <p:nvPr/>
        </p:nvSpPr>
        <p:spPr>
          <a:xfrm>
            <a:off x="4872930" y="526590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5" name="Shape 733"/>
          <p:cNvSpPr/>
          <p:nvPr/>
        </p:nvSpPr>
        <p:spPr>
          <a:xfrm>
            <a:off x="5085861" y="523379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6" name="Shape 734"/>
          <p:cNvSpPr/>
          <p:nvPr/>
        </p:nvSpPr>
        <p:spPr>
          <a:xfrm>
            <a:off x="4918039" y="520775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7" name="Shape 735"/>
          <p:cNvSpPr/>
          <p:nvPr/>
        </p:nvSpPr>
        <p:spPr>
          <a:xfrm>
            <a:off x="4953252" y="542581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8" name="Shape 736"/>
          <p:cNvSpPr/>
          <p:nvPr/>
        </p:nvSpPr>
        <p:spPr>
          <a:xfrm>
            <a:off x="5231165" y="554883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9" name="Shape 737"/>
          <p:cNvSpPr/>
          <p:nvPr/>
        </p:nvSpPr>
        <p:spPr>
          <a:xfrm>
            <a:off x="4876317" y="543054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0" name="Shape 738"/>
          <p:cNvSpPr/>
          <p:nvPr/>
        </p:nvSpPr>
        <p:spPr>
          <a:xfrm>
            <a:off x="5248982" y="412532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1" name="Shape 739"/>
          <p:cNvSpPr/>
          <p:nvPr/>
        </p:nvSpPr>
        <p:spPr>
          <a:xfrm>
            <a:off x="4892938" y="404845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2" name="Shape 740"/>
          <p:cNvSpPr/>
          <p:nvPr/>
        </p:nvSpPr>
        <p:spPr>
          <a:xfrm>
            <a:off x="5128772" y="337187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3" name="Shape 741"/>
          <p:cNvSpPr/>
          <p:nvPr/>
        </p:nvSpPr>
        <p:spPr>
          <a:xfrm>
            <a:off x="4842504" y="518182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4" name="Shape 742"/>
          <p:cNvSpPr/>
          <p:nvPr/>
        </p:nvSpPr>
        <p:spPr>
          <a:xfrm>
            <a:off x="5006476" y="53871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5" name="Shape 743"/>
          <p:cNvSpPr/>
          <p:nvPr/>
        </p:nvSpPr>
        <p:spPr>
          <a:xfrm>
            <a:off x="5170512" y="514097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6" name="Shape 744"/>
          <p:cNvSpPr/>
          <p:nvPr/>
        </p:nvSpPr>
        <p:spPr>
          <a:xfrm>
            <a:off x="4847556" y="451796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7" name="Shape 745"/>
          <p:cNvSpPr/>
          <p:nvPr/>
        </p:nvSpPr>
        <p:spPr>
          <a:xfrm>
            <a:off x="5214760" y="552219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8" name="Shape 746"/>
          <p:cNvSpPr/>
          <p:nvPr/>
        </p:nvSpPr>
        <p:spPr>
          <a:xfrm>
            <a:off x="5128984" y="57248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9" name="Shape 747"/>
          <p:cNvSpPr/>
          <p:nvPr/>
        </p:nvSpPr>
        <p:spPr>
          <a:xfrm>
            <a:off x="4922995" y="55961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50" name="Shape 748"/>
          <p:cNvSpPr/>
          <p:nvPr/>
        </p:nvSpPr>
        <p:spPr>
          <a:xfrm>
            <a:off x="5022432" y="46948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51" name="Shape 749"/>
          <p:cNvSpPr/>
          <p:nvPr/>
        </p:nvSpPr>
        <p:spPr>
          <a:xfrm>
            <a:off x="5134980" y="54950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52" name="Shape 750"/>
          <p:cNvSpPr/>
          <p:nvPr/>
        </p:nvSpPr>
        <p:spPr>
          <a:xfrm>
            <a:off x="4895952" y="522215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53" name="Shape 751"/>
          <p:cNvSpPr/>
          <p:nvPr/>
        </p:nvSpPr>
        <p:spPr>
          <a:xfrm>
            <a:off x="4920953" y="437784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54" name="Shape 752"/>
          <p:cNvSpPr/>
          <p:nvPr/>
        </p:nvSpPr>
        <p:spPr>
          <a:xfrm>
            <a:off x="5042240" y="431940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55" name="Shape 753"/>
          <p:cNvSpPr/>
          <p:nvPr/>
        </p:nvSpPr>
        <p:spPr>
          <a:xfrm>
            <a:off x="5067300" y="2959946"/>
            <a:ext cx="0" cy="2582792"/>
          </a:xfrm>
          <a:prstGeom prst="line">
            <a:avLst/>
          </a:prstGeom>
          <a:noFill/>
          <a:ln w="13970">
            <a:solidFill>
              <a:srgbClr val="B57442"/>
            </a:solidFill>
            <a:prstDash val="solid"/>
          </a:ln>
        </p:spPr>
      </p:sp>
      <p:sp>
        <p:nvSpPr>
          <p:cNvPr id="756" name="Shape 754"/>
          <p:cNvSpPr/>
          <p:nvPr/>
        </p:nvSpPr>
        <p:spPr>
          <a:xfrm>
            <a:off x="4953000" y="5542738"/>
            <a:ext cx="228600" cy="0"/>
          </a:xfrm>
          <a:prstGeom prst="line">
            <a:avLst/>
          </a:prstGeom>
          <a:noFill/>
          <a:ln w="13970">
            <a:solidFill>
              <a:srgbClr val="B57442"/>
            </a:solidFill>
            <a:prstDash val="solid"/>
          </a:ln>
        </p:spPr>
      </p:sp>
      <p:sp>
        <p:nvSpPr>
          <p:cNvPr id="757" name="Shape 755"/>
          <p:cNvSpPr/>
          <p:nvPr/>
        </p:nvSpPr>
        <p:spPr>
          <a:xfrm>
            <a:off x="4953000" y="2959946"/>
            <a:ext cx="228600" cy="0"/>
          </a:xfrm>
          <a:prstGeom prst="line">
            <a:avLst/>
          </a:prstGeom>
          <a:noFill/>
          <a:ln w="13970">
            <a:solidFill>
              <a:srgbClr val="B57442"/>
            </a:solidFill>
            <a:prstDash val="solid"/>
          </a:ln>
        </p:spPr>
      </p:sp>
      <p:sp>
        <p:nvSpPr>
          <p:cNvPr id="758" name="Shape 756"/>
          <p:cNvSpPr/>
          <p:nvPr/>
        </p:nvSpPr>
        <p:spPr>
          <a:xfrm>
            <a:off x="4902200" y="4412156"/>
            <a:ext cx="330200" cy="748502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B57442"/>
            </a:solidFill>
            <a:prstDash val="solid"/>
          </a:ln>
        </p:spPr>
      </p:sp>
      <p:sp>
        <p:nvSpPr>
          <p:cNvPr id="759" name="Shape 757"/>
          <p:cNvSpPr/>
          <p:nvPr/>
        </p:nvSpPr>
        <p:spPr>
          <a:xfrm>
            <a:off x="4902200" y="4714584"/>
            <a:ext cx="330200" cy="0"/>
          </a:xfrm>
          <a:prstGeom prst="line">
            <a:avLst/>
          </a:prstGeom>
          <a:noFill/>
          <a:ln w="31750">
            <a:solidFill>
              <a:srgbClr val="B57442"/>
            </a:solidFill>
            <a:prstDash val="solid"/>
          </a:ln>
        </p:spPr>
      </p:sp>
      <p:sp>
        <p:nvSpPr>
          <p:cNvPr id="760" name="Shape 758"/>
          <p:cNvSpPr/>
          <p:nvPr/>
        </p:nvSpPr>
        <p:spPr>
          <a:xfrm>
            <a:off x="5067300" y="74041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61" name="Text 759"/>
          <p:cNvSpPr/>
          <p:nvPr/>
        </p:nvSpPr>
        <p:spPr>
          <a:xfrm rot="19860000">
            <a:off x="4013200" y="8026400"/>
            <a:ext cx="21082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Emap2lig-Build</a:t>
            </a:r>
          </a:p>
        </p:txBody>
      </p:sp>
      <p:sp>
        <p:nvSpPr>
          <p:cNvPr id="762" name="Text 760"/>
          <p:cNvSpPr/>
          <p:nvPr/>
        </p:nvSpPr>
        <p:spPr>
          <a:xfrm>
            <a:off x="6870700" y="965200"/>
            <a:ext cx="355600" cy="444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2300" dirty="0"/>
          </a:p>
        </p:txBody>
      </p:sp>
      <p:sp>
        <p:nvSpPr>
          <p:cNvPr id="763" name="Text 761"/>
          <p:cNvSpPr/>
          <p:nvPr/>
        </p:nvSpPr>
        <p:spPr>
          <a:xfrm>
            <a:off x="7620000" y="965200"/>
            <a:ext cx="2171700" cy="444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9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of 50</a:t>
            </a:r>
            <a:endParaRPr lang="en-US" sz="1900" dirty="0"/>
          </a:p>
        </p:txBody>
      </p:sp>
      <p:sp>
        <p:nvSpPr>
          <p:cNvPr id="764" name="Shape 762"/>
          <p:cNvSpPr/>
          <p:nvPr/>
        </p:nvSpPr>
        <p:spPr>
          <a:xfrm>
            <a:off x="7175500" y="1714500"/>
            <a:ext cx="0" cy="568960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765" name="Shape 763"/>
          <p:cNvSpPr/>
          <p:nvPr/>
        </p:nvSpPr>
        <p:spPr>
          <a:xfrm>
            <a:off x="7175500" y="7404100"/>
            <a:ext cx="4546600" cy="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766" name="Shape 764"/>
          <p:cNvSpPr/>
          <p:nvPr/>
        </p:nvSpPr>
        <p:spPr>
          <a:xfrm>
            <a:off x="7112000" y="7282596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67" name="Text 765"/>
          <p:cNvSpPr/>
          <p:nvPr/>
        </p:nvSpPr>
        <p:spPr>
          <a:xfrm>
            <a:off x="6540500" y="7168296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</a:t>
            </a:r>
            <a:endParaRPr lang="en-US" sz="1300" dirty="0"/>
          </a:p>
        </p:txBody>
      </p:sp>
      <p:sp>
        <p:nvSpPr>
          <p:cNvPr id="768" name="Shape 766"/>
          <p:cNvSpPr/>
          <p:nvPr/>
        </p:nvSpPr>
        <p:spPr>
          <a:xfrm>
            <a:off x="7112000" y="6225914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69" name="Text 767"/>
          <p:cNvSpPr/>
          <p:nvPr/>
        </p:nvSpPr>
        <p:spPr>
          <a:xfrm>
            <a:off x="6540500" y="6111614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</a:t>
            </a:r>
            <a:endParaRPr lang="en-US" sz="1300" dirty="0"/>
          </a:p>
        </p:txBody>
      </p:sp>
      <p:sp>
        <p:nvSpPr>
          <p:cNvPr id="770" name="Shape 768"/>
          <p:cNvSpPr/>
          <p:nvPr/>
        </p:nvSpPr>
        <p:spPr>
          <a:xfrm>
            <a:off x="7112000" y="5426564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71" name="Text 769"/>
          <p:cNvSpPr/>
          <p:nvPr/>
        </p:nvSpPr>
        <p:spPr>
          <a:xfrm>
            <a:off x="6540500" y="5312264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72" name="Shape 770"/>
          <p:cNvSpPr/>
          <p:nvPr/>
        </p:nvSpPr>
        <p:spPr>
          <a:xfrm>
            <a:off x="7112000" y="4627215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73" name="Text 771"/>
          <p:cNvSpPr/>
          <p:nvPr/>
        </p:nvSpPr>
        <p:spPr>
          <a:xfrm>
            <a:off x="6540500" y="4512915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774" name="Shape 772"/>
          <p:cNvSpPr/>
          <p:nvPr/>
        </p:nvSpPr>
        <p:spPr>
          <a:xfrm>
            <a:off x="7112000" y="4159625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75" name="Text 773"/>
          <p:cNvSpPr/>
          <p:nvPr/>
        </p:nvSpPr>
        <p:spPr>
          <a:xfrm>
            <a:off x="6540500" y="4045325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776" name="Shape 774"/>
          <p:cNvSpPr/>
          <p:nvPr/>
        </p:nvSpPr>
        <p:spPr>
          <a:xfrm>
            <a:off x="7112000" y="3570532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77" name="Text 775"/>
          <p:cNvSpPr/>
          <p:nvPr/>
        </p:nvSpPr>
        <p:spPr>
          <a:xfrm>
            <a:off x="6540500" y="3456232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778" name="Shape 776"/>
          <p:cNvSpPr/>
          <p:nvPr/>
        </p:nvSpPr>
        <p:spPr>
          <a:xfrm>
            <a:off x="7112000" y="277118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79" name="Text 777"/>
          <p:cNvSpPr/>
          <p:nvPr/>
        </p:nvSpPr>
        <p:spPr>
          <a:xfrm>
            <a:off x="6540500" y="265688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780" name="Shape 778"/>
          <p:cNvSpPr/>
          <p:nvPr/>
        </p:nvSpPr>
        <p:spPr>
          <a:xfrm>
            <a:off x="7112000" y="197183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81" name="Text 779"/>
          <p:cNvSpPr/>
          <p:nvPr/>
        </p:nvSpPr>
        <p:spPr>
          <a:xfrm>
            <a:off x="6540500" y="185753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300" dirty="0"/>
          </a:p>
        </p:txBody>
      </p:sp>
      <p:sp>
        <p:nvSpPr>
          <p:cNvPr id="782" name="Shape 780"/>
          <p:cNvSpPr/>
          <p:nvPr/>
        </p:nvSpPr>
        <p:spPr>
          <a:xfrm>
            <a:off x="7175500" y="4627215"/>
            <a:ext cx="45466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783" name="Shape 781"/>
          <p:cNvSpPr/>
          <p:nvPr/>
        </p:nvSpPr>
        <p:spPr>
          <a:xfrm>
            <a:off x="7175500" y="4159625"/>
            <a:ext cx="45466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784" name="Shape 782"/>
          <p:cNvSpPr/>
          <p:nvPr/>
        </p:nvSpPr>
        <p:spPr>
          <a:xfrm>
            <a:off x="8177292" y="58909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5" name="Shape 783"/>
          <p:cNvSpPr/>
          <p:nvPr/>
        </p:nvSpPr>
        <p:spPr>
          <a:xfrm>
            <a:off x="8134344" y="6081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6" name="Shape 784"/>
          <p:cNvSpPr/>
          <p:nvPr/>
        </p:nvSpPr>
        <p:spPr>
          <a:xfrm>
            <a:off x="7886358" y="5914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7" name="Shape 785"/>
          <p:cNvSpPr/>
          <p:nvPr/>
        </p:nvSpPr>
        <p:spPr>
          <a:xfrm>
            <a:off x="8104274" y="57785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8" name="Shape 786"/>
          <p:cNvSpPr/>
          <p:nvPr/>
        </p:nvSpPr>
        <p:spPr>
          <a:xfrm>
            <a:off x="7769140" y="58585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9" name="Shape 787"/>
          <p:cNvSpPr/>
          <p:nvPr/>
        </p:nvSpPr>
        <p:spPr>
          <a:xfrm>
            <a:off x="7967956" y="59068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0" name="Shape 788"/>
          <p:cNvSpPr/>
          <p:nvPr/>
        </p:nvSpPr>
        <p:spPr>
          <a:xfrm>
            <a:off x="7937848" y="5892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1" name="Shape 789"/>
          <p:cNvSpPr/>
          <p:nvPr/>
        </p:nvSpPr>
        <p:spPr>
          <a:xfrm>
            <a:off x="7992825" y="5870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2" name="Shape 790"/>
          <p:cNvSpPr/>
          <p:nvPr/>
        </p:nvSpPr>
        <p:spPr>
          <a:xfrm>
            <a:off x="7971988" y="58703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3" name="Shape 791"/>
          <p:cNvSpPr/>
          <p:nvPr/>
        </p:nvSpPr>
        <p:spPr>
          <a:xfrm>
            <a:off x="8181866" y="58956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4" name="Shape 792"/>
          <p:cNvSpPr/>
          <p:nvPr/>
        </p:nvSpPr>
        <p:spPr>
          <a:xfrm>
            <a:off x="7982970" y="59947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5" name="Shape 793"/>
          <p:cNvSpPr/>
          <p:nvPr/>
        </p:nvSpPr>
        <p:spPr>
          <a:xfrm>
            <a:off x="8127517" y="5880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6" name="Shape 794"/>
          <p:cNvSpPr/>
          <p:nvPr/>
        </p:nvSpPr>
        <p:spPr>
          <a:xfrm>
            <a:off x="7968913" y="58987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7" name="Shape 795"/>
          <p:cNvSpPr/>
          <p:nvPr/>
        </p:nvSpPr>
        <p:spPr>
          <a:xfrm>
            <a:off x="8170636" y="60273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8" name="Shape 796"/>
          <p:cNvSpPr/>
          <p:nvPr/>
        </p:nvSpPr>
        <p:spPr>
          <a:xfrm>
            <a:off x="7809228" y="60170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9" name="Shape 797"/>
          <p:cNvSpPr/>
          <p:nvPr/>
        </p:nvSpPr>
        <p:spPr>
          <a:xfrm>
            <a:off x="7800881" y="60243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0" name="Shape 798"/>
          <p:cNvSpPr/>
          <p:nvPr/>
        </p:nvSpPr>
        <p:spPr>
          <a:xfrm>
            <a:off x="7826588" y="57749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1" name="Shape 799"/>
          <p:cNvSpPr/>
          <p:nvPr/>
        </p:nvSpPr>
        <p:spPr>
          <a:xfrm>
            <a:off x="7916388" y="60680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2" name="Shape 800"/>
          <p:cNvSpPr/>
          <p:nvPr/>
        </p:nvSpPr>
        <p:spPr>
          <a:xfrm>
            <a:off x="7817961" y="5953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3" name="Shape 801"/>
          <p:cNvSpPr/>
          <p:nvPr/>
        </p:nvSpPr>
        <p:spPr>
          <a:xfrm>
            <a:off x="8127763" y="58789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4" name="Shape 802"/>
          <p:cNvSpPr/>
          <p:nvPr/>
        </p:nvSpPr>
        <p:spPr>
          <a:xfrm>
            <a:off x="8140745" y="5903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5" name="Shape 803"/>
          <p:cNvSpPr/>
          <p:nvPr/>
        </p:nvSpPr>
        <p:spPr>
          <a:xfrm>
            <a:off x="7826652" y="58933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6" name="Shape 804"/>
          <p:cNvSpPr/>
          <p:nvPr/>
        </p:nvSpPr>
        <p:spPr>
          <a:xfrm>
            <a:off x="7931515" y="58845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7" name="Shape 805"/>
          <p:cNvSpPr/>
          <p:nvPr/>
        </p:nvSpPr>
        <p:spPr>
          <a:xfrm>
            <a:off x="7801280" y="5929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8" name="Shape 806"/>
          <p:cNvSpPr/>
          <p:nvPr/>
        </p:nvSpPr>
        <p:spPr>
          <a:xfrm>
            <a:off x="7786075" y="58906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9" name="Shape 807"/>
          <p:cNvSpPr/>
          <p:nvPr/>
        </p:nvSpPr>
        <p:spPr>
          <a:xfrm>
            <a:off x="7954317" y="58947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0" name="Shape 808"/>
          <p:cNvSpPr/>
          <p:nvPr/>
        </p:nvSpPr>
        <p:spPr>
          <a:xfrm>
            <a:off x="7833653" y="58367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1" name="Shape 809"/>
          <p:cNvSpPr/>
          <p:nvPr/>
        </p:nvSpPr>
        <p:spPr>
          <a:xfrm>
            <a:off x="8150852" y="59216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2" name="Shape 810"/>
          <p:cNvSpPr/>
          <p:nvPr/>
        </p:nvSpPr>
        <p:spPr>
          <a:xfrm>
            <a:off x="7905926" y="5993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3" name="Shape 811"/>
          <p:cNvSpPr/>
          <p:nvPr/>
        </p:nvSpPr>
        <p:spPr>
          <a:xfrm>
            <a:off x="7871204" y="58365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4" name="Shape 812"/>
          <p:cNvSpPr/>
          <p:nvPr/>
        </p:nvSpPr>
        <p:spPr>
          <a:xfrm>
            <a:off x="7759144" y="61209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5" name="Shape 813"/>
          <p:cNvSpPr/>
          <p:nvPr/>
        </p:nvSpPr>
        <p:spPr>
          <a:xfrm>
            <a:off x="8178053" y="59098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6" name="Shape 814"/>
          <p:cNvSpPr/>
          <p:nvPr/>
        </p:nvSpPr>
        <p:spPr>
          <a:xfrm>
            <a:off x="7938529" y="59103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7" name="Shape 815"/>
          <p:cNvSpPr/>
          <p:nvPr/>
        </p:nvSpPr>
        <p:spPr>
          <a:xfrm>
            <a:off x="7905187" y="60029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8" name="Shape 816"/>
          <p:cNvSpPr/>
          <p:nvPr/>
        </p:nvSpPr>
        <p:spPr>
          <a:xfrm>
            <a:off x="8154255" y="60443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9" name="Shape 817"/>
          <p:cNvSpPr/>
          <p:nvPr/>
        </p:nvSpPr>
        <p:spPr>
          <a:xfrm>
            <a:off x="8105194" y="60195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0" name="Shape 818"/>
          <p:cNvSpPr/>
          <p:nvPr/>
        </p:nvSpPr>
        <p:spPr>
          <a:xfrm>
            <a:off x="7798130" y="58878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1" name="Shape 819"/>
          <p:cNvSpPr/>
          <p:nvPr/>
        </p:nvSpPr>
        <p:spPr>
          <a:xfrm>
            <a:off x="7874911" y="58470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2" name="Shape 820"/>
          <p:cNvSpPr/>
          <p:nvPr/>
        </p:nvSpPr>
        <p:spPr>
          <a:xfrm>
            <a:off x="7919177" y="5952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3" name="Shape 821"/>
          <p:cNvSpPr/>
          <p:nvPr/>
        </p:nvSpPr>
        <p:spPr>
          <a:xfrm>
            <a:off x="7882229" y="60678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4" name="Shape 822"/>
          <p:cNvSpPr/>
          <p:nvPr/>
        </p:nvSpPr>
        <p:spPr>
          <a:xfrm>
            <a:off x="8038929" y="60261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5" name="Shape 823"/>
          <p:cNvSpPr/>
          <p:nvPr/>
        </p:nvSpPr>
        <p:spPr>
          <a:xfrm>
            <a:off x="7918178" y="58632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6" name="Shape 824"/>
          <p:cNvSpPr/>
          <p:nvPr/>
        </p:nvSpPr>
        <p:spPr>
          <a:xfrm>
            <a:off x="7815811" y="59929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7" name="Shape 825"/>
          <p:cNvSpPr/>
          <p:nvPr/>
        </p:nvSpPr>
        <p:spPr>
          <a:xfrm>
            <a:off x="7839343" y="59508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8" name="Shape 826"/>
          <p:cNvSpPr/>
          <p:nvPr/>
        </p:nvSpPr>
        <p:spPr>
          <a:xfrm>
            <a:off x="7758308" y="60738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9" name="Shape 827"/>
          <p:cNvSpPr/>
          <p:nvPr/>
        </p:nvSpPr>
        <p:spPr>
          <a:xfrm>
            <a:off x="7964329" y="60165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0" name="Shape 828"/>
          <p:cNvSpPr/>
          <p:nvPr/>
        </p:nvSpPr>
        <p:spPr>
          <a:xfrm>
            <a:off x="7900149" y="5855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1" name="Shape 829"/>
          <p:cNvSpPr/>
          <p:nvPr/>
        </p:nvSpPr>
        <p:spPr>
          <a:xfrm>
            <a:off x="7754899" y="58524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2" name="Shape 830"/>
          <p:cNvSpPr/>
          <p:nvPr/>
        </p:nvSpPr>
        <p:spPr>
          <a:xfrm>
            <a:off x="7963515" y="60627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3" name="Shape 831"/>
          <p:cNvSpPr/>
          <p:nvPr/>
        </p:nvSpPr>
        <p:spPr>
          <a:xfrm>
            <a:off x="7974703" y="5875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4" name="Shape 832"/>
          <p:cNvSpPr/>
          <p:nvPr/>
        </p:nvSpPr>
        <p:spPr>
          <a:xfrm>
            <a:off x="7882803" y="5858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5" name="Shape 833"/>
          <p:cNvSpPr/>
          <p:nvPr/>
        </p:nvSpPr>
        <p:spPr>
          <a:xfrm>
            <a:off x="7868633" y="61458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6" name="Shape 834"/>
          <p:cNvSpPr/>
          <p:nvPr/>
        </p:nvSpPr>
        <p:spPr>
          <a:xfrm>
            <a:off x="8025026" y="5994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7" name="Shape 835"/>
          <p:cNvSpPr/>
          <p:nvPr/>
        </p:nvSpPr>
        <p:spPr>
          <a:xfrm>
            <a:off x="7784596" y="61187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8" name="Shape 836"/>
          <p:cNvSpPr/>
          <p:nvPr/>
        </p:nvSpPr>
        <p:spPr>
          <a:xfrm>
            <a:off x="7898901" y="61882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9" name="Shape 837"/>
          <p:cNvSpPr/>
          <p:nvPr/>
        </p:nvSpPr>
        <p:spPr>
          <a:xfrm>
            <a:off x="8111347" y="59408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0" name="Shape 838"/>
          <p:cNvSpPr/>
          <p:nvPr/>
        </p:nvSpPr>
        <p:spPr>
          <a:xfrm>
            <a:off x="7996888" y="59578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1" name="Shape 839"/>
          <p:cNvSpPr/>
          <p:nvPr/>
        </p:nvSpPr>
        <p:spPr>
          <a:xfrm>
            <a:off x="8059084" y="60745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2" name="Shape 840"/>
          <p:cNvSpPr/>
          <p:nvPr/>
        </p:nvSpPr>
        <p:spPr>
          <a:xfrm>
            <a:off x="7937155" y="58235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3" name="Shape 841"/>
          <p:cNvSpPr/>
          <p:nvPr/>
        </p:nvSpPr>
        <p:spPr>
          <a:xfrm>
            <a:off x="8137013" y="6055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4" name="Shape 842"/>
          <p:cNvSpPr/>
          <p:nvPr/>
        </p:nvSpPr>
        <p:spPr>
          <a:xfrm>
            <a:off x="7964731" y="59337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5" name="Shape 843"/>
          <p:cNvSpPr/>
          <p:nvPr/>
        </p:nvSpPr>
        <p:spPr>
          <a:xfrm>
            <a:off x="8031708" y="58999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6" name="Shape 844"/>
          <p:cNvSpPr/>
          <p:nvPr/>
        </p:nvSpPr>
        <p:spPr>
          <a:xfrm>
            <a:off x="7784242" y="59015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7" name="Shape 845"/>
          <p:cNvSpPr/>
          <p:nvPr/>
        </p:nvSpPr>
        <p:spPr>
          <a:xfrm>
            <a:off x="7961517" y="5878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8" name="Shape 846"/>
          <p:cNvSpPr/>
          <p:nvPr/>
        </p:nvSpPr>
        <p:spPr>
          <a:xfrm>
            <a:off x="7889720" y="61275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9" name="Shape 847"/>
          <p:cNvSpPr/>
          <p:nvPr/>
        </p:nvSpPr>
        <p:spPr>
          <a:xfrm>
            <a:off x="7761291" y="58871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0" name="Shape 848"/>
          <p:cNvSpPr/>
          <p:nvPr/>
        </p:nvSpPr>
        <p:spPr>
          <a:xfrm>
            <a:off x="8029720" y="59731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1" name="Shape 849"/>
          <p:cNvSpPr/>
          <p:nvPr/>
        </p:nvSpPr>
        <p:spPr>
          <a:xfrm>
            <a:off x="8039141" y="5971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2" name="Shape 850"/>
          <p:cNvSpPr/>
          <p:nvPr/>
        </p:nvSpPr>
        <p:spPr>
          <a:xfrm>
            <a:off x="7867631" y="6122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3" name="Shape 851"/>
          <p:cNvSpPr/>
          <p:nvPr/>
        </p:nvSpPr>
        <p:spPr>
          <a:xfrm>
            <a:off x="7965913" y="59371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4" name="Shape 852"/>
          <p:cNvSpPr/>
          <p:nvPr/>
        </p:nvSpPr>
        <p:spPr>
          <a:xfrm>
            <a:off x="8129127" y="58414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5" name="Shape 853"/>
          <p:cNvSpPr/>
          <p:nvPr/>
        </p:nvSpPr>
        <p:spPr>
          <a:xfrm>
            <a:off x="7995658" y="61557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6" name="Shape 854"/>
          <p:cNvSpPr/>
          <p:nvPr/>
        </p:nvSpPr>
        <p:spPr>
          <a:xfrm>
            <a:off x="7946456" y="5889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7" name="Shape 855"/>
          <p:cNvSpPr/>
          <p:nvPr/>
        </p:nvSpPr>
        <p:spPr>
          <a:xfrm>
            <a:off x="7809295" y="58791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8" name="Shape 856"/>
          <p:cNvSpPr/>
          <p:nvPr/>
        </p:nvSpPr>
        <p:spPr>
          <a:xfrm>
            <a:off x="7976104" y="58742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9" name="Shape 857"/>
          <p:cNvSpPr/>
          <p:nvPr/>
        </p:nvSpPr>
        <p:spPr>
          <a:xfrm>
            <a:off x="8074158" y="60443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0" name="Shape 858"/>
          <p:cNvSpPr/>
          <p:nvPr/>
        </p:nvSpPr>
        <p:spPr>
          <a:xfrm>
            <a:off x="7921406" y="59204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1" name="Shape 859"/>
          <p:cNvSpPr/>
          <p:nvPr/>
        </p:nvSpPr>
        <p:spPr>
          <a:xfrm>
            <a:off x="7782041" y="60824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2" name="Shape 860"/>
          <p:cNvSpPr/>
          <p:nvPr/>
        </p:nvSpPr>
        <p:spPr>
          <a:xfrm>
            <a:off x="7916468" y="59996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3" name="Shape 861"/>
          <p:cNvSpPr/>
          <p:nvPr/>
        </p:nvSpPr>
        <p:spPr>
          <a:xfrm>
            <a:off x="8063422" y="60114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4" name="Shape 862"/>
          <p:cNvSpPr/>
          <p:nvPr/>
        </p:nvSpPr>
        <p:spPr>
          <a:xfrm>
            <a:off x="8144349" y="63897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5" name="Shape 863"/>
          <p:cNvSpPr/>
          <p:nvPr/>
        </p:nvSpPr>
        <p:spPr>
          <a:xfrm>
            <a:off x="7893453" y="65565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6" name="Shape 864"/>
          <p:cNvSpPr/>
          <p:nvPr/>
        </p:nvSpPr>
        <p:spPr>
          <a:xfrm>
            <a:off x="8139506" y="59236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7" name="Shape 865"/>
          <p:cNvSpPr/>
          <p:nvPr/>
        </p:nvSpPr>
        <p:spPr>
          <a:xfrm>
            <a:off x="7896437" y="60835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8" name="Shape 866"/>
          <p:cNvSpPr/>
          <p:nvPr/>
        </p:nvSpPr>
        <p:spPr>
          <a:xfrm>
            <a:off x="8012885" y="60912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9" name="Shape 867"/>
          <p:cNvSpPr/>
          <p:nvPr/>
        </p:nvSpPr>
        <p:spPr>
          <a:xfrm>
            <a:off x="8165359" y="65403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0" name="Shape 868"/>
          <p:cNvSpPr/>
          <p:nvPr/>
        </p:nvSpPr>
        <p:spPr>
          <a:xfrm>
            <a:off x="7773717" y="64548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1" name="Shape 869"/>
          <p:cNvSpPr/>
          <p:nvPr/>
        </p:nvSpPr>
        <p:spPr>
          <a:xfrm>
            <a:off x="7773911" y="68032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2" name="Shape 870"/>
          <p:cNvSpPr/>
          <p:nvPr/>
        </p:nvSpPr>
        <p:spPr>
          <a:xfrm>
            <a:off x="8161408" y="60548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3" name="Shape 871"/>
          <p:cNvSpPr/>
          <p:nvPr/>
        </p:nvSpPr>
        <p:spPr>
          <a:xfrm>
            <a:off x="7863021" y="65032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4" name="Shape 872"/>
          <p:cNvSpPr/>
          <p:nvPr/>
        </p:nvSpPr>
        <p:spPr>
          <a:xfrm>
            <a:off x="7999671" y="66880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5" name="Shape 873"/>
          <p:cNvSpPr/>
          <p:nvPr/>
        </p:nvSpPr>
        <p:spPr>
          <a:xfrm>
            <a:off x="7753953" y="66196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6" name="Shape 874"/>
          <p:cNvSpPr/>
          <p:nvPr/>
        </p:nvSpPr>
        <p:spPr>
          <a:xfrm>
            <a:off x="7988407" y="69464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7" name="Shape 875"/>
          <p:cNvSpPr/>
          <p:nvPr/>
        </p:nvSpPr>
        <p:spPr>
          <a:xfrm>
            <a:off x="7948300" y="64840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8" name="Shape 876"/>
          <p:cNvSpPr/>
          <p:nvPr/>
        </p:nvSpPr>
        <p:spPr>
          <a:xfrm>
            <a:off x="8108626" y="5805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9" name="Shape 877"/>
          <p:cNvSpPr/>
          <p:nvPr/>
        </p:nvSpPr>
        <p:spPr>
          <a:xfrm>
            <a:off x="8088928" y="56169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0" name="Shape 878"/>
          <p:cNvSpPr/>
          <p:nvPr/>
        </p:nvSpPr>
        <p:spPr>
          <a:xfrm>
            <a:off x="7787326" y="61421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1" name="Shape 879"/>
          <p:cNvSpPr/>
          <p:nvPr/>
        </p:nvSpPr>
        <p:spPr>
          <a:xfrm>
            <a:off x="8125514" y="66271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2" name="Shape 880"/>
          <p:cNvSpPr/>
          <p:nvPr/>
        </p:nvSpPr>
        <p:spPr>
          <a:xfrm>
            <a:off x="7891234" y="70695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3" name="Shape 881"/>
          <p:cNvSpPr/>
          <p:nvPr/>
        </p:nvSpPr>
        <p:spPr>
          <a:xfrm>
            <a:off x="7848816" y="5690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4" name="Shape 882"/>
          <p:cNvSpPr/>
          <p:nvPr/>
        </p:nvSpPr>
        <p:spPr>
          <a:xfrm>
            <a:off x="7943927" y="56489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5" name="Shape 883"/>
          <p:cNvSpPr/>
          <p:nvPr/>
        </p:nvSpPr>
        <p:spPr>
          <a:xfrm>
            <a:off x="8147130" y="5564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6" name="Shape 884"/>
          <p:cNvSpPr/>
          <p:nvPr/>
        </p:nvSpPr>
        <p:spPr>
          <a:xfrm>
            <a:off x="8028892" y="60884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7" name="Shape 885"/>
          <p:cNvSpPr/>
          <p:nvPr/>
        </p:nvSpPr>
        <p:spPr>
          <a:xfrm>
            <a:off x="7965296" y="5560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8" name="Shape 886"/>
          <p:cNvSpPr/>
          <p:nvPr/>
        </p:nvSpPr>
        <p:spPr>
          <a:xfrm>
            <a:off x="8095189" y="54936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9" name="Shape 887"/>
          <p:cNvSpPr/>
          <p:nvPr/>
        </p:nvSpPr>
        <p:spPr>
          <a:xfrm>
            <a:off x="7988393" y="49295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0" name="Shape 888"/>
          <p:cNvSpPr/>
          <p:nvPr/>
        </p:nvSpPr>
        <p:spPr>
          <a:xfrm>
            <a:off x="7928467" y="52434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1" name="Shape 889"/>
          <p:cNvSpPr/>
          <p:nvPr/>
        </p:nvSpPr>
        <p:spPr>
          <a:xfrm>
            <a:off x="8018071" y="49689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2" name="Shape 890"/>
          <p:cNvSpPr/>
          <p:nvPr/>
        </p:nvSpPr>
        <p:spPr>
          <a:xfrm>
            <a:off x="7976857" y="43919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3" name="Shape 891"/>
          <p:cNvSpPr/>
          <p:nvPr/>
        </p:nvSpPr>
        <p:spPr>
          <a:xfrm>
            <a:off x="8004229" y="57899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4" name="Shape 892"/>
          <p:cNvSpPr/>
          <p:nvPr/>
        </p:nvSpPr>
        <p:spPr>
          <a:xfrm>
            <a:off x="7808043" y="56060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5" name="Shape 893"/>
          <p:cNvSpPr/>
          <p:nvPr/>
        </p:nvSpPr>
        <p:spPr>
          <a:xfrm>
            <a:off x="8159463" y="53914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6" name="Shape 894"/>
          <p:cNvSpPr/>
          <p:nvPr/>
        </p:nvSpPr>
        <p:spPr>
          <a:xfrm>
            <a:off x="7866836" y="55321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7" name="Shape 895"/>
          <p:cNvSpPr/>
          <p:nvPr/>
        </p:nvSpPr>
        <p:spPr>
          <a:xfrm>
            <a:off x="8141457" y="5126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8" name="Shape 896"/>
          <p:cNvSpPr/>
          <p:nvPr/>
        </p:nvSpPr>
        <p:spPr>
          <a:xfrm>
            <a:off x="7857286" y="54553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9" name="Shape 897"/>
          <p:cNvSpPr/>
          <p:nvPr/>
        </p:nvSpPr>
        <p:spPr>
          <a:xfrm>
            <a:off x="8069529" y="52013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0" name="Shape 898"/>
          <p:cNvSpPr/>
          <p:nvPr/>
        </p:nvSpPr>
        <p:spPr>
          <a:xfrm>
            <a:off x="8117549" y="4745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1" name="Shape 899"/>
          <p:cNvSpPr/>
          <p:nvPr/>
        </p:nvSpPr>
        <p:spPr>
          <a:xfrm>
            <a:off x="8159275" y="4770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2" name="Shape 900"/>
          <p:cNvSpPr/>
          <p:nvPr/>
        </p:nvSpPr>
        <p:spPr>
          <a:xfrm>
            <a:off x="7802407" y="51540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3" name="Shape 901"/>
          <p:cNvSpPr/>
          <p:nvPr/>
        </p:nvSpPr>
        <p:spPr>
          <a:xfrm>
            <a:off x="8015374" y="4744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4" name="Shape 902"/>
          <p:cNvSpPr/>
          <p:nvPr/>
        </p:nvSpPr>
        <p:spPr>
          <a:xfrm>
            <a:off x="7892686" y="47504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5" name="Shape 903"/>
          <p:cNvSpPr/>
          <p:nvPr/>
        </p:nvSpPr>
        <p:spPr>
          <a:xfrm>
            <a:off x="7914513" y="53099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6" name="Shape 904"/>
          <p:cNvSpPr/>
          <p:nvPr/>
        </p:nvSpPr>
        <p:spPr>
          <a:xfrm>
            <a:off x="7851714" y="6927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7" name="Shape 905"/>
          <p:cNvSpPr/>
          <p:nvPr/>
        </p:nvSpPr>
        <p:spPr>
          <a:xfrm>
            <a:off x="7977488" y="64470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8" name="Shape 906"/>
          <p:cNvSpPr/>
          <p:nvPr/>
        </p:nvSpPr>
        <p:spPr>
          <a:xfrm>
            <a:off x="7841819" y="64169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9" name="Shape 907"/>
          <p:cNvSpPr/>
          <p:nvPr/>
        </p:nvSpPr>
        <p:spPr>
          <a:xfrm>
            <a:off x="7969371" y="6634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0" name="Shape 908"/>
          <p:cNvSpPr/>
          <p:nvPr/>
        </p:nvSpPr>
        <p:spPr>
          <a:xfrm>
            <a:off x="8113367" y="56893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1" name="Shape 909"/>
          <p:cNvSpPr/>
          <p:nvPr/>
        </p:nvSpPr>
        <p:spPr>
          <a:xfrm>
            <a:off x="8034235" y="5706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2" name="Shape 910"/>
          <p:cNvSpPr/>
          <p:nvPr/>
        </p:nvSpPr>
        <p:spPr>
          <a:xfrm>
            <a:off x="7856217" y="4906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3" name="Shape 911"/>
          <p:cNvSpPr/>
          <p:nvPr/>
        </p:nvSpPr>
        <p:spPr>
          <a:xfrm>
            <a:off x="7782161" y="48529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4" name="Shape 912"/>
          <p:cNvSpPr/>
          <p:nvPr/>
        </p:nvSpPr>
        <p:spPr>
          <a:xfrm>
            <a:off x="8134247" y="48862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5" name="Shape 913"/>
          <p:cNvSpPr/>
          <p:nvPr/>
        </p:nvSpPr>
        <p:spPr>
          <a:xfrm>
            <a:off x="8106315" y="48474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6" name="Shape 914"/>
          <p:cNvSpPr/>
          <p:nvPr/>
        </p:nvSpPr>
        <p:spPr>
          <a:xfrm>
            <a:off x="7828540" y="49000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7" name="Shape 915"/>
          <p:cNvSpPr/>
          <p:nvPr/>
        </p:nvSpPr>
        <p:spPr>
          <a:xfrm>
            <a:off x="7801272" y="48786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8" name="Shape 916"/>
          <p:cNvSpPr/>
          <p:nvPr/>
        </p:nvSpPr>
        <p:spPr>
          <a:xfrm>
            <a:off x="8169013" y="52901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9" name="Shape 917"/>
          <p:cNvSpPr/>
          <p:nvPr/>
        </p:nvSpPr>
        <p:spPr>
          <a:xfrm>
            <a:off x="8014256" y="6125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0" name="Shape 918"/>
          <p:cNvSpPr/>
          <p:nvPr/>
        </p:nvSpPr>
        <p:spPr>
          <a:xfrm>
            <a:off x="7753647" y="5885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1" name="Shape 919"/>
          <p:cNvSpPr/>
          <p:nvPr/>
        </p:nvSpPr>
        <p:spPr>
          <a:xfrm>
            <a:off x="7864838" y="58351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2" name="Shape 920"/>
          <p:cNvSpPr/>
          <p:nvPr/>
        </p:nvSpPr>
        <p:spPr>
          <a:xfrm>
            <a:off x="7922359" y="59342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3" name="Shape 921"/>
          <p:cNvSpPr/>
          <p:nvPr/>
        </p:nvSpPr>
        <p:spPr>
          <a:xfrm>
            <a:off x="7809718" y="61635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4" name="Shape 922"/>
          <p:cNvSpPr/>
          <p:nvPr/>
        </p:nvSpPr>
        <p:spPr>
          <a:xfrm>
            <a:off x="7836829" y="63386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5" name="Shape 923"/>
          <p:cNvSpPr/>
          <p:nvPr/>
        </p:nvSpPr>
        <p:spPr>
          <a:xfrm>
            <a:off x="7991582" y="61696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6" name="Shape 924"/>
          <p:cNvSpPr/>
          <p:nvPr/>
        </p:nvSpPr>
        <p:spPr>
          <a:xfrm>
            <a:off x="8110290" y="64028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7" name="Shape 925"/>
          <p:cNvSpPr/>
          <p:nvPr/>
        </p:nvSpPr>
        <p:spPr>
          <a:xfrm>
            <a:off x="7935201" y="64232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8" name="Shape 926"/>
          <p:cNvSpPr/>
          <p:nvPr/>
        </p:nvSpPr>
        <p:spPr>
          <a:xfrm>
            <a:off x="8175199" y="63124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9" name="Shape 927"/>
          <p:cNvSpPr/>
          <p:nvPr/>
        </p:nvSpPr>
        <p:spPr>
          <a:xfrm>
            <a:off x="7910821" y="46478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0" name="Shape 928"/>
          <p:cNvSpPr/>
          <p:nvPr/>
        </p:nvSpPr>
        <p:spPr>
          <a:xfrm>
            <a:off x="8044257" y="43346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1" name="Shape 929"/>
          <p:cNvSpPr/>
          <p:nvPr/>
        </p:nvSpPr>
        <p:spPr>
          <a:xfrm>
            <a:off x="7877101" y="59596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2" name="Shape 930"/>
          <p:cNvSpPr/>
          <p:nvPr/>
        </p:nvSpPr>
        <p:spPr>
          <a:xfrm>
            <a:off x="7952590" y="59651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3" name="Shape 931"/>
          <p:cNvSpPr/>
          <p:nvPr/>
        </p:nvSpPr>
        <p:spPr>
          <a:xfrm>
            <a:off x="7850628" y="61630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4" name="Shape 932"/>
          <p:cNvSpPr/>
          <p:nvPr/>
        </p:nvSpPr>
        <p:spPr>
          <a:xfrm>
            <a:off x="7753143" y="49577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5" name="Shape 933"/>
          <p:cNvSpPr/>
          <p:nvPr/>
        </p:nvSpPr>
        <p:spPr>
          <a:xfrm>
            <a:off x="8116528" y="48386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6" name="Shape 934"/>
          <p:cNvSpPr/>
          <p:nvPr/>
        </p:nvSpPr>
        <p:spPr>
          <a:xfrm>
            <a:off x="7871573" y="36081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7" name="Shape 935"/>
          <p:cNvSpPr/>
          <p:nvPr/>
        </p:nvSpPr>
        <p:spPr>
          <a:xfrm>
            <a:off x="8179039" y="55594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8" name="Shape 936"/>
          <p:cNvSpPr/>
          <p:nvPr/>
        </p:nvSpPr>
        <p:spPr>
          <a:xfrm>
            <a:off x="8029040" y="55868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9" name="Shape 937"/>
          <p:cNvSpPr/>
          <p:nvPr/>
        </p:nvSpPr>
        <p:spPr>
          <a:xfrm>
            <a:off x="7818216" y="58843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0" name="Shape 938"/>
          <p:cNvSpPr/>
          <p:nvPr/>
        </p:nvSpPr>
        <p:spPr>
          <a:xfrm>
            <a:off x="8039478" y="56786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1" name="Shape 939"/>
          <p:cNvSpPr/>
          <p:nvPr/>
        </p:nvSpPr>
        <p:spPr>
          <a:xfrm>
            <a:off x="7907404" y="56183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2" name="Shape 940"/>
          <p:cNvSpPr/>
          <p:nvPr/>
        </p:nvSpPr>
        <p:spPr>
          <a:xfrm>
            <a:off x="7863849" y="57131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3" name="Shape 941"/>
          <p:cNvSpPr/>
          <p:nvPr/>
        </p:nvSpPr>
        <p:spPr>
          <a:xfrm>
            <a:off x="7973991" y="5735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4" name="Shape 942"/>
          <p:cNvSpPr/>
          <p:nvPr/>
        </p:nvSpPr>
        <p:spPr>
          <a:xfrm>
            <a:off x="8006073" y="61641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5" name="Shape 943"/>
          <p:cNvSpPr/>
          <p:nvPr/>
        </p:nvSpPr>
        <p:spPr>
          <a:xfrm>
            <a:off x="7811003" y="6023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6" name="Shape 944"/>
          <p:cNvSpPr/>
          <p:nvPr/>
        </p:nvSpPr>
        <p:spPr>
          <a:xfrm>
            <a:off x="8001993" y="61405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7" name="Shape 945"/>
          <p:cNvSpPr/>
          <p:nvPr/>
        </p:nvSpPr>
        <p:spPr>
          <a:xfrm>
            <a:off x="7980638" y="60009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8" name="Shape 946"/>
          <p:cNvSpPr/>
          <p:nvPr/>
        </p:nvSpPr>
        <p:spPr>
          <a:xfrm>
            <a:off x="7772723" y="59290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9" name="Shape 947"/>
          <p:cNvSpPr/>
          <p:nvPr/>
        </p:nvSpPr>
        <p:spPr>
          <a:xfrm>
            <a:off x="7929011" y="5617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0" name="Shape 948"/>
          <p:cNvSpPr/>
          <p:nvPr/>
        </p:nvSpPr>
        <p:spPr>
          <a:xfrm>
            <a:off x="8013043" y="56917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1" name="Shape 949"/>
          <p:cNvSpPr/>
          <p:nvPr/>
        </p:nvSpPr>
        <p:spPr>
          <a:xfrm>
            <a:off x="8000352" y="59718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2" name="Shape 950"/>
          <p:cNvSpPr/>
          <p:nvPr/>
        </p:nvSpPr>
        <p:spPr>
          <a:xfrm>
            <a:off x="8068735" y="5678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3" name="Shape 951"/>
          <p:cNvSpPr/>
          <p:nvPr/>
        </p:nvSpPr>
        <p:spPr>
          <a:xfrm>
            <a:off x="7805717" y="59899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4" name="Shape 952"/>
          <p:cNvSpPr/>
          <p:nvPr/>
        </p:nvSpPr>
        <p:spPr>
          <a:xfrm>
            <a:off x="7986485" y="53894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5" name="Shape 953"/>
          <p:cNvSpPr/>
          <p:nvPr/>
        </p:nvSpPr>
        <p:spPr>
          <a:xfrm>
            <a:off x="7759854" y="51494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6" name="Shape 954"/>
          <p:cNvSpPr/>
          <p:nvPr/>
        </p:nvSpPr>
        <p:spPr>
          <a:xfrm>
            <a:off x="7939750" y="48386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7" name="Shape 955"/>
          <p:cNvSpPr/>
          <p:nvPr/>
        </p:nvSpPr>
        <p:spPr>
          <a:xfrm>
            <a:off x="8095886" y="59633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8" name="Shape 956"/>
          <p:cNvSpPr/>
          <p:nvPr/>
        </p:nvSpPr>
        <p:spPr>
          <a:xfrm>
            <a:off x="7882299" y="67714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9" name="Shape 957"/>
          <p:cNvSpPr/>
          <p:nvPr/>
        </p:nvSpPr>
        <p:spPr>
          <a:xfrm>
            <a:off x="7816888" y="65853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0" name="Shape 958"/>
          <p:cNvSpPr/>
          <p:nvPr/>
        </p:nvSpPr>
        <p:spPr>
          <a:xfrm>
            <a:off x="7902787" y="68033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1" name="Shape 959"/>
          <p:cNvSpPr/>
          <p:nvPr/>
        </p:nvSpPr>
        <p:spPr>
          <a:xfrm>
            <a:off x="7980323" y="64210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2" name="Shape 960"/>
          <p:cNvSpPr/>
          <p:nvPr/>
        </p:nvSpPr>
        <p:spPr>
          <a:xfrm>
            <a:off x="7976480" y="66791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3" name="Shape 961"/>
          <p:cNvSpPr/>
          <p:nvPr/>
        </p:nvSpPr>
        <p:spPr>
          <a:xfrm>
            <a:off x="8023589" y="63264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4" name="Shape 962"/>
          <p:cNvSpPr/>
          <p:nvPr/>
        </p:nvSpPr>
        <p:spPr>
          <a:xfrm>
            <a:off x="7797249" y="62241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5" name="Shape 963"/>
          <p:cNvSpPr/>
          <p:nvPr/>
        </p:nvSpPr>
        <p:spPr>
          <a:xfrm>
            <a:off x="7984958" y="64494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6" name="Shape 964"/>
          <p:cNvSpPr/>
          <p:nvPr/>
        </p:nvSpPr>
        <p:spPr>
          <a:xfrm>
            <a:off x="8065456" y="6448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7" name="Shape 965"/>
          <p:cNvSpPr/>
          <p:nvPr/>
        </p:nvSpPr>
        <p:spPr>
          <a:xfrm>
            <a:off x="7777843" y="6556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8" name="Shape 966"/>
          <p:cNvSpPr/>
          <p:nvPr/>
        </p:nvSpPr>
        <p:spPr>
          <a:xfrm>
            <a:off x="8121412" y="57805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9" name="Shape 967"/>
          <p:cNvSpPr/>
          <p:nvPr/>
        </p:nvSpPr>
        <p:spPr>
          <a:xfrm>
            <a:off x="7954182" y="5809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0" name="Shape 968"/>
          <p:cNvSpPr/>
          <p:nvPr/>
        </p:nvSpPr>
        <p:spPr>
          <a:xfrm>
            <a:off x="7807531" y="54556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1" name="Shape 969"/>
          <p:cNvSpPr/>
          <p:nvPr/>
        </p:nvSpPr>
        <p:spPr>
          <a:xfrm>
            <a:off x="8139057" y="57211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2" name="Shape 970"/>
          <p:cNvSpPr/>
          <p:nvPr/>
        </p:nvSpPr>
        <p:spPr>
          <a:xfrm>
            <a:off x="8046449" y="58771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3" name="Shape 971"/>
          <p:cNvSpPr/>
          <p:nvPr/>
        </p:nvSpPr>
        <p:spPr>
          <a:xfrm>
            <a:off x="8004584" y="55388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4" name="Shape 972"/>
          <p:cNvSpPr/>
          <p:nvPr/>
        </p:nvSpPr>
        <p:spPr>
          <a:xfrm>
            <a:off x="8055955" y="60518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5" name="Shape 973"/>
          <p:cNvSpPr/>
          <p:nvPr/>
        </p:nvSpPr>
        <p:spPr>
          <a:xfrm>
            <a:off x="7955090" y="59476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6" name="Shape 974"/>
          <p:cNvSpPr/>
          <p:nvPr/>
        </p:nvSpPr>
        <p:spPr>
          <a:xfrm>
            <a:off x="8018466" y="58829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7" name="Shape 975"/>
          <p:cNvSpPr/>
          <p:nvPr/>
        </p:nvSpPr>
        <p:spPr>
          <a:xfrm>
            <a:off x="7809416" y="54031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8" name="Shape 976"/>
          <p:cNvSpPr/>
          <p:nvPr/>
        </p:nvSpPr>
        <p:spPr>
          <a:xfrm>
            <a:off x="8053639" y="5806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9" name="Shape 977"/>
          <p:cNvSpPr/>
          <p:nvPr/>
        </p:nvSpPr>
        <p:spPr>
          <a:xfrm>
            <a:off x="8111089" y="48239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0" name="Shape 978"/>
          <p:cNvSpPr/>
          <p:nvPr/>
        </p:nvSpPr>
        <p:spPr>
          <a:xfrm>
            <a:off x="7820659" y="47832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1" name="Shape 979"/>
          <p:cNvSpPr/>
          <p:nvPr/>
        </p:nvSpPr>
        <p:spPr>
          <a:xfrm>
            <a:off x="7886810" y="5171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2" name="Shape 980"/>
          <p:cNvSpPr/>
          <p:nvPr/>
        </p:nvSpPr>
        <p:spPr>
          <a:xfrm>
            <a:off x="7872467" y="39830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3" name="Shape 981"/>
          <p:cNvSpPr/>
          <p:nvPr/>
        </p:nvSpPr>
        <p:spPr>
          <a:xfrm>
            <a:off x="8140960" y="44604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4" name="Shape 982"/>
          <p:cNvSpPr/>
          <p:nvPr/>
        </p:nvSpPr>
        <p:spPr>
          <a:xfrm>
            <a:off x="7897800" y="48221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5" name="Shape 983"/>
          <p:cNvSpPr/>
          <p:nvPr/>
        </p:nvSpPr>
        <p:spPr>
          <a:xfrm>
            <a:off x="7839796" y="42044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6" name="Shape 984"/>
          <p:cNvSpPr/>
          <p:nvPr/>
        </p:nvSpPr>
        <p:spPr>
          <a:xfrm>
            <a:off x="7960000" y="49014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7" name="Shape 985"/>
          <p:cNvSpPr/>
          <p:nvPr/>
        </p:nvSpPr>
        <p:spPr>
          <a:xfrm>
            <a:off x="7989513" y="3493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8" name="Shape 986"/>
          <p:cNvSpPr/>
          <p:nvPr/>
        </p:nvSpPr>
        <p:spPr>
          <a:xfrm>
            <a:off x="8181753" y="5402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9" name="Shape 987"/>
          <p:cNvSpPr/>
          <p:nvPr/>
        </p:nvSpPr>
        <p:spPr>
          <a:xfrm>
            <a:off x="8038045" y="60996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0" name="Shape 988"/>
          <p:cNvSpPr/>
          <p:nvPr/>
        </p:nvSpPr>
        <p:spPr>
          <a:xfrm>
            <a:off x="8018094" y="50262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1" name="Shape 989"/>
          <p:cNvSpPr/>
          <p:nvPr/>
        </p:nvSpPr>
        <p:spPr>
          <a:xfrm>
            <a:off x="8105545" y="54650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2" name="Shape 990"/>
          <p:cNvSpPr/>
          <p:nvPr/>
        </p:nvSpPr>
        <p:spPr>
          <a:xfrm>
            <a:off x="7924575" y="55262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3" name="Shape 991"/>
          <p:cNvSpPr/>
          <p:nvPr/>
        </p:nvSpPr>
        <p:spPr>
          <a:xfrm>
            <a:off x="7790977" y="56728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4" name="Shape 992"/>
          <p:cNvSpPr/>
          <p:nvPr/>
        </p:nvSpPr>
        <p:spPr>
          <a:xfrm>
            <a:off x="8013215" y="56662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5" name="Shape 993"/>
          <p:cNvSpPr/>
          <p:nvPr/>
        </p:nvSpPr>
        <p:spPr>
          <a:xfrm>
            <a:off x="8057861" y="61629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6" name="Shape 994"/>
          <p:cNvSpPr/>
          <p:nvPr/>
        </p:nvSpPr>
        <p:spPr>
          <a:xfrm>
            <a:off x="7996356" y="53350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7" name="Shape 995"/>
          <p:cNvSpPr/>
          <p:nvPr/>
        </p:nvSpPr>
        <p:spPr>
          <a:xfrm>
            <a:off x="8118840" y="52523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8" name="Shape 996"/>
          <p:cNvSpPr/>
          <p:nvPr/>
        </p:nvSpPr>
        <p:spPr>
          <a:xfrm>
            <a:off x="8079423" y="52941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9" name="Shape 997"/>
          <p:cNvSpPr/>
          <p:nvPr/>
        </p:nvSpPr>
        <p:spPr>
          <a:xfrm>
            <a:off x="7815511" y="53262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0" name="Shape 998"/>
          <p:cNvSpPr/>
          <p:nvPr/>
        </p:nvSpPr>
        <p:spPr>
          <a:xfrm>
            <a:off x="7793930" y="61270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1" name="Shape 999"/>
          <p:cNvSpPr/>
          <p:nvPr/>
        </p:nvSpPr>
        <p:spPr>
          <a:xfrm>
            <a:off x="8006861" y="6417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2" name="Shape 1000"/>
          <p:cNvSpPr/>
          <p:nvPr/>
        </p:nvSpPr>
        <p:spPr>
          <a:xfrm>
            <a:off x="7839039" y="58997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3" name="Shape 1001"/>
          <p:cNvSpPr/>
          <p:nvPr/>
        </p:nvSpPr>
        <p:spPr>
          <a:xfrm>
            <a:off x="7874252" y="58659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4" name="Shape 1002"/>
          <p:cNvSpPr/>
          <p:nvPr/>
        </p:nvSpPr>
        <p:spPr>
          <a:xfrm>
            <a:off x="8152165" y="62977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5" name="Shape 1003"/>
          <p:cNvSpPr/>
          <p:nvPr/>
        </p:nvSpPr>
        <p:spPr>
          <a:xfrm>
            <a:off x="7797317" y="61476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6" name="Shape 1004"/>
          <p:cNvSpPr/>
          <p:nvPr/>
        </p:nvSpPr>
        <p:spPr>
          <a:xfrm>
            <a:off x="8169982" y="51026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7" name="Shape 1005"/>
          <p:cNvSpPr/>
          <p:nvPr/>
        </p:nvSpPr>
        <p:spPr>
          <a:xfrm>
            <a:off x="7813938" y="48846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8" name="Shape 1006"/>
          <p:cNvSpPr/>
          <p:nvPr/>
        </p:nvSpPr>
        <p:spPr>
          <a:xfrm>
            <a:off x="8049772" y="45838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9" name="Shape 1007"/>
          <p:cNvSpPr/>
          <p:nvPr/>
        </p:nvSpPr>
        <p:spPr>
          <a:xfrm>
            <a:off x="7763504" y="68540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0" name="Shape 1008"/>
          <p:cNvSpPr/>
          <p:nvPr/>
        </p:nvSpPr>
        <p:spPr>
          <a:xfrm>
            <a:off x="7927476" y="59206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1" name="Shape 1009"/>
          <p:cNvSpPr/>
          <p:nvPr/>
        </p:nvSpPr>
        <p:spPr>
          <a:xfrm>
            <a:off x="8091512" y="62631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2" name="Shape 1010"/>
          <p:cNvSpPr/>
          <p:nvPr/>
        </p:nvSpPr>
        <p:spPr>
          <a:xfrm>
            <a:off x="7768556" y="60582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3" name="Shape 1011"/>
          <p:cNvSpPr/>
          <p:nvPr/>
        </p:nvSpPr>
        <p:spPr>
          <a:xfrm>
            <a:off x="8135760" y="65692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4" name="Shape 1012"/>
          <p:cNvSpPr/>
          <p:nvPr/>
        </p:nvSpPr>
        <p:spPr>
          <a:xfrm>
            <a:off x="8049984" y="6391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5" name="Shape 1013"/>
          <p:cNvSpPr/>
          <p:nvPr/>
        </p:nvSpPr>
        <p:spPr>
          <a:xfrm>
            <a:off x="7843995" y="63059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6" name="Shape 1014"/>
          <p:cNvSpPr/>
          <p:nvPr/>
        </p:nvSpPr>
        <p:spPr>
          <a:xfrm>
            <a:off x="7943432" y="62847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7" name="Shape 1015"/>
          <p:cNvSpPr/>
          <p:nvPr/>
        </p:nvSpPr>
        <p:spPr>
          <a:xfrm>
            <a:off x="8055980" y="65939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8" name="Shape 1016"/>
          <p:cNvSpPr/>
          <p:nvPr/>
        </p:nvSpPr>
        <p:spPr>
          <a:xfrm>
            <a:off x="7816952" y="67066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9" name="Shape 1017"/>
          <p:cNvSpPr/>
          <p:nvPr/>
        </p:nvSpPr>
        <p:spPr>
          <a:xfrm>
            <a:off x="7841953" y="5256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0" name="Shape 1018"/>
          <p:cNvSpPr/>
          <p:nvPr/>
        </p:nvSpPr>
        <p:spPr>
          <a:xfrm>
            <a:off x="7963240" y="65301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1" name="Shape 1019"/>
          <p:cNvSpPr/>
          <p:nvPr/>
        </p:nvSpPr>
        <p:spPr>
          <a:xfrm>
            <a:off x="7988300" y="4786515"/>
            <a:ext cx="0" cy="1854305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1022" name="Shape 1020"/>
          <p:cNvSpPr/>
          <p:nvPr/>
        </p:nvSpPr>
        <p:spPr>
          <a:xfrm>
            <a:off x="7874000" y="6640820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1023" name="Shape 1021"/>
          <p:cNvSpPr/>
          <p:nvPr/>
        </p:nvSpPr>
        <p:spPr>
          <a:xfrm>
            <a:off x="7874000" y="4786515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1024" name="Shape 1022"/>
          <p:cNvSpPr/>
          <p:nvPr/>
        </p:nvSpPr>
        <p:spPr>
          <a:xfrm>
            <a:off x="7823200" y="5625703"/>
            <a:ext cx="330200" cy="485274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1025" name="Shape 1023"/>
          <p:cNvSpPr/>
          <p:nvPr/>
        </p:nvSpPr>
        <p:spPr>
          <a:xfrm>
            <a:off x="7823200" y="5919627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1026" name="Shape 1024"/>
          <p:cNvSpPr/>
          <p:nvPr/>
        </p:nvSpPr>
        <p:spPr>
          <a:xfrm>
            <a:off x="7988300" y="74041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027" name="Text 1025"/>
          <p:cNvSpPr/>
          <p:nvPr/>
        </p:nvSpPr>
        <p:spPr>
          <a:xfrm rot="19860000">
            <a:off x="6934200" y="8026400"/>
            <a:ext cx="21082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1028" name="Shape 1026"/>
          <p:cNvSpPr/>
          <p:nvPr/>
        </p:nvSpPr>
        <p:spPr>
          <a:xfrm>
            <a:off x="9625092" y="58020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29" name="Shape 1027"/>
          <p:cNvSpPr/>
          <p:nvPr/>
        </p:nvSpPr>
        <p:spPr>
          <a:xfrm>
            <a:off x="9582144" y="58932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0" name="Shape 1028"/>
          <p:cNvSpPr/>
          <p:nvPr/>
        </p:nvSpPr>
        <p:spPr>
          <a:xfrm>
            <a:off x="9334158" y="58218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1" name="Shape 1029"/>
          <p:cNvSpPr/>
          <p:nvPr/>
        </p:nvSpPr>
        <p:spPr>
          <a:xfrm>
            <a:off x="9552074" y="56754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2" name="Shape 1030"/>
          <p:cNvSpPr/>
          <p:nvPr/>
        </p:nvSpPr>
        <p:spPr>
          <a:xfrm>
            <a:off x="9216940" y="58221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3" name="Shape 1031"/>
          <p:cNvSpPr/>
          <p:nvPr/>
        </p:nvSpPr>
        <p:spPr>
          <a:xfrm>
            <a:off x="9415756" y="58523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4" name="Shape 1032"/>
          <p:cNvSpPr/>
          <p:nvPr/>
        </p:nvSpPr>
        <p:spPr>
          <a:xfrm>
            <a:off x="9385648" y="59562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5" name="Shape 1033"/>
          <p:cNvSpPr/>
          <p:nvPr/>
        </p:nvSpPr>
        <p:spPr>
          <a:xfrm>
            <a:off x="9440625" y="57756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6" name="Shape 1034"/>
          <p:cNvSpPr/>
          <p:nvPr/>
        </p:nvSpPr>
        <p:spPr>
          <a:xfrm>
            <a:off x="9419788" y="58581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7" name="Shape 1035"/>
          <p:cNvSpPr/>
          <p:nvPr/>
        </p:nvSpPr>
        <p:spPr>
          <a:xfrm>
            <a:off x="9629666" y="5843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8" name="Shape 1036"/>
          <p:cNvSpPr/>
          <p:nvPr/>
        </p:nvSpPr>
        <p:spPr>
          <a:xfrm>
            <a:off x="9430770" y="6044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9" name="Shape 1037"/>
          <p:cNvSpPr/>
          <p:nvPr/>
        </p:nvSpPr>
        <p:spPr>
          <a:xfrm>
            <a:off x="9575317" y="58794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0" name="Shape 1038"/>
          <p:cNvSpPr/>
          <p:nvPr/>
        </p:nvSpPr>
        <p:spPr>
          <a:xfrm>
            <a:off x="9416713" y="5814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1" name="Shape 1039"/>
          <p:cNvSpPr/>
          <p:nvPr/>
        </p:nvSpPr>
        <p:spPr>
          <a:xfrm>
            <a:off x="9618436" y="58414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2" name="Shape 1040"/>
          <p:cNvSpPr/>
          <p:nvPr/>
        </p:nvSpPr>
        <p:spPr>
          <a:xfrm>
            <a:off x="9257028" y="58468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3" name="Shape 1041"/>
          <p:cNvSpPr/>
          <p:nvPr/>
        </p:nvSpPr>
        <p:spPr>
          <a:xfrm>
            <a:off x="9248681" y="59524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4" name="Shape 1042"/>
          <p:cNvSpPr/>
          <p:nvPr/>
        </p:nvSpPr>
        <p:spPr>
          <a:xfrm>
            <a:off x="9274388" y="57409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5" name="Shape 1043"/>
          <p:cNvSpPr/>
          <p:nvPr/>
        </p:nvSpPr>
        <p:spPr>
          <a:xfrm>
            <a:off x="9364188" y="6105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6" name="Shape 1044"/>
          <p:cNvSpPr/>
          <p:nvPr/>
        </p:nvSpPr>
        <p:spPr>
          <a:xfrm>
            <a:off x="9265761" y="5870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7" name="Shape 1045"/>
          <p:cNvSpPr/>
          <p:nvPr/>
        </p:nvSpPr>
        <p:spPr>
          <a:xfrm>
            <a:off x="9575563" y="57185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8" name="Shape 1046"/>
          <p:cNvSpPr/>
          <p:nvPr/>
        </p:nvSpPr>
        <p:spPr>
          <a:xfrm>
            <a:off x="9588545" y="56966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9" name="Shape 1047"/>
          <p:cNvSpPr/>
          <p:nvPr/>
        </p:nvSpPr>
        <p:spPr>
          <a:xfrm>
            <a:off x="9274452" y="58452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0" name="Shape 1048"/>
          <p:cNvSpPr/>
          <p:nvPr/>
        </p:nvSpPr>
        <p:spPr>
          <a:xfrm>
            <a:off x="9379315" y="57719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1" name="Shape 1049"/>
          <p:cNvSpPr/>
          <p:nvPr/>
        </p:nvSpPr>
        <p:spPr>
          <a:xfrm>
            <a:off x="9249080" y="57923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2" name="Shape 1050"/>
          <p:cNvSpPr/>
          <p:nvPr/>
        </p:nvSpPr>
        <p:spPr>
          <a:xfrm>
            <a:off x="9233875" y="58624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3" name="Shape 1051"/>
          <p:cNvSpPr/>
          <p:nvPr/>
        </p:nvSpPr>
        <p:spPr>
          <a:xfrm>
            <a:off x="9402117" y="5838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4" name="Shape 1052"/>
          <p:cNvSpPr/>
          <p:nvPr/>
        </p:nvSpPr>
        <p:spPr>
          <a:xfrm>
            <a:off x="9281453" y="58661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5" name="Shape 1053"/>
          <p:cNvSpPr/>
          <p:nvPr/>
        </p:nvSpPr>
        <p:spPr>
          <a:xfrm>
            <a:off x="9598652" y="5925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6" name="Shape 1054"/>
          <p:cNvSpPr/>
          <p:nvPr/>
        </p:nvSpPr>
        <p:spPr>
          <a:xfrm>
            <a:off x="9353726" y="60983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7" name="Shape 1055"/>
          <p:cNvSpPr/>
          <p:nvPr/>
        </p:nvSpPr>
        <p:spPr>
          <a:xfrm>
            <a:off x="9319004" y="57918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8" name="Shape 1056"/>
          <p:cNvSpPr/>
          <p:nvPr/>
        </p:nvSpPr>
        <p:spPr>
          <a:xfrm>
            <a:off x="9206944" y="58448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9" name="Shape 1057"/>
          <p:cNvSpPr/>
          <p:nvPr/>
        </p:nvSpPr>
        <p:spPr>
          <a:xfrm>
            <a:off x="9625853" y="57606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0" name="Shape 1058"/>
          <p:cNvSpPr/>
          <p:nvPr/>
        </p:nvSpPr>
        <p:spPr>
          <a:xfrm>
            <a:off x="9386329" y="57168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1" name="Shape 1059"/>
          <p:cNvSpPr/>
          <p:nvPr/>
        </p:nvSpPr>
        <p:spPr>
          <a:xfrm>
            <a:off x="9352987" y="5892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2" name="Shape 1060"/>
          <p:cNvSpPr/>
          <p:nvPr/>
        </p:nvSpPr>
        <p:spPr>
          <a:xfrm>
            <a:off x="9602055" y="56952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3" name="Shape 1061"/>
          <p:cNvSpPr/>
          <p:nvPr/>
        </p:nvSpPr>
        <p:spPr>
          <a:xfrm>
            <a:off x="9552994" y="5840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4" name="Shape 1062"/>
          <p:cNvSpPr/>
          <p:nvPr/>
        </p:nvSpPr>
        <p:spPr>
          <a:xfrm>
            <a:off x="9245930" y="59806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5" name="Shape 1063"/>
          <p:cNvSpPr/>
          <p:nvPr/>
        </p:nvSpPr>
        <p:spPr>
          <a:xfrm>
            <a:off x="9322711" y="58400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6" name="Shape 1064"/>
          <p:cNvSpPr/>
          <p:nvPr/>
        </p:nvSpPr>
        <p:spPr>
          <a:xfrm>
            <a:off x="9366977" y="59193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7" name="Shape 1065"/>
          <p:cNvSpPr/>
          <p:nvPr/>
        </p:nvSpPr>
        <p:spPr>
          <a:xfrm>
            <a:off x="9330029" y="58570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8" name="Shape 1066"/>
          <p:cNvSpPr/>
          <p:nvPr/>
        </p:nvSpPr>
        <p:spPr>
          <a:xfrm>
            <a:off x="9486729" y="58564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9" name="Shape 1067"/>
          <p:cNvSpPr/>
          <p:nvPr/>
        </p:nvSpPr>
        <p:spPr>
          <a:xfrm>
            <a:off x="9365978" y="59143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0" name="Shape 1068"/>
          <p:cNvSpPr/>
          <p:nvPr/>
        </p:nvSpPr>
        <p:spPr>
          <a:xfrm>
            <a:off x="9263611" y="5857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1" name="Shape 1069"/>
          <p:cNvSpPr/>
          <p:nvPr/>
        </p:nvSpPr>
        <p:spPr>
          <a:xfrm>
            <a:off x="9287143" y="58815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2" name="Shape 1070"/>
          <p:cNvSpPr/>
          <p:nvPr/>
        </p:nvSpPr>
        <p:spPr>
          <a:xfrm>
            <a:off x="9206108" y="62187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3" name="Shape 1071"/>
          <p:cNvSpPr/>
          <p:nvPr/>
        </p:nvSpPr>
        <p:spPr>
          <a:xfrm>
            <a:off x="9412129" y="5739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4" name="Shape 1072"/>
          <p:cNvSpPr/>
          <p:nvPr/>
        </p:nvSpPr>
        <p:spPr>
          <a:xfrm>
            <a:off x="9347949" y="5718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5" name="Shape 1073"/>
          <p:cNvSpPr/>
          <p:nvPr/>
        </p:nvSpPr>
        <p:spPr>
          <a:xfrm>
            <a:off x="9202699" y="59963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6" name="Shape 1074"/>
          <p:cNvSpPr/>
          <p:nvPr/>
        </p:nvSpPr>
        <p:spPr>
          <a:xfrm>
            <a:off x="9411315" y="57123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7" name="Shape 1075"/>
          <p:cNvSpPr/>
          <p:nvPr/>
        </p:nvSpPr>
        <p:spPr>
          <a:xfrm>
            <a:off x="9422503" y="59079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8" name="Shape 1076"/>
          <p:cNvSpPr/>
          <p:nvPr/>
        </p:nvSpPr>
        <p:spPr>
          <a:xfrm>
            <a:off x="9330603" y="57922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9" name="Shape 1077"/>
          <p:cNvSpPr/>
          <p:nvPr/>
        </p:nvSpPr>
        <p:spPr>
          <a:xfrm>
            <a:off x="9316433" y="57791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0" name="Shape 1078"/>
          <p:cNvSpPr/>
          <p:nvPr/>
        </p:nvSpPr>
        <p:spPr>
          <a:xfrm>
            <a:off x="9472826" y="5930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1" name="Shape 1079"/>
          <p:cNvSpPr/>
          <p:nvPr/>
        </p:nvSpPr>
        <p:spPr>
          <a:xfrm>
            <a:off x="9232396" y="60809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2" name="Shape 1080"/>
          <p:cNvSpPr/>
          <p:nvPr/>
        </p:nvSpPr>
        <p:spPr>
          <a:xfrm>
            <a:off x="9346701" y="5867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3" name="Shape 1081"/>
          <p:cNvSpPr/>
          <p:nvPr/>
        </p:nvSpPr>
        <p:spPr>
          <a:xfrm>
            <a:off x="9559147" y="5814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4" name="Shape 1082"/>
          <p:cNvSpPr/>
          <p:nvPr/>
        </p:nvSpPr>
        <p:spPr>
          <a:xfrm>
            <a:off x="9444688" y="58857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5" name="Shape 1083"/>
          <p:cNvSpPr/>
          <p:nvPr/>
        </p:nvSpPr>
        <p:spPr>
          <a:xfrm>
            <a:off x="9506884" y="58943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6" name="Shape 1084"/>
          <p:cNvSpPr/>
          <p:nvPr/>
        </p:nvSpPr>
        <p:spPr>
          <a:xfrm>
            <a:off x="9384955" y="5731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7" name="Shape 1085"/>
          <p:cNvSpPr/>
          <p:nvPr/>
        </p:nvSpPr>
        <p:spPr>
          <a:xfrm>
            <a:off x="9584813" y="58838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8" name="Shape 1086"/>
          <p:cNvSpPr/>
          <p:nvPr/>
        </p:nvSpPr>
        <p:spPr>
          <a:xfrm>
            <a:off x="9412531" y="59127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9" name="Shape 1087"/>
          <p:cNvSpPr/>
          <p:nvPr/>
        </p:nvSpPr>
        <p:spPr>
          <a:xfrm>
            <a:off x="9479508" y="59653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0" name="Shape 1088"/>
          <p:cNvSpPr/>
          <p:nvPr/>
        </p:nvSpPr>
        <p:spPr>
          <a:xfrm>
            <a:off x="9232042" y="58598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1" name="Shape 1089"/>
          <p:cNvSpPr/>
          <p:nvPr/>
        </p:nvSpPr>
        <p:spPr>
          <a:xfrm>
            <a:off x="9409317" y="57875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2" name="Shape 1090"/>
          <p:cNvSpPr/>
          <p:nvPr/>
        </p:nvSpPr>
        <p:spPr>
          <a:xfrm>
            <a:off x="9337520" y="59915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3" name="Shape 1091"/>
          <p:cNvSpPr/>
          <p:nvPr/>
        </p:nvSpPr>
        <p:spPr>
          <a:xfrm>
            <a:off x="9209091" y="57915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4" name="Shape 1092"/>
          <p:cNvSpPr/>
          <p:nvPr/>
        </p:nvSpPr>
        <p:spPr>
          <a:xfrm>
            <a:off x="9477520" y="59536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5" name="Shape 1093"/>
          <p:cNvSpPr/>
          <p:nvPr/>
        </p:nvSpPr>
        <p:spPr>
          <a:xfrm>
            <a:off x="9486941" y="58223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6" name="Shape 1094"/>
          <p:cNvSpPr/>
          <p:nvPr/>
        </p:nvSpPr>
        <p:spPr>
          <a:xfrm>
            <a:off x="9315431" y="56093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7" name="Shape 1095"/>
          <p:cNvSpPr/>
          <p:nvPr/>
        </p:nvSpPr>
        <p:spPr>
          <a:xfrm>
            <a:off x="9413713" y="58054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8" name="Shape 1096"/>
          <p:cNvSpPr/>
          <p:nvPr/>
        </p:nvSpPr>
        <p:spPr>
          <a:xfrm>
            <a:off x="9576927" y="5993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9" name="Shape 1097"/>
          <p:cNvSpPr/>
          <p:nvPr/>
        </p:nvSpPr>
        <p:spPr>
          <a:xfrm>
            <a:off x="9443458" y="61599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0" name="Shape 1098"/>
          <p:cNvSpPr/>
          <p:nvPr/>
        </p:nvSpPr>
        <p:spPr>
          <a:xfrm>
            <a:off x="9394256" y="59819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1" name="Shape 1099"/>
          <p:cNvSpPr/>
          <p:nvPr/>
        </p:nvSpPr>
        <p:spPr>
          <a:xfrm>
            <a:off x="9257095" y="58446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2" name="Shape 1100"/>
          <p:cNvSpPr/>
          <p:nvPr/>
        </p:nvSpPr>
        <p:spPr>
          <a:xfrm>
            <a:off x="9423904" y="57347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3" name="Shape 1101"/>
          <p:cNvSpPr/>
          <p:nvPr/>
        </p:nvSpPr>
        <p:spPr>
          <a:xfrm>
            <a:off x="9521958" y="57580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4" name="Shape 1102"/>
          <p:cNvSpPr/>
          <p:nvPr/>
        </p:nvSpPr>
        <p:spPr>
          <a:xfrm>
            <a:off x="9369206" y="6038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5" name="Shape 1103"/>
          <p:cNvSpPr/>
          <p:nvPr/>
        </p:nvSpPr>
        <p:spPr>
          <a:xfrm>
            <a:off x="9229841" y="6086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6" name="Shape 1104"/>
          <p:cNvSpPr/>
          <p:nvPr/>
        </p:nvSpPr>
        <p:spPr>
          <a:xfrm>
            <a:off x="9364268" y="59477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7" name="Shape 1105"/>
          <p:cNvSpPr/>
          <p:nvPr/>
        </p:nvSpPr>
        <p:spPr>
          <a:xfrm>
            <a:off x="9511222" y="58174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8" name="Shape 1106"/>
          <p:cNvSpPr/>
          <p:nvPr/>
        </p:nvSpPr>
        <p:spPr>
          <a:xfrm>
            <a:off x="9592149" y="6021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9" name="Shape 1107"/>
          <p:cNvSpPr/>
          <p:nvPr/>
        </p:nvSpPr>
        <p:spPr>
          <a:xfrm>
            <a:off x="9341253" y="61642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0" name="Shape 1108"/>
          <p:cNvSpPr/>
          <p:nvPr/>
        </p:nvSpPr>
        <p:spPr>
          <a:xfrm>
            <a:off x="9587306" y="56644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1" name="Shape 1109"/>
          <p:cNvSpPr/>
          <p:nvPr/>
        </p:nvSpPr>
        <p:spPr>
          <a:xfrm>
            <a:off x="9344237" y="60895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2" name="Shape 1110"/>
          <p:cNvSpPr/>
          <p:nvPr/>
        </p:nvSpPr>
        <p:spPr>
          <a:xfrm>
            <a:off x="9460685" y="59421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3" name="Shape 1111"/>
          <p:cNvSpPr/>
          <p:nvPr/>
        </p:nvSpPr>
        <p:spPr>
          <a:xfrm>
            <a:off x="9613159" y="59006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4" name="Shape 1112"/>
          <p:cNvSpPr/>
          <p:nvPr/>
        </p:nvSpPr>
        <p:spPr>
          <a:xfrm>
            <a:off x="9221517" y="63162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5" name="Shape 1113"/>
          <p:cNvSpPr/>
          <p:nvPr/>
        </p:nvSpPr>
        <p:spPr>
          <a:xfrm>
            <a:off x="9221711" y="67405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6" name="Shape 1114"/>
          <p:cNvSpPr/>
          <p:nvPr/>
        </p:nvSpPr>
        <p:spPr>
          <a:xfrm>
            <a:off x="9609208" y="59409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7" name="Shape 1115"/>
          <p:cNvSpPr/>
          <p:nvPr/>
        </p:nvSpPr>
        <p:spPr>
          <a:xfrm>
            <a:off x="9310821" y="65063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8" name="Shape 1116"/>
          <p:cNvSpPr/>
          <p:nvPr/>
        </p:nvSpPr>
        <p:spPr>
          <a:xfrm>
            <a:off x="9447471" y="64919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9" name="Shape 1117"/>
          <p:cNvSpPr/>
          <p:nvPr/>
        </p:nvSpPr>
        <p:spPr>
          <a:xfrm>
            <a:off x="9201753" y="66433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0" name="Shape 1118"/>
          <p:cNvSpPr/>
          <p:nvPr/>
        </p:nvSpPr>
        <p:spPr>
          <a:xfrm>
            <a:off x="9436207" y="66663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1" name="Shape 1119"/>
          <p:cNvSpPr/>
          <p:nvPr/>
        </p:nvSpPr>
        <p:spPr>
          <a:xfrm>
            <a:off x="9396100" y="61711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2" name="Shape 1120"/>
          <p:cNvSpPr/>
          <p:nvPr/>
        </p:nvSpPr>
        <p:spPr>
          <a:xfrm>
            <a:off x="9556426" y="55843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3" name="Shape 1121"/>
          <p:cNvSpPr/>
          <p:nvPr/>
        </p:nvSpPr>
        <p:spPr>
          <a:xfrm>
            <a:off x="9536728" y="57799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4" name="Shape 1122"/>
          <p:cNvSpPr/>
          <p:nvPr/>
        </p:nvSpPr>
        <p:spPr>
          <a:xfrm>
            <a:off x="9235126" y="5818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5" name="Shape 1123"/>
          <p:cNvSpPr/>
          <p:nvPr/>
        </p:nvSpPr>
        <p:spPr>
          <a:xfrm>
            <a:off x="9573314" y="60467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6" name="Shape 1124"/>
          <p:cNvSpPr/>
          <p:nvPr/>
        </p:nvSpPr>
        <p:spPr>
          <a:xfrm>
            <a:off x="9339034" y="6055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7" name="Shape 1125"/>
          <p:cNvSpPr/>
          <p:nvPr/>
        </p:nvSpPr>
        <p:spPr>
          <a:xfrm>
            <a:off x="9296616" y="48577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8" name="Shape 1126"/>
          <p:cNvSpPr/>
          <p:nvPr/>
        </p:nvSpPr>
        <p:spPr>
          <a:xfrm>
            <a:off x="9391727" y="58259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9" name="Shape 1127"/>
          <p:cNvSpPr/>
          <p:nvPr/>
        </p:nvSpPr>
        <p:spPr>
          <a:xfrm>
            <a:off x="9594930" y="5449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0" name="Shape 1128"/>
          <p:cNvSpPr/>
          <p:nvPr/>
        </p:nvSpPr>
        <p:spPr>
          <a:xfrm>
            <a:off x="9476692" y="59471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1" name="Shape 1129"/>
          <p:cNvSpPr/>
          <p:nvPr/>
        </p:nvSpPr>
        <p:spPr>
          <a:xfrm>
            <a:off x="9413096" y="54923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2" name="Shape 1130"/>
          <p:cNvSpPr/>
          <p:nvPr/>
        </p:nvSpPr>
        <p:spPr>
          <a:xfrm>
            <a:off x="9542989" y="53361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3" name="Shape 1131"/>
          <p:cNvSpPr/>
          <p:nvPr/>
        </p:nvSpPr>
        <p:spPr>
          <a:xfrm>
            <a:off x="9436193" y="5406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4" name="Shape 1132"/>
          <p:cNvSpPr/>
          <p:nvPr/>
        </p:nvSpPr>
        <p:spPr>
          <a:xfrm>
            <a:off x="9376267" y="5660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5" name="Shape 1133"/>
          <p:cNvSpPr/>
          <p:nvPr/>
        </p:nvSpPr>
        <p:spPr>
          <a:xfrm>
            <a:off x="9465871" y="5521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6" name="Shape 1134"/>
          <p:cNvSpPr/>
          <p:nvPr/>
        </p:nvSpPr>
        <p:spPr>
          <a:xfrm>
            <a:off x="9424657" y="45855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7" name="Shape 1135"/>
          <p:cNvSpPr/>
          <p:nvPr/>
        </p:nvSpPr>
        <p:spPr>
          <a:xfrm>
            <a:off x="9452029" y="63834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8" name="Shape 1136"/>
          <p:cNvSpPr/>
          <p:nvPr/>
        </p:nvSpPr>
        <p:spPr>
          <a:xfrm>
            <a:off x="9255843" y="5414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9" name="Shape 1137"/>
          <p:cNvSpPr/>
          <p:nvPr/>
        </p:nvSpPr>
        <p:spPr>
          <a:xfrm>
            <a:off x="9607263" y="5741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0" name="Shape 1138"/>
          <p:cNvSpPr/>
          <p:nvPr/>
        </p:nvSpPr>
        <p:spPr>
          <a:xfrm>
            <a:off x="9314636" y="53065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1" name="Shape 1139"/>
          <p:cNvSpPr/>
          <p:nvPr/>
        </p:nvSpPr>
        <p:spPr>
          <a:xfrm>
            <a:off x="9589257" y="4748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2" name="Shape 1140"/>
          <p:cNvSpPr/>
          <p:nvPr/>
        </p:nvSpPr>
        <p:spPr>
          <a:xfrm>
            <a:off x="9305086" y="50734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3" name="Shape 1141"/>
          <p:cNvSpPr/>
          <p:nvPr/>
        </p:nvSpPr>
        <p:spPr>
          <a:xfrm>
            <a:off x="9517329" y="53752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4" name="Shape 1142"/>
          <p:cNvSpPr/>
          <p:nvPr/>
        </p:nvSpPr>
        <p:spPr>
          <a:xfrm>
            <a:off x="9565349" y="47201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5" name="Shape 1143"/>
          <p:cNvSpPr/>
          <p:nvPr/>
        </p:nvSpPr>
        <p:spPr>
          <a:xfrm>
            <a:off x="9607075" y="4772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6" name="Shape 1144"/>
          <p:cNvSpPr/>
          <p:nvPr/>
        </p:nvSpPr>
        <p:spPr>
          <a:xfrm>
            <a:off x="9250207" y="47233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7" name="Shape 1145"/>
          <p:cNvSpPr/>
          <p:nvPr/>
        </p:nvSpPr>
        <p:spPr>
          <a:xfrm>
            <a:off x="9463174" y="47111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8" name="Shape 1146"/>
          <p:cNvSpPr/>
          <p:nvPr/>
        </p:nvSpPr>
        <p:spPr>
          <a:xfrm>
            <a:off x="9340486" y="55733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9" name="Shape 1147"/>
          <p:cNvSpPr/>
          <p:nvPr/>
        </p:nvSpPr>
        <p:spPr>
          <a:xfrm>
            <a:off x="9362313" y="5474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0" name="Shape 1148"/>
          <p:cNvSpPr/>
          <p:nvPr/>
        </p:nvSpPr>
        <p:spPr>
          <a:xfrm>
            <a:off x="9299514" y="6606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1" name="Shape 1149"/>
          <p:cNvSpPr/>
          <p:nvPr/>
        </p:nvSpPr>
        <p:spPr>
          <a:xfrm>
            <a:off x="9425288" y="6714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2" name="Shape 1150"/>
          <p:cNvSpPr/>
          <p:nvPr/>
        </p:nvSpPr>
        <p:spPr>
          <a:xfrm>
            <a:off x="9289619" y="65418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3" name="Shape 1151"/>
          <p:cNvSpPr/>
          <p:nvPr/>
        </p:nvSpPr>
        <p:spPr>
          <a:xfrm>
            <a:off x="9417171" y="6652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4" name="Shape 1152"/>
          <p:cNvSpPr/>
          <p:nvPr/>
        </p:nvSpPr>
        <p:spPr>
          <a:xfrm>
            <a:off x="9561167" y="56443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5" name="Shape 1153"/>
          <p:cNvSpPr/>
          <p:nvPr/>
        </p:nvSpPr>
        <p:spPr>
          <a:xfrm>
            <a:off x="9482035" y="5695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6" name="Shape 1154"/>
          <p:cNvSpPr/>
          <p:nvPr/>
        </p:nvSpPr>
        <p:spPr>
          <a:xfrm>
            <a:off x="9304017" y="48894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7" name="Shape 1155"/>
          <p:cNvSpPr/>
          <p:nvPr/>
        </p:nvSpPr>
        <p:spPr>
          <a:xfrm>
            <a:off x="9229961" y="4849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8" name="Shape 1156"/>
          <p:cNvSpPr/>
          <p:nvPr/>
        </p:nvSpPr>
        <p:spPr>
          <a:xfrm>
            <a:off x="9582047" y="48931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9" name="Shape 1157"/>
          <p:cNvSpPr/>
          <p:nvPr/>
        </p:nvSpPr>
        <p:spPr>
          <a:xfrm>
            <a:off x="9554115" y="48548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0" name="Shape 1158"/>
          <p:cNvSpPr/>
          <p:nvPr/>
        </p:nvSpPr>
        <p:spPr>
          <a:xfrm>
            <a:off x="9276340" y="48865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1" name="Shape 1159"/>
          <p:cNvSpPr/>
          <p:nvPr/>
        </p:nvSpPr>
        <p:spPr>
          <a:xfrm>
            <a:off x="9249072" y="48835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2" name="Shape 1160"/>
          <p:cNvSpPr/>
          <p:nvPr/>
        </p:nvSpPr>
        <p:spPr>
          <a:xfrm>
            <a:off x="9616813" y="52436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3" name="Shape 1161"/>
          <p:cNvSpPr/>
          <p:nvPr/>
        </p:nvSpPr>
        <p:spPr>
          <a:xfrm>
            <a:off x="9462056" y="60821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4" name="Shape 1162"/>
          <p:cNvSpPr/>
          <p:nvPr/>
        </p:nvSpPr>
        <p:spPr>
          <a:xfrm>
            <a:off x="9201447" y="58642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5" name="Shape 1163"/>
          <p:cNvSpPr/>
          <p:nvPr/>
        </p:nvSpPr>
        <p:spPr>
          <a:xfrm>
            <a:off x="9312638" y="57304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6" name="Shape 1164"/>
          <p:cNvSpPr/>
          <p:nvPr/>
        </p:nvSpPr>
        <p:spPr>
          <a:xfrm>
            <a:off x="9370159" y="59047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7" name="Shape 1165"/>
          <p:cNvSpPr/>
          <p:nvPr/>
        </p:nvSpPr>
        <p:spPr>
          <a:xfrm>
            <a:off x="9257518" y="34934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8" name="Shape 1166"/>
          <p:cNvSpPr/>
          <p:nvPr/>
        </p:nvSpPr>
        <p:spPr>
          <a:xfrm>
            <a:off x="9284629" y="62503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9" name="Shape 1167"/>
          <p:cNvSpPr/>
          <p:nvPr/>
        </p:nvSpPr>
        <p:spPr>
          <a:xfrm>
            <a:off x="9439382" y="62740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0" name="Shape 1168"/>
          <p:cNvSpPr/>
          <p:nvPr/>
        </p:nvSpPr>
        <p:spPr>
          <a:xfrm>
            <a:off x="9558090" y="62072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1" name="Shape 1169"/>
          <p:cNvSpPr/>
          <p:nvPr/>
        </p:nvSpPr>
        <p:spPr>
          <a:xfrm>
            <a:off x="9383001" y="6450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2" name="Shape 1170"/>
          <p:cNvSpPr/>
          <p:nvPr/>
        </p:nvSpPr>
        <p:spPr>
          <a:xfrm>
            <a:off x="9622999" y="6104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3" name="Shape 1171"/>
          <p:cNvSpPr/>
          <p:nvPr/>
        </p:nvSpPr>
        <p:spPr>
          <a:xfrm>
            <a:off x="9358621" y="42010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4" name="Shape 1172"/>
          <p:cNvSpPr/>
          <p:nvPr/>
        </p:nvSpPr>
        <p:spPr>
          <a:xfrm>
            <a:off x="9492057" y="42772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5" name="Shape 1173"/>
          <p:cNvSpPr/>
          <p:nvPr/>
        </p:nvSpPr>
        <p:spPr>
          <a:xfrm>
            <a:off x="9324901" y="57140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6" name="Shape 1174"/>
          <p:cNvSpPr/>
          <p:nvPr/>
        </p:nvSpPr>
        <p:spPr>
          <a:xfrm>
            <a:off x="9400390" y="62979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7" name="Shape 1175"/>
          <p:cNvSpPr/>
          <p:nvPr/>
        </p:nvSpPr>
        <p:spPr>
          <a:xfrm>
            <a:off x="9298428" y="62298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8" name="Shape 1176"/>
          <p:cNvSpPr/>
          <p:nvPr/>
        </p:nvSpPr>
        <p:spPr>
          <a:xfrm>
            <a:off x="9200943" y="49448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9" name="Shape 1177"/>
          <p:cNvSpPr/>
          <p:nvPr/>
        </p:nvSpPr>
        <p:spPr>
          <a:xfrm>
            <a:off x="9564328" y="48828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0" name="Shape 1178"/>
          <p:cNvSpPr/>
          <p:nvPr/>
        </p:nvSpPr>
        <p:spPr>
          <a:xfrm>
            <a:off x="9319373" y="35257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1" name="Shape 1179"/>
          <p:cNvSpPr/>
          <p:nvPr/>
        </p:nvSpPr>
        <p:spPr>
          <a:xfrm>
            <a:off x="9626839" y="5500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2" name="Shape 1180"/>
          <p:cNvSpPr/>
          <p:nvPr/>
        </p:nvSpPr>
        <p:spPr>
          <a:xfrm>
            <a:off x="9476840" y="54785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3" name="Shape 1181"/>
          <p:cNvSpPr/>
          <p:nvPr/>
        </p:nvSpPr>
        <p:spPr>
          <a:xfrm>
            <a:off x="9266016" y="53428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4" name="Shape 1182"/>
          <p:cNvSpPr/>
          <p:nvPr/>
        </p:nvSpPr>
        <p:spPr>
          <a:xfrm>
            <a:off x="9487278" y="55899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5" name="Shape 1183"/>
          <p:cNvSpPr/>
          <p:nvPr/>
        </p:nvSpPr>
        <p:spPr>
          <a:xfrm>
            <a:off x="9355204" y="43411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6" name="Shape 1184"/>
          <p:cNvSpPr/>
          <p:nvPr/>
        </p:nvSpPr>
        <p:spPr>
          <a:xfrm>
            <a:off x="9311649" y="56121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7" name="Shape 1185"/>
          <p:cNvSpPr/>
          <p:nvPr/>
        </p:nvSpPr>
        <p:spPr>
          <a:xfrm>
            <a:off x="9421791" y="52925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8" name="Shape 1186"/>
          <p:cNvSpPr/>
          <p:nvPr/>
        </p:nvSpPr>
        <p:spPr>
          <a:xfrm>
            <a:off x="9453873" y="5951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9" name="Shape 1187"/>
          <p:cNvSpPr/>
          <p:nvPr/>
        </p:nvSpPr>
        <p:spPr>
          <a:xfrm>
            <a:off x="9258803" y="6015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0" name="Shape 1188"/>
          <p:cNvSpPr/>
          <p:nvPr/>
        </p:nvSpPr>
        <p:spPr>
          <a:xfrm>
            <a:off x="9449793" y="60869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1" name="Shape 1189"/>
          <p:cNvSpPr/>
          <p:nvPr/>
        </p:nvSpPr>
        <p:spPr>
          <a:xfrm>
            <a:off x="9428438" y="61156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2" name="Shape 1190"/>
          <p:cNvSpPr/>
          <p:nvPr/>
        </p:nvSpPr>
        <p:spPr>
          <a:xfrm>
            <a:off x="9220523" y="5795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3" name="Shape 1191"/>
          <p:cNvSpPr/>
          <p:nvPr/>
        </p:nvSpPr>
        <p:spPr>
          <a:xfrm>
            <a:off x="9376811" y="57599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4" name="Shape 1192"/>
          <p:cNvSpPr/>
          <p:nvPr/>
        </p:nvSpPr>
        <p:spPr>
          <a:xfrm>
            <a:off x="9460843" y="58723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5" name="Shape 1193"/>
          <p:cNvSpPr/>
          <p:nvPr/>
        </p:nvSpPr>
        <p:spPr>
          <a:xfrm>
            <a:off x="9448152" y="59641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6" name="Shape 1194"/>
          <p:cNvSpPr/>
          <p:nvPr/>
        </p:nvSpPr>
        <p:spPr>
          <a:xfrm>
            <a:off x="9516535" y="57604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7" name="Shape 1195"/>
          <p:cNvSpPr/>
          <p:nvPr/>
        </p:nvSpPr>
        <p:spPr>
          <a:xfrm>
            <a:off x="9253517" y="58375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8" name="Shape 1196"/>
          <p:cNvSpPr/>
          <p:nvPr/>
        </p:nvSpPr>
        <p:spPr>
          <a:xfrm>
            <a:off x="9434285" y="53707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9" name="Shape 1197"/>
          <p:cNvSpPr/>
          <p:nvPr/>
        </p:nvSpPr>
        <p:spPr>
          <a:xfrm>
            <a:off x="9207654" y="51783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0" name="Shape 1198"/>
          <p:cNvSpPr/>
          <p:nvPr/>
        </p:nvSpPr>
        <p:spPr>
          <a:xfrm>
            <a:off x="9387550" y="48059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1" name="Shape 1199"/>
          <p:cNvSpPr/>
          <p:nvPr/>
        </p:nvSpPr>
        <p:spPr>
          <a:xfrm>
            <a:off x="9543686" y="5770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2" name="Shape 1200"/>
          <p:cNvSpPr/>
          <p:nvPr/>
        </p:nvSpPr>
        <p:spPr>
          <a:xfrm>
            <a:off x="9330099" y="63521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3" name="Shape 1201"/>
          <p:cNvSpPr/>
          <p:nvPr/>
        </p:nvSpPr>
        <p:spPr>
          <a:xfrm>
            <a:off x="9264688" y="66260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4" name="Shape 1202"/>
          <p:cNvSpPr/>
          <p:nvPr/>
        </p:nvSpPr>
        <p:spPr>
          <a:xfrm>
            <a:off x="9350587" y="66328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5" name="Shape 1203"/>
          <p:cNvSpPr/>
          <p:nvPr/>
        </p:nvSpPr>
        <p:spPr>
          <a:xfrm>
            <a:off x="9428123" y="64734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6" name="Shape 1204"/>
          <p:cNvSpPr/>
          <p:nvPr/>
        </p:nvSpPr>
        <p:spPr>
          <a:xfrm>
            <a:off x="9424280" y="62229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7" name="Shape 1205"/>
          <p:cNvSpPr/>
          <p:nvPr/>
        </p:nvSpPr>
        <p:spPr>
          <a:xfrm>
            <a:off x="9471389" y="65477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8" name="Shape 1206"/>
          <p:cNvSpPr/>
          <p:nvPr/>
        </p:nvSpPr>
        <p:spPr>
          <a:xfrm>
            <a:off x="9245049" y="61631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9" name="Shape 1207"/>
          <p:cNvSpPr/>
          <p:nvPr/>
        </p:nvSpPr>
        <p:spPr>
          <a:xfrm>
            <a:off x="9432758" y="63259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0" name="Shape 1208"/>
          <p:cNvSpPr/>
          <p:nvPr/>
        </p:nvSpPr>
        <p:spPr>
          <a:xfrm>
            <a:off x="9513256" y="6647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1" name="Shape 1209"/>
          <p:cNvSpPr/>
          <p:nvPr/>
        </p:nvSpPr>
        <p:spPr>
          <a:xfrm>
            <a:off x="9225643" y="66568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2" name="Shape 1210"/>
          <p:cNvSpPr/>
          <p:nvPr/>
        </p:nvSpPr>
        <p:spPr>
          <a:xfrm>
            <a:off x="9569212" y="59089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3" name="Shape 1211"/>
          <p:cNvSpPr/>
          <p:nvPr/>
        </p:nvSpPr>
        <p:spPr>
          <a:xfrm>
            <a:off x="9401982" y="58101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4" name="Shape 1212"/>
          <p:cNvSpPr/>
          <p:nvPr/>
        </p:nvSpPr>
        <p:spPr>
          <a:xfrm>
            <a:off x="9255331" y="53232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5" name="Shape 1213"/>
          <p:cNvSpPr/>
          <p:nvPr/>
        </p:nvSpPr>
        <p:spPr>
          <a:xfrm>
            <a:off x="9586857" y="55342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6" name="Shape 1214"/>
          <p:cNvSpPr/>
          <p:nvPr/>
        </p:nvSpPr>
        <p:spPr>
          <a:xfrm>
            <a:off x="9494249" y="55311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7" name="Shape 1215"/>
          <p:cNvSpPr/>
          <p:nvPr/>
        </p:nvSpPr>
        <p:spPr>
          <a:xfrm>
            <a:off x="9452384" y="45398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8" name="Shape 1216"/>
          <p:cNvSpPr/>
          <p:nvPr/>
        </p:nvSpPr>
        <p:spPr>
          <a:xfrm>
            <a:off x="9503755" y="5853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9" name="Shape 1217"/>
          <p:cNvSpPr/>
          <p:nvPr/>
        </p:nvSpPr>
        <p:spPr>
          <a:xfrm>
            <a:off x="9402890" y="54950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0" name="Shape 1218"/>
          <p:cNvSpPr/>
          <p:nvPr/>
        </p:nvSpPr>
        <p:spPr>
          <a:xfrm>
            <a:off x="9466266" y="57960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1" name="Shape 1219"/>
          <p:cNvSpPr/>
          <p:nvPr/>
        </p:nvSpPr>
        <p:spPr>
          <a:xfrm>
            <a:off x="9257216" y="54926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2" name="Shape 1220"/>
          <p:cNvSpPr/>
          <p:nvPr/>
        </p:nvSpPr>
        <p:spPr>
          <a:xfrm>
            <a:off x="9501439" y="59417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3" name="Shape 1221"/>
          <p:cNvSpPr/>
          <p:nvPr/>
        </p:nvSpPr>
        <p:spPr>
          <a:xfrm>
            <a:off x="9558889" y="48155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4" name="Shape 1222"/>
          <p:cNvSpPr/>
          <p:nvPr/>
        </p:nvSpPr>
        <p:spPr>
          <a:xfrm>
            <a:off x="9268459" y="4813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5" name="Shape 1223"/>
          <p:cNvSpPr/>
          <p:nvPr/>
        </p:nvSpPr>
        <p:spPr>
          <a:xfrm>
            <a:off x="9334610" y="4525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6" name="Shape 1224"/>
          <p:cNvSpPr/>
          <p:nvPr/>
        </p:nvSpPr>
        <p:spPr>
          <a:xfrm>
            <a:off x="9320267" y="39637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7" name="Shape 1225"/>
          <p:cNvSpPr/>
          <p:nvPr/>
        </p:nvSpPr>
        <p:spPr>
          <a:xfrm>
            <a:off x="9588760" y="43390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8" name="Shape 1226"/>
          <p:cNvSpPr/>
          <p:nvPr/>
        </p:nvSpPr>
        <p:spPr>
          <a:xfrm>
            <a:off x="9345600" y="40753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9" name="Shape 1227"/>
          <p:cNvSpPr/>
          <p:nvPr/>
        </p:nvSpPr>
        <p:spPr>
          <a:xfrm>
            <a:off x="9287596" y="47560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0" name="Shape 1228"/>
          <p:cNvSpPr/>
          <p:nvPr/>
        </p:nvSpPr>
        <p:spPr>
          <a:xfrm>
            <a:off x="9407800" y="5102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1" name="Shape 1229"/>
          <p:cNvSpPr/>
          <p:nvPr/>
        </p:nvSpPr>
        <p:spPr>
          <a:xfrm>
            <a:off x="9437313" y="40194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2" name="Shape 1230"/>
          <p:cNvSpPr/>
          <p:nvPr/>
        </p:nvSpPr>
        <p:spPr>
          <a:xfrm>
            <a:off x="9629553" y="51657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3" name="Shape 1231"/>
          <p:cNvSpPr/>
          <p:nvPr/>
        </p:nvSpPr>
        <p:spPr>
          <a:xfrm>
            <a:off x="9485845" y="59991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4" name="Shape 1232"/>
          <p:cNvSpPr/>
          <p:nvPr/>
        </p:nvSpPr>
        <p:spPr>
          <a:xfrm>
            <a:off x="9465894" y="50302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5" name="Shape 1233"/>
          <p:cNvSpPr/>
          <p:nvPr/>
        </p:nvSpPr>
        <p:spPr>
          <a:xfrm>
            <a:off x="9553345" y="50615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6" name="Shape 1234"/>
          <p:cNvSpPr/>
          <p:nvPr/>
        </p:nvSpPr>
        <p:spPr>
          <a:xfrm>
            <a:off x="9372375" y="50761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7" name="Shape 1235"/>
          <p:cNvSpPr/>
          <p:nvPr/>
        </p:nvSpPr>
        <p:spPr>
          <a:xfrm>
            <a:off x="9238777" y="56317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8" name="Shape 1236"/>
          <p:cNvSpPr/>
          <p:nvPr/>
        </p:nvSpPr>
        <p:spPr>
          <a:xfrm>
            <a:off x="9461015" y="54357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9" name="Shape 1237"/>
          <p:cNvSpPr/>
          <p:nvPr/>
        </p:nvSpPr>
        <p:spPr>
          <a:xfrm>
            <a:off x="9505661" y="59880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0" name="Shape 1238"/>
          <p:cNvSpPr/>
          <p:nvPr/>
        </p:nvSpPr>
        <p:spPr>
          <a:xfrm>
            <a:off x="9444156" y="5303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1" name="Shape 1239"/>
          <p:cNvSpPr/>
          <p:nvPr/>
        </p:nvSpPr>
        <p:spPr>
          <a:xfrm>
            <a:off x="9566640" y="52793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2" name="Shape 1240"/>
          <p:cNvSpPr/>
          <p:nvPr/>
        </p:nvSpPr>
        <p:spPr>
          <a:xfrm>
            <a:off x="9527223" y="52758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3" name="Shape 1241"/>
          <p:cNvSpPr/>
          <p:nvPr/>
        </p:nvSpPr>
        <p:spPr>
          <a:xfrm>
            <a:off x="9263311" y="52651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4" name="Shape 1242"/>
          <p:cNvSpPr/>
          <p:nvPr/>
        </p:nvSpPr>
        <p:spPr>
          <a:xfrm>
            <a:off x="9241730" y="59367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5" name="Shape 1243"/>
          <p:cNvSpPr/>
          <p:nvPr/>
        </p:nvSpPr>
        <p:spPr>
          <a:xfrm>
            <a:off x="9454661" y="62430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6" name="Shape 1244"/>
          <p:cNvSpPr/>
          <p:nvPr/>
        </p:nvSpPr>
        <p:spPr>
          <a:xfrm>
            <a:off x="9286839" y="56136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7" name="Shape 1245"/>
          <p:cNvSpPr/>
          <p:nvPr/>
        </p:nvSpPr>
        <p:spPr>
          <a:xfrm>
            <a:off x="9322052" y="57662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8" name="Shape 1246"/>
          <p:cNvSpPr/>
          <p:nvPr/>
        </p:nvSpPr>
        <p:spPr>
          <a:xfrm>
            <a:off x="9599965" y="61126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9" name="Shape 1247"/>
          <p:cNvSpPr/>
          <p:nvPr/>
        </p:nvSpPr>
        <p:spPr>
          <a:xfrm>
            <a:off x="9245117" y="60611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0" name="Shape 1248"/>
          <p:cNvSpPr/>
          <p:nvPr/>
        </p:nvSpPr>
        <p:spPr>
          <a:xfrm>
            <a:off x="9617782" y="5114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1" name="Shape 1249"/>
          <p:cNvSpPr/>
          <p:nvPr/>
        </p:nvSpPr>
        <p:spPr>
          <a:xfrm>
            <a:off x="9261738" y="4908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2" name="Shape 1250"/>
          <p:cNvSpPr/>
          <p:nvPr/>
        </p:nvSpPr>
        <p:spPr>
          <a:xfrm>
            <a:off x="9497572" y="48540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3" name="Shape 1251"/>
          <p:cNvSpPr/>
          <p:nvPr/>
        </p:nvSpPr>
        <p:spPr>
          <a:xfrm>
            <a:off x="9211304" y="65540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4" name="Shape 1252"/>
          <p:cNvSpPr/>
          <p:nvPr/>
        </p:nvSpPr>
        <p:spPr>
          <a:xfrm>
            <a:off x="9375276" y="6198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5" name="Shape 1253"/>
          <p:cNvSpPr/>
          <p:nvPr/>
        </p:nvSpPr>
        <p:spPr>
          <a:xfrm>
            <a:off x="9539312" y="6017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6" name="Shape 1254"/>
          <p:cNvSpPr/>
          <p:nvPr/>
        </p:nvSpPr>
        <p:spPr>
          <a:xfrm>
            <a:off x="9216356" y="60829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7" name="Shape 1255"/>
          <p:cNvSpPr/>
          <p:nvPr/>
        </p:nvSpPr>
        <p:spPr>
          <a:xfrm>
            <a:off x="9583560" y="64593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8" name="Shape 1256"/>
          <p:cNvSpPr/>
          <p:nvPr/>
        </p:nvSpPr>
        <p:spPr>
          <a:xfrm>
            <a:off x="9497784" y="61567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9" name="Shape 1257"/>
          <p:cNvSpPr/>
          <p:nvPr/>
        </p:nvSpPr>
        <p:spPr>
          <a:xfrm>
            <a:off x="9291795" y="63274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60" name="Shape 1258"/>
          <p:cNvSpPr/>
          <p:nvPr/>
        </p:nvSpPr>
        <p:spPr>
          <a:xfrm>
            <a:off x="9391232" y="62512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61" name="Shape 1259"/>
          <p:cNvSpPr/>
          <p:nvPr/>
        </p:nvSpPr>
        <p:spPr>
          <a:xfrm>
            <a:off x="9503780" y="66774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62" name="Shape 1260"/>
          <p:cNvSpPr/>
          <p:nvPr/>
        </p:nvSpPr>
        <p:spPr>
          <a:xfrm>
            <a:off x="9264752" y="66659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63" name="Shape 1261"/>
          <p:cNvSpPr/>
          <p:nvPr/>
        </p:nvSpPr>
        <p:spPr>
          <a:xfrm>
            <a:off x="9289753" y="5225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64" name="Shape 1262"/>
          <p:cNvSpPr/>
          <p:nvPr/>
        </p:nvSpPr>
        <p:spPr>
          <a:xfrm>
            <a:off x="9411040" y="64047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65" name="Shape 1263"/>
          <p:cNvSpPr/>
          <p:nvPr/>
        </p:nvSpPr>
        <p:spPr>
          <a:xfrm>
            <a:off x="9436100" y="4704639"/>
            <a:ext cx="0" cy="1879452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1266" name="Shape 1264"/>
          <p:cNvSpPr/>
          <p:nvPr/>
        </p:nvSpPr>
        <p:spPr>
          <a:xfrm>
            <a:off x="9321800" y="6584091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1267" name="Shape 1265"/>
          <p:cNvSpPr/>
          <p:nvPr/>
        </p:nvSpPr>
        <p:spPr>
          <a:xfrm>
            <a:off x="9321800" y="4704639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1268" name="Shape 1266"/>
          <p:cNvSpPr/>
          <p:nvPr/>
        </p:nvSpPr>
        <p:spPr>
          <a:xfrm>
            <a:off x="9271000" y="5512013"/>
            <a:ext cx="330200" cy="522703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1269" name="Shape 1267"/>
          <p:cNvSpPr/>
          <p:nvPr/>
        </p:nvSpPr>
        <p:spPr>
          <a:xfrm>
            <a:off x="9271000" y="5845619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1270" name="Shape 1268"/>
          <p:cNvSpPr/>
          <p:nvPr/>
        </p:nvSpPr>
        <p:spPr>
          <a:xfrm>
            <a:off x="9436100" y="74041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271" name="Text 1269"/>
          <p:cNvSpPr/>
          <p:nvPr/>
        </p:nvSpPr>
        <p:spPr>
          <a:xfrm rot="19860000">
            <a:off x="8382000" y="8026400"/>
            <a:ext cx="21082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1272" name="Shape 1270"/>
          <p:cNvSpPr/>
          <p:nvPr/>
        </p:nvSpPr>
        <p:spPr>
          <a:xfrm>
            <a:off x="11072892" y="518191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3" name="Shape 1271"/>
          <p:cNvSpPr/>
          <p:nvPr/>
        </p:nvSpPr>
        <p:spPr>
          <a:xfrm>
            <a:off x="11029944" y="516589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4" name="Shape 1272"/>
          <p:cNvSpPr/>
          <p:nvPr/>
        </p:nvSpPr>
        <p:spPr>
          <a:xfrm>
            <a:off x="10781958" y="50093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5" name="Shape 1273"/>
          <p:cNvSpPr/>
          <p:nvPr/>
        </p:nvSpPr>
        <p:spPr>
          <a:xfrm>
            <a:off x="10999874" y="506640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6" name="Shape 1274"/>
          <p:cNvSpPr/>
          <p:nvPr/>
        </p:nvSpPr>
        <p:spPr>
          <a:xfrm>
            <a:off x="10664740" y="53092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7" name="Shape 1275"/>
          <p:cNvSpPr/>
          <p:nvPr/>
        </p:nvSpPr>
        <p:spPr>
          <a:xfrm>
            <a:off x="10863556" y="524743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8" name="Shape 1276"/>
          <p:cNvSpPr/>
          <p:nvPr/>
        </p:nvSpPr>
        <p:spPr>
          <a:xfrm>
            <a:off x="10833448" y="524640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9" name="Shape 1277"/>
          <p:cNvSpPr/>
          <p:nvPr/>
        </p:nvSpPr>
        <p:spPr>
          <a:xfrm>
            <a:off x="10888425" y="54122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0" name="Shape 1278"/>
          <p:cNvSpPr/>
          <p:nvPr/>
        </p:nvSpPr>
        <p:spPr>
          <a:xfrm>
            <a:off x="10867588" y="51906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1" name="Shape 1279"/>
          <p:cNvSpPr/>
          <p:nvPr/>
        </p:nvSpPr>
        <p:spPr>
          <a:xfrm>
            <a:off x="11077466" y="493784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2" name="Shape 1280"/>
          <p:cNvSpPr/>
          <p:nvPr/>
        </p:nvSpPr>
        <p:spPr>
          <a:xfrm>
            <a:off x="10878570" y="545933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3" name="Shape 1281"/>
          <p:cNvSpPr/>
          <p:nvPr/>
        </p:nvSpPr>
        <p:spPr>
          <a:xfrm>
            <a:off x="11023117" y="47210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4" name="Shape 1282"/>
          <p:cNvSpPr/>
          <p:nvPr/>
        </p:nvSpPr>
        <p:spPr>
          <a:xfrm>
            <a:off x="10864513" y="525472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5" name="Shape 1283"/>
          <p:cNvSpPr/>
          <p:nvPr/>
        </p:nvSpPr>
        <p:spPr>
          <a:xfrm>
            <a:off x="11066236" y="533234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6" name="Shape 1284"/>
          <p:cNvSpPr/>
          <p:nvPr/>
        </p:nvSpPr>
        <p:spPr>
          <a:xfrm>
            <a:off x="10704828" y="470809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7" name="Shape 1285"/>
          <p:cNvSpPr/>
          <p:nvPr/>
        </p:nvSpPr>
        <p:spPr>
          <a:xfrm>
            <a:off x="10696481" y="501467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8" name="Shape 1286"/>
          <p:cNvSpPr/>
          <p:nvPr/>
        </p:nvSpPr>
        <p:spPr>
          <a:xfrm>
            <a:off x="10722188" y="54632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9" name="Shape 1287"/>
          <p:cNvSpPr/>
          <p:nvPr/>
        </p:nvSpPr>
        <p:spPr>
          <a:xfrm>
            <a:off x="10811988" y="465595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0" name="Shape 1288"/>
          <p:cNvSpPr/>
          <p:nvPr/>
        </p:nvSpPr>
        <p:spPr>
          <a:xfrm>
            <a:off x="10713561" y="501525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1" name="Shape 1289"/>
          <p:cNvSpPr/>
          <p:nvPr/>
        </p:nvSpPr>
        <p:spPr>
          <a:xfrm>
            <a:off x="11023363" y="52100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2" name="Shape 1290"/>
          <p:cNvSpPr/>
          <p:nvPr/>
        </p:nvSpPr>
        <p:spPr>
          <a:xfrm>
            <a:off x="11036345" y="515293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3" name="Shape 1291"/>
          <p:cNvSpPr/>
          <p:nvPr/>
        </p:nvSpPr>
        <p:spPr>
          <a:xfrm>
            <a:off x="10722252" y="516860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4" name="Shape 1292"/>
          <p:cNvSpPr/>
          <p:nvPr/>
        </p:nvSpPr>
        <p:spPr>
          <a:xfrm>
            <a:off x="10827115" y="49644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5" name="Shape 1293"/>
          <p:cNvSpPr/>
          <p:nvPr/>
        </p:nvSpPr>
        <p:spPr>
          <a:xfrm>
            <a:off x="10696880" y="511204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6" name="Shape 1294"/>
          <p:cNvSpPr/>
          <p:nvPr/>
        </p:nvSpPr>
        <p:spPr>
          <a:xfrm>
            <a:off x="10681675" y="51384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7" name="Shape 1295"/>
          <p:cNvSpPr/>
          <p:nvPr/>
        </p:nvSpPr>
        <p:spPr>
          <a:xfrm>
            <a:off x="10849917" y="53165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8" name="Shape 1296"/>
          <p:cNvSpPr/>
          <p:nvPr/>
        </p:nvSpPr>
        <p:spPr>
          <a:xfrm>
            <a:off x="10729253" y="487220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9" name="Shape 1297"/>
          <p:cNvSpPr/>
          <p:nvPr/>
        </p:nvSpPr>
        <p:spPr>
          <a:xfrm>
            <a:off x="11046452" y="531986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0" name="Shape 1298"/>
          <p:cNvSpPr/>
          <p:nvPr/>
        </p:nvSpPr>
        <p:spPr>
          <a:xfrm>
            <a:off x="10801526" y="52263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1" name="Shape 1299"/>
          <p:cNvSpPr/>
          <p:nvPr/>
        </p:nvSpPr>
        <p:spPr>
          <a:xfrm>
            <a:off x="10766804" y="48157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2" name="Shape 1300"/>
          <p:cNvSpPr/>
          <p:nvPr/>
        </p:nvSpPr>
        <p:spPr>
          <a:xfrm>
            <a:off x="10654744" y="49389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3" name="Shape 1301"/>
          <p:cNvSpPr/>
          <p:nvPr/>
        </p:nvSpPr>
        <p:spPr>
          <a:xfrm>
            <a:off x="11073653" y="48955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4" name="Shape 1302"/>
          <p:cNvSpPr/>
          <p:nvPr/>
        </p:nvSpPr>
        <p:spPr>
          <a:xfrm>
            <a:off x="10834129" y="507485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5" name="Shape 1303"/>
          <p:cNvSpPr/>
          <p:nvPr/>
        </p:nvSpPr>
        <p:spPr>
          <a:xfrm>
            <a:off x="10800787" y="509220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6" name="Shape 1304"/>
          <p:cNvSpPr/>
          <p:nvPr/>
        </p:nvSpPr>
        <p:spPr>
          <a:xfrm>
            <a:off x="11049855" y="523368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7" name="Shape 1305"/>
          <p:cNvSpPr/>
          <p:nvPr/>
        </p:nvSpPr>
        <p:spPr>
          <a:xfrm>
            <a:off x="11000794" y="505625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8" name="Shape 1306"/>
          <p:cNvSpPr/>
          <p:nvPr/>
        </p:nvSpPr>
        <p:spPr>
          <a:xfrm>
            <a:off x="10693730" y="48073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9" name="Shape 1307"/>
          <p:cNvSpPr/>
          <p:nvPr/>
        </p:nvSpPr>
        <p:spPr>
          <a:xfrm>
            <a:off x="10770511" y="520167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0" name="Shape 1308"/>
          <p:cNvSpPr/>
          <p:nvPr/>
        </p:nvSpPr>
        <p:spPr>
          <a:xfrm>
            <a:off x="10814777" y="519099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1" name="Shape 1309"/>
          <p:cNvSpPr/>
          <p:nvPr/>
        </p:nvSpPr>
        <p:spPr>
          <a:xfrm>
            <a:off x="10777829" y="530371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2" name="Shape 1310"/>
          <p:cNvSpPr/>
          <p:nvPr/>
        </p:nvSpPr>
        <p:spPr>
          <a:xfrm>
            <a:off x="10934529" y="508654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3" name="Shape 1311"/>
          <p:cNvSpPr/>
          <p:nvPr/>
        </p:nvSpPr>
        <p:spPr>
          <a:xfrm>
            <a:off x="10813778" y="506626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4" name="Shape 1312"/>
          <p:cNvSpPr/>
          <p:nvPr/>
        </p:nvSpPr>
        <p:spPr>
          <a:xfrm>
            <a:off x="10711411" y="489529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5" name="Shape 1313"/>
          <p:cNvSpPr/>
          <p:nvPr/>
        </p:nvSpPr>
        <p:spPr>
          <a:xfrm>
            <a:off x="10734943" y="485132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6" name="Shape 1314"/>
          <p:cNvSpPr/>
          <p:nvPr/>
        </p:nvSpPr>
        <p:spPr>
          <a:xfrm>
            <a:off x="10653908" y="552651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7" name="Shape 1315"/>
          <p:cNvSpPr/>
          <p:nvPr/>
        </p:nvSpPr>
        <p:spPr>
          <a:xfrm>
            <a:off x="10859929" y="530021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8" name="Shape 1316"/>
          <p:cNvSpPr/>
          <p:nvPr/>
        </p:nvSpPr>
        <p:spPr>
          <a:xfrm>
            <a:off x="10795749" y="477892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9" name="Shape 1317"/>
          <p:cNvSpPr/>
          <p:nvPr/>
        </p:nvSpPr>
        <p:spPr>
          <a:xfrm>
            <a:off x="10650499" y="519783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0" name="Shape 1318"/>
          <p:cNvSpPr/>
          <p:nvPr/>
        </p:nvSpPr>
        <p:spPr>
          <a:xfrm>
            <a:off x="10859115" y="51150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1" name="Shape 1319"/>
          <p:cNvSpPr/>
          <p:nvPr/>
        </p:nvSpPr>
        <p:spPr>
          <a:xfrm>
            <a:off x="10870303" y="483740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2" name="Shape 1320"/>
          <p:cNvSpPr/>
          <p:nvPr/>
        </p:nvSpPr>
        <p:spPr>
          <a:xfrm>
            <a:off x="10778403" y="51491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3" name="Shape 1321"/>
          <p:cNvSpPr/>
          <p:nvPr/>
        </p:nvSpPr>
        <p:spPr>
          <a:xfrm>
            <a:off x="10764233" y="508011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4" name="Shape 1322"/>
          <p:cNvSpPr/>
          <p:nvPr/>
        </p:nvSpPr>
        <p:spPr>
          <a:xfrm>
            <a:off x="10920626" y="521486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5" name="Shape 1323"/>
          <p:cNvSpPr/>
          <p:nvPr/>
        </p:nvSpPr>
        <p:spPr>
          <a:xfrm>
            <a:off x="10680196" y="538326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6" name="Shape 1324"/>
          <p:cNvSpPr/>
          <p:nvPr/>
        </p:nvSpPr>
        <p:spPr>
          <a:xfrm>
            <a:off x="10794501" y="523090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7" name="Shape 1325"/>
          <p:cNvSpPr/>
          <p:nvPr/>
        </p:nvSpPr>
        <p:spPr>
          <a:xfrm>
            <a:off x="11006947" y="488303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8" name="Shape 1326"/>
          <p:cNvSpPr/>
          <p:nvPr/>
        </p:nvSpPr>
        <p:spPr>
          <a:xfrm>
            <a:off x="10892488" y="53714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9" name="Shape 1327"/>
          <p:cNvSpPr/>
          <p:nvPr/>
        </p:nvSpPr>
        <p:spPr>
          <a:xfrm>
            <a:off x="10954684" y="51357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0" name="Shape 1328"/>
          <p:cNvSpPr/>
          <p:nvPr/>
        </p:nvSpPr>
        <p:spPr>
          <a:xfrm>
            <a:off x="10832755" y="487243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1" name="Shape 1329"/>
          <p:cNvSpPr/>
          <p:nvPr/>
        </p:nvSpPr>
        <p:spPr>
          <a:xfrm>
            <a:off x="11032613" y="558612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2" name="Shape 1330"/>
          <p:cNvSpPr/>
          <p:nvPr/>
        </p:nvSpPr>
        <p:spPr>
          <a:xfrm>
            <a:off x="10860331" y="493992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3" name="Shape 1331"/>
          <p:cNvSpPr/>
          <p:nvPr/>
        </p:nvSpPr>
        <p:spPr>
          <a:xfrm>
            <a:off x="10927308" y="51686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4" name="Shape 1332"/>
          <p:cNvSpPr/>
          <p:nvPr/>
        </p:nvSpPr>
        <p:spPr>
          <a:xfrm>
            <a:off x="10679842" y="52381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5" name="Shape 1333"/>
          <p:cNvSpPr/>
          <p:nvPr/>
        </p:nvSpPr>
        <p:spPr>
          <a:xfrm>
            <a:off x="10857117" y="464991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6" name="Shape 1334"/>
          <p:cNvSpPr/>
          <p:nvPr/>
        </p:nvSpPr>
        <p:spPr>
          <a:xfrm>
            <a:off x="10785320" y="523042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7" name="Shape 1335"/>
          <p:cNvSpPr/>
          <p:nvPr/>
        </p:nvSpPr>
        <p:spPr>
          <a:xfrm>
            <a:off x="10656891" y="51821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8" name="Shape 1336"/>
          <p:cNvSpPr/>
          <p:nvPr/>
        </p:nvSpPr>
        <p:spPr>
          <a:xfrm>
            <a:off x="10925320" y="481792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9" name="Shape 1337"/>
          <p:cNvSpPr/>
          <p:nvPr/>
        </p:nvSpPr>
        <p:spPr>
          <a:xfrm>
            <a:off x="10934741" y="52651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0" name="Shape 1338"/>
          <p:cNvSpPr/>
          <p:nvPr/>
        </p:nvSpPr>
        <p:spPr>
          <a:xfrm>
            <a:off x="10763231" y="52464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1" name="Shape 1339"/>
          <p:cNvSpPr/>
          <p:nvPr/>
        </p:nvSpPr>
        <p:spPr>
          <a:xfrm>
            <a:off x="10861513" y="49509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2" name="Shape 1340"/>
          <p:cNvSpPr/>
          <p:nvPr/>
        </p:nvSpPr>
        <p:spPr>
          <a:xfrm>
            <a:off x="11024727" y="516737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3" name="Shape 1341"/>
          <p:cNvSpPr/>
          <p:nvPr/>
        </p:nvSpPr>
        <p:spPr>
          <a:xfrm>
            <a:off x="10891258" y="528932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4" name="Shape 1342"/>
          <p:cNvSpPr/>
          <p:nvPr/>
        </p:nvSpPr>
        <p:spPr>
          <a:xfrm>
            <a:off x="10842056" y="497418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5" name="Shape 1343"/>
          <p:cNvSpPr/>
          <p:nvPr/>
        </p:nvSpPr>
        <p:spPr>
          <a:xfrm>
            <a:off x="10704895" y="506160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6" name="Shape 1344"/>
          <p:cNvSpPr/>
          <p:nvPr/>
        </p:nvSpPr>
        <p:spPr>
          <a:xfrm>
            <a:off x="10871704" y="527869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7" name="Shape 1345"/>
          <p:cNvSpPr/>
          <p:nvPr/>
        </p:nvSpPr>
        <p:spPr>
          <a:xfrm>
            <a:off x="10969758" y="493213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8" name="Shape 1346"/>
          <p:cNvSpPr/>
          <p:nvPr/>
        </p:nvSpPr>
        <p:spPr>
          <a:xfrm>
            <a:off x="10817006" y="52122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9" name="Shape 1347"/>
          <p:cNvSpPr/>
          <p:nvPr/>
        </p:nvSpPr>
        <p:spPr>
          <a:xfrm>
            <a:off x="10677641" y="532445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0" name="Shape 1348"/>
          <p:cNvSpPr/>
          <p:nvPr/>
        </p:nvSpPr>
        <p:spPr>
          <a:xfrm>
            <a:off x="10812068" y="53143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1" name="Shape 1349"/>
          <p:cNvSpPr/>
          <p:nvPr/>
        </p:nvSpPr>
        <p:spPr>
          <a:xfrm>
            <a:off x="10959022" y="456462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2" name="Shape 1350"/>
          <p:cNvSpPr/>
          <p:nvPr/>
        </p:nvSpPr>
        <p:spPr>
          <a:xfrm>
            <a:off x="11039949" y="443384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3" name="Shape 1351"/>
          <p:cNvSpPr/>
          <p:nvPr/>
        </p:nvSpPr>
        <p:spPr>
          <a:xfrm>
            <a:off x="10789053" y="50511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4" name="Shape 1352"/>
          <p:cNvSpPr/>
          <p:nvPr/>
        </p:nvSpPr>
        <p:spPr>
          <a:xfrm>
            <a:off x="11035106" y="525460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5" name="Shape 1353"/>
          <p:cNvSpPr/>
          <p:nvPr/>
        </p:nvSpPr>
        <p:spPr>
          <a:xfrm>
            <a:off x="10792037" y="529727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6" name="Shape 1354"/>
          <p:cNvSpPr/>
          <p:nvPr/>
        </p:nvSpPr>
        <p:spPr>
          <a:xfrm>
            <a:off x="10908485" y="541061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7" name="Shape 1355"/>
          <p:cNvSpPr/>
          <p:nvPr/>
        </p:nvSpPr>
        <p:spPr>
          <a:xfrm>
            <a:off x="11060959" y="513797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8" name="Shape 1356"/>
          <p:cNvSpPr/>
          <p:nvPr/>
        </p:nvSpPr>
        <p:spPr>
          <a:xfrm>
            <a:off x="10669317" y="55420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9" name="Shape 1357"/>
          <p:cNvSpPr/>
          <p:nvPr/>
        </p:nvSpPr>
        <p:spPr>
          <a:xfrm>
            <a:off x="10669511" y="513422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0" name="Shape 1358"/>
          <p:cNvSpPr/>
          <p:nvPr/>
        </p:nvSpPr>
        <p:spPr>
          <a:xfrm>
            <a:off x="11057008" y="551019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1" name="Shape 1359"/>
          <p:cNvSpPr/>
          <p:nvPr/>
        </p:nvSpPr>
        <p:spPr>
          <a:xfrm>
            <a:off x="10758621" y="445385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2" name="Shape 1360"/>
          <p:cNvSpPr/>
          <p:nvPr/>
        </p:nvSpPr>
        <p:spPr>
          <a:xfrm>
            <a:off x="10895271" y="444913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3" name="Shape 1361"/>
          <p:cNvSpPr/>
          <p:nvPr/>
        </p:nvSpPr>
        <p:spPr>
          <a:xfrm>
            <a:off x="10649553" y="55345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4" name="Shape 1362"/>
          <p:cNvSpPr/>
          <p:nvPr/>
        </p:nvSpPr>
        <p:spPr>
          <a:xfrm>
            <a:off x="10884007" y="570345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5" name="Shape 1363"/>
          <p:cNvSpPr/>
          <p:nvPr/>
        </p:nvSpPr>
        <p:spPr>
          <a:xfrm>
            <a:off x="10843900" y="552582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6" name="Shape 1364"/>
          <p:cNvSpPr/>
          <p:nvPr/>
        </p:nvSpPr>
        <p:spPr>
          <a:xfrm>
            <a:off x="11004226" y="391947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7" name="Shape 1365"/>
          <p:cNvSpPr/>
          <p:nvPr/>
        </p:nvSpPr>
        <p:spPr>
          <a:xfrm>
            <a:off x="10984528" y="458941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8" name="Shape 1366"/>
          <p:cNvSpPr/>
          <p:nvPr/>
        </p:nvSpPr>
        <p:spPr>
          <a:xfrm>
            <a:off x="10682926" y="42975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9" name="Shape 1367"/>
          <p:cNvSpPr/>
          <p:nvPr/>
        </p:nvSpPr>
        <p:spPr>
          <a:xfrm>
            <a:off x="11021114" y="54206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0" name="Shape 1368"/>
          <p:cNvSpPr/>
          <p:nvPr/>
        </p:nvSpPr>
        <p:spPr>
          <a:xfrm>
            <a:off x="10786834" y="530477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1" name="Shape 1369"/>
          <p:cNvSpPr/>
          <p:nvPr/>
        </p:nvSpPr>
        <p:spPr>
          <a:xfrm>
            <a:off x="10744416" y="51378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2" name="Shape 1370"/>
          <p:cNvSpPr/>
          <p:nvPr/>
        </p:nvSpPr>
        <p:spPr>
          <a:xfrm>
            <a:off x="10839527" y="527015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3" name="Shape 1371"/>
          <p:cNvSpPr/>
          <p:nvPr/>
        </p:nvSpPr>
        <p:spPr>
          <a:xfrm>
            <a:off x="11042730" y="444200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4" name="Shape 1372"/>
          <p:cNvSpPr/>
          <p:nvPr/>
        </p:nvSpPr>
        <p:spPr>
          <a:xfrm>
            <a:off x="10924492" y="493479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5" name="Shape 1373"/>
          <p:cNvSpPr/>
          <p:nvPr/>
        </p:nvSpPr>
        <p:spPr>
          <a:xfrm>
            <a:off x="10860896" y="479300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6" name="Shape 1374"/>
          <p:cNvSpPr/>
          <p:nvPr/>
        </p:nvSpPr>
        <p:spPr>
          <a:xfrm>
            <a:off x="10990789" y="574272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7" name="Shape 1375"/>
          <p:cNvSpPr/>
          <p:nvPr/>
        </p:nvSpPr>
        <p:spPr>
          <a:xfrm>
            <a:off x="10883993" y="53976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8" name="Shape 1376"/>
          <p:cNvSpPr/>
          <p:nvPr/>
        </p:nvSpPr>
        <p:spPr>
          <a:xfrm>
            <a:off x="10824067" y="513265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9" name="Shape 1377"/>
          <p:cNvSpPr/>
          <p:nvPr/>
        </p:nvSpPr>
        <p:spPr>
          <a:xfrm>
            <a:off x="10913671" y="54680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0" name="Shape 1378"/>
          <p:cNvSpPr/>
          <p:nvPr/>
        </p:nvSpPr>
        <p:spPr>
          <a:xfrm>
            <a:off x="10872457" y="509688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1" name="Shape 1379"/>
          <p:cNvSpPr/>
          <p:nvPr/>
        </p:nvSpPr>
        <p:spPr>
          <a:xfrm>
            <a:off x="10899829" y="400280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2" name="Shape 1380"/>
          <p:cNvSpPr/>
          <p:nvPr/>
        </p:nvSpPr>
        <p:spPr>
          <a:xfrm>
            <a:off x="10703643" y="455464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3" name="Shape 1381"/>
          <p:cNvSpPr/>
          <p:nvPr/>
        </p:nvSpPr>
        <p:spPr>
          <a:xfrm>
            <a:off x="11055063" y="479055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4" name="Shape 1382"/>
          <p:cNvSpPr/>
          <p:nvPr/>
        </p:nvSpPr>
        <p:spPr>
          <a:xfrm>
            <a:off x="10762436" y="492027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5" name="Shape 1383"/>
          <p:cNvSpPr/>
          <p:nvPr/>
        </p:nvSpPr>
        <p:spPr>
          <a:xfrm>
            <a:off x="11037057" y="486575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6" name="Shape 1384"/>
          <p:cNvSpPr/>
          <p:nvPr/>
        </p:nvSpPr>
        <p:spPr>
          <a:xfrm>
            <a:off x="10752886" y="48509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7" name="Shape 1385"/>
          <p:cNvSpPr/>
          <p:nvPr/>
        </p:nvSpPr>
        <p:spPr>
          <a:xfrm>
            <a:off x="10965129" y="47375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8" name="Shape 1386"/>
          <p:cNvSpPr/>
          <p:nvPr/>
        </p:nvSpPr>
        <p:spPr>
          <a:xfrm>
            <a:off x="11013149" y="506496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9" name="Shape 1387"/>
          <p:cNvSpPr/>
          <p:nvPr/>
        </p:nvSpPr>
        <p:spPr>
          <a:xfrm>
            <a:off x="11054875" y="52645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0" name="Shape 1388"/>
          <p:cNvSpPr/>
          <p:nvPr/>
        </p:nvSpPr>
        <p:spPr>
          <a:xfrm>
            <a:off x="10698007" y="498984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1" name="Shape 1389"/>
          <p:cNvSpPr/>
          <p:nvPr/>
        </p:nvSpPr>
        <p:spPr>
          <a:xfrm>
            <a:off x="10910974" y="518697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2" name="Shape 1390"/>
          <p:cNvSpPr/>
          <p:nvPr/>
        </p:nvSpPr>
        <p:spPr>
          <a:xfrm>
            <a:off x="10788286" y="493973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3" name="Shape 1391"/>
          <p:cNvSpPr/>
          <p:nvPr/>
        </p:nvSpPr>
        <p:spPr>
          <a:xfrm>
            <a:off x="10810113" y="48575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4" name="Shape 1392"/>
          <p:cNvSpPr/>
          <p:nvPr/>
        </p:nvSpPr>
        <p:spPr>
          <a:xfrm>
            <a:off x="10747314" y="571574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5" name="Shape 1393"/>
          <p:cNvSpPr/>
          <p:nvPr/>
        </p:nvSpPr>
        <p:spPr>
          <a:xfrm>
            <a:off x="10873088" y="57044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6" name="Shape 1394"/>
          <p:cNvSpPr/>
          <p:nvPr/>
        </p:nvSpPr>
        <p:spPr>
          <a:xfrm>
            <a:off x="10737419" y="48329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7" name="Shape 1395"/>
          <p:cNvSpPr/>
          <p:nvPr/>
        </p:nvSpPr>
        <p:spPr>
          <a:xfrm>
            <a:off x="10864971" y="561268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8" name="Shape 1396"/>
          <p:cNvSpPr/>
          <p:nvPr/>
        </p:nvSpPr>
        <p:spPr>
          <a:xfrm>
            <a:off x="11008967" y="445050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9" name="Shape 1397"/>
          <p:cNvSpPr/>
          <p:nvPr/>
        </p:nvSpPr>
        <p:spPr>
          <a:xfrm>
            <a:off x="10929835" y="524039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0" name="Shape 1398"/>
          <p:cNvSpPr/>
          <p:nvPr/>
        </p:nvSpPr>
        <p:spPr>
          <a:xfrm>
            <a:off x="10751817" y="475294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1" name="Shape 1399"/>
          <p:cNvSpPr/>
          <p:nvPr/>
        </p:nvSpPr>
        <p:spPr>
          <a:xfrm>
            <a:off x="10677761" y="49795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2" name="Shape 1400"/>
          <p:cNvSpPr/>
          <p:nvPr/>
        </p:nvSpPr>
        <p:spPr>
          <a:xfrm>
            <a:off x="11029847" y="462719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3" name="Shape 1401"/>
          <p:cNvSpPr/>
          <p:nvPr/>
        </p:nvSpPr>
        <p:spPr>
          <a:xfrm>
            <a:off x="11001915" y="47431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4" name="Shape 1402"/>
          <p:cNvSpPr/>
          <p:nvPr/>
        </p:nvSpPr>
        <p:spPr>
          <a:xfrm>
            <a:off x="10724140" y="489786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5" name="Shape 1403"/>
          <p:cNvSpPr/>
          <p:nvPr/>
        </p:nvSpPr>
        <p:spPr>
          <a:xfrm>
            <a:off x="10696872" y="476625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6" name="Shape 1404"/>
          <p:cNvSpPr/>
          <p:nvPr/>
        </p:nvSpPr>
        <p:spPr>
          <a:xfrm>
            <a:off x="11064613" y="484394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7" name="Shape 1405"/>
          <p:cNvSpPr/>
          <p:nvPr/>
        </p:nvSpPr>
        <p:spPr>
          <a:xfrm>
            <a:off x="10909856" y="54594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8" name="Shape 1406"/>
          <p:cNvSpPr/>
          <p:nvPr/>
        </p:nvSpPr>
        <p:spPr>
          <a:xfrm>
            <a:off x="10649247" y="564895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9" name="Shape 1407"/>
          <p:cNvSpPr/>
          <p:nvPr/>
        </p:nvSpPr>
        <p:spPr>
          <a:xfrm>
            <a:off x="10760438" y="547446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0" name="Shape 1408"/>
          <p:cNvSpPr/>
          <p:nvPr/>
        </p:nvSpPr>
        <p:spPr>
          <a:xfrm>
            <a:off x="10817959" y="54532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1" name="Shape 1409"/>
          <p:cNvSpPr/>
          <p:nvPr/>
        </p:nvSpPr>
        <p:spPr>
          <a:xfrm>
            <a:off x="10705318" y="54264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2" name="Shape 1410"/>
          <p:cNvSpPr/>
          <p:nvPr/>
        </p:nvSpPr>
        <p:spPr>
          <a:xfrm>
            <a:off x="10732429" y="546644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3" name="Shape 1411"/>
          <p:cNvSpPr/>
          <p:nvPr/>
        </p:nvSpPr>
        <p:spPr>
          <a:xfrm>
            <a:off x="10887182" y="56408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4" name="Shape 1412"/>
          <p:cNvSpPr/>
          <p:nvPr/>
        </p:nvSpPr>
        <p:spPr>
          <a:xfrm>
            <a:off x="11005890" y="56333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5" name="Shape 1413"/>
          <p:cNvSpPr/>
          <p:nvPr/>
        </p:nvSpPr>
        <p:spPr>
          <a:xfrm>
            <a:off x="10830801" y="52950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6" name="Shape 1414"/>
          <p:cNvSpPr/>
          <p:nvPr/>
        </p:nvSpPr>
        <p:spPr>
          <a:xfrm>
            <a:off x="11070799" y="541795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7" name="Shape 1415"/>
          <p:cNvSpPr/>
          <p:nvPr/>
        </p:nvSpPr>
        <p:spPr>
          <a:xfrm>
            <a:off x="10806421" y="365715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8" name="Shape 1416"/>
          <p:cNvSpPr/>
          <p:nvPr/>
        </p:nvSpPr>
        <p:spPr>
          <a:xfrm>
            <a:off x="10939857" y="421095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9" name="Shape 1417"/>
          <p:cNvSpPr/>
          <p:nvPr/>
        </p:nvSpPr>
        <p:spPr>
          <a:xfrm>
            <a:off x="10772701" y="465129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0" name="Shape 1418"/>
          <p:cNvSpPr/>
          <p:nvPr/>
        </p:nvSpPr>
        <p:spPr>
          <a:xfrm>
            <a:off x="10848190" y="554163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1" name="Shape 1419"/>
          <p:cNvSpPr/>
          <p:nvPr/>
        </p:nvSpPr>
        <p:spPr>
          <a:xfrm>
            <a:off x="10746228" y="539924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2" name="Shape 1420"/>
          <p:cNvSpPr/>
          <p:nvPr/>
        </p:nvSpPr>
        <p:spPr>
          <a:xfrm>
            <a:off x="10648743" y="408414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3" name="Shape 1421"/>
          <p:cNvSpPr/>
          <p:nvPr/>
        </p:nvSpPr>
        <p:spPr>
          <a:xfrm>
            <a:off x="11012128" y="27242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4" name="Shape 1422"/>
          <p:cNvSpPr/>
          <p:nvPr/>
        </p:nvSpPr>
        <p:spPr>
          <a:xfrm>
            <a:off x="10767173" y="301870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5" name="Shape 1423"/>
          <p:cNvSpPr/>
          <p:nvPr/>
        </p:nvSpPr>
        <p:spPr>
          <a:xfrm>
            <a:off x="11074639" y="53052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6" name="Shape 1424"/>
          <p:cNvSpPr/>
          <p:nvPr/>
        </p:nvSpPr>
        <p:spPr>
          <a:xfrm>
            <a:off x="10924640" y="572605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7" name="Shape 1425"/>
          <p:cNvSpPr/>
          <p:nvPr/>
        </p:nvSpPr>
        <p:spPr>
          <a:xfrm>
            <a:off x="10713816" y="561365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8" name="Shape 1426"/>
          <p:cNvSpPr/>
          <p:nvPr/>
        </p:nvSpPr>
        <p:spPr>
          <a:xfrm>
            <a:off x="10935078" y="574444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9" name="Shape 1427"/>
          <p:cNvSpPr/>
          <p:nvPr/>
        </p:nvSpPr>
        <p:spPr>
          <a:xfrm>
            <a:off x="10803004" y="442799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0" name="Shape 1428"/>
          <p:cNvSpPr/>
          <p:nvPr/>
        </p:nvSpPr>
        <p:spPr>
          <a:xfrm>
            <a:off x="10759449" y="573988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1" name="Shape 1429"/>
          <p:cNvSpPr/>
          <p:nvPr/>
        </p:nvSpPr>
        <p:spPr>
          <a:xfrm>
            <a:off x="10869591" y="32746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2" name="Shape 1430"/>
          <p:cNvSpPr/>
          <p:nvPr/>
        </p:nvSpPr>
        <p:spPr>
          <a:xfrm>
            <a:off x="10901673" y="47195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3" name="Shape 1431"/>
          <p:cNvSpPr/>
          <p:nvPr/>
        </p:nvSpPr>
        <p:spPr>
          <a:xfrm>
            <a:off x="10706603" y="480272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4" name="Shape 1432"/>
          <p:cNvSpPr/>
          <p:nvPr/>
        </p:nvSpPr>
        <p:spPr>
          <a:xfrm>
            <a:off x="10897593" y="480143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5" name="Shape 1433"/>
          <p:cNvSpPr/>
          <p:nvPr/>
        </p:nvSpPr>
        <p:spPr>
          <a:xfrm>
            <a:off x="10876238" y="468497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6" name="Shape 1434"/>
          <p:cNvSpPr/>
          <p:nvPr/>
        </p:nvSpPr>
        <p:spPr>
          <a:xfrm>
            <a:off x="10668323" y="506001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7" name="Shape 1435"/>
          <p:cNvSpPr/>
          <p:nvPr/>
        </p:nvSpPr>
        <p:spPr>
          <a:xfrm>
            <a:off x="10824611" y="514089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8" name="Shape 1436"/>
          <p:cNvSpPr/>
          <p:nvPr/>
        </p:nvSpPr>
        <p:spPr>
          <a:xfrm>
            <a:off x="10908643" y="43924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9" name="Shape 1437"/>
          <p:cNvSpPr/>
          <p:nvPr/>
        </p:nvSpPr>
        <p:spPr>
          <a:xfrm>
            <a:off x="10895952" y="490170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0" name="Shape 1438"/>
          <p:cNvSpPr/>
          <p:nvPr/>
        </p:nvSpPr>
        <p:spPr>
          <a:xfrm>
            <a:off x="10964335" y="50421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1" name="Shape 1439"/>
          <p:cNvSpPr/>
          <p:nvPr/>
        </p:nvSpPr>
        <p:spPr>
          <a:xfrm>
            <a:off x="10701317" y="491464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2" name="Shape 1440"/>
          <p:cNvSpPr/>
          <p:nvPr/>
        </p:nvSpPr>
        <p:spPr>
          <a:xfrm>
            <a:off x="10882085" y="517829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3" name="Shape 1441"/>
          <p:cNvSpPr/>
          <p:nvPr/>
        </p:nvSpPr>
        <p:spPr>
          <a:xfrm>
            <a:off x="10655454" y="494638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4" name="Shape 1442"/>
          <p:cNvSpPr/>
          <p:nvPr/>
        </p:nvSpPr>
        <p:spPr>
          <a:xfrm>
            <a:off x="10835350" y="465198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5" name="Shape 1443"/>
          <p:cNvSpPr/>
          <p:nvPr/>
        </p:nvSpPr>
        <p:spPr>
          <a:xfrm>
            <a:off x="10991486" y="605033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6" name="Shape 1444"/>
          <p:cNvSpPr/>
          <p:nvPr/>
        </p:nvSpPr>
        <p:spPr>
          <a:xfrm>
            <a:off x="10777899" y="51068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7" name="Shape 1445"/>
          <p:cNvSpPr/>
          <p:nvPr/>
        </p:nvSpPr>
        <p:spPr>
          <a:xfrm>
            <a:off x="10712488" y="503813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8" name="Shape 1446"/>
          <p:cNvSpPr/>
          <p:nvPr/>
        </p:nvSpPr>
        <p:spPr>
          <a:xfrm>
            <a:off x="10798387" y="447894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9" name="Shape 1447"/>
          <p:cNvSpPr/>
          <p:nvPr/>
        </p:nvSpPr>
        <p:spPr>
          <a:xfrm>
            <a:off x="10875923" y="45529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0" name="Shape 1448"/>
          <p:cNvSpPr/>
          <p:nvPr/>
        </p:nvSpPr>
        <p:spPr>
          <a:xfrm>
            <a:off x="10872080" y="486495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1" name="Shape 1449"/>
          <p:cNvSpPr/>
          <p:nvPr/>
        </p:nvSpPr>
        <p:spPr>
          <a:xfrm>
            <a:off x="10919189" y="530959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2" name="Shape 1450"/>
          <p:cNvSpPr/>
          <p:nvPr/>
        </p:nvSpPr>
        <p:spPr>
          <a:xfrm>
            <a:off x="10692849" y="447577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3" name="Shape 1451"/>
          <p:cNvSpPr/>
          <p:nvPr/>
        </p:nvSpPr>
        <p:spPr>
          <a:xfrm>
            <a:off x="10880558" y="53322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4" name="Shape 1452"/>
          <p:cNvSpPr/>
          <p:nvPr/>
        </p:nvSpPr>
        <p:spPr>
          <a:xfrm>
            <a:off x="10961056" y="493949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5" name="Shape 1453"/>
          <p:cNvSpPr/>
          <p:nvPr/>
        </p:nvSpPr>
        <p:spPr>
          <a:xfrm>
            <a:off x="10673443" y="48098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6" name="Shape 1454"/>
          <p:cNvSpPr/>
          <p:nvPr/>
        </p:nvSpPr>
        <p:spPr>
          <a:xfrm>
            <a:off x="11017012" y="512843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7" name="Shape 1455"/>
          <p:cNvSpPr/>
          <p:nvPr/>
        </p:nvSpPr>
        <p:spPr>
          <a:xfrm>
            <a:off x="10849782" y="54463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8" name="Shape 1456"/>
          <p:cNvSpPr/>
          <p:nvPr/>
        </p:nvSpPr>
        <p:spPr>
          <a:xfrm>
            <a:off x="10703131" y="507738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9" name="Shape 1457"/>
          <p:cNvSpPr/>
          <p:nvPr/>
        </p:nvSpPr>
        <p:spPr>
          <a:xfrm>
            <a:off x="11034657" y="46950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0" name="Shape 1458"/>
          <p:cNvSpPr/>
          <p:nvPr/>
        </p:nvSpPr>
        <p:spPr>
          <a:xfrm>
            <a:off x="10942049" y="46558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1" name="Shape 1459"/>
          <p:cNvSpPr/>
          <p:nvPr/>
        </p:nvSpPr>
        <p:spPr>
          <a:xfrm>
            <a:off x="10900184" y="516976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2" name="Shape 1460"/>
          <p:cNvSpPr/>
          <p:nvPr/>
        </p:nvSpPr>
        <p:spPr>
          <a:xfrm>
            <a:off x="10951555" y="458595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3" name="Shape 1461"/>
          <p:cNvSpPr/>
          <p:nvPr/>
        </p:nvSpPr>
        <p:spPr>
          <a:xfrm>
            <a:off x="10850690" y="498422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4" name="Shape 1462"/>
          <p:cNvSpPr/>
          <p:nvPr/>
        </p:nvSpPr>
        <p:spPr>
          <a:xfrm>
            <a:off x="10914066" y="639318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5" name="Shape 1463"/>
          <p:cNvSpPr/>
          <p:nvPr/>
        </p:nvSpPr>
        <p:spPr>
          <a:xfrm>
            <a:off x="10705016" y="53281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6" name="Shape 1464"/>
          <p:cNvSpPr/>
          <p:nvPr/>
        </p:nvSpPr>
        <p:spPr>
          <a:xfrm>
            <a:off x="10949239" y="41063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7" name="Shape 1465"/>
          <p:cNvSpPr/>
          <p:nvPr/>
        </p:nvSpPr>
        <p:spPr>
          <a:xfrm>
            <a:off x="11006689" y="435013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8" name="Shape 1466"/>
          <p:cNvSpPr/>
          <p:nvPr/>
        </p:nvSpPr>
        <p:spPr>
          <a:xfrm>
            <a:off x="10716259" y="445209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9" name="Shape 1467"/>
          <p:cNvSpPr/>
          <p:nvPr/>
        </p:nvSpPr>
        <p:spPr>
          <a:xfrm>
            <a:off x="10782410" y="428752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0" name="Shape 1468"/>
          <p:cNvSpPr/>
          <p:nvPr/>
        </p:nvSpPr>
        <p:spPr>
          <a:xfrm>
            <a:off x="10768067" y="331763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1" name="Shape 1469"/>
          <p:cNvSpPr/>
          <p:nvPr/>
        </p:nvSpPr>
        <p:spPr>
          <a:xfrm>
            <a:off x="11036560" y="446371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2" name="Shape 1470"/>
          <p:cNvSpPr/>
          <p:nvPr/>
        </p:nvSpPr>
        <p:spPr>
          <a:xfrm>
            <a:off x="10793400" y="404315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3" name="Shape 1471"/>
          <p:cNvSpPr/>
          <p:nvPr/>
        </p:nvSpPr>
        <p:spPr>
          <a:xfrm>
            <a:off x="10735396" y="343922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4" name="Shape 1472"/>
          <p:cNvSpPr/>
          <p:nvPr/>
        </p:nvSpPr>
        <p:spPr>
          <a:xfrm>
            <a:off x="10855600" y="410117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5" name="Shape 1473"/>
          <p:cNvSpPr/>
          <p:nvPr/>
        </p:nvSpPr>
        <p:spPr>
          <a:xfrm>
            <a:off x="10885113" y="324577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6" name="Shape 1474"/>
          <p:cNvSpPr/>
          <p:nvPr/>
        </p:nvSpPr>
        <p:spPr>
          <a:xfrm>
            <a:off x="11077353" y="492795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7" name="Shape 1475"/>
          <p:cNvSpPr/>
          <p:nvPr/>
        </p:nvSpPr>
        <p:spPr>
          <a:xfrm>
            <a:off x="10933645" y="51634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8" name="Shape 1476"/>
          <p:cNvSpPr/>
          <p:nvPr/>
        </p:nvSpPr>
        <p:spPr>
          <a:xfrm>
            <a:off x="10913694" y="398943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9" name="Shape 1477"/>
          <p:cNvSpPr/>
          <p:nvPr/>
        </p:nvSpPr>
        <p:spPr>
          <a:xfrm>
            <a:off x="11001145" y="455805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0" name="Shape 1478"/>
          <p:cNvSpPr/>
          <p:nvPr/>
        </p:nvSpPr>
        <p:spPr>
          <a:xfrm>
            <a:off x="10820175" y="452900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1" name="Shape 1479"/>
          <p:cNvSpPr/>
          <p:nvPr/>
        </p:nvSpPr>
        <p:spPr>
          <a:xfrm>
            <a:off x="10686577" y="472208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2" name="Shape 1480"/>
          <p:cNvSpPr/>
          <p:nvPr/>
        </p:nvSpPr>
        <p:spPr>
          <a:xfrm>
            <a:off x="10908815" y="480190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3" name="Shape 1481"/>
          <p:cNvSpPr/>
          <p:nvPr/>
        </p:nvSpPr>
        <p:spPr>
          <a:xfrm>
            <a:off x="10953461" y="491283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4" name="Shape 1482"/>
          <p:cNvSpPr/>
          <p:nvPr/>
        </p:nvSpPr>
        <p:spPr>
          <a:xfrm>
            <a:off x="10891956" y="46867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5" name="Shape 1483"/>
          <p:cNvSpPr/>
          <p:nvPr/>
        </p:nvSpPr>
        <p:spPr>
          <a:xfrm>
            <a:off x="11014440" y="407503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6" name="Shape 1484"/>
          <p:cNvSpPr/>
          <p:nvPr/>
        </p:nvSpPr>
        <p:spPr>
          <a:xfrm>
            <a:off x="10975023" y="456141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7" name="Shape 1485"/>
          <p:cNvSpPr/>
          <p:nvPr/>
        </p:nvSpPr>
        <p:spPr>
          <a:xfrm>
            <a:off x="10711111" y="40097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8" name="Shape 1486"/>
          <p:cNvSpPr/>
          <p:nvPr/>
        </p:nvSpPr>
        <p:spPr>
          <a:xfrm>
            <a:off x="10689530" y="526590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9" name="Shape 1487"/>
          <p:cNvSpPr/>
          <p:nvPr/>
        </p:nvSpPr>
        <p:spPr>
          <a:xfrm>
            <a:off x="10902461" y="523379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0" name="Shape 1488"/>
          <p:cNvSpPr/>
          <p:nvPr/>
        </p:nvSpPr>
        <p:spPr>
          <a:xfrm>
            <a:off x="10734639" y="520775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1" name="Shape 1489"/>
          <p:cNvSpPr/>
          <p:nvPr/>
        </p:nvSpPr>
        <p:spPr>
          <a:xfrm>
            <a:off x="10769852" y="563022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2" name="Shape 1490"/>
          <p:cNvSpPr/>
          <p:nvPr/>
        </p:nvSpPr>
        <p:spPr>
          <a:xfrm>
            <a:off x="11047765" y="55535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3" name="Shape 1491"/>
          <p:cNvSpPr/>
          <p:nvPr/>
        </p:nvSpPr>
        <p:spPr>
          <a:xfrm>
            <a:off x="10692917" y="546405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4" name="Shape 1492"/>
          <p:cNvSpPr/>
          <p:nvPr/>
        </p:nvSpPr>
        <p:spPr>
          <a:xfrm>
            <a:off x="11065582" y="412532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5" name="Shape 1493"/>
          <p:cNvSpPr/>
          <p:nvPr/>
        </p:nvSpPr>
        <p:spPr>
          <a:xfrm>
            <a:off x="10709538" y="404845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6" name="Shape 1494"/>
          <p:cNvSpPr/>
          <p:nvPr/>
        </p:nvSpPr>
        <p:spPr>
          <a:xfrm>
            <a:off x="10945372" y="497197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7" name="Shape 1495"/>
          <p:cNvSpPr/>
          <p:nvPr/>
        </p:nvSpPr>
        <p:spPr>
          <a:xfrm>
            <a:off x="10659104" y="520736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8" name="Shape 1496"/>
          <p:cNvSpPr/>
          <p:nvPr/>
        </p:nvSpPr>
        <p:spPr>
          <a:xfrm>
            <a:off x="10823076" y="53871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9" name="Shape 1497"/>
          <p:cNvSpPr/>
          <p:nvPr/>
        </p:nvSpPr>
        <p:spPr>
          <a:xfrm>
            <a:off x="10987112" y="514359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0" name="Shape 1498"/>
          <p:cNvSpPr/>
          <p:nvPr/>
        </p:nvSpPr>
        <p:spPr>
          <a:xfrm>
            <a:off x="10664156" y="451796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1" name="Shape 1499"/>
          <p:cNvSpPr/>
          <p:nvPr/>
        </p:nvSpPr>
        <p:spPr>
          <a:xfrm>
            <a:off x="11031360" y="570765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2" name="Shape 1500"/>
          <p:cNvSpPr/>
          <p:nvPr/>
        </p:nvSpPr>
        <p:spPr>
          <a:xfrm>
            <a:off x="10945584" y="588244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3" name="Shape 1501"/>
          <p:cNvSpPr/>
          <p:nvPr/>
        </p:nvSpPr>
        <p:spPr>
          <a:xfrm>
            <a:off x="10739595" y="565498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4" name="Shape 1502"/>
          <p:cNvSpPr/>
          <p:nvPr/>
        </p:nvSpPr>
        <p:spPr>
          <a:xfrm>
            <a:off x="10839032" y="570664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5" name="Shape 1503"/>
          <p:cNvSpPr/>
          <p:nvPr/>
        </p:nvSpPr>
        <p:spPr>
          <a:xfrm>
            <a:off x="10951580" y="557964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6" name="Shape 1504"/>
          <p:cNvSpPr/>
          <p:nvPr/>
        </p:nvSpPr>
        <p:spPr>
          <a:xfrm>
            <a:off x="10712552" y="562111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7" name="Shape 1505"/>
          <p:cNvSpPr/>
          <p:nvPr/>
        </p:nvSpPr>
        <p:spPr>
          <a:xfrm>
            <a:off x="10737553" y="462829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8" name="Shape 1506"/>
          <p:cNvSpPr/>
          <p:nvPr/>
        </p:nvSpPr>
        <p:spPr>
          <a:xfrm>
            <a:off x="10858840" y="431940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9" name="Shape 1507"/>
          <p:cNvSpPr/>
          <p:nvPr/>
        </p:nvSpPr>
        <p:spPr>
          <a:xfrm>
            <a:off x="10883900" y="4067080"/>
            <a:ext cx="0" cy="1617119"/>
          </a:xfrm>
          <a:prstGeom prst="line">
            <a:avLst/>
          </a:prstGeom>
          <a:noFill/>
          <a:ln w="13970">
            <a:solidFill>
              <a:srgbClr val="B57442"/>
            </a:solidFill>
            <a:prstDash val="solid"/>
          </a:ln>
        </p:spPr>
      </p:sp>
      <p:sp>
        <p:nvSpPr>
          <p:cNvPr id="1510" name="Shape 1508"/>
          <p:cNvSpPr/>
          <p:nvPr/>
        </p:nvSpPr>
        <p:spPr>
          <a:xfrm>
            <a:off x="10769600" y="5684200"/>
            <a:ext cx="228600" cy="0"/>
          </a:xfrm>
          <a:prstGeom prst="line">
            <a:avLst/>
          </a:prstGeom>
          <a:noFill/>
          <a:ln w="13970">
            <a:solidFill>
              <a:srgbClr val="B57442"/>
            </a:solidFill>
            <a:prstDash val="solid"/>
          </a:ln>
        </p:spPr>
      </p:sp>
      <p:sp>
        <p:nvSpPr>
          <p:cNvPr id="1511" name="Shape 1509"/>
          <p:cNvSpPr/>
          <p:nvPr/>
        </p:nvSpPr>
        <p:spPr>
          <a:xfrm>
            <a:off x="10769600" y="4067080"/>
            <a:ext cx="228600" cy="0"/>
          </a:xfrm>
          <a:prstGeom prst="line">
            <a:avLst/>
          </a:prstGeom>
          <a:noFill/>
          <a:ln w="13970">
            <a:solidFill>
              <a:srgbClr val="B57442"/>
            </a:solidFill>
            <a:prstDash val="solid"/>
          </a:ln>
        </p:spPr>
      </p:sp>
      <p:sp>
        <p:nvSpPr>
          <p:cNvPr id="1512" name="Shape 1510"/>
          <p:cNvSpPr/>
          <p:nvPr/>
        </p:nvSpPr>
        <p:spPr>
          <a:xfrm>
            <a:off x="10718800" y="4772631"/>
            <a:ext cx="330200" cy="550771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B57442"/>
            </a:solidFill>
            <a:prstDash val="solid"/>
          </a:ln>
        </p:spPr>
      </p:sp>
      <p:sp>
        <p:nvSpPr>
          <p:cNvPr id="1513" name="Shape 1511"/>
          <p:cNvSpPr/>
          <p:nvPr/>
        </p:nvSpPr>
        <p:spPr>
          <a:xfrm>
            <a:off x="10718800" y="5097068"/>
            <a:ext cx="330200" cy="0"/>
          </a:xfrm>
          <a:prstGeom prst="line">
            <a:avLst/>
          </a:prstGeom>
          <a:noFill/>
          <a:ln w="31750">
            <a:solidFill>
              <a:srgbClr val="B57442"/>
            </a:solidFill>
            <a:prstDash val="solid"/>
          </a:ln>
        </p:spPr>
      </p:sp>
      <p:sp>
        <p:nvSpPr>
          <p:cNvPr id="1514" name="Shape 1512"/>
          <p:cNvSpPr/>
          <p:nvPr/>
        </p:nvSpPr>
        <p:spPr>
          <a:xfrm>
            <a:off x="10883900" y="74041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515" name="Text 1513"/>
          <p:cNvSpPr/>
          <p:nvPr/>
        </p:nvSpPr>
        <p:spPr>
          <a:xfrm rot="19860000">
            <a:off x="9829800" y="8026400"/>
            <a:ext cx="21082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Emap2lig-Build</a:t>
            </a:r>
          </a:p>
        </p:txBody>
      </p:sp>
      <p:sp>
        <p:nvSpPr>
          <p:cNvPr id="1516" name="Text 1514"/>
          <p:cNvSpPr/>
          <p:nvPr/>
        </p:nvSpPr>
        <p:spPr>
          <a:xfrm>
            <a:off x="632328" y="544205"/>
            <a:ext cx="393700" cy="381000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RMSD (Å)</a:t>
            </a:r>
            <a:endParaRPr lang="en-US" sz="1600" dirty="0"/>
          </a:p>
        </p:txBody>
      </p:sp>
      <p:sp>
        <p:nvSpPr>
          <p:cNvPr id="1517" name="Text 1515"/>
          <p:cNvSpPr/>
          <p:nvPr/>
        </p:nvSpPr>
        <p:spPr>
          <a:xfrm>
            <a:off x="6477000" y="531707"/>
            <a:ext cx="393700" cy="381000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RMSD (Å)</a:t>
            </a:r>
            <a:endParaRPr lang="en-US" sz="1600" dirty="0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9" name="02_predicted_pose_3300">
            <a:extLst>
              <a:ext uri="{FF2B5EF4-FFF2-40B4-BE49-F238E27FC236}">
                <a16:creationId xmlns:a16="http://schemas.microsoft.com/office/drawing/2014/main" id="{4F1C634D-A514-4D8B-99D9-B1F14B04A572}"/>
              </a:ext>
            </a:extLst>
          </p:cNvPr>
          <p:cNvSpPr>
            <a:spLocks noGrp="1"/>
          </p:cNvSpPr>
          <p:nvPr/>
        </p:nvSpPr>
        <p:spPr>
          <a:xfrm>
            <a:off x="2794210" y="1809591"/>
            <a:ext cx="6857395" cy="5524012"/>
          </a:xfrm>
          <a:custGeom>
            <a:avLst/>
            <a:gdLst/>
            <a:ahLst/>
            <a:cxnLst/>
            <a:rect l="0" t="0" r="0" b="0"/>
            <a:pathLst>
              <a:path w="6480000" h="5220000">
                <a:moveTo>
                  <a:pt x="0" y="5220000"/>
                </a:moveTo>
                <a:lnTo>
                  <a:pt x="6480000" y="5220000"/>
                </a:lnTo>
                <a:lnTo>
                  <a:pt x="6480000" y="0"/>
                </a:lnTo>
                <a:lnTo>
                  <a:pt x="0" y="0"/>
                </a:lnTo>
                <a:lnTo>
                  <a:pt x="0" y="5220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02_predicted_pose_3301">
            <a:extLst>
              <a:ext uri="{FF2B5EF4-FFF2-40B4-BE49-F238E27FC236}">
                <a16:creationId xmlns:a16="http://schemas.microsoft.com/office/drawing/2014/main" id="{57EDA375-768F-4775-881E-6907C731C295}"/>
              </a:ext>
            </a:extLst>
          </p:cNvPr>
          <p:cNvSpPr>
            <a:spLocks noGrp="1"/>
          </p:cNvSpPr>
          <p:nvPr/>
        </p:nvSpPr>
        <p:spPr>
          <a:xfrm>
            <a:off x="3548525" y="2638192"/>
            <a:ext cx="2541965" cy="1635108"/>
          </a:xfrm>
          <a:custGeom>
            <a:avLst/>
            <a:gdLst/>
            <a:ahLst/>
            <a:cxnLst/>
            <a:rect l="0" t="0" r="0" b="0"/>
            <a:pathLst>
              <a:path w="2402069" h="1545120">
                <a:moveTo>
                  <a:pt x="0" y="1545120"/>
                </a:moveTo>
                <a:lnTo>
                  <a:pt x="2402069" y="1545120"/>
                </a:lnTo>
                <a:lnTo>
                  <a:pt x="2402069" y="0"/>
                </a:lnTo>
                <a:lnTo>
                  <a:pt x="0" y="0"/>
                </a:lnTo>
                <a:lnTo>
                  <a:pt x="0" y="154512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02_predicted_pose_3302">
            <a:extLst>
              <a:ext uri="{FF2B5EF4-FFF2-40B4-BE49-F238E27FC236}">
                <a16:creationId xmlns:a16="http://schemas.microsoft.com/office/drawing/2014/main" id="{8CFBF945-3068-493C-9AAA-0B2D90541EE3}"/>
              </a:ext>
            </a:extLst>
          </p:cNvPr>
          <p:cNvSpPr>
            <a:spLocks noGrp="1"/>
          </p:cNvSpPr>
          <p:nvPr/>
        </p:nvSpPr>
        <p:spPr>
          <a:xfrm>
            <a:off x="3548525" y="3493530"/>
            <a:ext cx="2541965" cy="202"/>
          </a:xfrm>
          <a:custGeom>
            <a:avLst/>
            <a:gdLst/>
            <a:ahLst/>
            <a:cxnLst/>
            <a:rect l="0" t="0" r="0" b="0"/>
            <a:pathLst>
              <a:path w="2402069" h="191">
                <a:moveTo>
                  <a:pt x="0" y="0"/>
                </a:moveTo>
                <a:lnTo>
                  <a:pt x="2402069" y="0"/>
                </a:lnTo>
              </a:path>
            </a:pathLst>
          </a:custGeom>
          <a:noFill/>
          <a:ln w="7620">
            <a:solidFill>
              <a:srgbClr val="BCC5CB"/>
            </a:solidFill>
            <a:prstDash val="dash"/>
          </a:ln>
        </p:spPr>
      </p:sp>
      <p:sp>
        <p:nvSpPr>
          <p:cNvPr id="4" name="02_predicted_pose_3303">
            <a:extLst>
              <a:ext uri="{FF2B5EF4-FFF2-40B4-BE49-F238E27FC236}">
                <a16:creationId xmlns:a16="http://schemas.microsoft.com/office/drawing/2014/main" id="{F7A55B42-5338-403F-A025-DCBB2D220326}"/>
              </a:ext>
            </a:extLst>
          </p:cNvPr>
          <p:cNvSpPr>
            <a:spLocks noGrp="1"/>
          </p:cNvSpPr>
          <p:nvPr/>
        </p:nvSpPr>
        <p:spPr>
          <a:xfrm>
            <a:off x="3548525" y="3356220"/>
            <a:ext cx="2541965" cy="202"/>
          </a:xfrm>
          <a:custGeom>
            <a:avLst/>
            <a:gdLst/>
            <a:ahLst/>
            <a:cxnLst/>
            <a:rect l="0" t="0" r="0" b="0"/>
            <a:pathLst>
              <a:path w="2402069" h="191">
                <a:moveTo>
                  <a:pt x="0" y="0"/>
                </a:moveTo>
                <a:lnTo>
                  <a:pt x="2402069" y="0"/>
                </a:lnTo>
              </a:path>
            </a:pathLst>
          </a:custGeom>
          <a:noFill/>
          <a:ln w="7620">
            <a:solidFill>
              <a:srgbClr val="BCC5CB"/>
            </a:solidFill>
            <a:prstDash val="dash"/>
          </a:ln>
        </p:spPr>
      </p:sp>
      <p:sp>
        <p:nvSpPr>
          <p:cNvPr id="5" name="02_predicted_pose_3304">
            <a:extLst>
              <a:ext uri="{FF2B5EF4-FFF2-40B4-BE49-F238E27FC236}">
                <a16:creationId xmlns:a16="http://schemas.microsoft.com/office/drawing/2014/main" id="{8CA75C1D-E6C3-4EF3-97A3-6C6DF46AC76A}"/>
              </a:ext>
            </a:extLst>
          </p:cNvPr>
          <p:cNvSpPr>
            <a:spLocks noGrp="1"/>
          </p:cNvSpPr>
          <p:nvPr/>
        </p:nvSpPr>
        <p:spPr>
          <a:xfrm>
            <a:off x="4214277" y="4273300"/>
            <a:ext cx="202" cy="40319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6" name="text_3305">
            <a:extLst>
              <a:ext uri="{FF2B5EF4-FFF2-40B4-BE49-F238E27FC236}">
                <a16:creationId xmlns:a16="http://schemas.microsoft.com/office/drawing/2014/main" id="{03B776A6-0E54-48C3-90A2-5FACC3DCB438}"/>
              </a:ext>
            </a:extLst>
          </p:cNvPr>
          <p:cNvSpPr>
            <a:spLocks noGrp="1"/>
          </p:cNvSpPr>
          <p:nvPr/>
        </p:nvSpPr>
        <p:spPr>
          <a:xfrm>
            <a:off x="3829971" y="4346956"/>
            <a:ext cx="782053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PocketXMol-tuned</a:t>
            </a:r>
          </a:p>
        </p:txBody>
      </p:sp>
      <p:sp>
        <p:nvSpPr>
          <p:cNvPr id="7" name="02_predicted_pose_3306">
            <a:extLst>
              <a:ext uri="{FF2B5EF4-FFF2-40B4-BE49-F238E27FC236}">
                <a16:creationId xmlns:a16="http://schemas.microsoft.com/office/drawing/2014/main" id="{46A94631-39D9-4A8D-86E1-8737DF87A0B1}"/>
              </a:ext>
            </a:extLst>
          </p:cNvPr>
          <p:cNvSpPr>
            <a:spLocks noGrp="1"/>
          </p:cNvSpPr>
          <p:nvPr/>
        </p:nvSpPr>
        <p:spPr>
          <a:xfrm>
            <a:off x="5424737" y="4273300"/>
            <a:ext cx="202" cy="40319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8" name="text_3307">
            <a:extLst>
              <a:ext uri="{FF2B5EF4-FFF2-40B4-BE49-F238E27FC236}">
                <a16:creationId xmlns:a16="http://schemas.microsoft.com/office/drawing/2014/main" id="{80198C13-A99F-4935-955E-930AF8904ABC}"/>
              </a:ext>
            </a:extLst>
          </p:cNvPr>
          <p:cNvSpPr>
            <a:spLocks noGrp="1"/>
          </p:cNvSpPr>
          <p:nvPr/>
        </p:nvSpPr>
        <p:spPr>
          <a:xfrm>
            <a:off x="5108448" y="4347236"/>
            <a:ext cx="646017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Emap2lig-Build</a:t>
            </a:r>
          </a:p>
        </p:txBody>
      </p:sp>
      <p:sp>
        <p:nvSpPr>
          <p:cNvPr id="9" name="02_predicted_pose_3308">
            <a:extLst>
              <a:ext uri="{FF2B5EF4-FFF2-40B4-BE49-F238E27FC236}">
                <a16:creationId xmlns:a16="http://schemas.microsoft.com/office/drawing/2014/main" id="{E0861BEB-6027-4009-B94A-04538FF4A313}"/>
              </a:ext>
            </a:extLst>
          </p:cNvPr>
          <p:cNvSpPr>
            <a:spLocks noGrp="1"/>
          </p:cNvSpPr>
          <p:nvPr/>
        </p:nvSpPr>
        <p:spPr>
          <a:xfrm>
            <a:off x="3508205" y="4273301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0" name="text_3309">
            <a:extLst>
              <a:ext uri="{FF2B5EF4-FFF2-40B4-BE49-F238E27FC236}">
                <a16:creationId xmlns:a16="http://schemas.microsoft.com/office/drawing/2014/main" id="{18459E52-B442-4FF3-9B62-6252B8C5DC0B}"/>
              </a:ext>
            </a:extLst>
          </p:cNvPr>
          <p:cNvSpPr>
            <a:spLocks noGrp="1"/>
          </p:cNvSpPr>
          <p:nvPr/>
        </p:nvSpPr>
        <p:spPr>
          <a:xfrm>
            <a:off x="3337119" y="4232648"/>
            <a:ext cx="144207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11" name="02_predicted_pose_3310">
            <a:extLst>
              <a:ext uri="{FF2B5EF4-FFF2-40B4-BE49-F238E27FC236}">
                <a16:creationId xmlns:a16="http://schemas.microsoft.com/office/drawing/2014/main" id="{014A89FA-3F76-4EC6-B084-31D8560D1C1A}"/>
              </a:ext>
            </a:extLst>
          </p:cNvPr>
          <p:cNvSpPr>
            <a:spLocks noGrp="1"/>
          </p:cNvSpPr>
          <p:nvPr/>
        </p:nvSpPr>
        <p:spPr>
          <a:xfrm>
            <a:off x="3508205" y="3962999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2" name="text_3311">
            <a:extLst>
              <a:ext uri="{FF2B5EF4-FFF2-40B4-BE49-F238E27FC236}">
                <a16:creationId xmlns:a16="http://schemas.microsoft.com/office/drawing/2014/main" id="{8D0D3C74-8E19-4B82-9370-830029A0D992}"/>
              </a:ext>
            </a:extLst>
          </p:cNvPr>
          <p:cNvSpPr>
            <a:spLocks noGrp="1"/>
          </p:cNvSpPr>
          <p:nvPr/>
        </p:nvSpPr>
        <p:spPr>
          <a:xfrm>
            <a:off x="3337119" y="3922347"/>
            <a:ext cx="144207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3" name="02_predicted_pose_3312">
            <a:extLst>
              <a:ext uri="{FF2B5EF4-FFF2-40B4-BE49-F238E27FC236}">
                <a16:creationId xmlns:a16="http://schemas.microsoft.com/office/drawing/2014/main" id="{B4F7452C-04E1-43A4-AFF5-4243D2DEA981}"/>
              </a:ext>
            </a:extLst>
          </p:cNvPr>
          <p:cNvSpPr>
            <a:spLocks noGrp="1"/>
          </p:cNvSpPr>
          <p:nvPr/>
        </p:nvSpPr>
        <p:spPr>
          <a:xfrm>
            <a:off x="3508205" y="3728265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4" name="text_3313">
            <a:extLst>
              <a:ext uri="{FF2B5EF4-FFF2-40B4-BE49-F238E27FC236}">
                <a16:creationId xmlns:a16="http://schemas.microsoft.com/office/drawing/2014/main" id="{461C4C64-3181-4752-85F5-BAF08C96C5CC}"/>
              </a:ext>
            </a:extLst>
          </p:cNvPr>
          <p:cNvSpPr>
            <a:spLocks noGrp="1"/>
          </p:cNvSpPr>
          <p:nvPr/>
        </p:nvSpPr>
        <p:spPr>
          <a:xfrm>
            <a:off x="3415580" y="3687612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5" name="02_predicted_pose_3314">
            <a:extLst>
              <a:ext uri="{FF2B5EF4-FFF2-40B4-BE49-F238E27FC236}">
                <a16:creationId xmlns:a16="http://schemas.microsoft.com/office/drawing/2014/main" id="{315E7F35-70EE-45A3-8BDF-7E036641DA2A}"/>
              </a:ext>
            </a:extLst>
          </p:cNvPr>
          <p:cNvSpPr>
            <a:spLocks noGrp="1"/>
          </p:cNvSpPr>
          <p:nvPr/>
        </p:nvSpPr>
        <p:spPr>
          <a:xfrm>
            <a:off x="3508205" y="3493530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6" name="text_3315">
            <a:extLst>
              <a:ext uri="{FF2B5EF4-FFF2-40B4-BE49-F238E27FC236}">
                <a16:creationId xmlns:a16="http://schemas.microsoft.com/office/drawing/2014/main" id="{7C5E32BD-7568-4BFC-830C-2B3587E9D0C6}"/>
              </a:ext>
            </a:extLst>
          </p:cNvPr>
          <p:cNvSpPr>
            <a:spLocks noGrp="1"/>
          </p:cNvSpPr>
          <p:nvPr/>
        </p:nvSpPr>
        <p:spPr>
          <a:xfrm>
            <a:off x="3415580" y="3452879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02_predicted_pose_3316">
            <a:extLst>
              <a:ext uri="{FF2B5EF4-FFF2-40B4-BE49-F238E27FC236}">
                <a16:creationId xmlns:a16="http://schemas.microsoft.com/office/drawing/2014/main" id="{6DCD94DA-2361-406E-AD8E-D4A6E5FF15A4}"/>
              </a:ext>
            </a:extLst>
          </p:cNvPr>
          <p:cNvSpPr>
            <a:spLocks noGrp="1"/>
          </p:cNvSpPr>
          <p:nvPr/>
        </p:nvSpPr>
        <p:spPr>
          <a:xfrm>
            <a:off x="3508205" y="3356220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8" name="text_3317">
            <a:extLst>
              <a:ext uri="{FF2B5EF4-FFF2-40B4-BE49-F238E27FC236}">
                <a16:creationId xmlns:a16="http://schemas.microsoft.com/office/drawing/2014/main" id="{95439B2F-7102-4EE6-AC12-A577A72DCBDB}"/>
              </a:ext>
            </a:extLst>
          </p:cNvPr>
          <p:cNvSpPr>
            <a:spLocks noGrp="1"/>
          </p:cNvSpPr>
          <p:nvPr/>
        </p:nvSpPr>
        <p:spPr>
          <a:xfrm>
            <a:off x="3415580" y="3315568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02_predicted_pose_3318">
            <a:extLst>
              <a:ext uri="{FF2B5EF4-FFF2-40B4-BE49-F238E27FC236}">
                <a16:creationId xmlns:a16="http://schemas.microsoft.com/office/drawing/2014/main" id="{DD1B6157-D8D0-49E2-A10C-232D07073BAE}"/>
              </a:ext>
            </a:extLst>
          </p:cNvPr>
          <p:cNvSpPr>
            <a:spLocks noGrp="1"/>
          </p:cNvSpPr>
          <p:nvPr/>
        </p:nvSpPr>
        <p:spPr>
          <a:xfrm>
            <a:off x="3508205" y="3183229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20" name="text_3319">
            <a:extLst>
              <a:ext uri="{FF2B5EF4-FFF2-40B4-BE49-F238E27FC236}">
                <a16:creationId xmlns:a16="http://schemas.microsoft.com/office/drawing/2014/main" id="{99906F21-0542-45DF-A19D-A76E8C7B5605}"/>
              </a:ext>
            </a:extLst>
          </p:cNvPr>
          <p:cNvSpPr>
            <a:spLocks noGrp="1"/>
          </p:cNvSpPr>
          <p:nvPr/>
        </p:nvSpPr>
        <p:spPr>
          <a:xfrm>
            <a:off x="3415580" y="3142577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1" name="02_predicted_pose_3320">
            <a:extLst>
              <a:ext uri="{FF2B5EF4-FFF2-40B4-BE49-F238E27FC236}">
                <a16:creationId xmlns:a16="http://schemas.microsoft.com/office/drawing/2014/main" id="{52A885BE-64D3-4A9E-969F-0A87CA948832}"/>
              </a:ext>
            </a:extLst>
          </p:cNvPr>
          <p:cNvSpPr>
            <a:spLocks noGrp="1"/>
          </p:cNvSpPr>
          <p:nvPr/>
        </p:nvSpPr>
        <p:spPr>
          <a:xfrm>
            <a:off x="3508205" y="2948494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22" name="text_3321">
            <a:extLst>
              <a:ext uri="{FF2B5EF4-FFF2-40B4-BE49-F238E27FC236}">
                <a16:creationId xmlns:a16="http://schemas.microsoft.com/office/drawing/2014/main" id="{16D93084-5ED9-49E7-AF16-41FB4C2312B0}"/>
              </a:ext>
            </a:extLst>
          </p:cNvPr>
          <p:cNvSpPr>
            <a:spLocks noGrp="1"/>
          </p:cNvSpPr>
          <p:nvPr/>
        </p:nvSpPr>
        <p:spPr>
          <a:xfrm>
            <a:off x="3363272" y="2907843"/>
            <a:ext cx="118054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23" name="02_predicted_pose_3322">
            <a:extLst>
              <a:ext uri="{FF2B5EF4-FFF2-40B4-BE49-F238E27FC236}">
                <a16:creationId xmlns:a16="http://schemas.microsoft.com/office/drawing/2014/main" id="{3E46199D-4CDA-4CC8-B405-2107325E306A}"/>
              </a:ext>
            </a:extLst>
          </p:cNvPr>
          <p:cNvSpPr>
            <a:spLocks noGrp="1"/>
          </p:cNvSpPr>
          <p:nvPr/>
        </p:nvSpPr>
        <p:spPr>
          <a:xfrm>
            <a:off x="3508205" y="2713761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24" name="text_3323">
            <a:extLst>
              <a:ext uri="{FF2B5EF4-FFF2-40B4-BE49-F238E27FC236}">
                <a16:creationId xmlns:a16="http://schemas.microsoft.com/office/drawing/2014/main" id="{E1582130-ED0F-450B-9198-E9468326560E}"/>
              </a:ext>
            </a:extLst>
          </p:cNvPr>
          <p:cNvSpPr>
            <a:spLocks noGrp="1"/>
          </p:cNvSpPr>
          <p:nvPr/>
        </p:nvSpPr>
        <p:spPr>
          <a:xfrm>
            <a:off x="3363272" y="2673108"/>
            <a:ext cx="118054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25" name="text_3324">
            <a:extLst>
              <a:ext uri="{FF2B5EF4-FFF2-40B4-BE49-F238E27FC236}">
                <a16:creationId xmlns:a16="http://schemas.microsoft.com/office/drawing/2014/main" id="{A8767219-F7EF-46E5-8CE6-E5DC9425077A}"/>
              </a:ext>
            </a:extLst>
          </p:cNvPr>
          <p:cNvSpPr>
            <a:spLocks noGrp="1"/>
          </p:cNvSpPr>
          <p:nvPr/>
        </p:nvSpPr>
        <p:spPr>
          <a:xfrm rot="-5400000">
            <a:off x="2998120" y="3388548"/>
            <a:ext cx="503180" cy="1343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47">
                <a:solidFill>
                  <a:srgbClr val="273744"/>
                </a:solidFill>
                <a:latin typeface="Arial"/>
                <a:ea typeface="Arial"/>
                <a:cs typeface="Arial"/>
              </a:rPr>
              <a:t>RMSD (Å)</a:t>
            </a:r>
          </a:p>
        </p:txBody>
      </p:sp>
      <p:sp>
        <p:nvSpPr>
          <p:cNvPr id="26" name="02_predicted_pose_3325">
            <a:extLst>
              <a:ext uri="{FF2B5EF4-FFF2-40B4-BE49-F238E27FC236}">
                <a16:creationId xmlns:a16="http://schemas.microsoft.com/office/drawing/2014/main" id="{F5FF715A-15B1-44F2-AF2F-6213B919E9B8}"/>
              </a:ext>
            </a:extLst>
          </p:cNvPr>
          <p:cNvSpPr>
            <a:spLocks noGrp="1"/>
          </p:cNvSpPr>
          <p:nvPr/>
        </p:nvSpPr>
        <p:spPr>
          <a:xfrm>
            <a:off x="4136175" y="381827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7" name="02_predicted_pose_3326">
            <a:extLst>
              <a:ext uri="{FF2B5EF4-FFF2-40B4-BE49-F238E27FC236}">
                <a16:creationId xmlns:a16="http://schemas.microsoft.com/office/drawing/2014/main" id="{56A33195-E5CA-4B49-ACBB-52086F37D56A}"/>
              </a:ext>
            </a:extLst>
          </p:cNvPr>
          <p:cNvSpPr>
            <a:spLocks noGrp="1"/>
          </p:cNvSpPr>
          <p:nvPr/>
        </p:nvSpPr>
        <p:spPr>
          <a:xfrm>
            <a:off x="4150760" y="378770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8" name="02_predicted_pose_3327">
            <a:extLst>
              <a:ext uri="{FF2B5EF4-FFF2-40B4-BE49-F238E27FC236}">
                <a16:creationId xmlns:a16="http://schemas.microsoft.com/office/drawing/2014/main" id="{AEE1020C-E0D7-456F-8BF8-498435D5C570}"/>
              </a:ext>
            </a:extLst>
          </p:cNvPr>
          <p:cNvSpPr>
            <a:spLocks noGrp="1"/>
          </p:cNvSpPr>
          <p:nvPr/>
        </p:nvSpPr>
        <p:spPr>
          <a:xfrm>
            <a:off x="4165343" y="380541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9" name="02_predicted_pose_3328">
            <a:extLst>
              <a:ext uri="{FF2B5EF4-FFF2-40B4-BE49-F238E27FC236}">
                <a16:creationId xmlns:a16="http://schemas.microsoft.com/office/drawing/2014/main" id="{D144890A-D768-4913-B17B-DDDFFA72DF39}"/>
              </a:ext>
            </a:extLst>
          </p:cNvPr>
          <p:cNvSpPr>
            <a:spLocks noGrp="1"/>
          </p:cNvSpPr>
          <p:nvPr/>
        </p:nvSpPr>
        <p:spPr>
          <a:xfrm>
            <a:off x="4179927" y="365998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0" name="02_predicted_pose_3329">
            <a:extLst>
              <a:ext uri="{FF2B5EF4-FFF2-40B4-BE49-F238E27FC236}">
                <a16:creationId xmlns:a16="http://schemas.microsoft.com/office/drawing/2014/main" id="{0775DC8E-8A3A-4054-ADF5-AAEBA52CD8C8}"/>
              </a:ext>
            </a:extLst>
          </p:cNvPr>
          <p:cNvSpPr>
            <a:spLocks noGrp="1"/>
          </p:cNvSpPr>
          <p:nvPr/>
        </p:nvSpPr>
        <p:spPr>
          <a:xfrm>
            <a:off x="4194511" y="382545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1" name="02_predicted_pose_3330">
            <a:extLst>
              <a:ext uri="{FF2B5EF4-FFF2-40B4-BE49-F238E27FC236}">
                <a16:creationId xmlns:a16="http://schemas.microsoft.com/office/drawing/2014/main" id="{76DAF926-D705-451E-9517-8FB0CB9F6E45}"/>
              </a:ext>
            </a:extLst>
          </p:cNvPr>
          <p:cNvSpPr>
            <a:spLocks noGrp="1"/>
          </p:cNvSpPr>
          <p:nvPr/>
        </p:nvSpPr>
        <p:spPr>
          <a:xfrm>
            <a:off x="4209095" y="379085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2" name="02_predicted_pose_3331">
            <a:extLst>
              <a:ext uri="{FF2B5EF4-FFF2-40B4-BE49-F238E27FC236}">
                <a16:creationId xmlns:a16="http://schemas.microsoft.com/office/drawing/2014/main" id="{E6D38EED-98E8-44DC-A943-9D2ED97D17F9}"/>
              </a:ext>
            </a:extLst>
          </p:cNvPr>
          <p:cNvSpPr>
            <a:spLocks noGrp="1"/>
          </p:cNvSpPr>
          <p:nvPr/>
        </p:nvSpPr>
        <p:spPr>
          <a:xfrm>
            <a:off x="4223679" y="364606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3" name="02_predicted_pose_3332">
            <a:extLst>
              <a:ext uri="{FF2B5EF4-FFF2-40B4-BE49-F238E27FC236}">
                <a16:creationId xmlns:a16="http://schemas.microsoft.com/office/drawing/2014/main" id="{CEBF17C5-FF2C-4512-90C1-23D91C4DA39C}"/>
              </a:ext>
            </a:extLst>
          </p:cNvPr>
          <p:cNvSpPr>
            <a:spLocks noGrp="1"/>
          </p:cNvSpPr>
          <p:nvPr/>
        </p:nvSpPr>
        <p:spPr>
          <a:xfrm>
            <a:off x="4238262" y="377599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4" name="02_predicted_pose_3333">
            <a:extLst>
              <a:ext uri="{FF2B5EF4-FFF2-40B4-BE49-F238E27FC236}">
                <a16:creationId xmlns:a16="http://schemas.microsoft.com/office/drawing/2014/main" id="{32A35694-7D57-49B5-A00F-7F874C464B95}"/>
              </a:ext>
            </a:extLst>
          </p:cNvPr>
          <p:cNvSpPr>
            <a:spLocks noGrp="1"/>
          </p:cNvSpPr>
          <p:nvPr/>
        </p:nvSpPr>
        <p:spPr>
          <a:xfrm>
            <a:off x="4252846" y="380774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5" name="02_predicted_pose_3334">
            <a:extLst>
              <a:ext uri="{FF2B5EF4-FFF2-40B4-BE49-F238E27FC236}">
                <a16:creationId xmlns:a16="http://schemas.microsoft.com/office/drawing/2014/main" id="{9D376604-FB93-46EF-B661-83314CF6A2BF}"/>
              </a:ext>
            </a:extLst>
          </p:cNvPr>
          <p:cNvSpPr>
            <a:spLocks noGrp="1"/>
          </p:cNvSpPr>
          <p:nvPr/>
        </p:nvSpPr>
        <p:spPr>
          <a:xfrm>
            <a:off x="4267431" y="373082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6" name="02_predicted_pose_3335">
            <a:extLst>
              <a:ext uri="{FF2B5EF4-FFF2-40B4-BE49-F238E27FC236}">
                <a16:creationId xmlns:a16="http://schemas.microsoft.com/office/drawing/2014/main" id="{38818220-9F17-4382-BA25-86DF617D23A4}"/>
              </a:ext>
            </a:extLst>
          </p:cNvPr>
          <p:cNvSpPr>
            <a:spLocks noGrp="1"/>
          </p:cNvSpPr>
          <p:nvPr/>
        </p:nvSpPr>
        <p:spPr>
          <a:xfrm>
            <a:off x="4150395" y="358199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7" name="02_predicted_pose_3336">
            <a:extLst>
              <a:ext uri="{FF2B5EF4-FFF2-40B4-BE49-F238E27FC236}">
                <a16:creationId xmlns:a16="http://schemas.microsoft.com/office/drawing/2014/main" id="{08A56639-A102-442D-9D57-3938C1B74117}"/>
              </a:ext>
            </a:extLst>
          </p:cNvPr>
          <p:cNvSpPr>
            <a:spLocks noGrp="1"/>
          </p:cNvSpPr>
          <p:nvPr/>
        </p:nvSpPr>
        <p:spPr>
          <a:xfrm>
            <a:off x="4248835" y="359138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8" name="02_predicted_pose_3337">
            <a:extLst>
              <a:ext uri="{FF2B5EF4-FFF2-40B4-BE49-F238E27FC236}">
                <a16:creationId xmlns:a16="http://schemas.microsoft.com/office/drawing/2014/main" id="{CBB006BE-609E-4F9A-94A8-9D4BA3A08999}"/>
              </a:ext>
            </a:extLst>
          </p:cNvPr>
          <p:cNvSpPr>
            <a:spLocks noGrp="1"/>
          </p:cNvSpPr>
          <p:nvPr/>
        </p:nvSpPr>
        <p:spPr>
          <a:xfrm>
            <a:off x="4347277" y="359170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9" name="02_predicted_pose_3338">
            <a:extLst>
              <a:ext uri="{FF2B5EF4-FFF2-40B4-BE49-F238E27FC236}">
                <a16:creationId xmlns:a16="http://schemas.microsoft.com/office/drawing/2014/main" id="{1F4A0BDC-1030-43CD-B314-EB67E6A3A2D1}"/>
              </a:ext>
            </a:extLst>
          </p:cNvPr>
          <p:cNvSpPr>
            <a:spLocks noGrp="1"/>
          </p:cNvSpPr>
          <p:nvPr/>
        </p:nvSpPr>
        <p:spPr>
          <a:xfrm>
            <a:off x="4082215" y="383361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0" name="02_predicted_pose_3339">
            <a:extLst>
              <a:ext uri="{FF2B5EF4-FFF2-40B4-BE49-F238E27FC236}">
                <a16:creationId xmlns:a16="http://schemas.microsoft.com/office/drawing/2014/main" id="{72B4D30C-8AF6-4F33-88F8-2216F7CAAF25}"/>
              </a:ext>
            </a:extLst>
          </p:cNvPr>
          <p:cNvSpPr>
            <a:spLocks noGrp="1"/>
          </p:cNvSpPr>
          <p:nvPr/>
        </p:nvSpPr>
        <p:spPr>
          <a:xfrm>
            <a:off x="4180656" y="371003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1" name="02_predicted_pose_3340">
            <a:extLst>
              <a:ext uri="{FF2B5EF4-FFF2-40B4-BE49-F238E27FC236}">
                <a16:creationId xmlns:a16="http://schemas.microsoft.com/office/drawing/2014/main" id="{3C56ABCC-27AB-4FC8-A5E4-9B4A6B9D21BF}"/>
              </a:ext>
            </a:extLst>
          </p:cNvPr>
          <p:cNvSpPr>
            <a:spLocks noGrp="1"/>
          </p:cNvSpPr>
          <p:nvPr/>
        </p:nvSpPr>
        <p:spPr>
          <a:xfrm>
            <a:off x="4279098" y="384776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2" name="02_predicted_pose_3341">
            <a:extLst>
              <a:ext uri="{FF2B5EF4-FFF2-40B4-BE49-F238E27FC236}">
                <a16:creationId xmlns:a16="http://schemas.microsoft.com/office/drawing/2014/main" id="{E8E29C30-2D9D-40BB-9F13-82C1B73C4CB9}"/>
              </a:ext>
            </a:extLst>
          </p:cNvPr>
          <p:cNvSpPr>
            <a:spLocks noGrp="1"/>
          </p:cNvSpPr>
          <p:nvPr/>
        </p:nvSpPr>
        <p:spPr>
          <a:xfrm>
            <a:off x="4377538" y="376348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3" name="02_predicted_pose_3342">
            <a:extLst>
              <a:ext uri="{FF2B5EF4-FFF2-40B4-BE49-F238E27FC236}">
                <a16:creationId xmlns:a16="http://schemas.microsoft.com/office/drawing/2014/main" id="{73FBFFF2-352B-49A5-A4D6-6B0FC429BD69}"/>
              </a:ext>
            </a:extLst>
          </p:cNvPr>
          <p:cNvSpPr>
            <a:spLocks noGrp="1"/>
          </p:cNvSpPr>
          <p:nvPr/>
        </p:nvSpPr>
        <p:spPr>
          <a:xfrm>
            <a:off x="4112477" y="372933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4" name="02_predicted_pose_3343">
            <a:extLst>
              <a:ext uri="{FF2B5EF4-FFF2-40B4-BE49-F238E27FC236}">
                <a16:creationId xmlns:a16="http://schemas.microsoft.com/office/drawing/2014/main" id="{F8A0EEAA-A55D-48ED-A156-FCD79384E1FE}"/>
              </a:ext>
            </a:extLst>
          </p:cNvPr>
          <p:cNvSpPr>
            <a:spLocks noGrp="1"/>
          </p:cNvSpPr>
          <p:nvPr/>
        </p:nvSpPr>
        <p:spPr>
          <a:xfrm>
            <a:off x="4210918" y="379408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5" name="02_predicted_pose_3344">
            <a:extLst>
              <a:ext uri="{FF2B5EF4-FFF2-40B4-BE49-F238E27FC236}">
                <a16:creationId xmlns:a16="http://schemas.microsoft.com/office/drawing/2014/main" id="{B2425413-DB40-4E9D-988F-3A1E3D95CB7B}"/>
              </a:ext>
            </a:extLst>
          </p:cNvPr>
          <p:cNvSpPr>
            <a:spLocks noGrp="1"/>
          </p:cNvSpPr>
          <p:nvPr/>
        </p:nvSpPr>
        <p:spPr>
          <a:xfrm>
            <a:off x="4309359" y="378487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6" name="02_predicted_pose_3345">
            <a:extLst>
              <a:ext uri="{FF2B5EF4-FFF2-40B4-BE49-F238E27FC236}">
                <a16:creationId xmlns:a16="http://schemas.microsoft.com/office/drawing/2014/main" id="{290CCEA6-F325-4719-B6FD-C87B8FA6B5F6}"/>
              </a:ext>
            </a:extLst>
          </p:cNvPr>
          <p:cNvSpPr>
            <a:spLocks noGrp="1"/>
          </p:cNvSpPr>
          <p:nvPr/>
        </p:nvSpPr>
        <p:spPr>
          <a:xfrm>
            <a:off x="4164978" y="356956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7" name="02_predicted_pose_3346">
            <a:extLst>
              <a:ext uri="{FF2B5EF4-FFF2-40B4-BE49-F238E27FC236}">
                <a16:creationId xmlns:a16="http://schemas.microsoft.com/office/drawing/2014/main" id="{C0C5C001-AB6F-4EE1-96C8-A18303B318E1}"/>
              </a:ext>
            </a:extLst>
          </p:cNvPr>
          <p:cNvSpPr>
            <a:spLocks noGrp="1"/>
          </p:cNvSpPr>
          <p:nvPr/>
        </p:nvSpPr>
        <p:spPr>
          <a:xfrm>
            <a:off x="4263420" y="369999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8" name="02_predicted_pose_3347">
            <a:extLst>
              <a:ext uri="{FF2B5EF4-FFF2-40B4-BE49-F238E27FC236}">
                <a16:creationId xmlns:a16="http://schemas.microsoft.com/office/drawing/2014/main" id="{D18B2BCC-FC7F-47BF-963E-5EC8AF010AF0}"/>
              </a:ext>
            </a:extLst>
          </p:cNvPr>
          <p:cNvSpPr>
            <a:spLocks noGrp="1"/>
          </p:cNvSpPr>
          <p:nvPr/>
        </p:nvSpPr>
        <p:spPr>
          <a:xfrm>
            <a:off x="4361861" y="387899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9" name="02_predicted_pose_3348">
            <a:extLst>
              <a:ext uri="{FF2B5EF4-FFF2-40B4-BE49-F238E27FC236}">
                <a16:creationId xmlns:a16="http://schemas.microsoft.com/office/drawing/2014/main" id="{DC07A15F-0102-465F-9E75-75F85D8BBA7E}"/>
              </a:ext>
            </a:extLst>
          </p:cNvPr>
          <p:cNvSpPr>
            <a:spLocks noGrp="1"/>
          </p:cNvSpPr>
          <p:nvPr/>
        </p:nvSpPr>
        <p:spPr>
          <a:xfrm>
            <a:off x="4096799" y="377595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0" name="02_predicted_pose_3349">
            <a:extLst>
              <a:ext uri="{FF2B5EF4-FFF2-40B4-BE49-F238E27FC236}">
                <a16:creationId xmlns:a16="http://schemas.microsoft.com/office/drawing/2014/main" id="{F183BDCE-2456-4B09-A138-3A5E3C03AA14}"/>
              </a:ext>
            </a:extLst>
          </p:cNvPr>
          <p:cNvSpPr>
            <a:spLocks noGrp="1"/>
          </p:cNvSpPr>
          <p:nvPr/>
        </p:nvSpPr>
        <p:spPr>
          <a:xfrm>
            <a:off x="4195240" y="384243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1" name="02_predicted_pose_3350">
            <a:extLst>
              <a:ext uri="{FF2B5EF4-FFF2-40B4-BE49-F238E27FC236}">
                <a16:creationId xmlns:a16="http://schemas.microsoft.com/office/drawing/2014/main" id="{C4F6CF6D-BD82-4B88-BCE5-3148F63D88A1}"/>
              </a:ext>
            </a:extLst>
          </p:cNvPr>
          <p:cNvSpPr>
            <a:spLocks noGrp="1"/>
          </p:cNvSpPr>
          <p:nvPr/>
        </p:nvSpPr>
        <p:spPr>
          <a:xfrm>
            <a:off x="4293681" y="370656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2" name="02_predicted_pose_3351">
            <a:extLst>
              <a:ext uri="{FF2B5EF4-FFF2-40B4-BE49-F238E27FC236}">
                <a16:creationId xmlns:a16="http://schemas.microsoft.com/office/drawing/2014/main" id="{923C0F8E-D12B-499E-86FA-3ABBA1D5AD84}"/>
              </a:ext>
            </a:extLst>
          </p:cNvPr>
          <p:cNvSpPr>
            <a:spLocks noGrp="1"/>
          </p:cNvSpPr>
          <p:nvPr/>
        </p:nvSpPr>
        <p:spPr>
          <a:xfrm>
            <a:off x="4028620" y="377493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3" name="02_predicted_pose_3352">
            <a:extLst>
              <a:ext uri="{FF2B5EF4-FFF2-40B4-BE49-F238E27FC236}">
                <a16:creationId xmlns:a16="http://schemas.microsoft.com/office/drawing/2014/main" id="{75E8F2BF-3D1F-40A6-8174-E263B770931B}"/>
              </a:ext>
            </a:extLst>
          </p:cNvPr>
          <p:cNvSpPr>
            <a:spLocks noGrp="1"/>
          </p:cNvSpPr>
          <p:nvPr/>
        </p:nvSpPr>
        <p:spPr>
          <a:xfrm>
            <a:off x="4127061" y="378999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4" name="02_predicted_pose_3353">
            <a:extLst>
              <a:ext uri="{FF2B5EF4-FFF2-40B4-BE49-F238E27FC236}">
                <a16:creationId xmlns:a16="http://schemas.microsoft.com/office/drawing/2014/main" id="{6CA50B87-8AC2-43F7-885F-6346DF238906}"/>
              </a:ext>
            </a:extLst>
          </p:cNvPr>
          <p:cNvSpPr>
            <a:spLocks noGrp="1"/>
          </p:cNvSpPr>
          <p:nvPr/>
        </p:nvSpPr>
        <p:spPr>
          <a:xfrm>
            <a:off x="4225501" y="375704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5" name="02_predicted_pose_3354">
            <a:extLst>
              <a:ext uri="{FF2B5EF4-FFF2-40B4-BE49-F238E27FC236}">
                <a16:creationId xmlns:a16="http://schemas.microsoft.com/office/drawing/2014/main" id="{AB58497F-0EC5-479C-9DA9-0BAADF2B052C}"/>
              </a:ext>
            </a:extLst>
          </p:cNvPr>
          <p:cNvSpPr>
            <a:spLocks noGrp="1"/>
          </p:cNvSpPr>
          <p:nvPr/>
        </p:nvSpPr>
        <p:spPr>
          <a:xfrm>
            <a:off x="4323943" y="363693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6" name="02_predicted_pose_3355">
            <a:extLst>
              <a:ext uri="{FF2B5EF4-FFF2-40B4-BE49-F238E27FC236}">
                <a16:creationId xmlns:a16="http://schemas.microsoft.com/office/drawing/2014/main" id="{4642CA09-97D4-4FA1-A615-A6F18660D757}"/>
              </a:ext>
            </a:extLst>
          </p:cNvPr>
          <p:cNvSpPr>
            <a:spLocks noGrp="1"/>
          </p:cNvSpPr>
          <p:nvPr/>
        </p:nvSpPr>
        <p:spPr>
          <a:xfrm>
            <a:off x="4179563" y="384792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7" name="02_predicted_pose_3356">
            <a:extLst>
              <a:ext uri="{FF2B5EF4-FFF2-40B4-BE49-F238E27FC236}">
                <a16:creationId xmlns:a16="http://schemas.microsoft.com/office/drawing/2014/main" id="{E3FE3624-0847-49AB-8250-D4D0A9D950C4}"/>
              </a:ext>
            </a:extLst>
          </p:cNvPr>
          <p:cNvSpPr>
            <a:spLocks noGrp="1"/>
          </p:cNvSpPr>
          <p:nvPr/>
        </p:nvSpPr>
        <p:spPr>
          <a:xfrm>
            <a:off x="4278004" y="370696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8" name="02_predicted_pose_3357">
            <a:extLst>
              <a:ext uri="{FF2B5EF4-FFF2-40B4-BE49-F238E27FC236}">
                <a16:creationId xmlns:a16="http://schemas.microsoft.com/office/drawing/2014/main" id="{E744A7D9-A5BB-4727-A75B-4DC5BA80593B}"/>
              </a:ext>
            </a:extLst>
          </p:cNvPr>
          <p:cNvSpPr>
            <a:spLocks noGrp="1"/>
          </p:cNvSpPr>
          <p:nvPr/>
        </p:nvSpPr>
        <p:spPr>
          <a:xfrm>
            <a:off x="4376444" y="380707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9" name="02_predicted_pose_3358">
            <a:extLst>
              <a:ext uri="{FF2B5EF4-FFF2-40B4-BE49-F238E27FC236}">
                <a16:creationId xmlns:a16="http://schemas.microsoft.com/office/drawing/2014/main" id="{2E3A3122-1309-4359-8C2C-A9B21CBEE7D4}"/>
              </a:ext>
            </a:extLst>
          </p:cNvPr>
          <p:cNvSpPr>
            <a:spLocks noGrp="1"/>
          </p:cNvSpPr>
          <p:nvPr/>
        </p:nvSpPr>
        <p:spPr>
          <a:xfrm>
            <a:off x="4111383" y="380475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0" name="02_predicted_pose_3359">
            <a:extLst>
              <a:ext uri="{FF2B5EF4-FFF2-40B4-BE49-F238E27FC236}">
                <a16:creationId xmlns:a16="http://schemas.microsoft.com/office/drawing/2014/main" id="{9C15F108-494F-46C1-B327-A26E3E4369D0}"/>
              </a:ext>
            </a:extLst>
          </p:cNvPr>
          <p:cNvSpPr>
            <a:spLocks noGrp="1"/>
          </p:cNvSpPr>
          <p:nvPr/>
        </p:nvSpPr>
        <p:spPr>
          <a:xfrm>
            <a:off x="4209824" y="382207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1" name="02_predicted_pose_3360">
            <a:extLst>
              <a:ext uri="{FF2B5EF4-FFF2-40B4-BE49-F238E27FC236}">
                <a16:creationId xmlns:a16="http://schemas.microsoft.com/office/drawing/2014/main" id="{17FBC203-C77A-4D15-AA57-711D26B9797A}"/>
              </a:ext>
            </a:extLst>
          </p:cNvPr>
          <p:cNvSpPr>
            <a:spLocks noGrp="1"/>
          </p:cNvSpPr>
          <p:nvPr/>
        </p:nvSpPr>
        <p:spPr>
          <a:xfrm>
            <a:off x="4308265" y="380119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2" name="02_predicted_pose_3361">
            <a:extLst>
              <a:ext uri="{FF2B5EF4-FFF2-40B4-BE49-F238E27FC236}">
                <a16:creationId xmlns:a16="http://schemas.microsoft.com/office/drawing/2014/main" id="{06499690-96ED-49B9-8887-FB4220464F3A}"/>
              </a:ext>
            </a:extLst>
          </p:cNvPr>
          <p:cNvSpPr>
            <a:spLocks noGrp="1"/>
          </p:cNvSpPr>
          <p:nvPr/>
        </p:nvSpPr>
        <p:spPr>
          <a:xfrm>
            <a:off x="4043203" y="384751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3" name="02_predicted_pose_3362">
            <a:extLst>
              <a:ext uri="{FF2B5EF4-FFF2-40B4-BE49-F238E27FC236}">
                <a16:creationId xmlns:a16="http://schemas.microsoft.com/office/drawing/2014/main" id="{286D7AD9-E631-4F4D-96ED-91F15CDFE08D}"/>
              </a:ext>
            </a:extLst>
          </p:cNvPr>
          <p:cNvSpPr>
            <a:spLocks noGrp="1"/>
          </p:cNvSpPr>
          <p:nvPr/>
        </p:nvSpPr>
        <p:spPr>
          <a:xfrm>
            <a:off x="4141644" y="381605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4" name="02_predicted_pose_3363">
            <a:extLst>
              <a:ext uri="{FF2B5EF4-FFF2-40B4-BE49-F238E27FC236}">
                <a16:creationId xmlns:a16="http://schemas.microsoft.com/office/drawing/2014/main" id="{265A1ED2-3505-47DB-B0AF-EBF809DBD4F4}"/>
              </a:ext>
            </a:extLst>
          </p:cNvPr>
          <p:cNvSpPr>
            <a:spLocks noGrp="1"/>
          </p:cNvSpPr>
          <p:nvPr/>
        </p:nvSpPr>
        <p:spPr>
          <a:xfrm>
            <a:off x="4240086" y="379912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5" name="02_predicted_pose_3364">
            <a:extLst>
              <a:ext uri="{FF2B5EF4-FFF2-40B4-BE49-F238E27FC236}">
                <a16:creationId xmlns:a16="http://schemas.microsoft.com/office/drawing/2014/main" id="{FD6AE4FC-5871-4C83-B685-91FF416EDE5F}"/>
              </a:ext>
            </a:extLst>
          </p:cNvPr>
          <p:cNvSpPr>
            <a:spLocks noGrp="1"/>
          </p:cNvSpPr>
          <p:nvPr/>
        </p:nvSpPr>
        <p:spPr>
          <a:xfrm>
            <a:off x="4338526" y="361635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6" name="02_predicted_pose_3365">
            <a:extLst>
              <a:ext uri="{FF2B5EF4-FFF2-40B4-BE49-F238E27FC236}">
                <a16:creationId xmlns:a16="http://schemas.microsoft.com/office/drawing/2014/main" id="{163B6A4C-75F0-4F9D-9203-35923F54A751}"/>
              </a:ext>
            </a:extLst>
          </p:cNvPr>
          <p:cNvSpPr>
            <a:spLocks noGrp="1"/>
          </p:cNvSpPr>
          <p:nvPr/>
        </p:nvSpPr>
        <p:spPr>
          <a:xfrm>
            <a:off x="4194147" y="383219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7" name="02_predicted_pose_3366">
            <a:extLst>
              <a:ext uri="{FF2B5EF4-FFF2-40B4-BE49-F238E27FC236}">
                <a16:creationId xmlns:a16="http://schemas.microsoft.com/office/drawing/2014/main" id="{B5D21998-437E-4A07-92BC-062A83F194D3}"/>
              </a:ext>
            </a:extLst>
          </p:cNvPr>
          <p:cNvSpPr>
            <a:spLocks noGrp="1"/>
          </p:cNvSpPr>
          <p:nvPr/>
        </p:nvSpPr>
        <p:spPr>
          <a:xfrm>
            <a:off x="4292587" y="358560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8" name="02_predicted_pose_3367">
            <a:extLst>
              <a:ext uri="{FF2B5EF4-FFF2-40B4-BE49-F238E27FC236}">
                <a16:creationId xmlns:a16="http://schemas.microsoft.com/office/drawing/2014/main" id="{C644052C-1D92-4ACA-A7EC-2F3D04A47A49}"/>
              </a:ext>
            </a:extLst>
          </p:cNvPr>
          <p:cNvSpPr>
            <a:spLocks noGrp="1"/>
          </p:cNvSpPr>
          <p:nvPr/>
        </p:nvSpPr>
        <p:spPr>
          <a:xfrm>
            <a:off x="4027526" y="356974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9" name="02_predicted_pose_3368">
            <a:extLst>
              <a:ext uri="{FF2B5EF4-FFF2-40B4-BE49-F238E27FC236}">
                <a16:creationId xmlns:a16="http://schemas.microsoft.com/office/drawing/2014/main" id="{6F695541-9DFC-4557-AFEE-39CD67887C70}"/>
              </a:ext>
            </a:extLst>
          </p:cNvPr>
          <p:cNvSpPr>
            <a:spLocks noGrp="1"/>
          </p:cNvSpPr>
          <p:nvPr/>
        </p:nvSpPr>
        <p:spPr>
          <a:xfrm>
            <a:off x="4125967" y="375183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0" name="02_predicted_pose_3369">
            <a:extLst>
              <a:ext uri="{FF2B5EF4-FFF2-40B4-BE49-F238E27FC236}">
                <a16:creationId xmlns:a16="http://schemas.microsoft.com/office/drawing/2014/main" id="{FE9B8B94-39C3-453D-85FA-19ECF570825D}"/>
              </a:ext>
            </a:extLst>
          </p:cNvPr>
          <p:cNvSpPr>
            <a:spLocks noGrp="1"/>
          </p:cNvSpPr>
          <p:nvPr/>
        </p:nvSpPr>
        <p:spPr>
          <a:xfrm>
            <a:off x="4224408" y="383836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1" name="02_predicted_pose_3370">
            <a:extLst>
              <a:ext uri="{FF2B5EF4-FFF2-40B4-BE49-F238E27FC236}">
                <a16:creationId xmlns:a16="http://schemas.microsoft.com/office/drawing/2014/main" id="{9DDAC744-984D-45FE-9FEE-6505D817007B}"/>
              </a:ext>
            </a:extLst>
          </p:cNvPr>
          <p:cNvSpPr>
            <a:spLocks noGrp="1"/>
          </p:cNvSpPr>
          <p:nvPr/>
        </p:nvSpPr>
        <p:spPr>
          <a:xfrm>
            <a:off x="4322849" y="383655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2" name="02_predicted_pose_3371">
            <a:extLst>
              <a:ext uri="{FF2B5EF4-FFF2-40B4-BE49-F238E27FC236}">
                <a16:creationId xmlns:a16="http://schemas.microsoft.com/office/drawing/2014/main" id="{0F39E680-5579-4408-B079-28BEFBBB5598}"/>
              </a:ext>
            </a:extLst>
          </p:cNvPr>
          <p:cNvSpPr>
            <a:spLocks noGrp="1"/>
          </p:cNvSpPr>
          <p:nvPr/>
        </p:nvSpPr>
        <p:spPr>
          <a:xfrm>
            <a:off x="4057787" y="357529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3" name="02_predicted_pose_3372">
            <a:extLst>
              <a:ext uri="{FF2B5EF4-FFF2-40B4-BE49-F238E27FC236}">
                <a16:creationId xmlns:a16="http://schemas.microsoft.com/office/drawing/2014/main" id="{31918C94-F3B1-480B-BCEB-FA0E11FFF3A6}"/>
              </a:ext>
            </a:extLst>
          </p:cNvPr>
          <p:cNvSpPr>
            <a:spLocks noGrp="1"/>
          </p:cNvSpPr>
          <p:nvPr/>
        </p:nvSpPr>
        <p:spPr>
          <a:xfrm>
            <a:off x="4156229" y="376815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4" name="02_predicted_pose_3373">
            <a:extLst>
              <a:ext uri="{FF2B5EF4-FFF2-40B4-BE49-F238E27FC236}">
                <a16:creationId xmlns:a16="http://schemas.microsoft.com/office/drawing/2014/main" id="{389391AB-5785-40C1-B58E-23D90C5F91E4}"/>
              </a:ext>
            </a:extLst>
          </p:cNvPr>
          <p:cNvSpPr>
            <a:spLocks noGrp="1"/>
          </p:cNvSpPr>
          <p:nvPr/>
        </p:nvSpPr>
        <p:spPr>
          <a:xfrm>
            <a:off x="4254669" y="387233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5" name="02_predicted_pose_3374">
            <a:extLst>
              <a:ext uri="{FF2B5EF4-FFF2-40B4-BE49-F238E27FC236}">
                <a16:creationId xmlns:a16="http://schemas.microsoft.com/office/drawing/2014/main" id="{335C207D-18D0-4E77-9D25-A2A12B297649}"/>
              </a:ext>
            </a:extLst>
          </p:cNvPr>
          <p:cNvSpPr>
            <a:spLocks noGrp="1"/>
          </p:cNvSpPr>
          <p:nvPr/>
        </p:nvSpPr>
        <p:spPr>
          <a:xfrm>
            <a:off x="4353110" y="354260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6" name="02_predicted_pose_3375">
            <a:extLst>
              <a:ext uri="{FF2B5EF4-FFF2-40B4-BE49-F238E27FC236}">
                <a16:creationId xmlns:a16="http://schemas.microsoft.com/office/drawing/2014/main" id="{A9530CBA-424F-4758-8BC1-C2E3634E2673}"/>
              </a:ext>
            </a:extLst>
          </p:cNvPr>
          <p:cNvSpPr>
            <a:spLocks noGrp="1"/>
          </p:cNvSpPr>
          <p:nvPr/>
        </p:nvSpPr>
        <p:spPr>
          <a:xfrm>
            <a:off x="4208730" y="379670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7" name="02_predicted_pose_3376">
            <a:extLst>
              <a:ext uri="{FF2B5EF4-FFF2-40B4-BE49-F238E27FC236}">
                <a16:creationId xmlns:a16="http://schemas.microsoft.com/office/drawing/2014/main" id="{2A1D66C1-B122-4D00-89DC-12199827AB55}"/>
              </a:ext>
            </a:extLst>
          </p:cNvPr>
          <p:cNvSpPr>
            <a:spLocks noGrp="1"/>
          </p:cNvSpPr>
          <p:nvPr/>
        </p:nvSpPr>
        <p:spPr>
          <a:xfrm>
            <a:off x="4307171" y="385434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8" name="02_predicted_pose_3377">
            <a:extLst>
              <a:ext uri="{FF2B5EF4-FFF2-40B4-BE49-F238E27FC236}">
                <a16:creationId xmlns:a16="http://schemas.microsoft.com/office/drawing/2014/main" id="{258DB688-B7EC-408D-9510-0DAAFC7C9C1E}"/>
              </a:ext>
            </a:extLst>
          </p:cNvPr>
          <p:cNvSpPr>
            <a:spLocks noGrp="1"/>
          </p:cNvSpPr>
          <p:nvPr/>
        </p:nvSpPr>
        <p:spPr>
          <a:xfrm>
            <a:off x="4042109" y="389369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9" name="02_predicted_pose_3378">
            <a:extLst>
              <a:ext uri="{FF2B5EF4-FFF2-40B4-BE49-F238E27FC236}">
                <a16:creationId xmlns:a16="http://schemas.microsoft.com/office/drawing/2014/main" id="{62AF39A5-AA1B-45FF-9BC5-485A11B876DC}"/>
              </a:ext>
            </a:extLst>
          </p:cNvPr>
          <p:cNvSpPr>
            <a:spLocks noGrp="1"/>
          </p:cNvSpPr>
          <p:nvPr/>
        </p:nvSpPr>
        <p:spPr>
          <a:xfrm>
            <a:off x="4140551" y="361315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0" name="02_predicted_pose_3379">
            <a:extLst>
              <a:ext uri="{FF2B5EF4-FFF2-40B4-BE49-F238E27FC236}">
                <a16:creationId xmlns:a16="http://schemas.microsoft.com/office/drawing/2014/main" id="{DB2A2F7E-0D01-4788-AC02-3DA624E816ED}"/>
              </a:ext>
            </a:extLst>
          </p:cNvPr>
          <p:cNvSpPr>
            <a:spLocks noGrp="1"/>
          </p:cNvSpPr>
          <p:nvPr/>
        </p:nvSpPr>
        <p:spPr>
          <a:xfrm>
            <a:off x="4238992" y="379544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1" name="02_predicted_pose_3380">
            <a:extLst>
              <a:ext uri="{FF2B5EF4-FFF2-40B4-BE49-F238E27FC236}">
                <a16:creationId xmlns:a16="http://schemas.microsoft.com/office/drawing/2014/main" id="{9CBC4BB4-8BE5-407D-B467-ABAA19B8A150}"/>
              </a:ext>
            </a:extLst>
          </p:cNvPr>
          <p:cNvSpPr>
            <a:spLocks noGrp="1"/>
          </p:cNvSpPr>
          <p:nvPr/>
        </p:nvSpPr>
        <p:spPr>
          <a:xfrm>
            <a:off x="4337432" y="358359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2" name="02_predicted_pose_3381">
            <a:extLst>
              <a:ext uri="{FF2B5EF4-FFF2-40B4-BE49-F238E27FC236}">
                <a16:creationId xmlns:a16="http://schemas.microsoft.com/office/drawing/2014/main" id="{28704C8B-3683-4E15-8BD5-36C3E847E6E7}"/>
              </a:ext>
            </a:extLst>
          </p:cNvPr>
          <p:cNvSpPr>
            <a:spLocks noGrp="1"/>
          </p:cNvSpPr>
          <p:nvPr/>
        </p:nvSpPr>
        <p:spPr>
          <a:xfrm>
            <a:off x="4072372" y="377285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3" name="02_predicted_pose_3382">
            <a:extLst>
              <a:ext uri="{FF2B5EF4-FFF2-40B4-BE49-F238E27FC236}">
                <a16:creationId xmlns:a16="http://schemas.microsoft.com/office/drawing/2014/main" id="{65E06AD8-E269-482B-B949-CCD703521D66}"/>
              </a:ext>
            </a:extLst>
          </p:cNvPr>
          <p:cNvSpPr>
            <a:spLocks noGrp="1"/>
          </p:cNvSpPr>
          <p:nvPr/>
        </p:nvSpPr>
        <p:spPr>
          <a:xfrm>
            <a:off x="4170812" y="378282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4" name="02_predicted_pose_3383">
            <a:extLst>
              <a:ext uri="{FF2B5EF4-FFF2-40B4-BE49-F238E27FC236}">
                <a16:creationId xmlns:a16="http://schemas.microsoft.com/office/drawing/2014/main" id="{AF513453-A036-4BF1-9BEF-23D62C140C81}"/>
              </a:ext>
            </a:extLst>
          </p:cNvPr>
          <p:cNvSpPr>
            <a:spLocks noGrp="1"/>
          </p:cNvSpPr>
          <p:nvPr/>
        </p:nvSpPr>
        <p:spPr>
          <a:xfrm>
            <a:off x="4269253" y="367849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5" name="02_predicted_pose_3384">
            <a:extLst>
              <a:ext uri="{FF2B5EF4-FFF2-40B4-BE49-F238E27FC236}">
                <a16:creationId xmlns:a16="http://schemas.microsoft.com/office/drawing/2014/main" id="{B6631B4F-9518-42E6-82EB-E8F2160DD360}"/>
              </a:ext>
            </a:extLst>
          </p:cNvPr>
          <p:cNvSpPr>
            <a:spLocks noGrp="1"/>
          </p:cNvSpPr>
          <p:nvPr/>
        </p:nvSpPr>
        <p:spPr>
          <a:xfrm>
            <a:off x="4367695" y="375812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6" name="02_predicted_pose_3385">
            <a:extLst>
              <a:ext uri="{FF2B5EF4-FFF2-40B4-BE49-F238E27FC236}">
                <a16:creationId xmlns:a16="http://schemas.microsoft.com/office/drawing/2014/main" id="{7CA01497-CBBD-460A-809E-C301DCCD92DF}"/>
              </a:ext>
            </a:extLst>
          </p:cNvPr>
          <p:cNvSpPr>
            <a:spLocks noGrp="1"/>
          </p:cNvSpPr>
          <p:nvPr/>
        </p:nvSpPr>
        <p:spPr>
          <a:xfrm>
            <a:off x="4321755" y="359104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7" name="02_predicted_pose_3386">
            <a:extLst>
              <a:ext uri="{FF2B5EF4-FFF2-40B4-BE49-F238E27FC236}">
                <a16:creationId xmlns:a16="http://schemas.microsoft.com/office/drawing/2014/main" id="{776D3531-A16E-4EFA-A45A-085A7C1815A6}"/>
              </a:ext>
            </a:extLst>
          </p:cNvPr>
          <p:cNvSpPr>
            <a:spLocks noGrp="1"/>
          </p:cNvSpPr>
          <p:nvPr/>
        </p:nvSpPr>
        <p:spPr>
          <a:xfrm>
            <a:off x="4056694" y="381026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8" name="02_predicted_pose_3387">
            <a:extLst>
              <a:ext uri="{FF2B5EF4-FFF2-40B4-BE49-F238E27FC236}">
                <a16:creationId xmlns:a16="http://schemas.microsoft.com/office/drawing/2014/main" id="{C2EC60CE-FAA1-4400-93D1-A9F6FDBC8099}"/>
              </a:ext>
            </a:extLst>
          </p:cNvPr>
          <p:cNvSpPr>
            <a:spLocks noGrp="1"/>
          </p:cNvSpPr>
          <p:nvPr/>
        </p:nvSpPr>
        <p:spPr>
          <a:xfrm>
            <a:off x="4155135" y="376147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9" name="02_predicted_pose_3388">
            <a:extLst>
              <a:ext uri="{FF2B5EF4-FFF2-40B4-BE49-F238E27FC236}">
                <a16:creationId xmlns:a16="http://schemas.microsoft.com/office/drawing/2014/main" id="{9BFF2522-346F-4330-9C60-FAB5A3506187}"/>
              </a:ext>
            </a:extLst>
          </p:cNvPr>
          <p:cNvSpPr>
            <a:spLocks noGrp="1"/>
          </p:cNvSpPr>
          <p:nvPr/>
        </p:nvSpPr>
        <p:spPr>
          <a:xfrm>
            <a:off x="4253575" y="378982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0" name="02_predicted_pose_3389">
            <a:extLst>
              <a:ext uri="{FF2B5EF4-FFF2-40B4-BE49-F238E27FC236}">
                <a16:creationId xmlns:a16="http://schemas.microsoft.com/office/drawing/2014/main" id="{CB273166-C44B-49FA-A1AD-D54F849B19F7}"/>
              </a:ext>
            </a:extLst>
          </p:cNvPr>
          <p:cNvSpPr>
            <a:spLocks noGrp="1"/>
          </p:cNvSpPr>
          <p:nvPr/>
        </p:nvSpPr>
        <p:spPr>
          <a:xfrm>
            <a:off x="4352017" y="378035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1" name="02_predicted_pose_3390">
            <a:extLst>
              <a:ext uri="{FF2B5EF4-FFF2-40B4-BE49-F238E27FC236}">
                <a16:creationId xmlns:a16="http://schemas.microsoft.com/office/drawing/2014/main" id="{38653A09-7B6B-4C84-9C85-409C9646E45A}"/>
              </a:ext>
            </a:extLst>
          </p:cNvPr>
          <p:cNvSpPr>
            <a:spLocks noGrp="1"/>
          </p:cNvSpPr>
          <p:nvPr/>
        </p:nvSpPr>
        <p:spPr>
          <a:xfrm>
            <a:off x="4086955" y="376119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2" name="02_predicted_pose_3391">
            <a:extLst>
              <a:ext uri="{FF2B5EF4-FFF2-40B4-BE49-F238E27FC236}">
                <a16:creationId xmlns:a16="http://schemas.microsoft.com/office/drawing/2014/main" id="{9E4C53BC-A0E7-4D09-A8CF-66A68F3EDCF4}"/>
              </a:ext>
            </a:extLst>
          </p:cNvPr>
          <p:cNvSpPr>
            <a:spLocks noGrp="1"/>
          </p:cNvSpPr>
          <p:nvPr/>
        </p:nvSpPr>
        <p:spPr>
          <a:xfrm>
            <a:off x="4185396" y="373513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3" name="02_predicted_pose_3392">
            <a:extLst>
              <a:ext uri="{FF2B5EF4-FFF2-40B4-BE49-F238E27FC236}">
                <a16:creationId xmlns:a16="http://schemas.microsoft.com/office/drawing/2014/main" id="{2A374352-630A-4EE5-93A7-66F90AFDC186}"/>
              </a:ext>
            </a:extLst>
          </p:cNvPr>
          <p:cNvSpPr>
            <a:spLocks noGrp="1"/>
          </p:cNvSpPr>
          <p:nvPr/>
        </p:nvSpPr>
        <p:spPr>
          <a:xfrm>
            <a:off x="4283837" y="380371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4" name="02_predicted_pose_3393">
            <a:extLst>
              <a:ext uri="{FF2B5EF4-FFF2-40B4-BE49-F238E27FC236}">
                <a16:creationId xmlns:a16="http://schemas.microsoft.com/office/drawing/2014/main" id="{AD19319C-FEF4-466B-B3B4-B84CF1F4E9F3}"/>
              </a:ext>
            </a:extLst>
          </p:cNvPr>
          <p:cNvSpPr>
            <a:spLocks noGrp="1"/>
          </p:cNvSpPr>
          <p:nvPr/>
        </p:nvSpPr>
        <p:spPr>
          <a:xfrm>
            <a:off x="4018776" y="388955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5" name="02_predicted_pose_3394">
            <a:extLst>
              <a:ext uri="{FF2B5EF4-FFF2-40B4-BE49-F238E27FC236}">
                <a16:creationId xmlns:a16="http://schemas.microsoft.com/office/drawing/2014/main" id="{78F58D33-0D20-402B-B172-7E9EB7D0C10D}"/>
              </a:ext>
            </a:extLst>
          </p:cNvPr>
          <p:cNvSpPr>
            <a:spLocks noGrp="1"/>
          </p:cNvSpPr>
          <p:nvPr/>
        </p:nvSpPr>
        <p:spPr>
          <a:xfrm>
            <a:off x="4237898" y="381344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6" name="02_predicted_pose_3395">
            <a:extLst>
              <a:ext uri="{FF2B5EF4-FFF2-40B4-BE49-F238E27FC236}">
                <a16:creationId xmlns:a16="http://schemas.microsoft.com/office/drawing/2014/main" id="{EEE566C6-9C3D-44EA-980C-A33CB1A4D48A}"/>
              </a:ext>
            </a:extLst>
          </p:cNvPr>
          <p:cNvSpPr>
            <a:spLocks noGrp="1"/>
          </p:cNvSpPr>
          <p:nvPr/>
        </p:nvSpPr>
        <p:spPr>
          <a:xfrm>
            <a:off x="4336339" y="378546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7" name="02_predicted_pose_3396">
            <a:extLst>
              <a:ext uri="{FF2B5EF4-FFF2-40B4-BE49-F238E27FC236}">
                <a16:creationId xmlns:a16="http://schemas.microsoft.com/office/drawing/2014/main" id="{09FFB847-D9B5-47DB-B1E5-7EE41F6515E1}"/>
              </a:ext>
            </a:extLst>
          </p:cNvPr>
          <p:cNvSpPr>
            <a:spLocks noGrp="1"/>
          </p:cNvSpPr>
          <p:nvPr/>
        </p:nvSpPr>
        <p:spPr>
          <a:xfrm>
            <a:off x="4071278" y="358602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8" name="02_predicted_pose_3397">
            <a:extLst>
              <a:ext uri="{FF2B5EF4-FFF2-40B4-BE49-F238E27FC236}">
                <a16:creationId xmlns:a16="http://schemas.microsoft.com/office/drawing/2014/main" id="{85D13A4C-2C70-4F81-9B98-6B37C3401C32}"/>
              </a:ext>
            </a:extLst>
          </p:cNvPr>
          <p:cNvSpPr>
            <a:spLocks noGrp="1"/>
          </p:cNvSpPr>
          <p:nvPr/>
        </p:nvSpPr>
        <p:spPr>
          <a:xfrm>
            <a:off x="4169718" y="376725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9" name="02_predicted_pose_3398">
            <a:extLst>
              <a:ext uri="{FF2B5EF4-FFF2-40B4-BE49-F238E27FC236}">
                <a16:creationId xmlns:a16="http://schemas.microsoft.com/office/drawing/2014/main" id="{CFBF60BF-2DD7-4537-B3F5-E2E3CC9D5BFB}"/>
              </a:ext>
            </a:extLst>
          </p:cNvPr>
          <p:cNvSpPr>
            <a:spLocks noGrp="1"/>
          </p:cNvSpPr>
          <p:nvPr/>
        </p:nvSpPr>
        <p:spPr>
          <a:xfrm>
            <a:off x="4268160" y="357363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0" name="02_predicted_pose_3399">
            <a:extLst>
              <a:ext uri="{FF2B5EF4-FFF2-40B4-BE49-F238E27FC236}">
                <a16:creationId xmlns:a16="http://schemas.microsoft.com/office/drawing/2014/main" id="{E3D76EB7-2B9E-4036-8CED-6CC0193C4B5E}"/>
              </a:ext>
            </a:extLst>
          </p:cNvPr>
          <p:cNvSpPr>
            <a:spLocks noGrp="1"/>
          </p:cNvSpPr>
          <p:nvPr/>
        </p:nvSpPr>
        <p:spPr>
          <a:xfrm>
            <a:off x="4366601" y="361798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1" name="02_predicted_pose_3400">
            <a:extLst>
              <a:ext uri="{FF2B5EF4-FFF2-40B4-BE49-F238E27FC236}">
                <a16:creationId xmlns:a16="http://schemas.microsoft.com/office/drawing/2014/main" id="{9BAFA984-FD2D-4643-94DA-577199F8432B}"/>
              </a:ext>
            </a:extLst>
          </p:cNvPr>
          <p:cNvSpPr>
            <a:spLocks noGrp="1"/>
          </p:cNvSpPr>
          <p:nvPr/>
        </p:nvSpPr>
        <p:spPr>
          <a:xfrm>
            <a:off x="4101539" y="381171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2" name="02_predicted_pose_3401">
            <a:extLst>
              <a:ext uri="{FF2B5EF4-FFF2-40B4-BE49-F238E27FC236}">
                <a16:creationId xmlns:a16="http://schemas.microsoft.com/office/drawing/2014/main" id="{0A22ED4C-1EDA-4F21-AB08-BD0D820AA654}"/>
              </a:ext>
            </a:extLst>
          </p:cNvPr>
          <p:cNvSpPr>
            <a:spLocks noGrp="1"/>
          </p:cNvSpPr>
          <p:nvPr/>
        </p:nvSpPr>
        <p:spPr>
          <a:xfrm>
            <a:off x="4199980" y="381314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3" name="02_predicted_pose_3402">
            <a:extLst>
              <a:ext uri="{FF2B5EF4-FFF2-40B4-BE49-F238E27FC236}">
                <a16:creationId xmlns:a16="http://schemas.microsoft.com/office/drawing/2014/main" id="{966E9FAA-4349-4FF9-BEA8-74D3AA68A0CB}"/>
              </a:ext>
            </a:extLst>
          </p:cNvPr>
          <p:cNvSpPr>
            <a:spLocks noGrp="1"/>
          </p:cNvSpPr>
          <p:nvPr/>
        </p:nvSpPr>
        <p:spPr>
          <a:xfrm>
            <a:off x="4162062" y="369459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4" name="02_predicted_pose_3403">
            <a:extLst>
              <a:ext uri="{FF2B5EF4-FFF2-40B4-BE49-F238E27FC236}">
                <a16:creationId xmlns:a16="http://schemas.microsoft.com/office/drawing/2014/main" id="{D44D55AF-164C-4256-8896-E31C3F97575D}"/>
              </a:ext>
            </a:extLst>
          </p:cNvPr>
          <p:cNvSpPr>
            <a:spLocks noGrp="1"/>
          </p:cNvSpPr>
          <p:nvPr/>
        </p:nvSpPr>
        <p:spPr>
          <a:xfrm>
            <a:off x="4176645" y="385332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5" name="02_predicted_pose_3404">
            <a:extLst>
              <a:ext uri="{FF2B5EF4-FFF2-40B4-BE49-F238E27FC236}">
                <a16:creationId xmlns:a16="http://schemas.microsoft.com/office/drawing/2014/main" id="{333C2C73-E737-4345-9E03-6496FB4B1199}"/>
              </a:ext>
            </a:extLst>
          </p:cNvPr>
          <p:cNvSpPr>
            <a:spLocks noGrp="1"/>
          </p:cNvSpPr>
          <p:nvPr/>
        </p:nvSpPr>
        <p:spPr>
          <a:xfrm>
            <a:off x="4153311" y="378583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6" name="02_predicted_pose_3405">
            <a:extLst>
              <a:ext uri="{FF2B5EF4-FFF2-40B4-BE49-F238E27FC236}">
                <a16:creationId xmlns:a16="http://schemas.microsoft.com/office/drawing/2014/main" id="{DFA8AE02-3AF1-4793-B622-96F662B2019A}"/>
              </a:ext>
            </a:extLst>
          </p:cNvPr>
          <p:cNvSpPr>
            <a:spLocks noGrp="1"/>
          </p:cNvSpPr>
          <p:nvPr/>
        </p:nvSpPr>
        <p:spPr>
          <a:xfrm>
            <a:off x="4182479" y="383349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7" name="02_predicted_pose_3406">
            <a:extLst>
              <a:ext uri="{FF2B5EF4-FFF2-40B4-BE49-F238E27FC236}">
                <a16:creationId xmlns:a16="http://schemas.microsoft.com/office/drawing/2014/main" id="{F9F9A157-AA42-424D-B384-A8EBC0F82073}"/>
              </a:ext>
            </a:extLst>
          </p:cNvPr>
          <p:cNvSpPr>
            <a:spLocks noGrp="1"/>
          </p:cNvSpPr>
          <p:nvPr/>
        </p:nvSpPr>
        <p:spPr>
          <a:xfrm>
            <a:off x="4211647" y="381967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8" name="02_predicted_pose_3407">
            <a:extLst>
              <a:ext uri="{FF2B5EF4-FFF2-40B4-BE49-F238E27FC236}">
                <a16:creationId xmlns:a16="http://schemas.microsoft.com/office/drawing/2014/main" id="{1340B248-6C7D-49AB-AC0A-553871430154}"/>
              </a:ext>
            </a:extLst>
          </p:cNvPr>
          <p:cNvSpPr>
            <a:spLocks noGrp="1"/>
          </p:cNvSpPr>
          <p:nvPr/>
        </p:nvSpPr>
        <p:spPr>
          <a:xfrm>
            <a:off x="4193052" y="377210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9" name="02_predicted_pose_3408">
            <a:extLst>
              <a:ext uri="{FF2B5EF4-FFF2-40B4-BE49-F238E27FC236}">
                <a16:creationId xmlns:a16="http://schemas.microsoft.com/office/drawing/2014/main" id="{D78BE8E5-D6CF-4C4A-AC43-80D1D50A88C0}"/>
              </a:ext>
            </a:extLst>
          </p:cNvPr>
          <p:cNvSpPr>
            <a:spLocks noGrp="1"/>
          </p:cNvSpPr>
          <p:nvPr/>
        </p:nvSpPr>
        <p:spPr>
          <a:xfrm>
            <a:off x="4026432" y="386094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0" name="02_predicted_pose_3409">
            <a:extLst>
              <a:ext uri="{FF2B5EF4-FFF2-40B4-BE49-F238E27FC236}">
                <a16:creationId xmlns:a16="http://schemas.microsoft.com/office/drawing/2014/main" id="{537788DE-A146-4BAF-B95C-5F35A2F73514}"/>
              </a:ext>
            </a:extLst>
          </p:cNvPr>
          <p:cNvSpPr>
            <a:spLocks noGrp="1"/>
          </p:cNvSpPr>
          <p:nvPr/>
        </p:nvSpPr>
        <p:spPr>
          <a:xfrm>
            <a:off x="4223314" y="385681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1" name="02_predicted_pose_3410">
            <a:extLst>
              <a:ext uri="{FF2B5EF4-FFF2-40B4-BE49-F238E27FC236}">
                <a16:creationId xmlns:a16="http://schemas.microsoft.com/office/drawing/2014/main" id="{56E7B5B9-A31A-4E77-911A-46F473EA14B0}"/>
              </a:ext>
            </a:extLst>
          </p:cNvPr>
          <p:cNvSpPr>
            <a:spLocks noGrp="1"/>
          </p:cNvSpPr>
          <p:nvPr/>
        </p:nvSpPr>
        <p:spPr>
          <a:xfrm>
            <a:off x="4056694" y="381643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2" name="02_predicted_pose_3411">
            <a:extLst>
              <a:ext uri="{FF2B5EF4-FFF2-40B4-BE49-F238E27FC236}">
                <a16:creationId xmlns:a16="http://schemas.microsoft.com/office/drawing/2014/main" id="{EF8E8462-2661-4129-82CD-300C2EEC3D89}"/>
              </a:ext>
            </a:extLst>
          </p:cNvPr>
          <p:cNvSpPr>
            <a:spLocks noGrp="1"/>
          </p:cNvSpPr>
          <p:nvPr/>
        </p:nvSpPr>
        <p:spPr>
          <a:xfrm>
            <a:off x="4202532" y="394147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3" name="02_predicted_pose_3412">
            <a:extLst>
              <a:ext uri="{FF2B5EF4-FFF2-40B4-BE49-F238E27FC236}">
                <a16:creationId xmlns:a16="http://schemas.microsoft.com/office/drawing/2014/main" id="{8E46FDB1-A31C-42B7-8ECB-2AEDBFD87D30}"/>
              </a:ext>
            </a:extLst>
          </p:cNvPr>
          <p:cNvSpPr>
            <a:spLocks noGrp="1"/>
          </p:cNvSpPr>
          <p:nvPr/>
        </p:nvSpPr>
        <p:spPr>
          <a:xfrm>
            <a:off x="4217116" y="392463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4" name="02_predicted_pose_3413">
            <a:extLst>
              <a:ext uri="{FF2B5EF4-FFF2-40B4-BE49-F238E27FC236}">
                <a16:creationId xmlns:a16="http://schemas.microsoft.com/office/drawing/2014/main" id="{5153F9A5-E316-4463-B2D4-608051C2FCA7}"/>
              </a:ext>
            </a:extLst>
          </p:cNvPr>
          <p:cNvSpPr>
            <a:spLocks noGrp="1"/>
          </p:cNvSpPr>
          <p:nvPr/>
        </p:nvSpPr>
        <p:spPr>
          <a:xfrm>
            <a:off x="4260868" y="373871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5" name="02_predicted_pose_3414">
            <a:extLst>
              <a:ext uri="{FF2B5EF4-FFF2-40B4-BE49-F238E27FC236}">
                <a16:creationId xmlns:a16="http://schemas.microsoft.com/office/drawing/2014/main" id="{E0757D33-8CD8-487B-9D13-68194561F33A}"/>
              </a:ext>
            </a:extLst>
          </p:cNvPr>
          <p:cNvSpPr>
            <a:spLocks noGrp="1"/>
          </p:cNvSpPr>
          <p:nvPr/>
        </p:nvSpPr>
        <p:spPr>
          <a:xfrm>
            <a:off x="4275451" y="385808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6" name="02_predicted_pose_3415">
            <a:extLst>
              <a:ext uri="{FF2B5EF4-FFF2-40B4-BE49-F238E27FC236}">
                <a16:creationId xmlns:a16="http://schemas.microsoft.com/office/drawing/2014/main" id="{156ABE39-D2DB-424C-8B23-25AA3BFEED6C}"/>
              </a:ext>
            </a:extLst>
          </p:cNvPr>
          <p:cNvSpPr>
            <a:spLocks noGrp="1"/>
          </p:cNvSpPr>
          <p:nvPr/>
        </p:nvSpPr>
        <p:spPr>
          <a:xfrm>
            <a:off x="4319203" y="401570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7" name="02_predicted_pose_3416">
            <a:extLst>
              <a:ext uri="{FF2B5EF4-FFF2-40B4-BE49-F238E27FC236}">
                <a16:creationId xmlns:a16="http://schemas.microsoft.com/office/drawing/2014/main" id="{D3370164-119C-4602-B350-FB070F17840E}"/>
              </a:ext>
            </a:extLst>
          </p:cNvPr>
          <p:cNvSpPr>
            <a:spLocks noGrp="1"/>
          </p:cNvSpPr>
          <p:nvPr/>
        </p:nvSpPr>
        <p:spPr>
          <a:xfrm>
            <a:off x="4333787" y="397657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8" name="02_predicted_pose_3417">
            <a:extLst>
              <a:ext uri="{FF2B5EF4-FFF2-40B4-BE49-F238E27FC236}">
                <a16:creationId xmlns:a16="http://schemas.microsoft.com/office/drawing/2014/main" id="{59AD42DB-E52F-41C7-90A3-5CC16C9885F0}"/>
              </a:ext>
            </a:extLst>
          </p:cNvPr>
          <p:cNvSpPr>
            <a:spLocks noGrp="1"/>
          </p:cNvSpPr>
          <p:nvPr/>
        </p:nvSpPr>
        <p:spPr>
          <a:xfrm>
            <a:off x="4050131" y="400641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9" name="02_predicted_pose_3418">
            <a:extLst>
              <a:ext uri="{FF2B5EF4-FFF2-40B4-BE49-F238E27FC236}">
                <a16:creationId xmlns:a16="http://schemas.microsoft.com/office/drawing/2014/main" id="{C40CCD90-F51A-4DAA-884A-250FD4CF997C}"/>
              </a:ext>
            </a:extLst>
          </p:cNvPr>
          <p:cNvSpPr>
            <a:spLocks noGrp="1"/>
          </p:cNvSpPr>
          <p:nvPr/>
        </p:nvSpPr>
        <p:spPr>
          <a:xfrm>
            <a:off x="4148571" y="382488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0" name="02_predicted_pose_3419">
            <a:extLst>
              <a:ext uri="{FF2B5EF4-FFF2-40B4-BE49-F238E27FC236}">
                <a16:creationId xmlns:a16="http://schemas.microsoft.com/office/drawing/2014/main" id="{AB33BA1E-7E4D-4E75-AB41-9FB19A879F34}"/>
              </a:ext>
            </a:extLst>
          </p:cNvPr>
          <p:cNvSpPr>
            <a:spLocks noGrp="1"/>
          </p:cNvSpPr>
          <p:nvPr/>
        </p:nvSpPr>
        <p:spPr>
          <a:xfrm>
            <a:off x="4080392" y="378185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1" name="02_predicted_pose_3420">
            <a:extLst>
              <a:ext uri="{FF2B5EF4-FFF2-40B4-BE49-F238E27FC236}">
                <a16:creationId xmlns:a16="http://schemas.microsoft.com/office/drawing/2014/main" id="{74DCF40C-5A57-403C-9F42-27858D5D177A}"/>
              </a:ext>
            </a:extLst>
          </p:cNvPr>
          <p:cNvSpPr>
            <a:spLocks noGrp="1"/>
          </p:cNvSpPr>
          <p:nvPr/>
        </p:nvSpPr>
        <p:spPr>
          <a:xfrm>
            <a:off x="4178834" y="375316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2" name="02_predicted_pose_3421">
            <a:extLst>
              <a:ext uri="{FF2B5EF4-FFF2-40B4-BE49-F238E27FC236}">
                <a16:creationId xmlns:a16="http://schemas.microsoft.com/office/drawing/2014/main" id="{9E2CC068-C08B-4AE7-ABC2-555BD12B4F71}"/>
              </a:ext>
            </a:extLst>
          </p:cNvPr>
          <p:cNvSpPr>
            <a:spLocks noGrp="1"/>
          </p:cNvSpPr>
          <p:nvPr/>
        </p:nvSpPr>
        <p:spPr>
          <a:xfrm>
            <a:off x="4230970" y="385543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3" name="02_predicted_pose_3422">
            <a:extLst>
              <a:ext uri="{FF2B5EF4-FFF2-40B4-BE49-F238E27FC236}">
                <a16:creationId xmlns:a16="http://schemas.microsoft.com/office/drawing/2014/main" id="{E322CE39-9E21-4F2D-A080-41B6AC46B14D}"/>
              </a:ext>
            </a:extLst>
          </p:cNvPr>
          <p:cNvSpPr>
            <a:spLocks noGrp="1"/>
          </p:cNvSpPr>
          <p:nvPr/>
        </p:nvSpPr>
        <p:spPr>
          <a:xfrm>
            <a:off x="4058881" y="376126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4" name="02_predicted_pose_3423">
            <a:extLst>
              <a:ext uri="{FF2B5EF4-FFF2-40B4-BE49-F238E27FC236}">
                <a16:creationId xmlns:a16="http://schemas.microsoft.com/office/drawing/2014/main" id="{A0B7D500-3D4C-4A8D-8B65-7DD9264BF24E}"/>
              </a:ext>
            </a:extLst>
          </p:cNvPr>
          <p:cNvSpPr>
            <a:spLocks noGrp="1"/>
          </p:cNvSpPr>
          <p:nvPr/>
        </p:nvSpPr>
        <p:spPr>
          <a:xfrm>
            <a:off x="4088048" y="400893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5" name="02_predicted_pose_3424">
            <a:extLst>
              <a:ext uri="{FF2B5EF4-FFF2-40B4-BE49-F238E27FC236}">
                <a16:creationId xmlns:a16="http://schemas.microsoft.com/office/drawing/2014/main" id="{C2C8A2F8-3665-49D6-BC67-7B696BE04403}"/>
              </a:ext>
            </a:extLst>
          </p:cNvPr>
          <p:cNvSpPr>
            <a:spLocks noGrp="1"/>
          </p:cNvSpPr>
          <p:nvPr/>
        </p:nvSpPr>
        <p:spPr>
          <a:xfrm>
            <a:off x="4327224" y="352334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6" name="02_predicted_pose_3425">
            <a:extLst>
              <a:ext uri="{FF2B5EF4-FFF2-40B4-BE49-F238E27FC236}">
                <a16:creationId xmlns:a16="http://schemas.microsoft.com/office/drawing/2014/main" id="{37740B56-12A9-4FBD-A02F-CB7319816266}"/>
              </a:ext>
            </a:extLst>
          </p:cNvPr>
          <p:cNvSpPr>
            <a:spLocks noGrp="1"/>
          </p:cNvSpPr>
          <p:nvPr/>
        </p:nvSpPr>
        <p:spPr>
          <a:xfrm>
            <a:off x="4194147" y="375990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7" name="02_predicted_pose_3426">
            <a:extLst>
              <a:ext uri="{FF2B5EF4-FFF2-40B4-BE49-F238E27FC236}">
                <a16:creationId xmlns:a16="http://schemas.microsoft.com/office/drawing/2014/main" id="{5E44D1D3-0F11-4FF5-B931-8E7D65F20EF1}"/>
              </a:ext>
            </a:extLst>
          </p:cNvPr>
          <p:cNvSpPr>
            <a:spLocks noGrp="1"/>
          </p:cNvSpPr>
          <p:nvPr/>
        </p:nvSpPr>
        <p:spPr>
          <a:xfrm>
            <a:off x="4065443" y="378999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8" name="02_predicted_pose_3427">
            <a:extLst>
              <a:ext uri="{FF2B5EF4-FFF2-40B4-BE49-F238E27FC236}">
                <a16:creationId xmlns:a16="http://schemas.microsoft.com/office/drawing/2014/main" id="{9486FABB-7926-486D-9A19-CD3DB753D0EA}"/>
              </a:ext>
            </a:extLst>
          </p:cNvPr>
          <p:cNvSpPr>
            <a:spLocks noGrp="1"/>
          </p:cNvSpPr>
          <p:nvPr/>
        </p:nvSpPr>
        <p:spPr>
          <a:xfrm>
            <a:off x="4109195" y="370030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9" name="02_predicted_pose_3428">
            <a:extLst>
              <a:ext uri="{FF2B5EF4-FFF2-40B4-BE49-F238E27FC236}">
                <a16:creationId xmlns:a16="http://schemas.microsoft.com/office/drawing/2014/main" id="{F9BEF3D2-E19D-42BF-B9D9-CA3B388763E7}"/>
              </a:ext>
            </a:extLst>
          </p:cNvPr>
          <p:cNvSpPr>
            <a:spLocks noGrp="1"/>
          </p:cNvSpPr>
          <p:nvPr/>
        </p:nvSpPr>
        <p:spPr>
          <a:xfrm>
            <a:off x="4152947" y="364324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0" name="02_predicted_pose_3429">
            <a:extLst>
              <a:ext uri="{FF2B5EF4-FFF2-40B4-BE49-F238E27FC236}">
                <a16:creationId xmlns:a16="http://schemas.microsoft.com/office/drawing/2014/main" id="{9C22E154-77D0-47AB-9824-015B644A29FC}"/>
              </a:ext>
            </a:extLst>
          </p:cNvPr>
          <p:cNvSpPr>
            <a:spLocks noGrp="1"/>
          </p:cNvSpPr>
          <p:nvPr/>
        </p:nvSpPr>
        <p:spPr>
          <a:xfrm>
            <a:off x="4337432" y="285400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1" name="02_predicted_pose_3430">
            <a:extLst>
              <a:ext uri="{FF2B5EF4-FFF2-40B4-BE49-F238E27FC236}">
                <a16:creationId xmlns:a16="http://schemas.microsoft.com/office/drawing/2014/main" id="{92853356-5DB5-4272-87DC-FFEE7005036B}"/>
              </a:ext>
            </a:extLst>
          </p:cNvPr>
          <p:cNvSpPr>
            <a:spLocks noGrp="1"/>
          </p:cNvSpPr>
          <p:nvPr/>
        </p:nvSpPr>
        <p:spPr>
          <a:xfrm>
            <a:off x="4017682" y="354604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2" name="02_predicted_pose_3431">
            <a:extLst>
              <a:ext uri="{FF2B5EF4-FFF2-40B4-BE49-F238E27FC236}">
                <a16:creationId xmlns:a16="http://schemas.microsoft.com/office/drawing/2014/main" id="{F20B5A41-33C9-48D5-A40E-B7A502C00B0F}"/>
              </a:ext>
            </a:extLst>
          </p:cNvPr>
          <p:cNvSpPr>
            <a:spLocks noGrp="1"/>
          </p:cNvSpPr>
          <p:nvPr/>
        </p:nvSpPr>
        <p:spPr>
          <a:xfrm>
            <a:off x="4239721" y="285231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3" name="02_predicted_pose_3432">
            <a:extLst>
              <a:ext uri="{FF2B5EF4-FFF2-40B4-BE49-F238E27FC236}">
                <a16:creationId xmlns:a16="http://schemas.microsoft.com/office/drawing/2014/main" id="{920BF861-8F62-4DEB-9490-13313F0F1FC4}"/>
              </a:ext>
            </a:extLst>
          </p:cNvPr>
          <p:cNvSpPr>
            <a:spLocks noGrp="1"/>
          </p:cNvSpPr>
          <p:nvPr/>
        </p:nvSpPr>
        <p:spPr>
          <a:xfrm>
            <a:off x="4338162" y="320589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4" name="02_predicted_pose_3433">
            <a:extLst>
              <a:ext uri="{FF2B5EF4-FFF2-40B4-BE49-F238E27FC236}">
                <a16:creationId xmlns:a16="http://schemas.microsoft.com/office/drawing/2014/main" id="{B5234E90-14F5-4EC6-B84A-4724939AC82B}"/>
              </a:ext>
            </a:extLst>
          </p:cNvPr>
          <p:cNvSpPr>
            <a:spLocks noGrp="1"/>
          </p:cNvSpPr>
          <p:nvPr/>
        </p:nvSpPr>
        <p:spPr>
          <a:xfrm>
            <a:off x="4159145" y="289610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5" name="02_predicted_pose_3434">
            <a:extLst>
              <a:ext uri="{FF2B5EF4-FFF2-40B4-BE49-F238E27FC236}">
                <a16:creationId xmlns:a16="http://schemas.microsoft.com/office/drawing/2014/main" id="{3D2E23A8-151C-4F3B-A7D7-AB364F766654}"/>
              </a:ext>
            </a:extLst>
          </p:cNvPr>
          <p:cNvSpPr>
            <a:spLocks noGrp="1"/>
          </p:cNvSpPr>
          <p:nvPr/>
        </p:nvSpPr>
        <p:spPr>
          <a:xfrm>
            <a:off x="4173729" y="342655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6" name="02_predicted_pose_3435">
            <a:extLst>
              <a:ext uri="{FF2B5EF4-FFF2-40B4-BE49-F238E27FC236}">
                <a16:creationId xmlns:a16="http://schemas.microsoft.com/office/drawing/2014/main" id="{62682FB7-EAE6-4B68-8606-EEC8651845D1}"/>
              </a:ext>
            </a:extLst>
          </p:cNvPr>
          <p:cNvSpPr>
            <a:spLocks noGrp="1"/>
          </p:cNvSpPr>
          <p:nvPr/>
        </p:nvSpPr>
        <p:spPr>
          <a:xfrm>
            <a:off x="4090966" y="346484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7" name="02_predicted_pose_3436">
            <a:extLst>
              <a:ext uri="{FF2B5EF4-FFF2-40B4-BE49-F238E27FC236}">
                <a16:creationId xmlns:a16="http://schemas.microsoft.com/office/drawing/2014/main" id="{5EC6C063-A28F-471C-A34D-121D526A02DD}"/>
              </a:ext>
            </a:extLst>
          </p:cNvPr>
          <p:cNvSpPr>
            <a:spLocks noGrp="1"/>
          </p:cNvSpPr>
          <p:nvPr/>
        </p:nvSpPr>
        <p:spPr>
          <a:xfrm>
            <a:off x="4105550" y="351439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8" name="02_predicted_pose_3437">
            <a:extLst>
              <a:ext uri="{FF2B5EF4-FFF2-40B4-BE49-F238E27FC236}">
                <a16:creationId xmlns:a16="http://schemas.microsoft.com/office/drawing/2014/main" id="{36A7675E-D483-4CF7-B51B-10DC2C29FAEF}"/>
              </a:ext>
            </a:extLst>
          </p:cNvPr>
          <p:cNvSpPr>
            <a:spLocks noGrp="1"/>
          </p:cNvSpPr>
          <p:nvPr/>
        </p:nvSpPr>
        <p:spPr>
          <a:xfrm>
            <a:off x="4120133" y="349711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9" name="02_predicted_pose_3438">
            <a:extLst>
              <a:ext uri="{FF2B5EF4-FFF2-40B4-BE49-F238E27FC236}">
                <a16:creationId xmlns:a16="http://schemas.microsoft.com/office/drawing/2014/main" id="{A2911E64-B18A-4000-B96E-7372BFE713E9}"/>
              </a:ext>
            </a:extLst>
          </p:cNvPr>
          <p:cNvSpPr>
            <a:spLocks noGrp="1"/>
          </p:cNvSpPr>
          <p:nvPr/>
        </p:nvSpPr>
        <p:spPr>
          <a:xfrm>
            <a:off x="4134717" y="346645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0" name="02_predicted_pose_3439">
            <a:extLst>
              <a:ext uri="{FF2B5EF4-FFF2-40B4-BE49-F238E27FC236}">
                <a16:creationId xmlns:a16="http://schemas.microsoft.com/office/drawing/2014/main" id="{32D49C3B-2132-4C0A-BC72-6BF250872427}"/>
              </a:ext>
            </a:extLst>
          </p:cNvPr>
          <p:cNvSpPr>
            <a:spLocks noGrp="1"/>
          </p:cNvSpPr>
          <p:nvPr/>
        </p:nvSpPr>
        <p:spPr>
          <a:xfrm>
            <a:off x="4149302" y="348963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1" name="02_predicted_pose_3440">
            <a:extLst>
              <a:ext uri="{FF2B5EF4-FFF2-40B4-BE49-F238E27FC236}">
                <a16:creationId xmlns:a16="http://schemas.microsoft.com/office/drawing/2014/main" id="{A48CE4C8-7BD3-463A-A940-8FF9A04266E7}"/>
              </a:ext>
            </a:extLst>
          </p:cNvPr>
          <p:cNvSpPr>
            <a:spLocks noGrp="1"/>
          </p:cNvSpPr>
          <p:nvPr/>
        </p:nvSpPr>
        <p:spPr>
          <a:xfrm>
            <a:off x="4163885" y="350512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2" name="02_predicted_pose_3441">
            <a:extLst>
              <a:ext uri="{FF2B5EF4-FFF2-40B4-BE49-F238E27FC236}">
                <a16:creationId xmlns:a16="http://schemas.microsoft.com/office/drawing/2014/main" id="{4EAE9F40-8178-4BA6-8640-5944C84A0E8B}"/>
              </a:ext>
            </a:extLst>
          </p:cNvPr>
          <p:cNvSpPr>
            <a:spLocks noGrp="1"/>
          </p:cNvSpPr>
          <p:nvPr/>
        </p:nvSpPr>
        <p:spPr>
          <a:xfrm>
            <a:off x="4178469" y="350030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3" name="02_predicted_pose_3442">
            <a:extLst>
              <a:ext uri="{FF2B5EF4-FFF2-40B4-BE49-F238E27FC236}">
                <a16:creationId xmlns:a16="http://schemas.microsoft.com/office/drawing/2014/main" id="{1C4BFE9D-609D-4C4B-A6C7-F3415CA155D7}"/>
              </a:ext>
            </a:extLst>
          </p:cNvPr>
          <p:cNvSpPr>
            <a:spLocks noGrp="1"/>
          </p:cNvSpPr>
          <p:nvPr/>
        </p:nvSpPr>
        <p:spPr>
          <a:xfrm>
            <a:off x="4193052" y="349727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4" name="02_predicted_pose_3443">
            <a:extLst>
              <a:ext uri="{FF2B5EF4-FFF2-40B4-BE49-F238E27FC236}">
                <a16:creationId xmlns:a16="http://schemas.microsoft.com/office/drawing/2014/main" id="{F0C539CC-C31B-4DA0-B59E-DB643A42A5E9}"/>
              </a:ext>
            </a:extLst>
          </p:cNvPr>
          <p:cNvSpPr>
            <a:spLocks noGrp="1"/>
          </p:cNvSpPr>
          <p:nvPr/>
        </p:nvSpPr>
        <p:spPr>
          <a:xfrm>
            <a:off x="4207636" y="349512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5" name="02_predicted_pose_3444">
            <a:extLst>
              <a:ext uri="{FF2B5EF4-FFF2-40B4-BE49-F238E27FC236}">
                <a16:creationId xmlns:a16="http://schemas.microsoft.com/office/drawing/2014/main" id="{AA15F3FB-90CE-485B-A53E-D587316A4283}"/>
              </a:ext>
            </a:extLst>
          </p:cNvPr>
          <p:cNvSpPr>
            <a:spLocks noGrp="1"/>
          </p:cNvSpPr>
          <p:nvPr/>
        </p:nvSpPr>
        <p:spPr>
          <a:xfrm>
            <a:off x="4222221" y="346612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6" name="02_predicted_pose_3445">
            <a:extLst>
              <a:ext uri="{FF2B5EF4-FFF2-40B4-BE49-F238E27FC236}">
                <a16:creationId xmlns:a16="http://schemas.microsoft.com/office/drawing/2014/main" id="{15AB82BF-38BB-47F2-86ED-965319F7B1C2}"/>
              </a:ext>
            </a:extLst>
          </p:cNvPr>
          <p:cNvSpPr>
            <a:spLocks noGrp="1"/>
          </p:cNvSpPr>
          <p:nvPr/>
        </p:nvSpPr>
        <p:spPr>
          <a:xfrm>
            <a:off x="4105185" y="348558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7" name="02_predicted_pose_3446">
            <a:extLst>
              <a:ext uri="{FF2B5EF4-FFF2-40B4-BE49-F238E27FC236}">
                <a16:creationId xmlns:a16="http://schemas.microsoft.com/office/drawing/2014/main" id="{2D0BE95F-ACA7-437B-A898-015233BCD834}"/>
              </a:ext>
            </a:extLst>
          </p:cNvPr>
          <p:cNvSpPr>
            <a:spLocks noGrp="1"/>
          </p:cNvSpPr>
          <p:nvPr/>
        </p:nvSpPr>
        <p:spPr>
          <a:xfrm>
            <a:off x="4307536" y="384650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8" name="02_predicted_pose_3447">
            <a:extLst>
              <a:ext uri="{FF2B5EF4-FFF2-40B4-BE49-F238E27FC236}">
                <a16:creationId xmlns:a16="http://schemas.microsoft.com/office/drawing/2014/main" id="{9C835A50-A2C6-40AA-A627-6F1866C5FA47}"/>
              </a:ext>
            </a:extLst>
          </p:cNvPr>
          <p:cNvSpPr>
            <a:spLocks noGrp="1"/>
          </p:cNvSpPr>
          <p:nvPr/>
        </p:nvSpPr>
        <p:spPr>
          <a:xfrm>
            <a:off x="4171176" y="400968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9" name="02_predicted_pose_3448">
            <a:extLst>
              <a:ext uri="{FF2B5EF4-FFF2-40B4-BE49-F238E27FC236}">
                <a16:creationId xmlns:a16="http://schemas.microsoft.com/office/drawing/2014/main" id="{C8424C33-2A6B-4452-B71A-A0F7DC29F476}"/>
              </a:ext>
            </a:extLst>
          </p:cNvPr>
          <p:cNvSpPr>
            <a:spLocks noGrp="1"/>
          </p:cNvSpPr>
          <p:nvPr/>
        </p:nvSpPr>
        <p:spPr>
          <a:xfrm>
            <a:off x="4057058" y="396709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0" name="02_predicted_pose_3449">
            <a:extLst>
              <a:ext uri="{FF2B5EF4-FFF2-40B4-BE49-F238E27FC236}">
                <a16:creationId xmlns:a16="http://schemas.microsoft.com/office/drawing/2014/main" id="{228350E1-6B51-43BB-BF1E-46BFE997EE75}"/>
              </a:ext>
            </a:extLst>
          </p:cNvPr>
          <p:cNvSpPr>
            <a:spLocks noGrp="1"/>
          </p:cNvSpPr>
          <p:nvPr/>
        </p:nvSpPr>
        <p:spPr>
          <a:xfrm>
            <a:off x="4185761" y="388725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1" name="02_predicted_pose_3450">
            <a:extLst>
              <a:ext uri="{FF2B5EF4-FFF2-40B4-BE49-F238E27FC236}">
                <a16:creationId xmlns:a16="http://schemas.microsoft.com/office/drawing/2014/main" id="{DC41E5F8-F5C1-4703-9F12-646E2A6C87FD}"/>
              </a:ext>
            </a:extLst>
          </p:cNvPr>
          <p:cNvSpPr>
            <a:spLocks noGrp="1"/>
          </p:cNvSpPr>
          <p:nvPr/>
        </p:nvSpPr>
        <p:spPr>
          <a:xfrm>
            <a:off x="4299150" y="368503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2" name="02_predicted_pose_3451">
            <a:extLst>
              <a:ext uri="{FF2B5EF4-FFF2-40B4-BE49-F238E27FC236}">
                <a16:creationId xmlns:a16="http://schemas.microsoft.com/office/drawing/2014/main" id="{C1A45EFE-16E3-49C1-8DFA-CE6A8063CB35}"/>
              </a:ext>
            </a:extLst>
          </p:cNvPr>
          <p:cNvSpPr>
            <a:spLocks noGrp="1"/>
          </p:cNvSpPr>
          <p:nvPr/>
        </p:nvSpPr>
        <p:spPr>
          <a:xfrm>
            <a:off x="4357486" y="362291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3" name="02_predicted_pose_3452">
            <a:extLst>
              <a:ext uri="{FF2B5EF4-FFF2-40B4-BE49-F238E27FC236}">
                <a16:creationId xmlns:a16="http://schemas.microsoft.com/office/drawing/2014/main" id="{99C00A12-8718-4B20-A23A-8D346BA46A37}"/>
              </a:ext>
            </a:extLst>
          </p:cNvPr>
          <p:cNvSpPr>
            <a:spLocks noGrp="1"/>
          </p:cNvSpPr>
          <p:nvPr/>
        </p:nvSpPr>
        <p:spPr>
          <a:xfrm>
            <a:off x="4138728" y="356072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4" name="02_predicted_pose_3453">
            <a:extLst>
              <a:ext uri="{FF2B5EF4-FFF2-40B4-BE49-F238E27FC236}">
                <a16:creationId xmlns:a16="http://schemas.microsoft.com/office/drawing/2014/main" id="{0A909129-3359-4566-BCC5-4B28DF85021F}"/>
              </a:ext>
            </a:extLst>
          </p:cNvPr>
          <p:cNvSpPr>
            <a:spLocks noGrp="1"/>
          </p:cNvSpPr>
          <p:nvPr/>
        </p:nvSpPr>
        <p:spPr>
          <a:xfrm>
            <a:off x="4167896" y="350982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5" name="02_predicted_pose_3454">
            <a:extLst>
              <a:ext uri="{FF2B5EF4-FFF2-40B4-BE49-F238E27FC236}">
                <a16:creationId xmlns:a16="http://schemas.microsoft.com/office/drawing/2014/main" id="{831C0D51-8ED8-406D-AAE5-A8465D426525}"/>
              </a:ext>
            </a:extLst>
          </p:cNvPr>
          <p:cNvSpPr>
            <a:spLocks noGrp="1"/>
          </p:cNvSpPr>
          <p:nvPr/>
        </p:nvSpPr>
        <p:spPr>
          <a:xfrm>
            <a:off x="4211647" y="351144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6" name="02_predicted_pose_3455">
            <a:extLst>
              <a:ext uri="{FF2B5EF4-FFF2-40B4-BE49-F238E27FC236}">
                <a16:creationId xmlns:a16="http://schemas.microsoft.com/office/drawing/2014/main" id="{B4C40B0D-BF0B-41C0-8758-61C7397ED4C3}"/>
              </a:ext>
            </a:extLst>
          </p:cNvPr>
          <p:cNvSpPr>
            <a:spLocks noGrp="1"/>
          </p:cNvSpPr>
          <p:nvPr/>
        </p:nvSpPr>
        <p:spPr>
          <a:xfrm>
            <a:off x="4240815" y="353985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7" name="02_predicted_pose_3456">
            <a:extLst>
              <a:ext uri="{FF2B5EF4-FFF2-40B4-BE49-F238E27FC236}">
                <a16:creationId xmlns:a16="http://schemas.microsoft.com/office/drawing/2014/main" id="{0BA47AA7-B68B-4724-9F75-00D03ECFF495}"/>
              </a:ext>
            </a:extLst>
          </p:cNvPr>
          <p:cNvSpPr>
            <a:spLocks noGrp="1"/>
          </p:cNvSpPr>
          <p:nvPr/>
        </p:nvSpPr>
        <p:spPr>
          <a:xfrm>
            <a:off x="4255399" y="352021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8" name="02_predicted_pose_3457">
            <a:extLst>
              <a:ext uri="{FF2B5EF4-FFF2-40B4-BE49-F238E27FC236}">
                <a16:creationId xmlns:a16="http://schemas.microsoft.com/office/drawing/2014/main" id="{618A10FA-CA8D-400F-8D3D-F26E7951C832}"/>
              </a:ext>
            </a:extLst>
          </p:cNvPr>
          <p:cNvSpPr>
            <a:spLocks noGrp="1"/>
          </p:cNvSpPr>
          <p:nvPr/>
        </p:nvSpPr>
        <p:spPr>
          <a:xfrm>
            <a:off x="4152947" y="350781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9" name="02_predicted_pose_3458">
            <a:extLst>
              <a:ext uri="{FF2B5EF4-FFF2-40B4-BE49-F238E27FC236}">
                <a16:creationId xmlns:a16="http://schemas.microsoft.com/office/drawing/2014/main" id="{1191CC02-C938-4795-9712-F6E25CD984CE}"/>
              </a:ext>
            </a:extLst>
          </p:cNvPr>
          <p:cNvSpPr>
            <a:spLocks noGrp="1"/>
          </p:cNvSpPr>
          <p:nvPr/>
        </p:nvSpPr>
        <p:spPr>
          <a:xfrm>
            <a:off x="4261597" y="384200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0" name="02_predicted_pose_3459">
            <a:extLst>
              <a:ext uri="{FF2B5EF4-FFF2-40B4-BE49-F238E27FC236}">
                <a16:creationId xmlns:a16="http://schemas.microsoft.com/office/drawing/2014/main" id="{C4023391-7CE0-4D08-86BA-2ECCF574A577}"/>
              </a:ext>
            </a:extLst>
          </p:cNvPr>
          <p:cNvSpPr>
            <a:spLocks noGrp="1"/>
          </p:cNvSpPr>
          <p:nvPr/>
        </p:nvSpPr>
        <p:spPr>
          <a:xfrm>
            <a:off x="4290765" y="387077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1" name="02_predicted_pose_3460">
            <a:extLst>
              <a:ext uri="{FF2B5EF4-FFF2-40B4-BE49-F238E27FC236}">
                <a16:creationId xmlns:a16="http://schemas.microsoft.com/office/drawing/2014/main" id="{F84DB103-38AB-40E7-A5F5-2AE94CBAA47B}"/>
              </a:ext>
            </a:extLst>
          </p:cNvPr>
          <p:cNvSpPr>
            <a:spLocks noGrp="1"/>
          </p:cNvSpPr>
          <p:nvPr/>
        </p:nvSpPr>
        <p:spPr>
          <a:xfrm>
            <a:off x="4319932" y="372129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2" name="02_predicted_pose_3461">
            <a:extLst>
              <a:ext uri="{FF2B5EF4-FFF2-40B4-BE49-F238E27FC236}">
                <a16:creationId xmlns:a16="http://schemas.microsoft.com/office/drawing/2014/main" id="{F2B02CA9-B075-4FFC-BB20-01065B7A5E3C}"/>
              </a:ext>
            </a:extLst>
          </p:cNvPr>
          <p:cNvSpPr>
            <a:spLocks noGrp="1"/>
          </p:cNvSpPr>
          <p:nvPr/>
        </p:nvSpPr>
        <p:spPr>
          <a:xfrm>
            <a:off x="4349099" y="377757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3" name="02_predicted_pose_3462">
            <a:extLst>
              <a:ext uri="{FF2B5EF4-FFF2-40B4-BE49-F238E27FC236}">
                <a16:creationId xmlns:a16="http://schemas.microsoft.com/office/drawing/2014/main" id="{3CD7B179-9D34-4307-8E3C-17BDC9C43024}"/>
              </a:ext>
            </a:extLst>
          </p:cNvPr>
          <p:cNvSpPr>
            <a:spLocks noGrp="1"/>
          </p:cNvSpPr>
          <p:nvPr/>
        </p:nvSpPr>
        <p:spPr>
          <a:xfrm>
            <a:off x="4095706" y="359830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4" name="02_predicted_pose_3463">
            <a:extLst>
              <a:ext uri="{FF2B5EF4-FFF2-40B4-BE49-F238E27FC236}">
                <a16:creationId xmlns:a16="http://schemas.microsoft.com/office/drawing/2014/main" id="{8C9424E2-7CB8-4B9F-B5A6-86F32DD2AA00}"/>
              </a:ext>
            </a:extLst>
          </p:cNvPr>
          <p:cNvSpPr>
            <a:spLocks noGrp="1"/>
          </p:cNvSpPr>
          <p:nvPr/>
        </p:nvSpPr>
        <p:spPr>
          <a:xfrm>
            <a:off x="4104821" y="403045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5" name="02_predicted_pose_3464">
            <a:extLst>
              <a:ext uri="{FF2B5EF4-FFF2-40B4-BE49-F238E27FC236}">
                <a16:creationId xmlns:a16="http://schemas.microsoft.com/office/drawing/2014/main" id="{06A2127B-1961-406C-B254-742C2A5CDF03}"/>
              </a:ext>
            </a:extLst>
          </p:cNvPr>
          <p:cNvSpPr>
            <a:spLocks noGrp="1"/>
          </p:cNvSpPr>
          <p:nvPr/>
        </p:nvSpPr>
        <p:spPr>
          <a:xfrm>
            <a:off x="4119404" y="381239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6" name="02_predicted_pose_3465">
            <a:extLst>
              <a:ext uri="{FF2B5EF4-FFF2-40B4-BE49-F238E27FC236}">
                <a16:creationId xmlns:a16="http://schemas.microsoft.com/office/drawing/2014/main" id="{689938E5-598F-4CCA-BB12-A2F3E62BF7D1}"/>
              </a:ext>
            </a:extLst>
          </p:cNvPr>
          <p:cNvSpPr>
            <a:spLocks noGrp="1"/>
          </p:cNvSpPr>
          <p:nvPr/>
        </p:nvSpPr>
        <p:spPr>
          <a:xfrm>
            <a:off x="4148571" y="392771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7" name="02_predicted_pose_3466">
            <a:extLst>
              <a:ext uri="{FF2B5EF4-FFF2-40B4-BE49-F238E27FC236}">
                <a16:creationId xmlns:a16="http://schemas.microsoft.com/office/drawing/2014/main" id="{8A9DF158-2C8B-470C-96C2-3E66F10CE9AF}"/>
              </a:ext>
            </a:extLst>
          </p:cNvPr>
          <p:cNvSpPr>
            <a:spLocks noGrp="1"/>
          </p:cNvSpPr>
          <p:nvPr/>
        </p:nvSpPr>
        <p:spPr>
          <a:xfrm>
            <a:off x="4177740" y="379257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8" name="02_predicted_pose_3467">
            <a:extLst>
              <a:ext uri="{FF2B5EF4-FFF2-40B4-BE49-F238E27FC236}">
                <a16:creationId xmlns:a16="http://schemas.microsoft.com/office/drawing/2014/main" id="{9628A5CD-FBCA-4280-A3D9-AC7D35BFB919}"/>
              </a:ext>
            </a:extLst>
          </p:cNvPr>
          <p:cNvSpPr>
            <a:spLocks noGrp="1"/>
          </p:cNvSpPr>
          <p:nvPr/>
        </p:nvSpPr>
        <p:spPr>
          <a:xfrm>
            <a:off x="4206907" y="388628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9" name="02_predicted_pose_3468">
            <a:extLst>
              <a:ext uri="{FF2B5EF4-FFF2-40B4-BE49-F238E27FC236}">
                <a16:creationId xmlns:a16="http://schemas.microsoft.com/office/drawing/2014/main" id="{C60D47FA-EF47-4AD5-A16C-DA437EE77490}"/>
              </a:ext>
            </a:extLst>
          </p:cNvPr>
          <p:cNvSpPr>
            <a:spLocks noGrp="1"/>
          </p:cNvSpPr>
          <p:nvPr/>
        </p:nvSpPr>
        <p:spPr>
          <a:xfrm>
            <a:off x="4233159" y="278953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0" name="02_predicted_pose_3469">
            <a:extLst>
              <a:ext uri="{FF2B5EF4-FFF2-40B4-BE49-F238E27FC236}">
                <a16:creationId xmlns:a16="http://schemas.microsoft.com/office/drawing/2014/main" id="{5AE3068E-53D2-41B1-A591-F77E51792DAB}"/>
              </a:ext>
            </a:extLst>
          </p:cNvPr>
          <p:cNvSpPr>
            <a:spLocks noGrp="1"/>
          </p:cNvSpPr>
          <p:nvPr/>
        </p:nvSpPr>
        <p:spPr>
          <a:xfrm>
            <a:off x="4247742" y="277733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1" name="02_predicted_pose_3470">
            <a:extLst>
              <a:ext uri="{FF2B5EF4-FFF2-40B4-BE49-F238E27FC236}">
                <a16:creationId xmlns:a16="http://schemas.microsoft.com/office/drawing/2014/main" id="{FB9CDADD-6EBA-4649-970E-36B7976D4E84}"/>
              </a:ext>
            </a:extLst>
          </p:cNvPr>
          <p:cNvSpPr>
            <a:spLocks noGrp="1"/>
          </p:cNvSpPr>
          <p:nvPr/>
        </p:nvSpPr>
        <p:spPr>
          <a:xfrm>
            <a:off x="4174823" y="376856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2" name="02_predicted_pose_3471">
            <a:extLst>
              <a:ext uri="{FF2B5EF4-FFF2-40B4-BE49-F238E27FC236}">
                <a16:creationId xmlns:a16="http://schemas.microsoft.com/office/drawing/2014/main" id="{96736C33-8D98-4928-925B-C746DF20A3E5}"/>
              </a:ext>
            </a:extLst>
          </p:cNvPr>
          <p:cNvSpPr>
            <a:spLocks noGrp="1"/>
          </p:cNvSpPr>
          <p:nvPr/>
        </p:nvSpPr>
        <p:spPr>
          <a:xfrm>
            <a:off x="4119039" y="382843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3" name="02_predicted_pose_3472">
            <a:extLst>
              <a:ext uri="{FF2B5EF4-FFF2-40B4-BE49-F238E27FC236}">
                <a16:creationId xmlns:a16="http://schemas.microsoft.com/office/drawing/2014/main" id="{0E669562-A4CA-4B7E-B0B8-C6A151D92ACD}"/>
              </a:ext>
            </a:extLst>
          </p:cNvPr>
          <p:cNvSpPr>
            <a:spLocks noGrp="1"/>
          </p:cNvSpPr>
          <p:nvPr/>
        </p:nvSpPr>
        <p:spPr>
          <a:xfrm>
            <a:off x="4030807" y="371657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4" name="02_predicted_pose_3473">
            <a:extLst>
              <a:ext uri="{FF2B5EF4-FFF2-40B4-BE49-F238E27FC236}">
                <a16:creationId xmlns:a16="http://schemas.microsoft.com/office/drawing/2014/main" id="{6F8F36BB-2053-4A54-90DA-08C2793CC7F2}"/>
              </a:ext>
            </a:extLst>
          </p:cNvPr>
          <p:cNvSpPr>
            <a:spLocks noGrp="1"/>
          </p:cNvSpPr>
          <p:nvPr/>
        </p:nvSpPr>
        <p:spPr>
          <a:xfrm>
            <a:off x="4288942" y="289904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5" name="02_predicted_pose_3474">
            <a:extLst>
              <a:ext uri="{FF2B5EF4-FFF2-40B4-BE49-F238E27FC236}">
                <a16:creationId xmlns:a16="http://schemas.microsoft.com/office/drawing/2014/main" id="{6474C4C6-9E79-4568-B7B1-5170FED7A25F}"/>
              </a:ext>
            </a:extLst>
          </p:cNvPr>
          <p:cNvSpPr>
            <a:spLocks noGrp="1"/>
          </p:cNvSpPr>
          <p:nvPr/>
        </p:nvSpPr>
        <p:spPr>
          <a:xfrm>
            <a:off x="4243366" y="275936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6" name="02_predicted_pose_3475">
            <a:extLst>
              <a:ext uri="{FF2B5EF4-FFF2-40B4-BE49-F238E27FC236}">
                <a16:creationId xmlns:a16="http://schemas.microsoft.com/office/drawing/2014/main" id="{DBEE084C-E236-437F-BC04-5A299CEEF435}"/>
              </a:ext>
            </a:extLst>
          </p:cNvPr>
          <p:cNvSpPr>
            <a:spLocks noGrp="1"/>
          </p:cNvSpPr>
          <p:nvPr/>
        </p:nvSpPr>
        <p:spPr>
          <a:xfrm>
            <a:off x="4257951" y="278271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7" name="02_predicted_pose_3476">
            <a:extLst>
              <a:ext uri="{FF2B5EF4-FFF2-40B4-BE49-F238E27FC236}">
                <a16:creationId xmlns:a16="http://schemas.microsoft.com/office/drawing/2014/main" id="{F2059D6D-3891-4E51-92F5-72CA24275861}"/>
              </a:ext>
            </a:extLst>
          </p:cNvPr>
          <p:cNvSpPr>
            <a:spLocks noGrp="1"/>
          </p:cNvSpPr>
          <p:nvPr/>
        </p:nvSpPr>
        <p:spPr>
          <a:xfrm>
            <a:off x="4052683" y="316520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8" name="02_predicted_pose_3477">
            <a:extLst>
              <a:ext uri="{FF2B5EF4-FFF2-40B4-BE49-F238E27FC236}">
                <a16:creationId xmlns:a16="http://schemas.microsoft.com/office/drawing/2014/main" id="{AE9B1CFF-D71C-479E-B16F-B4ABC473A4EC}"/>
              </a:ext>
            </a:extLst>
          </p:cNvPr>
          <p:cNvSpPr>
            <a:spLocks noGrp="1"/>
          </p:cNvSpPr>
          <p:nvPr/>
        </p:nvSpPr>
        <p:spPr>
          <a:xfrm>
            <a:off x="4243731" y="314791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9" name="02_predicted_pose_3478">
            <a:extLst>
              <a:ext uri="{FF2B5EF4-FFF2-40B4-BE49-F238E27FC236}">
                <a16:creationId xmlns:a16="http://schemas.microsoft.com/office/drawing/2014/main" id="{18C19C78-F35A-4D49-91E1-EF7091BEB9A3}"/>
              </a:ext>
            </a:extLst>
          </p:cNvPr>
          <p:cNvSpPr>
            <a:spLocks noGrp="1"/>
          </p:cNvSpPr>
          <p:nvPr/>
        </p:nvSpPr>
        <p:spPr>
          <a:xfrm>
            <a:off x="4258315" y="315933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0" name="02_predicted_pose_3479">
            <a:extLst>
              <a:ext uri="{FF2B5EF4-FFF2-40B4-BE49-F238E27FC236}">
                <a16:creationId xmlns:a16="http://schemas.microsoft.com/office/drawing/2014/main" id="{3CC9B740-8049-4C33-B750-7052396A1727}"/>
              </a:ext>
            </a:extLst>
          </p:cNvPr>
          <p:cNvSpPr>
            <a:spLocks noGrp="1"/>
          </p:cNvSpPr>
          <p:nvPr/>
        </p:nvSpPr>
        <p:spPr>
          <a:xfrm>
            <a:off x="4272899" y="370046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1" name="02_predicted_pose_3480">
            <a:extLst>
              <a:ext uri="{FF2B5EF4-FFF2-40B4-BE49-F238E27FC236}">
                <a16:creationId xmlns:a16="http://schemas.microsoft.com/office/drawing/2014/main" id="{3845AEDF-32E7-4B01-8C80-ADBB82AD1408}"/>
              </a:ext>
            </a:extLst>
          </p:cNvPr>
          <p:cNvSpPr>
            <a:spLocks noGrp="1"/>
          </p:cNvSpPr>
          <p:nvPr/>
        </p:nvSpPr>
        <p:spPr>
          <a:xfrm>
            <a:off x="4287483" y="312752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2" name="02_predicted_pose_3481">
            <a:extLst>
              <a:ext uri="{FF2B5EF4-FFF2-40B4-BE49-F238E27FC236}">
                <a16:creationId xmlns:a16="http://schemas.microsoft.com/office/drawing/2014/main" id="{4FB01506-FB57-4BCA-89DC-8951ED624CB5}"/>
              </a:ext>
            </a:extLst>
          </p:cNvPr>
          <p:cNvSpPr>
            <a:spLocks noGrp="1"/>
          </p:cNvSpPr>
          <p:nvPr/>
        </p:nvSpPr>
        <p:spPr>
          <a:xfrm>
            <a:off x="4302067" y="321490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3" name="02_predicted_pose_3482">
            <a:extLst>
              <a:ext uri="{FF2B5EF4-FFF2-40B4-BE49-F238E27FC236}">
                <a16:creationId xmlns:a16="http://schemas.microsoft.com/office/drawing/2014/main" id="{25464D17-D958-4A44-AF40-E2B1BC6E3C73}"/>
              </a:ext>
            </a:extLst>
          </p:cNvPr>
          <p:cNvSpPr>
            <a:spLocks noGrp="1"/>
          </p:cNvSpPr>
          <p:nvPr/>
        </p:nvSpPr>
        <p:spPr>
          <a:xfrm>
            <a:off x="4118675" y="350063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4" name="02_predicted_pose_3483">
            <a:extLst>
              <a:ext uri="{FF2B5EF4-FFF2-40B4-BE49-F238E27FC236}">
                <a16:creationId xmlns:a16="http://schemas.microsoft.com/office/drawing/2014/main" id="{A3E16477-ED26-4276-8E5E-306D6F4696AA}"/>
              </a:ext>
            </a:extLst>
          </p:cNvPr>
          <p:cNvSpPr>
            <a:spLocks noGrp="1"/>
          </p:cNvSpPr>
          <p:nvPr/>
        </p:nvSpPr>
        <p:spPr>
          <a:xfrm>
            <a:off x="4206907" y="380956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5" name="02_predicted_pose_3484">
            <a:extLst>
              <a:ext uri="{FF2B5EF4-FFF2-40B4-BE49-F238E27FC236}">
                <a16:creationId xmlns:a16="http://schemas.microsoft.com/office/drawing/2014/main" id="{53C403E7-3472-4B07-968E-A4C93329B785}"/>
              </a:ext>
            </a:extLst>
          </p:cNvPr>
          <p:cNvSpPr>
            <a:spLocks noGrp="1"/>
          </p:cNvSpPr>
          <p:nvPr/>
        </p:nvSpPr>
        <p:spPr>
          <a:xfrm>
            <a:off x="4236075" y="381524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6" name="02_predicted_pose_3485">
            <a:extLst>
              <a:ext uri="{FF2B5EF4-FFF2-40B4-BE49-F238E27FC236}">
                <a16:creationId xmlns:a16="http://schemas.microsoft.com/office/drawing/2014/main" id="{C16E536A-1CB6-47E3-B9F7-44F1E6D45B8A}"/>
              </a:ext>
            </a:extLst>
          </p:cNvPr>
          <p:cNvSpPr>
            <a:spLocks noGrp="1"/>
          </p:cNvSpPr>
          <p:nvPr/>
        </p:nvSpPr>
        <p:spPr>
          <a:xfrm>
            <a:off x="4265242" y="380824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7" name="02_predicted_pose_3486">
            <a:extLst>
              <a:ext uri="{FF2B5EF4-FFF2-40B4-BE49-F238E27FC236}">
                <a16:creationId xmlns:a16="http://schemas.microsoft.com/office/drawing/2014/main" id="{DDE141D4-F85B-4D0C-A07E-C45A788E3DA4}"/>
              </a:ext>
            </a:extLst>
          </p:cNvPr>
          <p:cNvSpPr>
            <a:spLocks noGrp="1"/>
          </p:cNvSpPr>
          <p:nvPr/>
        </p:nvSpPr>
        <p:spPr>
          <a:xfrm>
            <a:off x="4294411" y="357562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8" name="02_predicted_pose_3487">
            <a:extLst>
              <a:ext uri="{FF2B5EF4-FFF2-40B4-BE49-F238E27FC236}">
                <a16:creationId xmlns:a16="http://schemas.microsoft.com/office/drawing/2014/main" id="{4C73C9AE-70A4-4AA3-82F5-4F624CD65FA3}"/>
              </a:ext>
            </a:extLst>
          </p:cNvPr>
          <p:cNvSpPr>
            <a:spLocks noGrp="1"/>
          </p:cNvSpPr>
          <p:nvPr/>
        </p:nvSpPr>
        <p:spPr>
          <a:xfrm>
            <a:off x="4378997" y="360246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9" name="02_predicted_pose_3488">
            <a:extLst>
              <a:ext uri="{FF2B5EF4-FFF2-40B4-BE49-F238E27FC236}">
                <a16:creationId xmlns:a16="http://schemas.microsoft.com/office/drawing/2014/main" id="{8AE02AD8-0467-4079-911B-36A62411E7F1}"/>
              </a:ext>
            </a:extLst>
          </p:cNvPr>
          <p:cNvSpPr>
            <a:spLocks noGrp="1"/>
          </p:cNvSpPr>
          <p:nvPr/>
        </p:nvSpPr>
        <p:spPr>
          <a:xfrm>
            <a:off x="4044662" y="381149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0" name="02_predicted_pose_3489">
            <a:extLst>
              <a:ext uri="{FF2B5EF4-FFF2-40B4-BE49-F238E27FC236}">
                <a16:creationId xmlns:a16="http://schemas.microsoft.com/office/drawing/2014/main" id="{7536387B-CDDC-47F7-80B5-963F679C7016}"/>
              </a:ext>
            </a:extLst>
          </p:cNvPr>
          <p:cNvSpPr>
            <a:spLocks noGrp="1"/>
          </p:cNvSpPr>
          <p:nvPr/>
        </p:nvSpPr>
        <p:spPr>
          <a:xfrm>
            <a:off x="4073830" y="374143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1" name="02_predicted_pose_3490">
            <a:extLst>
              <a:ext uri="{FF2B5EF4-FFF2-40B4-BE49-F238E27FC236}">
                <a16:creationId xmlns:a16="http://schemas.microsoft.com/office/drawing/2014/main" id="{814B0E81-158A-4485-AD24-15781C7BB28D}"/>
              </a:ext>
            </a:extLst>
          </p:cNvPr>
          <p:cNvSpPr>
            <a:spLocks noGrp="1"/>
          </p:cNvSpPr>
          <p:nvPr/>
        </p:nvSpPr>
        <p:spPr>
          <a:xfrm>
            <a:off x="4102997" y="376771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2" name="02_predicted_pose_3491">
            <a:extLst>
              <a:ext uri="{FF2B5EF4-FFF2-40B4-BE49-F238E27FC236}">
                <a16:creationId xmlns:a16="http://schemas.microsoft.com/office/drawing/2014/main" id="{1C14A7DD-D2B1-4463-A502-59E0B514CD71}"/>
              </a:ext>
            </a:extLst>
          </p:cNvPr>
          <p:cNvSpPr>
            <a:spLocks noGrp="1"/>
          </p:cNvSpPr>
          <p:nvPr/>
        </p:nvSpPr>
        <p:spPr>
          <a:xfrm>
            <a:off x="4132165" y="377591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3" name="02_predicted_pose_3492">
            <a:extLst>
              <a:ext uri="{FF2B5EF4-FFF2-40B4-BE49-F238E27FC236}">
                <a16:creationId xmlns:a16="http://schemas.microsoft.com/office/drawing/2014/main" id="{99A07840-DFC6-4705-8021-4DA6487EE97A}"/>
              </a:ext>
            </a:extLst>
          </p:cNvPr>
          <p:cNvSpPr>
            <a:spLocks noGrp="1"/>
          </p:cNvSpPr>
          <p:nvPr/>
        </p:nvSpPr>
        <p:spPr>
          <a:xfrm>
            <a:off x="4029713" y="367419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4" name="02_predicted_pose_3493">
            <a:extLst>
              <a:ext uri="{FF2B5EF4-FFF2-40B4-BE49-F238E27FC236}">
                <a16:creationId xmlns:a16="http://schemas.microsoft.com/office/drawing/2014/main" id="{2131E764-546B-4D4D-9C85-76E55D3A501E}"/>
              </a:ext>
            </a:extLst>
          </p:cNvPr>
          <p:cNvSpPr>
            <a:spLocks noGrp="1"/>
          </p:cNvSpPr>
          <p:nvPr/>
        </p:nvSpPr>
        <p:spPr>
          <a:xfrm>
            <a:off x="4082215" y="355792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5" name="02_predicted_pose_3494">
            <a:extLst>
              <a:ext uri="{FF2B5EF4-FFF2-40B4-BE49-F238E27FC236}">
                <a16:creationId xmlns:a16="http://schemas.microsoft.com/office/drawing/2014/main" id="{CA6A2D6C-F071-424B-8DF0-54E11428670E}"/>
              </a:ext>
            </a:extLst>
          </p:cNvPr>
          <p:cNvSpPr>
            <a:spLocks noGrp="1"/>
          </p:cNvSpPr>
          <p:nvPr/>
        </p:nvSpPr>
        <p:spPr>
          <a:xfrm>
            <a:off x="4232429" y="385881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6" name="02_predicted_pose_3495">
            <a:extLst>
              <a:ext uri="{FF2B5EF4-FFF2-40B4-BE49-F238E27FC236}">
                <a16:creationId xmlns:a16="http://schemas.microsoft.com/office/drawing/2014/main" id="{23A62C96-8873-4FDF-A3D4-EAF297B96E79}"/>
              </a:ext>
            </a:extLst>
          </p:cNvPr>
          <p:cNvSpPr>
            <a:spLocks noGrp="1"/>
          </p:cNvSpPr>
          <p:nvPr/>
        </p:nvSpPr>
        <p:spPr>
          <a:xfrm>
            <a:off x="4261597" y="387292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7" name="02_predicted_pose_3496">
            <a:extLst>
              <a:ext uri="{FF2B5EF4-FFF2-40B4-BE49-F238E27FC236}">
                <a16:creationId xmlns:a16="http://schemas.microsoft.com/office/drawing/2014/main" id="{921FB6F3-65A4-4D66-A22B-09BD60183E48}"/>
              </a:ext>
            </a:extLst>
          </p:cNvPr>
          <p:cNvSpPr>
            <a:spLocks noGrp="1"/>
          </p:cNvSpPr>
          <p:nvPr/>
        </p:nvSpPr>
        <p:spPr>
          <a:xfrm>
            <a:off x="4305349" y="390244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8" name="02_predicted_pose_3497">
            <a:extLst>
              <a:ext uri="{FF2B5EF4-FFF2-40B4-BE49-F238E27FC236}">
                <a16:creationId xmlns:a16="http://schemas.microsoft.com/office/drawing/2014/main" id="{B1B411E3-427D-4E5A-854D-8165E242CF25}"/>
              </a:ext>
            </a:extLst>
          </p:cNvPr>
          <p:cNvSpPr>
            <a:spLocks noGrp="1"/>
          </p:cNvSpPr>
          <p:nvPr/>
        </p:nvSpPr>
        <p:spPr>
          <a:xfrm>
            <a:off x="4334516" y="388816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9" name="02_predicted_pose_3498">
            <a:extLst>
              <a:ext uri="{FF2B5EF4-FFF2-40B4-BE49-F238E27FC236}">
                <a16:creationId xmlns:a16="http://schemas.microsoft.com/office/drawing/2014/main" id="{50AF02C0-F6C2-4740-B8E8-B9744903D971}"/>
              </a:ext>
            </a:extLst>
          </p:cNvPr>
          <p:cNvSpPr>
            <a:spLocks noGrp="1"/>
          </p:cNvSpPr>
          <p:nvPr/>
        </p:nvSpPr>
        <p:spPr>
          <a:xfrm>
            <a:off x="4363684" y="396356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00" name="02_predicted_pose_3499">
            <a:extLst>
              <a:ext uri="{FF2B5EF4-FFF2-40B4-BE49-F238E27FC236}">
                <a16:creationId xmlns:a16="http://schemas.microsoft.com/office/drawing/2014/main" id="{4616883A-C0EE-4655-B1D3-7B98BC9CCADA}"/>
              </a:ext>
            </a:extLst>
          </p:cNvPr>
          <p:cNvSpPr>
            <a:spLocks noGrp="1"/>
          </p:cNvSpPr>
          <p:nvPr/>
        </p:nvSpPr>
        <p:spPr>
          <a:xfrm>
            <a:off x="4345090" y="387448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01" name="02_predicted_pose_3500">
            <a:extLst>
              <a:ext uri="{FF2B5EF4-FFF2-40B4-BE49-F238E27FC236}">
                <a16:creationId xmlns:a16="http://schemas.microsoft.com/office/drawing/2014/main" id="{FFC9A037-2FD0-494E-87DB-8941116AB1D5}"/>
              </a:ext>
            </a:extLst>
          </p:cNvPr>
          <p:cNvSpPr>
            <a:spLocks noGrp="1"/>
          </p:cNvSpPr>
          <p:nvPr/>
        </p:nvSpPr>
        <p:spPr>
          <a:xfrm>
            <a:off x="4080028" y="397944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02" name="02_predicted_pose_3501">
            <a:extLst>
              <a:ext uri="{FF2B5EF4-FFF2-40B4-BE49-F238E27FC236}">
                <a16:creationId xmlns:a16="http://schemas.microsoft.com/office/drawing/2014/main" id="{D0D372D8-5AED-42FC-9B3E-6C704B8DD197}"/>
              </a:ext>
            </a:extLst>
          </p:cNvPr>
          <p:cNvSpPr>
            <a:spLocks noGrp="1"/>
          </p:cNvSpPr>
          <p:nvPr/>
        </p:nvSpPr>
        <p:spPr>
          <a:xfrm>
            <a:off x="4375351" y="384281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03" name="02_predicted_pose_3502">
            <a:extLst>
              <a:ext uri="{FF2B5EF4-FFF2-40B4-BE49-F238E27FC236}">
                <a16:creationId xmlns:a16="http://schemas.microsoft.com/office/drawing/2014/main" id="{3E1BC242-1AB3-4041-A6A7-68C02E739FA1}"/>
              </a:ext>
            </a:extLst>
          </p:cNvPr>
          <p:cNvSpPr>
            <a:spLocks noGrp="1"/>
          </p:cNvSpPr>
          <p:nvPr/>
        </p:nvSpPr>
        <p:spPr>
          <a:xfrm>
            <a:off x="4208730" y="396093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04" name="02_predicted_pose_3503">
            <a:extLst>
              <a:ext uri="{FF2B5EF4-FFF2-40B4-BE49-F238E27FC236}">
                <a16:creationId xmlns:a16="http://schemas.microsoft.com/office/drawing/2014/main" id="{7F80128A-E7DB-4DAA-9DA3-89ADC560EF67}"/>
              </a:ext>
            </a:extLst>
          </p:cNvPr>
          <p:cNvSpPr>
            <a:spLocks noGrp="1"/>
          </p:cNvSpPr>
          <p:nvPr/>
        </p:nvSpPr>
        <p:spPr>
          <a:xfrm>
            <a:off x="4307171" y="382919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05" name="02_predicted_pose_3504">
            <a:extLst>
              <a:ext uri="{FF2B5EF4-FFF2-40B4-BE49-F238E27FC236}">
                <a16:creationId xmlns:a16="http://schemas.microsoft.com/office/drawing/2014/main" id="{345DB7D6-0124-4B14-A909-D7ECB0526A55}"/>
              </a:ext>
            </a:extLst>
          </p:cNvPr>
          <p:cNvSpPr>
            <a:spLocks noGrp="1"/>
          </p:cNvSpPr>
          <p:nvPr/>
        </p:nvSpPr>
        <p:spPr>
          <a:xfrm>
            <a:off x="4037370" y="351496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06" name="02_predicted_pose_3505">
            <a:extLst>
              <a:ext uri="{FF2B5EF4-FFF2-40B4-BE49-F238E27FC236}">
                <a16:creationId xmlns:a16="http://schemas.microsoft.com/office/drawing/2014/main" id="{C057C832-E0F5-4191-A7E2-8CF1CBF22801}"/>
              </a:ext>
            </a:extLst>
          </p:cNvPr>
          <p:cNvSpPr>
            <a:spLocks noGrp="1"/>
          </p:cNvSpPr>
          <p:nvPr/>
        </p:nvSpPr>
        <p:spPr>
          <a:xfrm>
            <a:off x="4051954" y="344419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07" name="02_predicted_pose_3506">
            <a:extLst>
              <a:ext uri="{FF2B5EF4-FFF2-40B4-BE49-F238E27FC236}">
                <a16:creationId xmlns:a16="http://schemas.microsoft.com/office/drawing/2014/main" id="{B1149B88-CF18-4D02-87C6-4E25A76F10D3}"/>
              </a:ext>
            </a:extLst>
          </p:cNvPr>
          <p:cNvSpPr>
            <a:spLocks noGrp="1"/>
          </p:cNvSpPr>
          <p:nvPr/>
        </p:nvSpPr>
        <p:spPr>
          <a:xfrm>
            <a:off x="4066538" y="349754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08" name="02_predicted_pose_3507">
            <a:extLst>
              <a:ext uri="{FF2B5EF4-FFF2-40B4-BE49-F238E27FC236}">
                <a16:creationId xmlns:a16="http://schemas.microsoft.com/office/drawing/2014/main" id="{6FB2ECEE-F7BF-4F2C-B6E6-BFB93A47B651}"/>
              </a:ext>
            </a:extLst>
          </p:cNvPr>
          <p:cNvSpPr>
            <a:spLocks noGrp="1"/>
          </p:cNvSpPr>
          <p:nvPr/>
        </p:nvSpPr>
        <p:spPr>
          <a:xfrm>
            <a:off x="4081121" y="368041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09" name="02_predicted_pose_3508">
            <a:extLst>
              <a:ext uri="{FF2B5EF4-FFF2-40B4-BE49-F238E27FC236}">
                <a16:creationId xmlns:a16="http://schemas.microsoft.com/office/drawing/2014/main" id="{47FAB5F5-3AA3-4748-8A65-AF8952E58084}"/>
              </a:ext>
            </a:extLst>
          </p:cNvPr>
          <p:cNvSpPr>
            <a:spLocks noGrp="1"/>
          </p:cNvSpPr>
          <p:nvPr/>
        </p:nvSpPr>
        <p:spPr>
          <a:xfrm>
            <a:off x="4034089" y="373238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10" name="02_predicted_pose_3509">
            <a:extLst>
              <a:ext uri="{FF2B5EF4-FFF2-40B4-BE49-F238E27FC236}">
                <a16:creationId xmlns:a16="http://schemas.microsoft.com/office/drawing/2014/main" id="{B2AECC43-0B5D-40D3-94F6-E841EF60D743}"/>
              </a:ext>
            </a:extLst>
          </p:cNvPr>
          <p:cNvSpPr>
            <a:spLocks noGrp="1"/>
          </p:cNvSpPr>
          <p:nvPr/>
        </p:nvSpPr>
        <p:spPr>
          <a:xfrm>
            <a:off x="4063256" y="364263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11" name="02_predicted_pose_3510">
            <a:extLst>
              <a:ext uri="{FF2B5EF4-FFF2-40B4-BE49-F238E27FC236}">
                <a16:creationId xmlns:a16="http://schemas.microsoft.com/office/drawing/2014/main" id="{D4CF78B1-1165-4231-80ED-2DA5CEA76B02}"/>
              </a:ext>
            </a:extLst>
          </p:cNvPr>
          <p:cNvSpPr>
            <a:spLocks noGrp="1"/>
          </p:cNvSpPr>
          <p:nvPr/>
        </p:nvSpPr>
        <p:spPr>
          <a:xfrm>
            <a:off x="4152582" y="383133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12" name="02_predicted_pose_3511">
            <a:extLst>
              <a:ext uri="{FF2B5EF4-FFF2-40B4-BE49-F238E27FC236}">
                <a16:creationId xmlns:a16="http://schemas.microsoft.com/office/drawing/2014/main" id="{4773F566-C0A7-479C-9847-FC1E057FAC34}"/>
              </a:ext>
            </a:extLst>
          </p:cNvPr>
          <p:cNvSpPr>
            <a:spLocks noGrp="1"/>
          </p:cNvSpPr>
          <p:nvPr/>
        </p:nvSpPr>
        <p:spPr>
          <a:xfrm>
            <a:off x="4097528" y="340497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13" name="02_predicted_pose_3512">
            <a:extLst>
              <a:ext uri="{FF2B5EF4-FFF2-40B4-BE49-F238E27FC236}">
                <a16:creationId xmlns:a16="http://schemas.microsoft.com/office/drawing/2014/main" id="{60D10F1D-E584-4A8A-8E63-2437431C03E2}"/>
              </a:ext>
            </a:extLst>
          </p:cNvPr>
          <p:cNvSpPr>
            <a:spLocks noGrp="1"/>
          </p:cNvSpPr>
          <p:nvPr/>
        </p:nvSpPr>
        <p:spPr>
          <a:xfrm>
            <a:off x="4112112" y="385276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14" name="02_predicted_pose_3513">
            <a:extLst>
              <a:ext uri="{FF2B5EF4-FFF2-40B4-BE49-F238E27FC236}">
                <a16:creationId xmlns:a16="http://schemas.microsoft.com/office/drawing/2014/main" id="{E3BA5A22-63CA-40D9-8012-CA03D85C6C2B}"/>
              </a:ext>
            </a:extLst>
          </p:cNvPr>
          <p:cNvSpPr>
            <a:spLocks noGrp="1"/>
          </p:cNvSpPr>
          <p:nvPr/>
        </p:nvSpPr>
        <p:spPr>
          <a:xfrm>
            <a:off x="4126696" y="378630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15" name="02_predicted_pose_3514">
            <a:extLst>
              <a:ext uri="{FF2B5EF4-FFF2-40B4-BE49-F238E27FC236}">
                <a16:creationId xmlns:a16="http://schemas.microsoft.com/office/drawing/2014/main" id="{B9B1F4BF-30C1-4344-A1DF-6FB6B8BAFFE0}"/>
              </a:ext>
            </a:extLst>
          </p:cNvPr>
          <p:cNvSpPr>
            <a:spLocks noGrp="1"/>
          </p:cNvSpPr>
          <p:nvPr/>
        </p:nvSpPr>
        <p:spPr>
          <a:xfrm>
            <a:off x="4075288" y="339065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16" name="02_predicted_pose_3515">
            <a:extLst>
              <a:ext uri="{FF2B5EF4-FFF2-40B4-BE49-F238E27FC236}">
                <a16:creationId xmlns:a16="http://schemas.microsoft.com/office/drawing/2014/main" id="{7A76AC34-E9C5-4E56-B9C4-A85EA24788A6}"/>
              </a:ext>
            </a:extLst>
          </p:cNvPr>
          <p:cNvSpPr>
            <a:spLocks noGrp="1"/>
          </p:cNvSpPr>
          <p:nvPr/>
        </p:nvSpPr>
        <p:spPr>
          <a:xfrm>
            <a:off x="4089872" y="334517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17" name="02_predicted_pose_3516">
            <a:extLst>
              <a:ext uri="{FF2B5EF4-FFF2-40B4-BE49-F238E27FC236}">
                <a16:creationId xmlns:a16="http://schemas.microsoft.com/office/drawing/2014/main" id="{1D149B44-AC27-4206-A2A8-1C9372786921}"/>
              </a:ext>
            </a:extLst>
          </p:cNvPr>
          <p:cNvSpPr>
            <a:spLocks noGrp="1"/>
          </p:cNvSpPr>
          <p:nvPr/>
        </p:nvSpPr>
        <p:spPr>
          <a:xfrm>
            <a:off x="4104455" y="332068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18" name="02_predicted_pose_3517">
            <a:extLst>
              <a:ext uri="{FF2B5EF4-FFF2-40B4-BE49-F238E27FC236}">
                <a16:creationId xmlns:a16="http://schemas.microsoft.com/office/drawing/2014/main" id="{0157C2EB-F3A9-4A5F-8F98-725E59FDCBA1}"/>
              </a:ext>
            </a:extLst>
          </p:cNvPr>
          <p:cNvSpPr>
            <a:spLocks noGrp="1"/>
          </p:cNvSpPr>
          <p:nvPr/>
        </p:nvSpPr>
        <p:spPr>
          <a:xfrm>
            <a:off x="4124873" y="304708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19" name="02_predicted_pose_3518">
            <a:extLst>
              <a:ext uri="{FF2B5EF4-FFF2-40B4-BE49-F238E27FC236}">
                <a16:creationId xmlns:a16="http://schemas.microsoft.com/office/drawing/2014/main" id="{C9E3826B-8B75-4160-A4D5-09325045A135}"/>
              </a:ext>
            </a:extLst>
          </p:cNvPr>
          <p:cNvSpPr>
            <a:spLocks noGrp="1"/>
          </p:cNvSpPr>
          <p:nvPr/>
        </p:nvSpPr>
        <p:spPr>
          <a:xfrm>
            <a:off x="4168625" y="289648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20" name="02_predicted_pose_3519">
            <a:extLst>
              <a:ext uri="{FF2B5EF4-FFF2-40B4-BE49-F238E27FC236}">
                <a16:creationId xmlns:a16="http://schemas.microsoft.com/office/drawing/2014/main" id="{5D6EF725-08D4-4DF4-8B9D-4B5488BC2FED}"/>
              </a:ext>
            </a:extLst>
          </p:cNvPr>
          <p:cNvSpPr>
            <a:spLocks noGrp="1"/>
          </p:cNvSpPr>
          <p:nvPr/>
        </p:nvSpPr>
        <p:spPr>
          <a:xfrm>
            <a:off x="4139093" y="293087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21" name="02_predicted_pose_3520">
            <a:extLst>
              <a:ext uri="{FF2B5EF4-FFF2-40B4-BE49-F238E27FC236}">
                <a16:creationId xmlns:a16="http://schemas.microsoft.com/office/drawing/2014/main" id="{55855428-6E39-44F8-8FC4-AD5ACA819DA9}"/>
              </a:ext>
            </a:extLst>
          </p:cNvPr>
          <p:cNvSpPr>
            <a:spLocks noGrp="1"/>
          </p:cNvSpPr>
          <p:nvPr/>
        </p:nvSpPr>
        <p:spPr>
          <a:xfrm>
            <a:off x="4237533" y="310179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22" name="02_predicted_pose_3521">
            <a:extLst>
              <a:ext uri="{FF2B5EF4-FFF2-40B4-BE49-F238E27FC236}">
                <a16:creationId xmlns:a16="http://schemas.microsoft.com/office/drawing/2014/main" id="{AAE20A7A-D173-488C-9AEF-12B1A26912BE}"/>
              </a:ext>
            </a:extLst>
          </p:cNvPr>
          <p:cNvSpPr>
            <a:spLocks noGrp="1"/>
          </p:cNvSpPr>
          <p:nvPr/>
        </p:nvSpPr>
        <p:spPr>
          <a:xfrm>
            <a:off x="4366235" y="292539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23" name="02_predicted_pose_3522">
            <a:extLst>
              <a:ext uri="{FF2B5EF4-FFF2-40B4-BE49-F238E27FC236}">
                <a16:creationId xmlns:a16="http://schemas.microsoft.com/office/drawing/2014/main" id="{02E20393-C869-480D-BD07-5C0F4A0B1D88}"/>
              </a:ext>
            </a:extLst>
          </p:cNvPr>
          <p:cNvSpPr>
            <a:spLocks noGrp="1"/>
          </p:cNvSpPr>
          <p:nvPr/>
        </p:nvSpPr>
        <p:spPr>
          <a:xfrm>
            <a:off x="4101174" y="306518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24" name="02_predicted_pose_3523">
            <a:extLst>
              <a:ext uri="{FF2B5EF4-FFF2-40B4-BE49-F238E27FC236}">
                <a16:creationId xmlns:a16="http://schemas.microsoft.com/office/drawing/2014/main" id="{95D8F1BE-A574-4D8A-BA6C-29722B6F8694}"/>
              </a:ext>
            </a:extLst>
          </p:cNvPr>
          <p:cNvSpPr>
            <a:spLocks noGrp="1"/>
          </p:cNvSpPr>
          <p:nvPr/>
        </p:nvSpPr>
        <p:spPr>
          <a:xfrm>
            <a:off x="4256857" y="364710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25" name="02_predicted_pose_3524">
            <a:extLst>
              <a:ext uri="{FF2B5EF4-FFF2-40B4-BE49-F238E27FC236}">
                <a16:creationId xmlns:a16="http://schemas.microsoft.com/office/drawing/2014/main" id="{16FC3490-B1DE-4339-B4E2-656638DC3830}"/>
              </a:ext>
            </a:extLst>
          </p:cNvPr>
          <p:cNvSpPr>
            <a:spLocks noGrp="1"/>
          </p:cNvSpPr>
          <p:nvPr/>
        </p:nvSpPr>
        <p:spPr>
          <a:xfrm>
            <a:off x="4271440" y="387346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26" name="02_predicted_pose_3525">
            <a:extLst>
              <a:ext uri="{FF2B5EF4-FFF2-40B4-BE49-F238E27FC236}">
                <a16:creationId xmlns:a16="http://schemas.microsoft.com/office/drawing/2014/main" id="{B2836B07-B041-4301-AEF3-BC81E32B43E7}"/>
              </a:ext>
            </a:extLst>
          </p:cNvPr>
          <p:cNvSpPr>
            <a:spLocks noGrp="1"/>
          </p:cNvSpPr>
          <p:nvPr/>
        </p:nvSpPr>
        <p:spPr>
          <a:xfrm>
            <a:off x="4229512" y="376729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27" name="02_predicted_pose_3526">
            <a:extLst>
              <a:ext uri="{FF2B5EF4-FFF2-40B4-BE49-F238E27FC236}">
                <a16:creationId xmlns:a16="http://schemas.microsoft.com/office/drawing/2014/main" id="{00961182-6ABB-478E-AEA1-389D742C78DB}"/>
              </a:ext>
            </a:extLst>
          </p:cNvPr>
          <p:cNvSpPr>
            <a:spLocks noGrp="1"/>
          </p:cNvSpPr>
          <p:nvPr/>
        </p:nvSpPr>
        <p:spPr>
          <a:xfrm>
            <a:off x="4244097" y="357588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28" name="02_predicted_pose_3527">
            <a:extLst>
              <a:ext uri="{FF2B5EF4-FFF2-40B4-BE49-F238E27FC236}">
                <a16:creationId xmlns:a16="http://schemas.microsoft.com/office/drawing/2014/main" id="{194F56D8-B3CD-481D-B614-3DF51687CE8C}"/>
              </a:ext>
            </a:extLst>
          </p:cNvPr>
          <p:cNvSpPr>
            <a:spLocks noGrp="1"/>
          </p:cNvSpPr>
          <p:nvPr/>
        </p:nvSpPr>
        <p:spPr>
          <a:xfrm>
            <a:off x="4258680" y="357016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29" name="02_predicted_pose_3528">
            <a:extLst>
              <a:ext uri="{FF2B5EF4-FFF2-40B4-BE49-F238E27FC236}">
                <a16:creationId xmlns:a16="http://schemas.microsoft.com/office/drawing/2014/main" id="{E05E3482-4C8A-4B14-A399-47C794804F0A}"/>
              </a:ext>
            </a:extLst>
          </p:cNvPr>
          <p:cNvSpPr>
            <a:spLocks noGrp="1"/>
          </p:cNvSpPr>
          <p:nvPr/>
        </p:nvSpPr>
        <p:spPr>
          <a:xfrm>
            <a:off x="4287847" y="354614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30" name="02_predicted_pose_3529">
            <a:extLst>
              <a:ext uri="{FF2B5EF4-FFF2-40B4-BE49-F238E27FC236}">
                <a16:creationId xmlns:a16="http://schemas.microsoft.com/office/drawing/2014/main" id="{F0910291-D37A-40F3-9420-12C0146CE381}"/>
              </a:ext>
            </a:extLst>
          </p:cNvPr>
          <p:cNvSpPr>
            <a:spLocks noGrp="1"/>
          </p:cNvSpPr>
          <p:nvPr/>
        </p:nvSpPr>
        <p:spPr>
          <a:xfrm>
            <a:off x="4302431" y="375196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31" name="02_predicted_pose_3530">
            <a:extLst>
              <a:ext uri="{FF2B5EF4-FFF2-40B4-BE49-F238E27FC236}">
                <a16:creationId xmlns:a16="http://schemas.microsoft.com/office/drawing/2014/main" id="{1CAF81E4-E64C-4325-981F-CE4482C1E594}"/>
              </a:ext>
            </a:extLst>
          </p:cNvPr>
          <p:cNvSpPr>
            <a:spLocks noGrp="1"/>
          </p:cNvSpPr>
          <p:nvPr/>
        </p:nvSpPr>
        <p:spPr>
          <a:xfrm>
            <a:off x="4105185" y="393756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32" name="02_predicted_pose_3531">
            <a:extLst>
              <a:ext uri="{FF2B5EF4-FFF2-40B4-BE49-F238E27FC236}">
                <a16:creationId xmlns:a16="http://schemas.microsoft.com/office/drawing/2014/main" id="{252FE7A8-DF56-48AE-80FD-09E2F910716C}"/>
              </a:ext>
            </a:extLst>
          </p:cNvPr>
          <p:cNvSpPr>
            <a:spLocks noGrp="1"/>
          </p:cNvSpPr>
          <p:nvPr/>
        </p:nvSpPr>
        <p:spPr>
          <a:xfrm>
            <a:off x="4213835" y="360588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33" name="02_predicted_pose_3532">
            <a:extLst>
              <a:ext uri="{FF2B5EF4-FFF2-40B4-BE49-F238E27FC236}">
                <a16:creationId xmlns:a16="http://schemas.microsoft.com/office/drawing/2014/main" id="{395F5DEE-8332-4DDF-AEB0-CCB1F8C7FB22}"/>
              </a:ext>
            </a:extLst>
          </p:cNvPr>
          <p:cNvSpPr>
            <a:spLocks noGrp="1"/>
          </p:cNvSpPr>
          <p:nvPr/>
        </p:nvSpPr>
        <p:spPr>
          <a:xfrm>
            <a:off x="4257586" y="364746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34" name="02_predicted_pose_3533">
            <a:extLst>
              <a:ext uri="{FF2B5EF4-FFF2-40B4-BE49-F238E27FC236}">
                <a16:creationId xmlns:a16="http://schemas.microsoft.com/office/drawing/2014/main" id="{9C27712E-67BB-4E03-96C6-27210EF59785}"/>
              </a:ext>
            </a:extLst>
          </p:cNvPr>
          <p:cNvSpPr>
            <a:spLocks noGrp="1"/>
          </p:cNvSpPr>
          <p:nvPr/>
        </p:nvSpPr>
        <p:spPr>
          <a:xfrm>
            <a:off x="4272170" y="360173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35" name="02_predicted_pose_3534">
            <a:extLst>
              <a:ext uri="{FF2B5EF4-FFF2-40B4-BE49-F238E27FC236}">
                <a16:creationId xmlns:a16="http://schemas.microsoft.com/office/drawing/2014/main" id="{51C79942-6907-4154-8B5C-D415CF1E2517}"/>
              </a:ext>
            </a:extLst>
          </p:cNvPr>
          <p:cNvSpPr>
            <a:spLocks noGrp="1"/>
          </p:cNvSpPr>
          <p:nvPr/>
        </p:nvSpPr>
        <p:spPr>
          <a:xfrm>
            <a:off x="4301338" y="358839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36" name="02_predicted_pose_3535">
            <a:extLst>
              <a:ext uri="{FF2B5EF4-FFF2-40B4-BE49-F238E27FC236}">
                <a16:creationId xmlns:a16="http://schemas.microsoft.com/office/drawing/2014/main" id="{79E2D6FA-B995-4017-8678-7E91E2736E77}"/>
              </a:ext>
            </a:extLst>
          </p:cNvPr>
          <p:cNvSpPr>
            <a:spLocks noGrp="1"/>
          </p:cNvSpPr>
          <p:nvPr/>
        </p:nvSpPr>
        <p:spPr>
          <a:xfrm>
            <a:off x="4185761" y="383920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37" name="02_predicted_pose_3536">
            <a:extLst>
              <a:ext uri="{FF2B5EF4-FFF2-40B4-BE49-F238E27FC236}">
                <a16:creationId xmlns:a16="http://schemas.microsoft.com/office/drawing/2014/main" id="{1490C200-3D47-43B3-A31E-0A3DE960A26A}"/>
              </a:ext>
            </a:extLst>
          </p:cNvPr>
          <p:cNvSpPr>
            <a:spLocks noGrp="1"/>
          </p:cNvSpPr>
          <p:nvPr/>
        </p:nvSpPr>
        <p:spPr>
          <a:xfrm>
            <a:off x="4214928" y="387673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38" name="02_predicted_pose_3537">
            <a:extLst>
              <a:ext uri="{FF2B5EF4-FFF2-40B4-BE49-F238E27FC236}">
                <a16:creationId xmlns:a16="http://schemas.microsoft.com/office/drawing/2014/main" id="{B8A57C1B-95E4-4111-930C-F2D69FE9CC7D}"/>
              </a:ext>
            </a:extLst>
          </p:cNvPr>
          <p:cNvSpPr>
            <a:spLocks noGrp="1"/>
          </p:cNvSpPr>
          <p:nvPr/>
        </p:nvSpPr>
        <p:spPr>
          <a:xfrm>
            <a:off x="4244097" y="369893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39" name="02_predicted_pose_3538">
            <a:extLst>
              <a:ext uri="{FF2B5EF4-FFF2-40B4-BE49-F238E27FC236}">
                <a16:creationId xmlns:a16="http://schemas.microsoft.com/office/drawing/2014/main" id="{6E144F71-A2EB-4AB9-AB0A-CD4DF581D788}"/>
              </a:ext>
            </a:extLst>
          </p:cNvPr>
          <p:cNvSpPr>
            <a:spLocks noGrp="1"/>
          </p:cNvSpPr>
          <p:nvPr/>
        </p:nvSpPr>
        <p:spPr>
          <a:xfrm>
            <a:off x="4273264" y="378243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40" name="02_predicted_pose_3539">
            <a:extLst>
              <a:ext uri="{FF2B5EF4-FFF2-40B4-BE49-F238E27FC236}">
                <a16:creationId xmlns:a16="http://schemas.microsoft.com/office/drawing/2014/main" id="{D60350B2-5C4B-4632-9C59-F8F94429C0D4}"/>
              </a:ext>
            </a:extLst>
          </p:cNvPr>
          <p:cNvSpPr>
            <a:spLocks noGrp="1"/>
          </p:cNvSpPr>
          <p:nvPr/>
        </p:nvSpPr>
        <p:spPr>
          <a:xfrm>
            <a:off x="4302431" y="395413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41" name="02_predicted_pose_3540">
            <a:extLst>
              <a:ext uri="{FF2B5EF4-FFF2-40B4-BE49-F238E27FC236}">
                <a16:creationId xmlns:a16="http://schemas.microsoft.com/office/drawing/2014/main" id="{36B8F8DE-01C8-4A01-A1DF-A708E47EAB65}"/>
              </a:ext>
            </a:extLst>
          </p:cNvPr>
          <p:cNvSpPr>
            <a:spLocks noGrp="1"/>
          </p:cNvSpPr>
          <p:nvPr/>
        </p:nvSpPr>
        <p:spPr>
          <a:xfrm>
            <a:off x="4199980" y="382944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42" name="02_predicted_pose_3541">
            <a:extLst>
              <a:ext uri="{FF2B5EF4-FFF2-40B4-BE49-F238E27FC236}">
                <a16:creationId xmlns:a16="http://schemas.microsoft.com/office/drawing/2014/main" id="{FC59AEB0-440B-4C0B-A2DB-61D869B119E6}"/>
              </a:ext>
            </a:extLst>
          </p:cNvPr>
          <p:cNvSpPr>
            <a:spLocks noGrp="1"/>
          </p:cNvSpPr>
          <p:nvPr/>
        </p:nvSpPr>
        <p:spPr>
          <a:xfrm>
            <a:off x="4323943" y="296938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43" name="02_predicted_pose_3542">
            <a:extLst>
              <a:ext uri="{FF2B5EF4-FFF2-40B4-BE49-F238E27FC236}">
                <a16:creationId xmlns:a16="http://schemas.microsoft.com/office/drawing/2014/main" id="{4970F049-8B13-4806-8EB3-B714F88907DD}"/>
              </a:ext>
            </a:extLst>
          </p:cNvPr>
          <p:cNvSpPr>
            <a:spLocks noGrp="1"/>
          </p:cNvSpPr>
          <p:nvPr/>
        </p:nvSpPr>
        <p:spPr>
          <a:xfrm>
            <a:off x="4338526" y="351666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44" name="02_predicted_pose_3543">
            <a:extLst>
              <a:ext uri="{FF2B5EF4-FFF2-40B4-BE49-F238E27FC236}">
                <a16:creationId xmlns:a16="http://schemas.microsoft.com/office/drawing/2014/main" id="{42FFC28B-9BF4-450F-BB49-1719847C6DAD}"/>
              </a:ext>
            </a:extLst>
          </p:cNvPr>
          <p:cNvSpPr>
            <a:spLocks noGrp="1"/>
          </p:cNvSpPr>
          <p:nvPr/>
        </p:nvSpPr>
        <p:spPr>
          <a:xfrm>
            <a:off x="4108831" y="304689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45" name="02_predicted_pose_3544">
            <a:extLst>
              <a:ext uri="{FF2B5EF4-FFF2-40B4-BE49-F238E27FC236}">
                <a16:creationId xmlns:a16="http://schemas.microsoft.com/office/drawing/2014/main" id="{A3E1905D-C1A9-4612-9C92-5FD773ECA5D6}"/>
              </a:ext>
            </a:extLst>
          </p:cNvPr>
          <p:cNvSpPr>
            <a:spLocks noGrp="1"/>
          </p:cNvSpPr>
          <p:nvPr/>
        </p:nvSpPr>
        <p:spPr>
          <a:xfrm>
            <a:off x="4121957" y="403762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46" name="02_predicted_pose_3545">
            <a:extLst>
              <a:ext uri="{FF2B5EF4-FFF2-40B4-BE49-F238E27FC236}">
                <a16:creationId xmlns:a16="http://schemas.microsoft.com/office/drawing/2014/main" id="{91766740-1AA4-4DE6-AD4D-AFB38EF070E7}"/>
              </a:ext>
            </a:extLst>
          </p:cNvPr>
          <p:cNvSpPr>
            <a:spLocks noGrp="1"/>
          </p:cNvSpPr>
          <p:nvPr/>
        </p:nvSpPr>
        <p:spPr>
          <a:xfrm>
            <a:off x="4166073" y="387214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47" name="02_predicted_pose_3546">
            <a:extLst>
              <a:ext uri="{FF2B5EF4-FFF2-40B4-BE49-F238E27FC236}">
                <a16:creationId xmlns:a16="http://schemas.microsoft.com/office/drawing/2014/main" id="{B9B57BE9-B6AA-4EBC-9B7C-2928896B876D}"/>
              </a:ext>
            </a:extLst>
          </p:cNvPr>
          <p:cNvSpPr>
            <a:spLocks noGrp="1"/>
          </p:cNvSpPr>
          <p:nvPr/>
        </p:nvSpPr>
        <p:spPr>
          <a:xfrm>
            <a:off x="4127426" y="387333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48" name="02_predicted_pose_3547">
            <a:extLst>
              <a:ext uri="{FF2B5EF4-FFF2-40B4-BE49-F238E27FC236}">
                <a16:creationId xmlns:a16="http://schemas.microsoft.com/office/drawing/2014/main" id="{64A41CF3-C563-4D62-949B-B03B9E55EF1D}"/>
              </a:ext>
            </a:extLst>
          </p:cNvPr>
          <p:cNvSpPr>
            <a:spLocks noGrp="1"/>
          </p:cNvSpPr>
          <p:nvPr/>
        </p:nvSpPr>
        <p:spPr>
          <a:xfrm>
            <a:off x="4072372" y="387516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49" name="02_predicted_pose_3548">
            <a:extLst>
              <a:ext uri="{FF2B5EF4-FFF2-40B4-BE49-F238E27FC236}">
                <a16:creationId xmlns:a16="http://schemas.microsoft.com/office/drawing/2014/main" id="{EFF77604-B34D-44E1-B7F0-7D300D3E0B98}"/>
              </a:ext>
            </a:extLst>
          </p:cNvPr>
          <p:cNvSpPr>
            <a:spLocks noGrp="1"/>
          </p:cNvSpPr>
          <p:nvPr/>
        </p:nvSpPr>
        <p:spPr>
          <a:xfrm>
            <a:off x="4212376" y="390926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50" name="02_predicted_pose_3549">
            <a:extLst>
              <a:ext uri="{FF2B5EF4-FFF2-40B4-BE49-F238E27FC236}">
                <a16:creationId xmlns:a16="http://schemas.microsoft.com/office/drawing/2014/main" id="{D2BA4BF0-4EDF-41FD-B541-72224B675FDF}"/>
              </a:ext>
            </a:extLst>
          </p:cNvPr>
          <p:cNvSpPr>
            <a:spLocks noGrp="1"/>
          </p:cNvSpPr>
          <p:nvPr/>
        </p:nvSpPr>
        <p:spPr>
          <a:xfrm>
            <a:off x="4226960" y="389394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51" name="02_predicted_pose_3550">
            <a:extLst>
              <a:ext uri="{FF2B5EF4-FFF2-40B4-BE49-F238E27FC236}">
                <a16:creationId xmlns:a16="http://schemas.microsoft.com/office/drawing/2014/main" id="{FD223AE0-1E58-4A25-92C3-65F71836DA28}"/>
              </a:ext>
            </a:extLst>
          </p:cNvPr>
          <p:cNvSpPr>
            <a:spLocks noGrp="1"/>
          </p:cNvSpPr>
          <p:nvPr/>
        </p:nvSpPr>
        <p:spPr>
          <a:xfrm>
            <a:off x="4241544" y="407754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52" name="02_predicted_pose_3551">
            <a:extLst>
              <a:ext uri="{FF2B5EF4-FFF2-40B4-BE49-F238E27FC236}">
                <a16:creationId xmlns:a16="http://schemas.microsoft.com/office/drawing/2014/main" id="{449FF647-DB4D-40F1-B6F0-4944D201941D}"/>
              </a:ext>
            </a:extLst>
          </p:cNvPr>
          <p:cNvSpPr>
            <a:spLocks noGrp="1"/>
          </p:cNvSpPr>
          <p:nvPr/>
        </p:nvSpPr>
        <p:spPr>
          <a:xfrm>
            <a:off x="4256128" y="381178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53" name="02_predicted_pose_3552">
            <a:extLst>
              <a:ext uri="{FF2B5EF4-FFF2-40B4-BE49-F238E27FC236}">
                <a16:creationId xmlns:a16="http://schemas.microsoft.com/office/drawing/2014/main" id="{E742DE8D-5524-4647-BC4E-14BA0B062287}"/>
              </a:ext>
            </a:extLst>
          </p:cNvPr>
          <p:cNvSpPr>
            <a:spLocks noGrp="1"/>
          </p:cNvSpPr>
          <p:nvPr/>
        </p:nvSpPr>
        <p:spPr>
          <a:xfrm>
            <a:off x="4039193" y="397621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54" name="02_predicted_pose_3553">
            <a:extLst>
              <a:ext uri="{FF2B5EF4-FFF2-40B4-BE49-F238E27FC236}">
                <a16:creationId xmlns:a16="http://schemas.microsoft.com/office/drawing/2014/main" id="{9FE97F73-274A-4501-9B6D-34C1ABB8FD65}"/>
              </a:ext>
            </a:extLst>
          </p:cNvPr>
          <p:cNvSpPr>
            <a:spLocks noGrp="1"/>
          </p:cNvSpPr>
          <p:nvPr/>
        </p:nvSpPr>
        <p:spPr>
          <a:xfrm>
            <a:off x="4068361" y="394459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55" name="02_predicted_pose_3554">
            <a:extLst>
              <a:ext uri="{FF2B5EF4-FFF2-40B4-BE49-F238E27FC236}">
                <a16:creationId xmlns:a16="http://schemas.microsoft.com/office/drawing/2014/main" id="{80776479-5BEE-4663-9163-3C9EDC220FC7}"/>
              </a:ext>
            </a:extLst>
          </p:cNvPr>
          <p:cNvSpPr>
            <a:spLocks noGrp="1"/>
          </p:cNvSpPr>
          <p:nvPr/>
        </p:nvSpPr>
        <p:spPr>
          <a:xfrm>
            <a:off x="4292223" y="332218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56" name="02_predicted_pose_3555">
            <a:extLst>
              <a:ext uri="{FF2B5EF4-FFF2-40B4-BE49-F238E27FC236}">
                <a16:creationId xmlns:a16="http://schemas.microsoft.com/office/drawing/2014/main" id="{6DD2EE6A-2080-46BC-8A33-94DAA1F85416}"/>
              </a:ext>
            </a:extLst>
          </p:cNvPr>
          <p:cNvSpPr>
            <a:spLocks noGrp="1"/>
          </p:cNvSpPr>
          <p:nvPr/>
        </p:nvSpPr>
        <p:spPr>
          <a:xfrm>
            <a:off x="4329047" y="388908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57" name="02_predicted_pose_3556">
            <a:extLst>
              <a:ext uri="{FF2B5EF4-FFF2-40B4-BE49-F238E27FC236}">
                <a16:creationId xmlns:a16="http://schemas.microsoft.com/office/drawing/2014/main" id="{683E2473-FFC3-4F68-9D03-3B661EAAF4A4}"/>
              </a:ext>
            </a:extLst>
          </p:cNvPr>
          <p:cNvSpPr>
            <a:spLocks noGrp="1"/>
          </p:cNvSpPr>
          <p:nvPr/>
        </p:nvSpPr>
        <p:spPr>
          <a:xfrm>
            <a:off x="5346635" y="352773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58" name="02_predicted_pose_3557">
            <a:extLst>
              <a:ext uri="{FF2B5EF4-FFF2-40B4-BE49-F238E27FC236}">
                <a16:creationId xmlns:a16="http://schemas.microsoft.com/office/drawing/2014/main" id="{5112FB5C-56B3-4A86-BE74-A882143CD03E}"/>
              </a:ext>
            </a:extLst>
          </p:cNvPr>
          <p:cNvSpPr>
            <a:spLocks noGrp="1"/>
          </p:cNvSpPr>
          <p:nvPr/>
        </p:nvSpPr>
        <p:spPr>
          <a:xfrm>
            <a:off x="5361219" y="352054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59" name="02_predicted_pose_3558">
            <a:extLst>
              <a:ext uri="{FF2B5EF4-FFF2-40B4-BE49-F238E27FC236}">
                <a16:creationId xmlns:a16="http://schemas.microsoft.com/office/drawing/2014/main" id="{A9B3E7C3-2B11-4359-9EBB-D68304994E11}"/>
              </a:ext>
            </a:extLst>
          </p:cNvPr>
          <p:cNvSpPr>
            <a:spLocks noGrp="1"/>
          </p:cNvSpPr>
          <p:nvPr/>
        </p:nvSpPr>
        <p:spPr>
          <a:xfrm>
            <a:off x="5375803" y="359649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60" name="02_predicted_pose_3559">
            <a:extLst>
              <a:ext uri="{FF2B5EF4-FFF2-40B4-BE49-F238E27FC236}">
                <a16:creationId xmlns:a16="http://schemas.microsoft.com/office/drawing/2014/main" id="{72D4D717-1AA3-466F-B183-493C75CCD0A8}"/>
              </a:ext>
            </a:extLst>
          </p:cNvPr>
          <p:cNvSpPr>
            <a:spLocks noGrp="1"/>
          </p:cNvSpPr>
          <p:nvPr/>
        </p:nvSpPr>
        <p:spPr>
          <a:xfrm>
            <a:off x="5390387" y="356256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61" name="02_predicted_pose_3560">
            <a:extLst>
              <a:ext uri="{FF2B5EF4-FFF2-40B4-BE49-F238E27FC236}">
                <a16:creationId xmlns:a16="http://schemas.microsoft.com/office/drawing/2014/main" id="{1C708871-A15F-467C-83BA-2AE427DFA06E}"/>
              </a:ext>
            </a:extLst>
          </p:cNvPr>
          <p:cNvSpPr>
            <a:spLocks noGrp="1"/>
          </p:cNvSpPr>
          <p:nvPr/>
        </p:nvSpPr>
        <p:spPr>
          <a:xfrm>
            <a:off x="5404971" y="354374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62" name="02_predicted_pose_3561">
            <a:extLst>
              <a:ext uri="{FF2B5EF4-FFF2-40B4-BE49-F238E27FC236}">
                <a16:creationId xmlns:a16="http://schemas.microsoft.com/office/drawing/2014/main" id="{D8D2F51F-0FF6-4425-A158-3BAFEDCADD4B}"/>
              </a:ext>
            </a:extLst>
          </p:cNvPr>
          <p:cNvSpPr>
            <a:spLocks noGrp="1"/>
          </p:cNvSpPr>
          <p:nvPr/>
        </p:nvSpPr>
        <p:spPr>
          <a:xfrm>
            <a:off x="5419555" y="354215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63" name="02_predicted_pose_3562">
            <a:extLst>
              <a:ext uri="{FF2B5EF4-FFF2-40B4-BE49-F238E27FC236}">
                <a16:creationId xmlns:a16="http://schemas.microsoft.com/office/drawing/2014/main" id="{5C7C395A-47D7-4B65-82FD-D68ED34899A4}"/>
              </a:ext>
            </a:extLst>
          </p:cNvPr>
          <p:cNvSpPr>
            <a:spLocks noGrp="1"/>
          </p:cNvSpPr>
          <p:nvPr/>
        </p:nvSpPr>
        <p:spPr>
          <a:xfrm>
            <a:off x="5434138" y="35277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64" name="02_predicted_pose_3563">
            <a:extLst>
              <a:ext uri="{FF2B5EF4-FFF2-40B4-BE49-F238E27FC236}">
                <a16:creationId xmlns:a16="http://schemas.microsoft.com/office/drawing/2014/main" id="{CE7BD7D7-7CE1-4103-8FF4-533148549F04}"/>
              </a:ext>
            </a:extLst>
          </p:cNvPr>
          <p:cNvSpPr>
            <a:spLocks noGrp="1"/>
          </p:cNvSpPr>
          <p:nvPr/>
        </p:nvSpPr>
        <p:spPr>
          <a:xfrm>
            <a:off x="5448722" y="370440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65" name="02_predicted_pose_3564">
            <a:extLst>
              <a:ext uri="{FF2B5EF4-FFF2-40B4-BE49-F238E27FC236}">
                <a16:creationId xmlns:a16="http://schemas.microsoft.com/office/drawing/2014/main" id="{17AB5C10-7A7B-4068-BBE1-C4550E62D01E}"/>
              </a:ext>
            </a:extLst>
          </p:cNvPr>
          <p:cNvSpPr>
            <a:spLocks noGrp="1"/>
          </p:cNvSpPr>
          <p:nvPr/>
        </p:nvSpPr>
        <p:spPr>
          <a:xfrm>
            <a:off x="5463306" y="358419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66" name="02_predicted_pose_3565">
            <a:extLst>
              <a:ext uri="{FF2B5EF4-FFF2-40B4-BE49-F238E27FC236}">
                <a16:creationId xmlns:a16="http://schemas.microsoft.com/office/drawing/2014/main" id="{12B79865-F709-4292-A81F-BAE7DBBF6868}"/>
              </a:ext>
            </a:extLst>
          </p:cNvPr>
          <p:cNvSpPr>
            <a:spLocks noGrp="1"/>
          </p:cNvSpPr>
          <p:nvPr/>
        </p:nvSpPr>
        <p:spPr>
          <a:xfrm>
            <a:off x="5477890" y="353726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67" name="02_predicted_pose_3566">
            <a:extLst>
              <a:ext uri="{FF2B5EF4-FFF2-40B4-BE49-F238E27FC236}">
                <a16:creationId xmlns:a16="http://schemas.microsoft.com/office/drawing/2014/main" id="{BE077C86-CBC4-444F-AFAA-A5C1F38F0BAA}"/>
              </a:ext>
            </a:extLst>
          </p:cNvPr>
          <p:cNvSpPr>
            <a:spLocks noGrp="1"/>
          </p:cNvSpPr>
          <p:nvPr/>
        </p:nvSpPr>
        <p:spPr>
          <a:xfrm>
            <a:off x="5360854" y="353691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68" name="02_predicted_pose_3567">
            <a:extLst>
              <a:ext uri="{FF2B5EF4-FFF2-40B4-BE49-F238E27FC236}">
                <a16:creationId xmlns:a16="http://schemas.microsoft.com/office/drawing/2014/main" id="{43707AE9-974E-4101-A8F0-A62D8CD7FDB8}"/>
              </a:ext>
            </a:extLst>
          </p:cNvPr>
          <p:cNvSpPr>
            <a:spLocks noGrp="1"/>
          </p:cNvSpPr>
          <p:nvPr/>
        </p:nvSpPr>
        <p:spPr>
          <a:xfrm>
            <a:off x="5459296" y="351184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69" name="02_predicted_pose_3568">
            <a:extLst>
              <a:ext uri="{FF2B5EF4-FFF2-40B4-BE49-F238E27FC236}">
                <a16:creationId xmlns:a16="http://schemas.microsoft.com/office/drawing/2014/main" id="{AFF6EE14-1ED6-4306-8298-D89DE8435143}"/>
              </a:ext>
            </a:extLst>
          </p:cNvPr>
          <p:cNvSpPr>
            <a:spLocks noGrp="1"/>
          </p:cNvSpPr>
          <p:nvPr/>
        </p:nvSpPr>
        <p:spPr>
          <a:xfrm>
            <a:off x="5557736" y="357361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70" name="02_predicted_pose_3569">
            <a:extLst>
              <a:ext uri="{FF2B5EF4-FFF2-40B4-BE49-F238E27FC236}">
                <a16:creationId xmlns:a16="http://schemas.microsoft.com/office/drawing/2014/main" id="{001F8CF2-7BB2-41A9-8F2F-0CB32E6B0A86}"/>
              </a:ext>
            </a:extLst>
          </p:cNvPr>
          <p:cNvSpPr>
            <a:spLocks noGrp="1"/>
          </p:cNvSpPr>
          <p:nvPr/>
        </p:nvSpPr>
        <p:spPr>
          <a:xfrm>
            <a:off x="5292675" y="348110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71" name="02_predicted_pose_3570">
            <a:extLst>
              <a:ext uri="{FF2B5EF4-FFF2-40B4-BE49-F238E27FC236}">
                <a16:creationId xmlns:a16="http://schemas.microsoft.com/office/drawing/2014/main" id="{A15CC59A-EFE0-4011-9821-86B52C601E4E}"/>
              </a:ext>
            </a:extLst>
          </p:cNvPr>
          <p:cNvSpPr>
            <a:spLocks noGrp="1"/>
          </p:cNvSpPr>
          <p:nvPr/>
        </p:nvSpPr>
        <p:spPr>
          <a:xfrm>
            <a:off x="5391116" y="348338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72" name="02_predicted_pose_3571">
            <a:extLst>
              <a:ext uri="{FF2B5EF4-FFF2-40B4-BE49-F238E27FC236}">
                <a16:creationId xmlns:a16="http://schemas.microsoft.com/office/drawing/2014/main" id="{CCA917DD-0F0C-4842-B75C-A1E6C13F19A3}"/>
              </a:ext>
            </a:extLst>
          </p:cNvPr>
          <p:cNvSpPr>
            <a:spLocks noGrp="1"/>
          </p:cNvSpPr>
          <p:nvPr/>
        </p:nvSpPr>
        <p:spPr>
          <a:xfrm>
            <a:off x="5489557" y="355647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73" name="02_predicted_pose_3572">
            <a:extLst>
              <a:ext uri="{FF2B5EF4-FFF2-40B4-BE49-F238E27FC236}">
                <a16:creationId xmlns:a16="http://schemas.microsoft.com/office/drawing/2014/main" id="{CC5A8419-F71C-4D95-B874-6114F6EBB75C}"/>
              </a:ext>
            </a:extLst>
          </p:cNvPr>
          <p:cNvSpPr>
            <a:spLocks noGrp="1"/>
          </p:cNvSpPr>
          <p:nvPr/>
        </p:nvSpPr>
        <p:spPr>
          <a:xfrm>
            <a:off x="5587998" y="372978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74" name="02_predicted_pose_3573">
            <a:extLst>
              <a:ext uri="{FF2B5EF4-FFF2-40B4-BE49-F238E27FC236}">
                <a16:creationId xmlns:a16="http://schemas.microsoft.com/office/drawing/2014/main" id="{FB5862F5-B8A1-4E9A-8EC1-8907A22FE506}"/>
              </a:ext>
            </a:extLst>
          </p:cNvPr>
          <p:cNvSpPr>
            <a:spLocks noGrp="1"/>
          </p:cNvSpPr>
          <p:nvPr/>
        </p:nvSpPr>
        <p:spPr>
          <a:xfrm>
            <a:off x="5322936" y="342952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75" name="02_predicted_pose_3574">
            <a:extLst>
              <a:ext uri="{FF2B5EF4-FFF2-40B4-BE49-F238E27FC236}">
                <a16:creationId xmlns:a16="http://schemas.microsoft.com/office/drawing/2014/main" id="{7AC4F1BF-45E2-4590-A6EB-8E77C8400F69}"/>
              </a:ext>
            </a:extLst>
          </p:cNvPr>
          <p:cNvSpPr>
            <a:spLocks noGrp="1"/>
          </p:cNvSpPr>
          <p:nvPr/>
        </p:nvSpPr>
        <p:spPr>
          <a:xfrm>
            <a:off x="5421378" y="359173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76" name="02_predicted_pose_3575">
            <a:extLst>
              <a:ext uri="{FF2B5EF4-FFF2-40B4-BE49-F238E27FC236}">
                <a16:creationId xmlns:a16="http://schemas.microsoft.com/office/drawing/2014/main" id="{E380D597-AF46-43CA-B409-854BE1A99CC6}"/>
              </a:ext>
            </a:extLst>
          </p:cNvPr>
          <p:cNvSpPr>
            <a:spLocks noGrp="1"/>
          </p:cNvSpPr>
          <p:nvPr/>
        </p:nvSpPr>
        <p:spPr>
          <a:xfrm>
            <a:off x="5519819" y="361934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77" name="02_predicted_pose_3576">
            <a:extLst>
              <a:ext uri="{FF2B5EF4-FFF2-40B4-BE49-F238E27FC236}">
                <a16:creationId xmlns:a16="http://schemas.microsoft.com/office/drawing/2014/main" id="{B4D67C1E-6BEB-4EA8-A34C-213B529C4953}"/>
              </a:ext>
            </a:extLst>
          </p:cNvPr>
          <p:cNvSpPr>
            <a:spLocks noGrp="1"/>
          </p:cNvSpPr>
          <p:nvPr/>
        </p:nvSpPr>
        <p:spPr>
          <a:xfrm>
            <a:off x="5375439" y="346251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78" name="02_predicted_pose_3577">
            <a:extLst>
              <a:ext uri="{FF2B5EF4-FFF2-40B4-BE49-F238E27FC236}">
                <a16:creationId xmlns:a16="http://schemas.microsoft.com/office/drawing/2014/main" id="{C80786F4-BE59-432B-9381-5B44F5EA9F41}"/>
              </a:ext>
            </a:extLst>
          </p:cNvPr>
          <p:cNvSpPr>
            <a:spLocks noGrp="1"/>
          </p:cNvSpPr>
          <p:nvPr/>
        </p:nvSpPr>
        <p:spPr>
          <a:xfrm>
            <a:off x="5473879" y="364326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79" name="02_predicted_pose_3578">
            <a:extLst>
              <a:ext uri="{FF2B5EF4-FFF2-40B4-BE49-F238E27FC236}">
                <a16:creationId xmlns:a16="http://schemas.microsoft.com/office/drawing/2014/main" id="{7C70C104-4D90-49D2-AD1E-55D61D79DC44}"/>
              </a:ext>
            </a:extLst>
          </p:cNvPr>
          <p:cNvSpPr>
            <a:spLocks noGrp="1"/>
          </p:cNvSpPr>
          <p:nvPr/>
        </p:nvSpPr>
        <p:spPr>
          <a:xfrm>
            <a:off x="5572320" y="355595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80" name="02_predicted_pose_3579">
            <a:extLst>
              <a:ext uri="{FF2B5EF4-FFF2-40B4-BE49-F238E27FC236}">
                <a16:creationId xmlns:a16="http://schemas.microsoft.com/office/drawing/2014/main" id="{BFCE21AB-886D-48CB-9DDB-16F5C7439CB0}"/>
              </a:ext>
            </a:extLst>
          </p:cNvPr>
          <p:cNvSpPr>
            <a:spLocks noGrp="1"/>
          </p:cNvSpPr>
          <p:nvPr/>
        </p:nvSpPr>
        <p:spPr>
          <a:xfrm>
            <a:off x="5307258" y="362665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81" name="02_predicted_pose_3580">
            <a:extLst>
              <a:ext uri="{FF2B5EF4-FFF2-40B4-BE49-F238E27FC236}">
                <a16:creationId xmlns:a16="http://schemas.microsoft.com/office/drawing/2014/main" id="{624FB0DA-53C1-40BC-9353-FD45077D321C}"/>
              </a:ext>
            </a:extLst>
          </p:cNvPr>
          <p:cNvSpPr>
            <a:spLocks noGrp="1"/>
          </p:cNvSpPr>
          <p:nvPr/>
        </p:nvSpPr>
        <p:spPr>
          <a:xfrm>
            <a:off x="5405700" y="353724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82" name="02_predicted_pose_3581">
            <a:extLst>
              <a:ext uri="{FF2B5EF4-FFF2-40B4-BE49-F238E27FC236}">
                <a16:creationId xmlns:a16="http://schemas.microsoft.com/office/drawing/2014/main" id="{BD704534-AE92-4FEC-813D-4FA2CBDBFC5C}"/>
              </a:ext>
            </a:extLst>
          </p:cNvPr>
          <p:cNvSpPr>
            <a:spLocks noGrp="1"/>
          </p:cNvSpPr>
          <p:nvPr/>
        </p:nvSpPr>
        <p:spPr>
          <a:xfrm>
            <a:off x="5504141" y="368672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83" name="02_predicted_pose_3582">
            <a:extLst>
              <a:ext uri="{FF2B5EF4-FFF2-40B4-BE49-F238E27FC236}">
                <a16:creationId xmlns:a16="http://schemas.microsoft.com/office/drawing/2014/main" id="{182370CB-EA1B-44B3-A337-138FD5E14EFD}"/>
              </a:ext>
            </a:extLst>
          </p:cNvPr>
          <p:cNvSpPr>
            <a:spLocks noGrp="1"/>
          </p:cNvSpPr>
          <p:nvPr/>
        </p:nvSpPr>
        <p:spPr>
          <a:xfrm>
            <a:off x="5239079" y="346089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84" name="02_predicted_pose_3583">
            <a:extLst>
              <a:ext uri="{FF2B5EF4-FFF2-40B4-BE49-F238E27FC236}">
                <a16:creationId xmlns:a16="http://schemas.microsoft.com/office/drawing/2014/main" id="{56A5C271-17B7-4076-899E-D9602A1D1967}"/>
              </a:ext>
            </a:extLst>
          </p:cNvPr>
          <p:cNvSpPr>
            <a:spLocks noGrp="1"/>
          </p:cNvSpPr>
          <p:nvPr/>
        </p:nvSpPr>
        <p:spPr>
          <a:xfrm>
            <a:off x="5337521" y="360850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85" name="02_predicted_pose_3584">
            <a:extLst>
              <a:ext uri="{FF2B5EF4-FFF2-40B4-BE49-F238E27FC236}">
                <a16:creationId xmlns:a16="http://schemas.microsoft.com/office/drawing/2014/main" id="{967757C4-B6C5-46F6-996F-A9AF70F23C8E}"/>
              </a:ext>
            </a:extLst>
          </p:cNvPr>
          <p:cNvSpPr>
            <a:spLocks noGrp="1"/>
          </p:cNvSpPr>
          <p:nvPr/>
        </p:nvSpPr>
        <p:spPr>
          <a:xfrm>
            <a:off x="5435962" y="366021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86" name="02_predicted_pose_3585">
            <a:extLst>
              <a:ext uri="{FF2B5EF4-FFF2-40B4-BE49-F238E27FC236}">
                <a16:creationId xmlns:a16="http://schemas.microsoft.com/office/drawing/2014/main" id="{8A57D8BD-522A-4C14-B3DF-A06B74297F49}"/>
              </a:ext>
            </a:extLst>
          </p:cNvPr>
          <p:cNvSpPr>
            <a:spLocks noGrp="1"/>
          </p:cNvSpPr>
          <p:nvPr/>
        </p:nvSpPr>
        <p:spPr>
          <a:xfrm>
            <a:off x="5534402" y="343390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87" name="02_predicted_pose_3586">
            <a:extLst>
              <a:ext uri="{FF2B5EF4-FFF2-40B4-BE49-F238E27FC236}">
                <a16:creationId xmlns:a16="http://schemas.microsoft.com/office/drawing/2014/main" id="{192FCDE1-EA27-4BFA-8852-B079B407FC0E}"/>
              </a:ext>
            </a:extLst>
          </p:cNvPr>
          <p:cNvSpPr>
            <a:spLocks noGrp="1"/>
          </p:cNvSpPr>
          <p:nvPr/>
        </p:nvSpPr>
        <p:spPr>
          <a:xfrm>
            <a:off x="5390022" y="352579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88" name="02_predicted_pose_3587">
            <a:extLst>
              <a:ext uri="{FF2B5EF4-FFF2-40B4-BE49-F238E27FC236}">
                <a16:creationId xmlns:a16="http://schemas.microsoft.com/office/drawing/2014/main" id="{CE52B9E0-B4F9-4546-AEE1-B0D4B699E0FB}"/>
              </a:ext>
            </a:extLst>
          </p:cNvPr>
          <p:cNvSpPr>
            <a:spLocks noGrp="1"/>
          </p:cNvSpPr>
          <p:nvPr/>
        </p:nvSpPr>
        <p:spPr>
          <a:xfrm>
            <a:off x="5488463" y="355784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89" name="02_predicted_pose_3588">
            <a:extLst>
              <a:ext uri="{FF2B5EF4-FFF2-40B4-BE49-F238E27FC236}">
                <a16:creationId xmlns:a16="http://schemas.microsoft.com/office/drawing/2014/main" id="{30F312B6-7C1C-4384-8743-C08BDE65DFA9}"/>
              </a:ext>
            </a:extLst>
          </p:cNvPr>
          <p:cNvSpPr>
            <a:spLocks noGrp="1"/>
          </p:cNvSpPr>
          <p:nvPr/>
        </p:nvSpPr>
        <p:spPr>
          <a:xfrm>
            <a:off x="5586905" y="353568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90" name="02_predicted_pose_3589">
            <a:extLst>
              <a:ext uri="{FF2B5EF4-FFF2-40B4-BE49-F238E27FC236}">
                <a16:creationId xmlns:a16="http://schemas.microsoft.com/office/drawing/2014/main" id="{CC722863-E381-404F-B682-C0C9D5813AE9}"/>
              </a:ext>
            </a:extLst>
          </p:cNvPr>
          <p:cNvSpPr>
            <a:spLocks noGrp="1"/>
          </p:cNvSpPr>
          <p:nvPr/>
        </p:nvSpPr>
        <p:spPr>
          <a:xfrm>
            <a:off x="5321843" y="344378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91" name="02_predicted_pose_3590">
            <a:extLst>
              <a:ext uri="{FF2B5EF4-FFF2-40B4-BE49-F238E27FC236}">
                <a16:creationId xmlns:a16="http://schemas.microsoft.com/office/drawing/2014/main" id="{7F151036-D276-4EE2-A111-87D564C5A951}"/>
              </a:ext>
            </a:extLst>
          </p:cNvPr>
          <p:cNvSpPr>
            <a:spLocks noGrp="1"/>
          </p:cNvSpPr>
          <p:nvPr/>
        </p:nvSpPr>
        <p:spPr>
          <a:xfrm>
            <a:off x="5420284" y="365942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92" name="02_predicted_pose_3591">
            <a:extLst>
              <a:ext uri="{FF2B5EF4-FFF2-40B4-BE49-F238E27FC236}">
                <a16:creationId xmlns:a16="http://schemas.microsoft.com/office/drawing/2014/main" id="{FAB9ED12-91EE-40B1-9B95-3E9E34B020E4}"/>
              </a:ext>
            </a:extLst>
          </p:cNvPr>
          <p:cNvSpPr>
            <a:spLocks noGrp="1"/>
          </p:cNvSpPr>
          <p:nvPr/>
        </p:nvSpPr>
        <p:spPr>
          <a:xfrm>
            <a:off x="5518724" y="342204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93" name="02_predicted_pose_3592">
            <a:extLst>
              <a:ext uri="{FF2B5EF4-FFF2-40B4-BE49-F238E27FC236}">
                <a16:creationId xmlns:a16="http://schemas.microsoft.com/office/drawing/2014/main" id="{FF57460B-EB38-43A4-A87A-18CA17836463}"/>
              </a:ext>
            </a:extLst>
          </p:cNvPr>
          <p:cNvSpPr>
            <a:spLocks noGrp="1"/>
          </p:cNvSpPr>
          <p:nvPr/>
        </p:nvSpPr>
        <p:spPr>
          <a:xfrm>
            <a:off x="5253663" y="353274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94" name="02_predicted_pose_3593">
            <a:extLst>
              <a:ext uri="{FF2B5EF4-FFF2-40B4-BE49-F238E27FC236}">
                <a16:creationId xmlns:a16="http://schemas.microsoft.com/office/drawing/2014/main" id="{1ACF6A76-6911-4610-AA2F-EFE912ECA4CE}"/>
              </a:ext>
            </a:extLst>
          </p:cNvPr>
          <p:cNvSpPr>
            <a:spLocks noGrp="1"/>
          </p:cNvSpPr>
          <p:nvPr/>
        </p:nvSpPr>
        <p:spPr>
          <a:xfrm>
            <a:off x="5352104" y="362920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95" name="02_predicted_pose_3594">
            <a:extLst>
              <a:ext uri="{FF2B5EF4-FFF2-40B4-BE49-F238E27FC236}">
                <a16:creationId xmlns:a16="http://schemas.microsoft.com/office/drawing/2014/main" id="{5846D69F-9A89-44E7-924A-9C71B389BBAC}"/>
              </a:ext>
            </a:extLst>
          </p:cNvPr>
          <p:cNvSpPr>
            <a:spLocks noGrp="1"/>
          </p:cNvSpPr>
          <p:nvPr/>
        </p:nvSpPr>
        <p:spPr>
          <a:xfrm>
            <a:off x="5450545" y="358883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96" name="02_predicted_pose_3595">
            <a:extLst>
              <a:ext uri="{FF2B5EF4-FFF2-40B4-BE49-F238E27FC236}">
                <a16:creationId xmlns:a16="http://schemas.microsoft.com/office/drawing/2014/main" id="{3CD5D884-F491-425F-A866-924DB3D553A6}"/>
              </a:ext>
            </a:extLst>
          </p:cNvPr>
          <p:cNvSpPr>
            <a:spLocks noGrp="1"/>
          </p:cNvSpPr>
          <p:nvPr/>
        </p:nvSpPr>
        <p:spPr>
          <a:xfrm>
            <a:off x="5548986" y="366483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97" name="02_predicted_pose_3596">
            <a:extLst>
              <a:ext uri="{FF2B5EF4-FFF2-40B4-BE49-F238E27FC236}">
                <a16:creationId xmlns:a16="http://schemas.microsoft.com/office/drawing/2014/main" id="{47961DBF-F797-4F46-B8BD-F980041B0806}"/>
              </a:ext>
            </a:extLst>
          </p:cNvPr>
          <p:cNvSpPr>
            <a:spLocks noGrp="1"/>
          </p:cNvSpPr>
          <p:nvPr/>
        </p:nvSpPr>
        <p:spPr>
          <a:xfrm>
            <a:off x="5404606" y="346783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98" name="02_predicted_pose_3597">
            <a:extLst>
              <a:ext uri="{FF2B5EF4-FFF2-40B4-BE49-F238E27FC236}">
                <a16:creationId xmlns:a16="http://schemas.microsoft.com/office/drawing/2014/main" id="{538DD50C-1FB9-42E2-B8AC-EC07F286B14A}"/>
              </a:ext>
            </a:extLst>
          </p:cNvPr>
          <p:cNvSpPr>
            <a:spLocks noGrp="1"/>
          </p:cNvSpPr>
          <p:nvPr/>
        </p:nvSpPr>
        <p:spPr>
          <a:xfrm>
            <a:off x="5503048" y="346412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99" name="02_predicted_pose_3598">
            <a:extLst>
              <a:ext uri="{FF2B5EF4-FFF2-40B4-BE49-F238E27FC236}">
                <a16:creationId xmlns:a16="http://schemas.microsoft.com/office/drawing/2014/main" id="{2A0FE57F-5947-48A0-9AA0-925224927623}"/>
              </a:ext>
            </a:extLst>
          </p:cNvPr>
          <p:cNvSpPr>
            <a:spLocks noGrp="1"/>
          </p:cNvSpPr>
          <p:nvPr/>
        </p:nvSpPr>
        <p:spPr>
          <a:xfrm>
            <a:off x="5237986" y="351817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00" name="02_predicted_pose_3599">
            <a:extLst>
              <a:ext uri="{FF2B5EF4-FFF2-40B4-BE49-F238E27FC236}">
                <a16:creationId xmlns:a16="http://schemas.microsoft.com/office/drawing/2014/main" id="{0680ED2B-7F19-42E5-B5FB-29A2B70492EE}"/>
              </a:ext>
            </a:extLst>
          </p:cNvPr>
          <p:cNvSpPr>
            <a:spLocks noGrp="1"/>
          </p:cNvSpPr>
          <p:nvPr/>
        </p:nvSpPr>
        <p:spPr>
          <a:xfrm>
            <a:off x="5336427" y="348904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01" name="02_predicted_pose_3600">
            <a:extLst>
              <a:ext uri="{FF2B5EF4-FFF2-40B4-BE49-F238E27FC236}">
                <a16:creationId xmlns:a16="http://schemas.microsoft.com/office/drawing/2014/main" id="{F701CE26-099D-4128-9274-7BDACBD6C5BE}"/>
              </a:ext>
            </a:extLst>
          </p:cNvPr>
          <p:cNvSpPr>
            <a:spLocks noGrp="1"/>
          </p:cNvSpPr>
          <p:nvPr/>
        </p:nvSpPr>
        <p:spPr>
          <a:xfrm>
            <a:off x="5434867" y="374837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02" name="02_predicted_pose_3601">
            <a:extLst>
              <a:ext uri="{FF2B5EF4-FFF2-40B4-BE49-F238E27FC236}">
                <a16:creationId xmlns:a16="http://schemas.microsoft.com/office/drawing/2014/main" id="{819B065E-0262-4D68-A6EE-A7B416797D5E}"/>
              </a:ext>
            </a:extLst>
          </p:cNvPr>
          <p:cNvSpPr>
            <a:spLocks noGrp="1"/>
          </p:cNvSpPr>
          <p:nvPr/>
        </p:nvSpPr>
        <p:spPr>
          <a:xfrm>
            <a:off x="5533309" y="364639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03" name="02_predicted_pose_3602">
            <a:extLst>
              <a:ext uri="{FF2B5EF4-FFF2-40B4-BE49-F238E27FC236}">
                <a16:creationId xmlns:a16="http://schemas.microsoft.com/office/drawing/2014/main" id="{C80BD4BD-FDF2-4C77-B904-3E8052B8CA95}"/>
              </a:ext>
            </a:extLst>
          </p:cNvPr>
          <p:cNvSpPr>
            <a:spLocks noGrp="1"/>
          </p:cNvSpPr>
          <p:nvPr/>
        </p:nvSpPr>
        <p:spPr>
          <a:xfrm>
            <a:off x="5268247" y="341212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04" name="02_predicted_pose_3603">
            <a:extLst>
              <a:ext uri="{FF2B5EF4-FFF2-40B4-BE49-F238E27FC236}">
                <a16:creationId xmlns:a16="http://schemas.microsoft.com/office/drawing/2014/main" id="{6D6E45CF-739E-4395-ABDD-60643A8113CE}"/>
              </a:ext>
            </a:extLst>
          </p:cNvPr>
          <p:cNvSpPr>
            <a:spLocks noGrp="1"/>
          </p:cNvSpPr>
          <p:nvPr/>
        </p:nvSpPr>
        <p:spPr>
          <a:xfrm>
            <a:off x="5366688" y="362162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05" name="02_predicted_pose_3604">
            <a:extLst>
              <a:ext uri="{FF2B5EF4-FFF2-40B4-BE49-F238E27FC236}">
                <a16:creationId xmlns:a16="http://schemas.microsoft.com/office/drawing/2014/main" id="{5CF829EC-4E02-454E-A862-F20883BDCFBB}"/>
              </a:ext>
            </a:extLst>
          </p:cNvPr>
          <p:cNvSpPr>
            <a:spLocks noGrp="1"/>
          </p:cNvSpPr>
          <p:nvPr/>
        </p:nvSpPr>
        <p:spPr>
          <a:xfrm>
            <a:off x="5465129" y="349471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06" name="02_predicted_pose_3605">
            <a:extLst>
              <a:ext uri="{FF2B5EF4-FFF2-40B4-BE49-F238E27FC236}">
                <a16:creationId xmlns:a16="http://schemas.microsoft.com/office/drawing/2014/main" id="{672BAF84-DA67-4C03-A9B8-3EA21F7D9DA0}"/>
              </a:ext>
            </a:extLst>
          </p:cNvPr>
          <p:cNvSpPr>
            <a:spLocks noGrp="1"/>
          </p:cNvSpPr>
          <p:nvPr/>
        </p:nvSpPr>
        <p:spPr>
          <a:xfrm>
            <a:off x="5563570" y="340731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07" name="02_predicted_pose_3606">
            <a:extLst>
              <a:ext uri="{FF2B5EF4-FFF2-40B4-BE49-F238E27FC236}">
                <a16:creationId xmlns:a16="http://schemas.microsoft.com/office/drawing/2014/main" id="{03776427-2CED-4160-9C4F-661318B1A27B}"/>
              </a:ext>
            </a:extLst>
          </p:cNvPr>
          <p:cNvSpPr>
            <a:spLocks noGrp="1"/>
          </p:cNvSpPr>
          <p:nvPr/>
        </p:nvSpPr>
        <p:spPr>
          <a:xfrm>
            <a:off x="5419189" y="361557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08" name="02_predicted_pose_3607">
            <a:extLst>
              <a:ext uri="{FF2B5EF4-FFF2-40B4-BE49-F238E27FC236}">
                <a16:creationId xmlns:a16="http://schemas.microsoft.com/office/drawing/2014/main" id="{47F688D6-E753-4967-A353-77AB11F3BFC0}"/>
              </a:ext>
            </a:extLst>
          </p:cNvPr>
          <p:cNvSpPr>
            <a:spLocks noGrp="1"/>
          </p:cNvSpPr>
          <p:nvPr/>
        </p:nvSpPr>
        <p:spPr>
          <a:xfrm>
            <a:off x="5517631" y="353687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09" name="02_predicted_pose_3608">
            <a:extLst>
              <a:ext uri="{FF2B5EF4-FFF2-40B4-BE49-F238E27FC236}">
                <a16:creationId xmlns:a16="http://schemas.microsoft.com/office/drawing/2014/main" id="{692EA7C7-A4D7-4174-9435-8C7F367D84E2}"/>
              </a:ext>
            </a:extLst>
          </p:cNvPr>
          <p:cNvSpPr>
            <a:spLocks noGrp="1"/>
          </p:cNvSpPr>
          <p:nvPr/>
        </p:nvSpPr>
        <p:spPr>
          <a:xfrm>
            <a:off x="5252570" y="365414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10" name="02_predicted_pose_3609">
            <a:extLst>
              <a:ext uri="{FF2B5EF4-FFF2-40B4-BE49-F238E27FC236}">
                <a16:creationId xmlns:a16="http://schemas.microsoft.com/office/drawing/2014/main" id="{7AC75CED-3D40-40BE-8A50-89796AE5EDD5}"/>
              </a:ext>
            </a:extLst>
          </p:cNvPr>
          <p:cNvSpPr>
            <a:spLocks noGrp="1"/>
          </p:cNvSpPr>
          <p:nvPr/>
        </p:nvSpPr>
        <p:spPr>
          <a:xfrm>
            <a:off x="5351010" y="363522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11" name="02_predicted_pose_3610">
            <a:extLst>
              <a:ext uri="{FF2B5EF4-FFF2-40B4-BE49-F238E27FC236}">
                <a16:creationId xmlns:a16="http://schemas.microsoft.com/office/drawing/2014/main" id="{A4CA0DF3-25D7-4117-A802-BE418474F113}"/>
              </a:ext>
            </a:extLst>
          </p:cNvPr>
          <p:cNvSpPr>
            <a:spLocks noGrp="1"/>
          </p:cNvSpPr>
          <p:nvPr/>
        </p:nvSpPr>
        <p:spPr>
          <a:xfrm>
            <a:off x="5449451" y="351437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12" name="02_predicted_pose_3611">
            <a:extLst>
              <a:ext uri="{FF2B5EF4-FFF2-40B4-BE49-F238E27FC236}">
                <a16:creationId xmlns:a16="http://schemas.microsoft.com/office/drawing/2014/main" id="{BC8414A0-D581-45BF-B09E-0E9067CBBD79}"/>
              </a:ext>
            </a:extLst>
          </p:cNvPr>
          <p:cNvSpPr>
            <a:spLocks noGrp="1"/>
          </p:cNvSpPr>
          <p:nvPr/>
        </p:nvSpPr>
        <p:spPr>
          <a:xfrm>
            <a:off x="5547893" y="349139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13" name="02_predicted_pose_3612">
            <a:extLst>
              <a:ext uri="{FF2B5EF4-FFF2-40B4-BE49-F238E27FC236}">
                <a16:creationId xmlns:a16="http://schemas.microsoft.com/office/drawing/2014/main" id="{2D96ECC0-2E69-4653-91F5-75075E24A2AA}"/>
              </a:ext>
            </a:extLst>
          </p:cNvPr>
          <p:cNvSpPr>
            <a:spLocks noGrp="1"/>
          </p:cNvSpPr>
          <p:nvPr/>
        </p:nvSpPr>
        <p:spPr>
          <a:xfrm>
            <a:off x="5282831" y="366892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14" name="02_predicted_pose_3613">
            <a:extLst>
              <a:ext uri="{FF2B5EF4-FFF2-40B4-BE49-F238E27FC236}">
                <a16:creationId xmlns:a16="http://schemas.microsoft.com/office/drawing/2014/main" id="{F05730C0-5D92-449A-89E8-1EBC3445EB3E}"/>
              </a:ext>
            </a:extLst>
          </p:cNvPr>
          <p:cNvSpPr>
            <a:spLocks noGrp="1"/>
          </p:cNvSpPr>
          <p:nvPr/>
        </p:nvSpPr>
        <p:spPr>
          <a:xfrm>
            <a:off x="5381272" y="362100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15" name="02_predicted_pose_3614">
            <a:extLst>
              <a:ext uri="{FF2B5EF4-FFF2-40B4-BE49-F238E27FC236}">
                <a16:creationId xmlns:a16="http://schemas.microsoft.com/office/drawing/2014/main" id="{54CB308D-48EC-4420-9FDE-0D2DE1A31825}"/>
              </a:ext>
            </a:extLst>
          </p:cNvPr>
          <p:cNvSpPr>
            <a:spLocks noGrp="1"/>
          </p:cNvSpPr>
          <p:nvPr/>
        </p:nvSpPr>
        <p:spPr>
          <a:xfrm>
            <a:off x="5479713" y="347365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16" name="02_predicted_pose_3615">
            <a:extLst>
              <a:ext uri="{FF2B5EF4-FFF2-40B4-BE49-F238E27FC236}">
                <a16:creationId xmlns:a16="http://schemas.microsoft.com/office/drawing/2014/main" id="{7ED30DBB-4B78-4438-A27B-B8A71D24D731}"/>
              </a:ext>
            </a:extLst>
          </p:cNvPr>
          <p:cNvSpPr>
            <a:spLocks noGrp="1"/>
          </p:cNvSpPr>
          <p:nvPr/>
        </p:nvSpPr>
        <p:spPr>
          <a:xfrm>
            <a:off x="5578154" y="373996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17" name="02_predicted_pose_3616">
            <a:extLst>
              <a:ext uri="{FF2B5EF4-FFF2-40B4-BE49-F238E27FC236}">
                <a16:creationId xmlns:a16="http://schemas.microsoft.com/office/drawing/2014/main" id="{D915D495-9B7C-4A0D-B671-7950E465DC8E}"/>
              </a:ext>
            </a:extLst>
          </p:cNvPr>
          <p:cNvSpPr>
            <a:spLocks noGrp="1"/>
          </p:cNvSpPr>
          <p:nvPr/>
        </p:nvSpPr>
        <p:spPr>
          <a:xfrm>
            <a:off x="5532215" y="341447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18" name="02_predicted_pose_3617">
            <a:extLst>
              <a:ext uri="{FF2B5EF4-FFF2-40B4-BE49-F238E27FC236}">
                <a16:creationId xmlns:a16="http://schemas.microsoft.com/office/drawing/2014/main" id="{8F3DA256-5E61-4905-9748-B980481212D9}"/>
              </a:ext>
            </a:extLst>
          </p:cNvPr>
          <p:cNvSpPr>
            <a:spLocks noGrp="1"/>
          </p:cNvSpPr>
          <p:nvPr/>
        </p:nvSpPr>
        <p:spPr>
          <a:xfrm>
            <a:off x="5267153" y="359542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19" name="02_predicted_pose_3618">
            <a:extLst>
              <a:ext uri="{FF2B5EF4-FFF2-40B4-BE49-F238E27FC236}">
                <a16:creationId xmlns:a16="http://schemas.microsoft.com/office/drawing/2014/main" id="{68524052-0A72-47B4-B066-E88C55FE6159}"/>
              </a:ext>
            </a:extLst>
          </p:cNvPr>
          <p:cNvSpPr>
            <a:spLocks noGrp="1"/>
          </p:cNvSpPr>
          <p:nvPr/>
        </p:nvSpPr>
        <p:spPr>
          <a:xfrm>
            <a:off x="5365594" y="347366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20" name="02_predicted_pose_3619">
            <a:extLst>
              <a:ext uri="{FF2B5EF4-FFF2-40B4-BE49-F238E27FC236}">
                <a16:creationId xmlns:a16="http://schemas.microsoft.com/office/drawing/2014/main" id="{384614D2-BA67-4A76-8617-B61AD07C3B83}"/>
              </a:ext>
            </a:extLst>
          </p:cNvPr>
          <p:cNvSpPr>
            <a:spLocks noGrp="1"/>
          </p:cNvSpPr>
          <p:nvPr/>
        </p:nvSpPr>
        <p:spPr>
          <a:xfrm>
            <a:off x="5464036" y="347156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21" name="02_predicted_pose_3620">
            <a:extLst>
              <a:ext uri="{FF2B5EF4-FFF2-40B4-BE49-F238E27FC236}">
                <a16:creationId xmlns:a16="http://schemas.microsoft.com/office/drawing/2014/main" id="{039FE400-525B-4E34-88CC-8C5EE85773D7}"/>
              </a:ext>
            </a:extLst>
          </p:cNvPr>
          <p:cNvSpPr>
            <a:spLocks noGrp="1"/>
          </p:cNvSpPr>
          <p:nvPr/>
        </p:nvSpPr>
        <p:spPr>
          <a:xfrm>
            <a:off x="5562476" y="347370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22" name="02_predicted_pose_3621">
            <a:extLst>
              <a:ext uri="{FF2B5EF4-FFF2-40B4-BE49-F238E27FC236}">
                <a16:creationId xmlns:a16="http://schemas.microsoft.com/office/drawing/2014/main" id="{B821AEC7-703C-4210-9F85-DEA6FAE16849}"/>
              </a:ext>
            </a:extLst>
          </p:cNvPr>
          <p:cNvSpPr>
            <a:spLocks noGrp="1"/>
          </p:cNvSpPr>
          <p:nvPr/>
        </p:nvSpPr>
        <p:spPr>
          <a:xfrm>
            <a:off x="5297415" y="350918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23" name="02_predicted_pose_3622">
            <a:extLst>
              <a:ext uri="{FF2B5EF4-FFF2-40B4-BE49-F238E27FC236}">
                <a16:creationId xmlns:a16="http://schemas.microsoft.com/office/drawing/2014/main" id="{64EF4B4B-841A-4339-A69E-704545DB10A6}"/>
              </a:ext>
            </a:extLst>
          </p:cNvPr>
          <p:cNvSpPr>
            <a:spLocks noGrp="1"/>
          </p:cNvSpPr>
          <p:nvPr/>
        </p:nvSpPr>
        <p:spPr>
          <a:xfrm>
            <a:off x="5395855" y="346161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24" name="02_predicted_pose_3623">
            <a:extLst>
              <a:ext uri="{FF2B5EF4-FFF2-40B4-BE49-F238E27FC236}">
                <a16:creationId xmlns:a16="http://schemas.microsoft.com/office/drawing/2014/main" id="{435E88F1-57CE-475C-AA5B-7D41401EEEA1}"/>
              </a:ext>
            </a:extLst>
          </p:cNvPr>
          <p:cNvSpPr>
            <a:spLocks noGrp="1"/>
          </p:cNvSpPr>
          <p:nvPr/>
        </p:nvSpPr>
        <p:spPr>
          <a:xfrm>
            <a:off x="5494297" y="367162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25" name="02_predicted_pose_3624">
            <a:extLst>
              <a:ext uri="{FF2B5EF4-FFF2-40B4-BE49-F238E27FC236}">
                <a16:creationId xmlns:a16="http://schemas.microsoft.com/office/drawing/2014/main" id="{7F464FF9-E3BB-44FE-8212-CAD35A2C3B8B}"/>
              </a:ext>
            </a:extLst>
          </p:cNvPr>
          <p:cNvSpPr>
            <a:spLocks noGrp="1"/>
          </p:cNvSpPr>
          <p:nvPr/>
        </p:nvSpPr>
        <p:spPr>
          <a:xfrm>
            <a:off x="5229235" y="345510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26" name="02_predicted_pose_3625">
            <a:extLst>
              <a:ext uri="{FF2B5EF4-FFF2-40B4-BE49-F238E27FC236}">
                <a16:creationId xmlns:a16="http://schemas.microsoft.com/office/drawing/2014/main" id="{A0E05BFA-1DB9-4CEA-9202-14B50F15C224}"/>
              </a:ext>
            </a:extLst>
          </p:cNvPr>
          <p:cNvSpPr>
            <a:spLocks noGrp="1"/>
          </p:cNvSpPr>
          <p:nvPr/>
        </p:nvSpPr>
        <p:spPr>
          <a:xfrm>
            <a:off x="5448358" y="357936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27" name="02_predicted_pose_3626">
            <a:extLst>
              <a:ext uri="{FF2B5EF4-FFF2-40B4-BE49-F238E27FC236}">
                <a16:creationId xmlns:a16="http://schemas.microsoft.com/office/drawing/2014/main" id="{BB353A3F-507D-4FE4-ADDD-8274C6428FDA}"/>
              </a:ext>
            </a:extLst>
          </p:cNvPr>
          <p:cNvSpPr>
            <a:spLocks noGrp="1"/>
          </p:cNvSpPr>
          <p:nvPr/>
        </p:nvSpPr>
        <p:spPr>
          <a:xfrm>
            <a:off x="5546798" y="350931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28" name="02_predicted_pose_3627">
            <a:extLst>
              <a:ext uri="{FF2B5EF4-FFF2-40B4-BE49-F238E27FC236}">
                <a16:creationId xmlns:a16="http://schemas.microsoft.com/office/drawing/2014/main" id="{C5D7F28E-ED18-494B-8DA7-81B85AEA596A}"/>
              </a:ext>
            </a:extLst>
          </p:cNvPr>
          <p:cNvSpPr>
            <a:spLocks noGrp="1"/>
          </p:cNvSpPr>
          <p:nvPr/>
        </p:nvSpPr>
        <p:spPr>
          <a:xfrm>
            <a:off x="5281737" y="365815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29" name="02_predicted_pose_3628">
            <a:extLst>
              <a:ext uri="{FF2B5EF4-FFF2-40B4-BE49-F238E27FC236}">
                <a16:creationId xmlns:a16="http://schemas.microsoft.com/office/drawing/2014/main" id="{8BBCF1C6-DE48-4BEF-A03F-CAB51D24B944}"/>
              </a:ext>
            </a:extLst>
          </p:cNvPr>
          <p:cNvSpPr>
            <a:spLocks noGrp="1"/>
          </p:cNvSpPr>
          <p:nvPr/>
        </p:nvSpPr>
        <p:spPr>
          <a:xfrm>
            <a:off x="5380179" y="349825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30" name="02_predicted_pose_3629">
            <a:extLst>
              <a:ext uri="{FF2B5EF4-FFF2-40B4-BE49-F238E27FC236}">
                <a16:creationId xmlns:a16="http://schemas.microsoft.com/office/drawing/2014/main" id="{D66ACCA1-2BC6-49DD-A231-96EC7BC2F663}"/>
              </a:ext>
            </a:extLst>
          </p:cNvPr>
          <p:cNvSpPr>
            <a:spLocks noGrp="1"/>
          </p:cNvSpPr>
          <p:nvPr/>
        </p:nvSpPr>
        <p:spPr>
          <a:xfrm>
            <a:off x="5478619" y="360353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31" name="02_predicted_pose_3630">
            <a:extLst>
              <a:ext uri="{FF2B5EF4-FFF2-40B4-BE49-F238E27FC236}">
                <a16:creationId xmlns:a16="http://schemas.microsoft.com/office/drawing/2014/main" id="{DDF4F7FB-E91F-410E-AB0D-8C6E36567CA5}"/>
              </a:ext>
            </a:extLst>
          </p:cNvPr>
          <p:cNvSpPr>
            <a:spLocks noGrp="1"/>
          </p:cNvSpPr>
          <p:nvPr/>
        </p:nvSpPr>
        <p:spPr>
          <a:xfrm>
            <a:off x="5577060" y="364765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32" name="02_predicted_pose_3631">
            <a:extLst>
              <a:ext uri="{FF2B5EF4-FFF2-40B4-BE49-F238E27FC236}">
                <a16:creationId xmlns:a16="http://schemas.microsoft.com/office/drawing/2014/main" id="{0BD10851-C69A-418E-919E-CDBC0179F274}"/>
              </a:ext>
            </a:extLst>
          </p:cNvPr>
          <p:cNvSpPr>
            <a:spLocks noGrp="1"/>
          </p:cNvSpPr>
          <p:nvPr/>
        </p:nvSpPr>
        <p:spPr>
          <a:xfrm>
            <a:off x="5311998" y="35198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33" name="02_predicted_pose_3632">
            <a:extLst>
              <a:ext uri="{FF2B5EF4-FFF2-40B4-BE49-F238E27FC236}">
                <a16:creationId xmlns:a16="http://schemas.microsoft.com/office/drawing/2014/main" id="{EC010F38-A815-4426-B80E-17BC945D2EC9}"/>
              </a:ext>
            </a:extLst>
          </p:cNvPr>
          <p:cNvSpPr>
            <a:spLocks noGrp="1"/>
          </p:cNvSpPr>
          <p:nvPr/>
        </p:nvSpPr>
        <p:spPr>
          <a:xfrm>
            <a:off x="5410440" y="365608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34" name="02_predicted_pose_3633">
            <a:extLst>
              <a:ext uri="{FF2B5EF4-FFF2-40B4-BE49-F238E27FC236}">
                <a16:creationId xmlns:a16="http://schemas.microsoft.com/office/drawing/2014/main" id="{3CA20B46-E244-48C5-913E-DC42A96FFB0F}"/>
              </a:ext>
            </a:extLst>
          </p:cNvPr>
          <p:cNvSpPr>
            <a:spLocks noGrp="1"/>
          </p:cNvSpPr>
          <p:nvPr/>
        </p:nvSpPr>
        <p:spPr>
          <a:xfrm>
            <a:off x="5372521" y="364560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35" name="02_predicted_pose_3634">
            <a:extLst>
              <a:ext uri="{FF2B5EF4-FFF2-40B4-BE49-F238E27FC236}">
                <a16:creationId xmlns:a16="http://schemas.microsoft.com/office/drawing/2014/main" id="{2309ABCC-A892-429C-B07B-7E941E3CEAFA}"/>
              </a:ext>
            </a:extLst>
          </p:cNvPr>
          <p:cNvSpPr>
            <a:spLocks noGrp="1"/>
          </p:cNvSpPr>
          <p:nvPr/>
        </p:nvSpPr>
        <p:spPr>
          <a:xfrm>
            <a:off x="5387106" y="359289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36" name="02_predicted_pose_3635">
            <a:extLst>
              <a:ext uri="{FF2B5EF4-FFF2-40B4-BE49-F238E27FC236}">
                <a16:creationId xmlns:a16="http://schemas.microsoft.com/office/drawing/2014/main" id="{A671A785-C6DF-4D28-AD9D-0C08B66D47C6}"/>
              </a:ext>
            </a:extLst>
          </p:cNvPr>
          <p:cNvSpPr>
            <a:spLocks noGrp="1"/>
          </p:cNvSpPr>
          <p:nvPr/>
        </p:nvSpPr>
        <p:spPr>
          <a:xfrm>
            <a:off x="5363772" y="345479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37" name="02_predicted_pose_3636">
            <a:extLst>
              <a:ext uri="{FF2B5EF4-FFF2-40B4-BE49-F238E27FC236}">
                <a16:creationId xmlns:a16="http://schemas.microsoft.com/office/drawing/2014/main" id="{C5EA10A1-B13E-42E2-A76D-132919ABA441}"/>
              </a:ext>
            </a:extLst>
          </p:cNvPr>
          <p:cNvSpPr>
            <a:spLocks noGrp="1"/>
          </p:cNvSpPr>
          <p:nvPr/>
        </p:nvSpPr>
        <p:spPr>
          <a:xfrm>
            <a:off x="5392939" y="341310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38" name="02_predicted_pose_3637">
            <a:extLst>
              <a:ext uri="{FF2B5EF4-FFF2-40B4-BE49-F238E27FC236}">
                <a16:creationId xmlns:a16="http://schemas.microsoft.com/office/drawing/2014/main" id="{3A3C498A-8906-4CF6-84EF-BFC00CF91408}"/>
              </a:ext>
            </a:extLst>
          </p:cNvPr>
          <p:cNvSpPr>
            <a:spLocks noGrp="1"/>
          </p:cNvSpPr>
          <p:nvPr/>
        </p:nvSpPr>
        <p:spPr>
          <a:xfrm>
            <a:off x="5422107" y="354950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39" name="02_predicted_pose_3638">
            <a:extLst>
              <a:ext uri="{FF2B5EF4-FFF2-40B4-BE49-F238E27FC236}">
                <a16:creationId xmlns:a16="http://schemas.microsoft.com/office/drawing/2014/main" id="{AE706CFA-A631-41C2-A6B9-E5C557AF11CB}"/>
              </a:ext>
            </a:extLst>
          </p:cNvPr>
          <p:cNvSpPr>
            <a:spLocks noGrp="1"/>
          </p:cNvSpPr>
          <p:nvPr/>
        </p:nvSpPr>
        <p:spPr>
          <a:xfrm>
            <a:off x="5403513" y="357941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40" name="02_predicted_pose_3639">
            <a:extLst>
              <a:ext uri="{FF2B5EF4-FFF2-40B4-BE49-F238E27FC236}">
                <a16:creationId xmlns:a16="http://schemas.microsoft.com/office/drawing/2014/main" id="{76DDC2B0-B27F-4D82-9FA5-866A8D4A985F}"/>
              </a:ext>
            </a:extLst>
          </p:cNvPr>
          <p:cNvSpPr>
            <a:spLocks noGrp="1"/>
          </p:cNvSpPr>
          <p:nvPr/>
        </p:nvSpPr>
        <p:spPr>
          <a:xfrm>
            <a:off x="5236892" y="368105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41" name="02_predicted_pose_3640">
            <a:extLst>
              <a:ext uri="{FF2B5EF4-FFF2-40B4-BE49-F238E27FC236}">
                <a16:creationId xmlns:a16="http://schemas.microsoft.com/office/drawing/2014/main" id="{3325E8F0-65A5-49F8-81C9-4117CC4F5F46}"/>
              </a:ext>
            </a:extLst>
          </p:cNvPr>
          <p:cNvSpPr>
            <a:spLocks noGrp="1"/>
          </p:cNvSpPr>
          <p:nvPr/>
        </p:nvSpPr>
        <p:spPr>
          <a:xfrm>
            <a:off x="5433774" y="365163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42" name="02_predicted_pose_3641">
            <a:extLst>
              <a:ext uri="{FF2B5EF4-FFF2-40B4-BE49-F238E27FC236}">
                <a16:creationId xmlns:a16="http://schemas.microsoft.com/office/drawing/2014/main" id="{B9B4FA6B-8B0E-4612-8115-56146F134A49}"/>
              </a:ext>
            </a:extLst>
          </p:cNvPr>
          <p:cNvSpPr>
            <a:spLocks noGrp="1"/>
          </p:cNvSpPr>
          <p:nvPr/>
        </p:nvSpPr>
        <p:spPr>
          <a:xfrm>
            <a:off x="5267153" y="363427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43" name="02_predicted_pose_3642">
            <a:extLst>
              <a:ext uri="{FF2B5EF4-FFF2-40B4-BE49-F238E27FC236}">
                <a16:creationId xmlns:a16="http://schemas.microsoft.com/office/drawing/2014/main" id="{B284D210-4F36-43F1-B668-520BEEAD8F3F}"/>
              </a:ext>
            </a:extLst>
          </p:cNvPr>
          <p:cNvSpPr>
            <a:spLocks noGrp="1"/>
          </p:cNvSpPr>
          <p:nvPr/>
        </p:nvSpPr>
        <p:spPr>
          <a:xfrm>
            <a:off x="5412991" y="375294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44" name="02_predicted_pose_3643">
            <a:extLst>
              <a:ext uri="{FF2B5EF4-FFF2-40B4-BE49-F238E27FC236}">
                <a16:creationId xmlns:a16="http://schemas.microsoft.com/office/drawing/2014/main" id="{031AC620-6D4C-42E1-B794-781EF849440E}"/>
              </a:ext>
            </a:extLst>
          </p:cNvPr>
          <p:cNvSpPr>
            <a:spLocks noGrp="1"/>
          </p:cNvSpPr>
          <p:nvPr/>
        </p:nvSpPr>
        <p:spPr>
          <a:xfrm>
            <a:off x="5427576" y="344143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45" name="02_predicted_pose_3644">
            <a:extLst>
              <a:ext uri="{FF2B5EF4-FFF2-40B4-BE49-F238E27FC236}">
                <a16:creationId xmlns:a16="http://schemas.microsoft.com/office/drawing/2014/main" id="{4E49CD5C-3ABA-4366-BDC2-ABF00D864DD1}"/>
              </a:ext>
            </a:extLst>
          </p:cNvPr>
          <p:cNvSpPr>
            <a:spLocks noGrp="1"/>
          </p:cNvSpPr>
          <p:nvPr/>
        </p:nvSpPr>
        <p:spPr>
          <a:xfrm>
            <a:off x="5471327" y="374357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46" name="02_predicted_pose_3645">
            <a:extLst>
              <a:ext uri="{FF2B5EF4-FFF2-40B4-BE49-F238E27FC236}">
                <a16:creationId xmlns:a16="http://schemas.microsoft.com/office/drawing/2014/main" id="{1C2B83D2-3E22-4A96-9B1E-5AACBADFD98E}"/>
              </a:ext>
            </a:extLst>
          </p:cNvPr>
          <p:cNvSpPr>
            <a:spLocks noGrp="1"/>
          </p:cNvSpPr>
          <p:nvPr/>
        </p:nvSpPr>
        <p:spPr>
          <a:xfrm>
            <a:off x="5485911" y="333514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47" name="02_predicted_pose_3646">
            <a:extLst>
              <a:ext uri="{FF2B5EF4-FFF2-40B4-BE49-F238E27FC236}">
                <a16:creationId xmlns:a16="http://schemas.microsoft.com/office/drawing/2014/main" id="{CB01587C-1682-487C-96DC-83DB49209D57}"/>
              </a:ext>
            </a:extLst>
          </p:cNvPr>
          <p:cNvSpPr>
            <a:spLocks noGrp="1"/>
          </p:cNvSpPr>
          <p:nvPr/>
        </p:nvSpPr>
        <p:spPr>
          <a:xfrm>
            <a:off x="5529662" y="340360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48" name="02_predicted_pose_3647">
            <a:extLst>
              <a:ext uri="{FF2B5EF4-FFF2-40B4-BE49-F238E27FC236}">
                <a16:creationId xmlns:a16="http://schemas.microsoft.com/office/drawing/2014/main" id="{73E88EFB-7697-4C7F-AE24-18C0AABFC8FC}"/>
              </a:ext>
            </a:extLst>
          </p:cNvPr>
          <p:cNvSpPr>
            <a:spLocks noGrp="1"/>
          </p:cNvSpPr>
          <p:nvPr/>
        </p:nvSpPr>
        <p:spPr>
          <a:xfrm>
            <a:off x="5544247" y="371797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49" name="02_predicted_pose_3648">
            <a:extLst>
              <a:ext uri="{FF2B5EF4-FFF2-40B4-BE49-F238E27FC236}">
                <a16:creationId xmlns:a16="http://schemas.microsoft.com/office/drawing/2014/main" id="{0BA4AEEF-4193-4CE4-B26F-A1ACF1D45628}"/>
              </a:ext>
            </a:extLst>
          </p:cNvPr>
          <p:cNvSpPr>
            <a:spLocks noGrp="1"/>
          </p:cNvSpPr>
          <p:nvPr/>
        </p:nvSpPr>
        <p:spPr>
          <a:xfrm>
            <a:off x="5260591" y="378070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50" name="02_predicted_pose_3649">
            <a:extLst>
              <a:ext uri="{FF2B5EF4-FFF2-40B4-BE49-F238E27FC236}">
                <a16:creationId xmlns:a16="http://schemas.microsoft.com/office/drawing/2014/main" id="{455C158A-2CA0-4F61-9BD2-9FA570F73851}"/>
              </a:ext>
            </a:extLst>
          </p:cNvPr>
          <p:cNvSpPr>
            <a:spLocks noGrp="1"/>
          </p:cNvSpPr>
          <p:nvPr/>
        </p:nvSpPr>
        <p:spPr>
          <a:xfrm>
            <a:off x="5359032" y="368178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51" name="02_predicted_pose_3650">
            <a:extLst>
              <a:ext uri="{FF2B5EF4-FFF2-40B4-BE49-F238E27FC236}">
                <a16:creationId xmlns:a16="http://schemas.microsoft.com/office/drawing/2014/main" id="{C8C3A60D-A8D7-4893-BC9A-C1D719B718BE}"/>
              </a:ext>
            </a:extLst>
          </p:cNvPr>
          <p:cNvSpPr>
            <a:spLocks noGrp="1"/>
          </p:cNvSpPr>
          <p:nvPr/>
        </p:nvSpPr>
        <p:spPr>
          <a:xfrm>
            <a:off x="5290852" y="321095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52" name="02_predicted_pose_3651">
            <a:extLst>
              <a:ext uri="{FF2B5EF4-FFF2-40B4-BE49-F238E27FC236}">
                <a16:creationId xmlns:a16="http://schemas.microsoft.com/office/drawing/2014/main" id="{9AB161D6-B8D0-4B5B-8A57-678875443995}"/>
              </a:ext>
            </a:extLst>
          </p:cNvPr>
          <p:cNvSpPr>
            <a:spLocks noGrp="1"/>
          </p:cNvSpPr>
          <p:nvPr/>
        </p:nvSpPr>
        <p:spPr>
          <a:xfrm>
            <a:off x="5389293" y="346728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53" name="02_predicted_pose_3652">
            <a:extLst>
              <a:ext uri="{FF2B5EF4-FFF2-40B4-BE49-F238E27FC236}">
                <a16:creationId xmlns:a16="http://schemas.microsoft.com/office/drawing/2014/main" id="{A8F7E61C-FE08-4466-AEBC-8032D1EE053D}"/>
              </a:ext>
            </a:extLst>
          </p:cNvPr>
          <p:cNvSpPr>
            <a:spLocks noGrp="1"/>
          </p:cNvSpPr>
          <p:nvPr/>
        </p:nvSpPr>
        <p:spPr>
          <a:xfrm>
            <a:off x="5441430" y="330955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54" name="02_predicted_pose_3653">
            <a:extLst>
              <a:ext uri="{FF2B5EF4-FFF2-40B4-BE49-F238E27FC236}">
                <a16:creationId xmlns:a16="http://schemas.microsoft.com/office/drawing/2014/main" id="{2A261FBF-C52B-410C-9473-E0BB6991DC4B}"/>
              </a:ext>
            </a:extLst>
          </p:cNvPr>
          <p:cNvSpPr>
            <a:spLocks noGrp="1"/>
          </p:cNvSpPr>
          <p:nvPr/>
        </p:nvSpPr>
        <p:spPr>
          <a:xfrm>
            <a:off x="5269341" y="335811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55" name="02_predicted_pose_3654">
            <a:extLst>
              <a:ext uri="{FF2B5EF4-FFF2-40B4-BE49-F238E27FC236}">
                <a16:creationId xmlns:a16="http://schemas.microsoft.com/office/drawing/2014/main" id="{5E6FC5F2-F16F-4797-9536-A31222E4CB8C}"/>
              </a:ext>
            </a:extLst>
          </p:cNvPr>
          <p:cNvSpPr>
            <a:spLocks noGrp="1"/>
          </p:cNvSpPr>
          <p:nvPr/>
        </p:nvSpPr>
        <p:spPr>
          <a:xfrm>
            <a:off x="5298509" y="337270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56" name="02_predicted_pose_3655">
            <a:extLst>
              <a:ext uri="{FF2B5EF4-FFF2-40B4-BE49-F238E27FC236}">
                <a16:creationId xmlns:a16="http://schemas.microsoft.com/office/drawing/2014/main" id="{BD19642B-5DB7-4656-A5E7-CD66DA5944B6}"/>
              </a:ext>
            </a:extLst>
          </p:cNvPr>
          <p:cNvSpPr>
            <a:spLocks noGrp="1"/>
          </p:cNvSpPr>
          <p:nvPr/>
        </p:nvSpPr>
        <p:spPr>
          <a:xfrm>
            <a:off x="5537684" y="327047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57" name="02_predicted_pose_3656">
            <a:extLst>
              <a:ext uri="{FF2B5EF4-FFF2-40B4-BE49-F238E27FC236}">
                <a16:creationId xmlns:a16="http://schemas.microsoft.com/office/drawing/2014/main" id="{0C986063-F197-4A59-AAAF-540BACCE9182}"/>
              </a:ext>
            </a:extLst>
          </p:cNvPr>
          <p:cNvSpPr>
            <a:spLocks noGrp="1"/>
          </p:cNvSpPr>
          <p:nvPr/>
        </p:nvSpPr>
        <p:spPr>
          <a:xfrm>
            <a:off x="5404606" y="360709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58" name="02_predicted_pose_3657">
            <a:extLst>
              <a:ext uri="{FF2B5EF4-FFF2-40B4-BE49-F238E27FC236}">
                <a16:creationId xmlns:a16="http://schemas.microsoft.com/office/drawing/2014/main" id="{2BEE0C4D-BEEC-4113-ABEA-9DC75643C4A6}"/>
              </a:ext>
            </a:extLst>
          </p:cNvPr>
          <p:cNvSpPr>
            <a:spLocks noGrp="1"/>
          </p:cNvSpPr>
          <p:nvPr/>
        </p:nvSpPr>
        <p:spPr>
          <a:xfrm>
            <a:off x="5275904" y="348557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59" name="02_predicted_pose_3658">
            <a:extLst>
              <a:ext uri="{FF2B5EF4-FFF2-40B4-BE49-F238E27FC236}">
                <a16:creationId xmlns:a16="http://schemas.microsoft.com/office/drawing/2014/main" id="{FCAE3319-527B-488B-B689-0352D1978E05}"/>
              </a:ext>
            </a:extLst>
          </p:cNvPr>
          <p:cNvSpPr>
            <a:spLocks noGrp="1"/>
          </p:cNvSpPr>
          <p:nvPr/>
        </p:nvSpPr>
        <p:spPr>
          <a:xfrm>
            <a:off x="5319656" y="339230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60" name="02_predicted_pose_3659">
            <a:extLst>
              <a:ext uri="{FF2B5EF4-FFF2-40B4-BE49-F238E27FC236}">
                <a16:creationId xmlns:a16="http://schemas.microsoft.com/office/drawing/2014/main" id="{29708643-97CF-499C-A221-BB308C054C89}"/>
              </a:ext>
            </a:extLst>
          </p:cNvPr>
          <p:cNvSpPr>
            <a:spLocks noGrp="1"/>
          </p:cNvSpPr>
          <p:nvPr/>
        </p:nvSpPr>
        <p:spPr>
          <a:xfrm>
            <a:off x="5363406" y="381186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61" name="02_predicted_pose_3660">
            <a:extLst>
              <a:ext uri="{FF2B5EF4-FFF2-40B4-BE49-F238E27FC236}">
                <a16:creationId xmlns:a16="http://schemas.microsoft.com/office/drawing/2014/main" id="{592B4E16-CD6F-4CB7-BB7E-2BFC8BCF3F42}"/>
              </a:ext>
            </a:extLst>
          </p:cNvPr>
          <p:cNvSpPr>
            <a:spLocks noGrp="1"/>
          </p:cNvSpPr>
          <p:nvPr/>
        </p:nvSpPr>
        <p:spPr>
          <a:xfrm>
            <a:off x="5547893" y="335895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62" name="02_predicted_pose_3661">
            <a:extLst>
              <a:ext uri="{FF2B5EF4-FFF2-40B4-BE49-F238E27FC236}">
                <a16:creationId xmlns:a16="http://schemas.microsoft.com/office/drawing/2014/main" id="{A0CDA088-8036-4533-A681-EB6798BF9BD9}"/>
              </a:ext>
            </a:extLst>
          </p:cNvPr>
          <p:cNvSpPr>
            <a:spLocks noGrp="1"/>
          </p:cNvSpPr>
          <p:nvPr/>
        </p:nvSpPr>
        <p:spPr>
          <a:xfrm>
            <a:off x="5228141" y="357707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63" name="02_predicted_pose_3662">
            <a:extLst>
              <a:ext uri="{FF2B5EF4-FFF2-40B4-BE49-F238E27FC236}">
                <a16:creationId xmlns:a16="http://schemas.microsoft.com/office/drawing/2014/main" id="{2F28AD4D-66B4-48B0-ACF7-99B6B41C0A61}"/>
              </a:ext>
            </a:extLst>
          </p:cNvPr>
          <p:cNvSpPr>
            <a:spLocks noGrp="1"/>
          </p:cNvSpPr>
          <p:nvPr/>
        </p:nvSpPr>
        <p:spPr>
          <a:xfrm>
            <a:off x="5450181" y="358821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64" name="02_predicted_pose_3663">
            <a:extLst>
              <a:ext uri="{FF2B5EF4-FFF2-40B4-BE49-F238E27FC236}">
                <a16:creationId xmlns:a16="http://schemas.microsoft.com/office/drawing/2014/main" id="{D272518E-5EDE-49FF-85E6-391879B8E15E}"/>
              </a:ext>
            </a:extLst>
          </p:cNvPr>
          <p:cNvSpPr>
            <a:spLocks noGrp="1"/>
          </p:cNvSpPr>
          <p:nvPr/>
        </p:nvSpPr>
        <p:spPr>
          <a:xfrm>
            <a:off x="5548622" y="350870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65" name="02_predicted_pose_3664">
            <a:extLst>
              <a:ext uri="{FF2B5EF4-FFF2-40B4-BE49-F238E27FC236}">
                <a16:creationId xmlns:a16="http://schemas.microsoft.com/office/drawing/2014/main" id="{D6452400-0FE2-4C12-B6D4-E7A8D2422561}"/>
              </a:ext>
            </a:extLst>
          </p:cNvPr>
          <p:cNvSpPr>
            <a:spLocks noGrp="1"/>
          </p:cNvSpPr>
          <p:nvPr/>
        </p:nvSpPr>
        <p:spPr>
          <a:xfrm>
            <a:off x="5369605" y="289405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66" name="02_predicted_pose_3665">
            <a:extLst>
              <a:ext uri="{FF2B5EF4-FFF2-40B4-BE49-F238E27FC236}">
                <a16:creationId xmlns:a16="http://schemas.microsoft.com/office/drawing/2014/main" id="{73D6931D-261C-4519-A828-7DB07EE59F87}"/>
              </a:ext>
            </a:extLst>
          </p:cNvPr>
          <p:cNvSpPr>
            <a:spLocks noGrp="1"/>
          </p:cNvSpPr>
          <p:nvPr/>
        </p:nvSpPr>
        <p:spPr>
          <a:xfrm>
            <a:off x="5384188" y="337344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67" name="02_predicted_pose_3666">
            <a:extLst>
              <a:ext uri="{FF2B5EF4-FFF2-40B4-BE49-F238E27FC236}">
                <a16:creationId xmlns:a16="http://schemas.microsoft.com/office/drawing/2014/main" id="{408D7878-0C98-4328-BDED-9AE5AB0FA5CE}"/>
              </a:ext>
            </a:extLst>
          </p:cNvPr>
          <p:cNvSpPr>
            <a:spLocks noGrp="1"/>
          </p:cNvSpPr>
          <p:nvPr/>
        </p:nvSpPr>
        <p:spPr>
          <a:xfrm>
            <a:off x="5301425" y="348537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68" name="02_predicted_pose_3667">
            <a:extLst>
              <a:ext uri="{FF2B5EF4-FFF2-40B4-BE49-F238E27FC236}">
                <a16:creationId xmlns:a16="http://schemas.microsoft.com/office/drawing/2014/main" id="{9B89FF0E-290A-4788-BE2A-FA777E858CA3}"/>
              </a:ext>
            </a:extLst>
          </p:cNvPr>
          <p:cNvSpPr>
            <a:spLocks noGrp="1"/>
          </p:cNvSpPr>
          <p:nvPr/>
        </p:nvSpPr>
        <p:spPr>
          <a:xfrm>
            <a:off x="5316009" y="351325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69" name="02_predicted_pose_3668">
            <a:extLst>
              <a:ext uri="{FF2B5EF4-FFF2-40B4-BE49-F238E27FC236}">
                <a16:creationId xmlns:a16="http://schemas.microsoft.com/office/drawing/2014/main" id="{F477EADA-20DA-4DA7-BAAD-6C4D087812B2}"/>
              </a:ext>
            </a:extLst>
          </p:cNvPr>
          <p:cNvSpPr>
            <a:spLocks noGrp="1"/>
          </p:cNvSpPr>
          <p:nvPr/>
        </p:nvSpPr>
        <p:spPr>
          <a:xfrm>
            <a:off x="5330593" y="347288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70" name="02_predicted_pose_3669">
            <a:extLst>
              <a:ext uri="{FF2B5EF4-FFF2-40B4-BE49-F238E27FC236}">
                <a16:creationId xmlns:a16="http://schemas.microsoft.com/office/drawing/2014/main" id="{354D25FF-C7B2-400D-9413-F8FFEAB9694B}"/>
              </a:ext>
            </a:extLst>
          </p:cNvPr>
          <p:cNvSpPr>
            <a:spLocks noGrp="1"/>
          </p:cNvSpPr>
          <p:nvPr/>
        </p:nvSpPr>
        <p:spPr>
          <a:xfrm>
            <a:off x="5345177" y="347695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71" name="02_predicted_pose_3670">
            <a:extLst>
              <a:ext uri="{FF2B5EF4-FFF2-40B4-BE49-F238E27FC236}">
                <a16:creationId xmlns:a16="http://schemas.microsoft.com/office/drawing/2014/main" id="{ECDDC3F4-DA37-4082-B5AA-A570F9600122}"/>
              </a:ext>
            </a:extLst>
          </p:cNvPr>
          <p:cNvSpPr>
            <a:spLocks noGrp="1"/>
          </p:cNvSpPr>
          <p:nvPr/>
        </p:nvSpPr>
        <p:spPr>
          <a:xfrm>
            <a:off x="5359761" y="344049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72" name="02_predicted_pose_3671">
            <a:extLst>
              <a:ext uri="{FF2B5EF4-FFF2-40B4-BE49-F238E27FC236}">
                <a16:creationId xmlns:a16="http://schemas.microsoft.com/office/drawing/2014/main" id="{18792617-4983-4400-B13B-83EBBC720B56}"/>
              </a:ext>
            </a:extLst>
          </p:cNvPr>
          <p:cNvSpPr>
            <a:spLocks noGrp="1"/>
          </p:cNvSpPr>
          <p:nvPr/>
        </p:nvSpPr>
        <p:spPr>
          <a:xfrm>
            <a:off x="5374344" y="347035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73" name="02_predicted_pose_3672">
            <a:extLst>
              <a:ext uri="{FF2B5EF4-FFF2-40B4-BE49-F238E27FC236}">
                <a16:creationId xmlns:a16="http://schemas.microsoft.com/office/drawing/2014/main" id="{C04EE54B-3ED0-4613-9DC3-19EB2FB6E57C}"/>
              </a:ext>
            </a:extLst>
          </p:cNvPr>
          <p:cNvSpPr>
            <a:spLocks noGrp="1"/>
          </p:cNvSpPr>
          <p:nvPr/>
        </p:nvSpPr>
        <p:spPr>
          <a:xfrm>
            <a:off x="5388928" y="348302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74" name="02_predicted_pose_3673">
            <a:extLst>
              <a:ext uri="{FF2B5EF4-FFF2-40B4-BE49-F238E27FC236}">
                <a16:creationId xmlns:a16="http://schemas.microsoft.com/office/drawing/2014/main" id="{42A5D6E4-78E9-4D44-9EA4-C7B85610C9A3}"/>
              </a:ext>
            </a:extLst>
          </p:cNvPr>
          <p:cNvSpPr>
            <a:spLocks noGrp="1"/>
          </p:cNvSpPr>
          <p:nvPr/>
        </p:nvSpPr>
        <p:spPr>
          <a:xfrm>
            <a:off x="5403513" y="348934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75" name="02_predicted_pose_3674">
            <a:extLst>
              <a:ext uri="{FF2B5EF4-FFF2-40B4-BE49-F238E27FC236}">
                <a16:creationId xmlns:a16="http://schemas.microsoft.com/office/drawing/2014/main" id="{87A9E23F-2649-471A-A33B-4A4E4CF26B4A}"/>
              </a:ext>
            </a:extLst>
          </p:cNvPr>
          <p:cNvSpPr>
            <a:spLocks noGrp="1"/>
          </p:cNvSpPr>
          <p:nvPr/>
        </p:nvSpPr>
        <p:spPr>
          <a:xfrm>
            <a:off x="5418096" y="352659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76" name="02_predicted_pose_3675">
            <a:extLst>
              <a:ext uri="{FF2B5EF4-FFF2-40B4-BE49-F238E27FC236}">
                <a16:creationId xmlns:a16="http://schemas.microsoft.com/office/drawing/2014/main" id="{4E3AA36E-319B-42AE-A562-58F57AE03E9C}"/>
              </a:ext>
            </a:extLst>
          </p:cNvPr>
          <p:cNvSpPr>
            <a:spLocks noGrp="1"/>
          </p:cNvSpPr>
          <p:nvPr/>
        </p:nvSpPr>
        <p:spPr>
          <a:xfrm>
            <a:off x="5432680" y="357606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77" name="02_predicted_pose_3676">
            <a:extLst>
              <a:ext uri="{FF2B5EF4-FFF2-40B4-BE49-F238E27FC236}">
                <a16:creationId xmlns:a16="http://schemas.microsoft.com/office/drawing/2014/main" id="{02CBBE1B-B7BD-4E4E-96B9-143509C42F1D}"/>
              </a:ext>
            </a:extLst>
          </p:cNvPr>
          <p:cNvSpPr>
            <a:spLocks noGrp="1"/>
          </p:cNvSpPr>
          <p:nvPr/>
        </p:nvSpPr>
        <p:spPr>
          <a:xfrm>
            <a:off x="5315645" y="355191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78" name="02_predicted_pose_3677">
            <a:extLst>
              <a:ext uri="{FF2B5EF4-FFF2-40B4-BE49-F238E27FC236}">
                <a16:creationId xmlns:a16="http://schemas.microsoft.com/office/drawing/2014/main" id="{28C75E9E-0B38-4E18-9C8D-412CD1528214}"/>
              </a:ext>
            </a:extLst>
          </p:cNvPr>
          <p:cNvSpPr>
            <a:spLocks noGrp="1"/>
          </p:cNvSpPr>
          <p:nvPr/>
        </p:nvSpPr>
        <p:spPr>
          <a:xfrm>
            <a:off x="5517995" y="379017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79" name="02_predicted_pose_3678">
            <a:extLst>
              <a:ext uri="{FF2B5EF4-FFF2-40B4-BE49-F238E27FC236}">
                <a16:creationId xmlns:a16="http://schemas.microsoft.com/office/drawing/2014/main" id="{13DBB1A3-3FAA-43BA-BE3D-86C0ADDE5694}"/>
              </a:ext>
            </a:extLst>
          </p:cNvPr>
          <p:cNvSpPr>
            <a:spLocks noGrp="1"/>
          </p:cNvSpPr>
          <p:nvPr/>
        </p:nvSpPr>
        <p:spPr>
          <a:xfrm>
            <a:off x="5381637" y="378385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80" name="02_predicted_pose_3679">
            <a:extLst>
              <a:ext uri="{FF2B5EF4-FFF2-40B4-BE49-F238E27FC236}">
                <a16:creationId xmlns:a16="http://schemas.microsoft.com/office/drawing/2014/main" id="{CA2AD686-A7CB-4335-A452-11FCA4AF4229}"/>
              </a:ext>
            </a:extLst>
          </p:cNvPr>
          <p:cNvSpPr>
            <a:spLocks noGrp="1"/>
          </p:cNvSpPr>
          <p:nvPr/>
        </p:nvSpPr>
        <p:spPr>
          <a:xfrm>
            <a:off x="5267518" y="347726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81" name="02_predicted_pose_3680">
            <a:extLst>
              <a:ext uri="{FF2B5EF4-FFF2-40B4-BE49-F238E27FC236}">
                <a16:creationId xmlns:a16="http://schemas.microsoft.com/office/drawing/2014/main" id="{8CC6707F-AF0B-4B28-B49B-78ACE4C330E4}"/>
              </a:ext>
            </a:extLst>
          </p:cNvPr>
          <p:cNvSpPr>
            <a:spLocks noGrp="1"/>
          </p:cNvSpPr>
          <p:nvPr/>
        </p:nvSpPr>
        <p:spPr>
          <a:xfrm>
            <a:off x="5396220" y="375382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82" name="02_predicted_pose_3681">
            <a:extLst>
              <a:ext uri="{FF2B5EF4-FFF2-40B4-BE49-F238E27FC236}">
                <a16:creationId xmlns:a16="http://schemas.microsoft.com/office/drawing/2014/main" id="{99005A6A-6DAA-448A-B01F-85C318A2F3D0}"/>
              </a:ext>
            </a:extLst>
          </p:cNvPr>
          <p:cNvSpPr>
            <a:spLocks noGrp="1"/>
          </p:cNvSpPr>
          <p:nvPr/>
        </p:nvSpPr>
        <p:spPr>
          <a:xfrm>
            <a:off x="5509610" y="335033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83" name="02_predicted_pose_3682">
            <a:extLst>
              <a:ext uri="{FF2B5EF4-FFF2-40B4-BE49-F238E27FC236}">
                <a16:creationId xmlns:a16="http://schemas.microsoft.com/office/drawing/2014/main" id="{44413FEF-9224-45CA-8D38-FEA94D0BF366}"/>
              </a:ext>
            </a:extLst>
          </p:cNvPr>
          <p:cNvSpPr>
            <a:spLocks noGrp="1"/>
          </p:cNvSpPr>
          <p:nvPr/>
        </p:nvSpPr>
        <p:spPr>
          <a:xfrm>
            <a:off x="5567945" y="365245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84" name="02_predicted_pose_3683">
            <a:extLst>
              <a:ext uri="{FF2B5EF4-FFF2-40B4-BE49-F238E27FC236}">
                <a16:creationId xmlns:a16="http://schemas.microsoft.com/office/drawing/2014/main" id="{1ABF2C07-2EA8-4799-A3F2-1B657B5E6DE3}"/>
              </a:ext>
            </a:extLst>
          </p:cNvPr>
          <p:cNvSpPr>
            <a:spLocks noGrp="1"/>
          </p:cNvSpPr>
          <p:nvPr/>
        </p:nvSpPr>
        <p:spPr>
          <a:xfrm>
            <a:off x="5349188" y="348837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85" name="02_predicted_pose_3684">
            <a:extLst>
              <a:ext uri="{FF2B5EF4-FFF2-40B4-BE49-F238E27FC236}">
                <a16:creationId xmlns:a16="http://schemas.microsoft.com/office/drawing/2014/main" id="{82154AAB-7CC3-47A6-AE00-4AB8045D5B89}"/>
              </a:ext>
            </a:extLst>
          </p:cNvPr>
          <p:cNvSpPr>
            <a:spLocks noGrp="1"/>
          </p:cNvSpPr>
          <p:nvPr/>
        </p:nvSpPr>
        <p:spPr>
          <a:xfrm>
            <a:off x="5378355" y="346521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86" name="02_predicted_pose_3685">
            <a:extLst>
              <a:ext uri="{FF2B5EF4-FFF2-40B4-BE49-F238E27FC236}">
                <a16:creationId xmlns:a16="http://schemas.microsoft.com/office/drawing/2014/main" id="{CCAED616-2BFE-4E16-8819-02874A808558}"/>
              </a:ext>
            </a:extLst>
          </p:cNvPr>
          <p:cNvSpPr>
            <a:spLocks noGrp="1"/>
          </p:cNvSpPr>
          <p:nvPr/>
        </p:nvSpPr>
        <p:spPr>
          <a:xfrm>
            <a:off x="5422107" y="346386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87" name="02_predicted_pose_3686">
            <a:extLst>
              <a:ext uri="{FF2B5EF4-FFF2-40B4-BE49-F238E27FC236}">
                <a16:creationId xmlns:a16="http://schemas.microsoft.com/office/drawing/2014/main" id="{F508D6D4-BDF5-4C70-9047-94DCAB3ACD89}"/>
              </a:ext>
            </a:extLst>
          </p:cNvPr>
          <p:cNvSpPr>
            <a:spLocks noGrp="1"/>
          </p:cNvSpPr>
          <p:nvPr/>
        </p:nvSpPr>
        <p:spPr>
          <a:xfrm>
            <a:off x="5451274" y="347180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88" name="02_predicted_pose_3687">
            <a:extLst>
              <a:ext uri="{FF2B5EF4-FFF2-40B4-BE49-F238E27FC236}">
                <a16:creationId xmlns:a16="http://schemas.microsoft.com/office/drawing/2014/main" id="{D009ECBF-1CFE-46B6-9A9C-2C8D133A79F0}"/>
              </a:ext>
            </a:extLst>
          </p:cNvPr>
          <p:cNvSpPr>
            <a:spLocks noGrp="1"/>
          </p:cNvSpPr>
          <p:nvPr/>
        </p:nvSpPr>
        <p:spPr>
          <a:xfrm>
            <a:off x="5465858" y="351055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89" name="02_predicted_pose_3688">
            <a:extLst>
              <a:ext uri="{FF2B5EF4-FFF2-40B4-BE49-F238E27FC236}">
                <a16:creationId xmlns:a16="http://schemas.microsoft.com/office/drawing/2014/main" id="{449EF97F-E431-4C95-8ED4-A96F3E5CB0B3}"/>
              </a:ext>
            </a:extLst>
          </p:cNvPr>
          <p:cNvSpPr>
            <a:spLocks noGrp="1"/>
          </p:cNvSpPr>
          <p:nvPr/>
        </p:nvSpPr>
        <p:spPr>
          <a:xfrm>
            <a:off x="5363406" y="348915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90" name="02_predicted_pose_3689">
            <a:extLst>
              <a:ext uri="{FF2B5EF4-FFF2-40B4-BE49-F238E27FC236}">
                <a16:creationId xmlns:a16="http://schemas.microsoft.com/office/drawing/2014/main" id="{F0A81F4B-49A2-42FE-BA80-FBD84DCFBC70}"/>
              </a:ext>
            </a:extLst>
          </p:cNvPr>
          <p:cNvSpPr>
            <a:spLocks noGrp="1"/>
          </p:cNvSpPr>
          <p:nvPr/>
        </p:nvSpPr>
        <p:spPr>
          <a:xfrm>
            <a:off x="5472056" y="371407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91" name="02_predicted_pose_3690">
            <a:extLst>
              <a:ext uri="{FF2B5EF4-FFF2-40B4-BE49-F238E27FC236}">
                <a16:creationId xmlns:a16="http://schemas.microsoft.com/office/drawing/2014/main" id="{F33922FE-BCA7-477F-903F-1537D3CA3369}"/>
              </a:ext>
            </a:extLst>
          </p:cNvPr>
          <p:cNvSpPr>
            <a:spLocks noGrp="1"/>
          </p:cNvSpPr>
          <p:nvPr/>
        </p:nvSpPr>
        <p:spPr>
          <a:xfrm>
            <a:off x="5501224" y="372190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92" name="02_predicted_pose_3691">
            <a:extLst>
              <a:ext uri="{FF2B5EF4-FFF2-40B4-BE49-F238E27FC236}">
                <a16:creationId xmlns:a16="http://schemas.microsoft.com/office/drawing/2014/main" id="{8AC7053C-851A-4E73-BF3C-51C9D15A8FDB}"/>
              </a:ext>
            </a:extLst>
          </p:cNvPr>
          <p:cNvSpPr>
            <a:spLocks noGrp="1"/>
          </p:cNvSpPr>
          <p:nvPr/>
        </p:nvSpPr>
        <p:spPr>
          <a:xfrm>
            <a:off x="5530391" y="369764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93" name="02_predicted_pose_3692">
            <a:extLst>
              <a:ext uri="{FF2B5EF4-FFF2-40B4-BE49-F238E27FC236}">
                <a16:creationId xmlns:a16="http://schemas.microsoft.com/office/drawing/2014/main" id="{AAFFDF20-5154-460F-B866-D5DCF2470D52}"/>
              </a:ext>
            </a:extLst>
          </p:cNvPr>
          <p:cNvSpPr>
            <a:spLocks noGrp="1"/>
          </p:cNvSpPr>
          <p:nvPr/>
        </p:nvSpPr>
        <p:spPr>
          <a:xfrm>
            <a:off x="5559560" y="372686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94" name="02_predicted_pose_3693">
            <a:extLst>
              <a:ext uri="{FF2B5EF4-FFF2-40B4-BE49-F238E27FC236}">
                <a16:creationId xmlns:a16="http://schemas.microsoft.com/office/drawing/2014/main" id="{8D9C66AA-802E-450A-A789-427C4345D1FA}"/>
              </a:ext>
            </a:extLst>
          </p:cNvPr>
          <p:cNvSpPr>
            <a:spLocks noGrp="1"/>
          </p:cNvSpPr>
          <p:nvPr/>
        </p:nvSpPr>
        <p:spPr>
          <a:xfrm>
            <a:off x="5306165" y="371897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95" name="02_predicted_pose_3694">
            <a:extLst>
              <a:ext uri="{FF2B5EF4-FFF2-40B4-BE49-F238E27FC236}">
                <a16:creationId xmlns:a16="http://schemas.microsoft.com/office/drawing/2014/main" id="{10718D2A-B824-4F3D-BAB5-04059F07D887}"/>
              </a:ext>
            </a:extLst>
          </p:cNvPr>
          <p:cNvSpPr>
            <a:spLocks noGrp="1"/>
          </p:cNvSpPr>
          <p:nvPr/>
        </p:nvSpPr>
        <p:spPr>
          <a:xfrm>
            <a:off x="5315280" y="367351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96" name="02_predicted_pose_3695">
            <a:extLst>
              <a:ext uri="{FF2B5EF4-FFF2-40B4-BE49-F238E27FC236}">
                <a16:creationId xmlns:a16="http://schemas.microsoft.com/office/drawing/2014/main" id="{0E7FB090-1A0B-415D-8D78-51B3FB1BFCFC}"/>
              </a:ext>
            </a:extLst>
          </p:cNvPr>
          <p:cNvSpPr>
            <a:spLocks noGrp="1"/>
          </p:cNvSpPr>
          <p:nvPr/>
        </p:nvSpPr>
        <p:spPr>
          <a:xfrm>
            <a:off x="5329863" y="372989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97" name="02_predicted_pose_3696">
            <a:extLst>
              <a:ext uri="{FF2B5EF4-FFF2-40B4-BE49-F238E27FC236}">
                <a16:creationId xmlns:a16="http://schemas.microsoft.com/office/drawing/2014/main" id="{B17391EC-D57E-4071-9773-53321533035A}"/>
              </a:ext>
            </a:extLst>
          </p:cNvPr>
          <p:cNvSpPr>
            <a:spLocks noGrp="1"/>
          </p:cNvSpPr>
          <p:nvPr/>
        </p:nvSpPr>
        <p:spPr>
          <a:xfrm>
            <a:off x="5359032" y="36836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98" name="02_predicted_pose_3697">
            <a:extLst>
              <a:ext uri="{FF2B5EF4-FFF2-40B4-BE49-F238E27FC236}">
                <a16:creationId xmlns:a16="http://schemas.microsoft.com/office/drawing/2014/main" id="{928E39A9-F0B4-40EC-8487-096AA4940FC3}"/>
              </a:ext>
            </a:extLst>
          </p:cNvPr>
          <p:cNvSpPr>
            <a:spLocks noGrp="1"/>
          </p:cNvSpPr>
          <p:nvPr/>
        </p:nvSpPr>
        <p:spPr>
          <a:xfrm>
            <a:off x="5388199" y="356951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99" name="02_predicted_pose_3698">
            <a:extLst>
              <a:ext uri="{FF2B5EF4-FFF2-40B4-BE49-F238E27FC236}">
                <a16:creationId xmlns:a16="http://schemas.microsoft.com/office/drawing/2014/main" id="{D34B6DA5-50FB-4413-9D22-126D1BA6ACFD}"/>
              </a:ext>
            </a:extLst>
          </p:cNvPr>
          <p:cNvSpPr>
            <a:spLocks noGrp="1"/>
          </p:cNvSpPr>
          <p:nvPr/>
        </p:nvSpPr>
        <p:spPr>
          <a:xfrm>
            <a:off x="5417367" y="367932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00" name="02_predicted_pose_3699">
            <a:extLst>
              <a:ext uri="{FF2B5EF4-FFF2-40B4-BE49-F238E27FC236}">
                <a16:creationId xmlns:a16="http://schemas.microsoft.com/office/drawing/2014/main" id="{354F0E28-E0A9-4E4A-AE8C-7458CA056C66}"/>
              </a:ext>
            </a:extLst>
          </p:cNvPr>
          <p:cNvSpPr>
            <a:spLocks noGrp="1"/>
          </p:cNvSpPr>
          <p:nvPr/>
        </p:nvSpPr>
        <p:spPr>
          <a:xfrm>
            <a:off x="5443618" y="291371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01" name="02_predicted_pose_3700">
            <a:extLst>
              <a:ext uri="{FF2B5EF4-FFF2-40B4-BE49-F238E27FC236}">
                <a16:creationId xmlns:a16="http://schemas.microsoft.com/office/drawing/2014/main" id="{AE279A28-3BD3-43EC-8AF9-2B3BD5D3E683}"/>
              </a:ext>
            </a:extLst>
          </p:cNvPr>
          <p:cNvSpPr>
            <a:spLocks noGrp="1"/>
          </p:cNvSpPr>
          <p:nvPr/>
        </p:nvSpPr>
        <p:spPr>
          <a:xfrm>
            <a:off x="5458201" y="314985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02" name="02_predicted_pose_3701">
            <a:extLst>
              <a:ext uri="{FF2B5EF4-FFF2-40B4-BE49-F238E27FC236}">
                <a16:creationId xmlns:a16="http://schemas.microsoft.com/office/drawing/2014/main" id="{1C9D72A3-98C4-4845-870F-BC58B18D182D}"/>
              </a:ext>
            </a:extLst>
          </p:cNvPr>
          <p:cNvSpPr>
            <a:spLocks noGrp="1"/>
          </p:cNvSpPr>
          <p:nvPr/>
        </p:nvSpPr>
        <p:spPr>
          <a:xfrm>
            <a:off x="5385282" y="344216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03" name="02_predicted_pose_3702">
            <a:extLst>
              <a:ext uri="{FF2B5EF4-FFF2-40B4-BE49-F238E27FC236}">
                <a16:creationId xmlns:a16="http://schemas.microsoft.com/office/drawing/2014/main" id="{88A460C0-9158-43EB-8CAD-7AEE54A72718}"/>
              </a:ext>
            </a:extLst>
          </p:cNvPr>
          <p:cNvSpPr>
            <a:spLocks noGrp="1"/>
          </p:cNvSpPr>
          <p:nvPr/>
        </p:nvSpPr>
        <p:spPr>
          <a:xfrm>
            <a:off x="5329499" y="375281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04" name="02_predicted_pose_3703">
            <a:extLst>
              <a:ext uri="{FF2B5EF4-FFF2-40B4-BE49-F238E27FC236}">
                <a16:creationId xmlns:a16="http://schemas.microsoft.com/office/drawing/2014/main" id="{AD034AAE-6D9C-4E42-A4F2-16B7A1BBC46E}"/>
              </a:ext>
            </a:extLst>
          </p:cNvPr>
          <p:cNvSpPr>
            <a:spLocks noGrp="1"/>
          </p:cNvSpPr>
          <p:nvPr/>
        </p:nvSpPr>
        <p:spPr>
          <a:xfrm>
            <a:off x="5241267" y="367453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05" name="02_predicted_pose_3704">
            <a:extLst>
              <a:ext uri="{FF2B5EF4-FFF2-40B4-BE49-F238E27FC236}">
                <a16:creationId xmlns:a16="http://schemas.microsoft.com/office/drawing/2014/main" id="{0CEA0620-48B8-4AC3-8D0E-A20C12DD58FD}"/>
              </a:ext>
            </a:extLst>
          </p:cNvPr>
          <p:cNvSpPr>
            <a:spLocks noGrp="1"/>
          </p:cNvSpPr>
          <p:nvPr/>
        </p:nvSpPr>
        <p:spPr>
          <a:xfrm>
            <a:off x="5499401" y="289683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06" name="02_predicted_pose_3705">
            <a:extLst>
              <a:ext uri="{FF2B5EF4-FFF2-40B4-BE49-F238E27FC236}">
                <a16:creationId xmlns:a16="http://schemas.microsoft.com/office/drawing/2014/main" id="{78A5A4CC-EA16-47CC-8AB9-627B102A93CA}"/>
              </a:ext>
            </a:extLst>
          </p:cNvPr>
          <p:cNvSpPr>
            <a:spLocks noGrp="1"/>
          </p:cNvSpPr>
          <p:nvPr/>
        </p:nvSpPr>
        <p:spPr>
          <a:xfrm>
            <a:off x="5453827" y="283201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07" name="02_predicted_pose_3706">
            <a:extLst>
              <a:ext uri="{FF2B5EF4-FFF2-40B4-BE49-F238E27FC236}">
                <a16:creationId xmlns:a16="http://schemas.microsoft.com/office/drawing/2014/main" id="{BA0000B0-8316-4045-A2A4-96BC321D9691}"/>
              </a:ext>
            </a:extLst>
          </p:cNvPr>
          <p:cNvSpPr>
            <a:spLocks noGrp="1"/>
          </p:cNvSpPr>
          <p:nvPr/>
        </p:nvSpPr>
        <p:spPr>
          <a:xfrm>
            <a:off x="5468410" y="289615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08" name="02_predicted_pose_3707">
            <a:extLst>
              <a:ext uri="{FF2B5EF4-FFF2-40B4-BE49-F238E27FC236}">
                <a16:creationId xmlns:a16="http://schemas.microsoft.com/office/drawing/2014/main" id="{FCCA1FE0-F7C9-450F-88A2-E218470A80E9}"/>
              </a:ext>
            </a:extLst>
          </p:cNvPr>
          <p:cNvSpPr>
            <a:spLocks noGrp="1"/>
          </p:cNvSpPr>
          <p:nvPr/>
        </p:nvSpPr>
        <p:spPr>
          <a:xfrm>
            <a:off x="5263142" y="313245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09" name="02_predicted_pose_3708">
            <a:extLst>
              <a:ext uri="{FF2B5EF4-FFF2-40B4-BE49-F238E27FC236}">
                <a16:creationId xmlns:a16="http://schemas.microsoft.com/office/drawing/2014/main" id="{644CF8D3-EB6A-463E-A6E3-DC511AB50DD9}"/>
              </a:ext>
            </a:extLst>
          </p:cNvPr>
          <p:cNvSpPr>
            <a:spLocks noGrp="1"/>
          </p:cNvSpPr>
          <p:nvPr/>
        </p:nvSpPr>
        <p:spPr>
          <a:xfrm>
            <a:off x="5454191" y="315505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10" name="02_predicted_pose_3709">
            <a:extLst>
              <a:ext uri="{FF2B5EF4-FFF2-40B4-BE49-F238E27FC236}">
                <a16:creationId xmlns:a16="http://schemas.microsoft.com/office/drawing/2014/main" id="{6025F415-407E-410D-A8AE-009C6719AF60}"/>
              </a:ext>
            </a:extLst>
          </p:cNvPr>
          <p:cNvSpPr>
            <a:spLocks noGrp="1"/>
          </p:cNvSpPr>
          <p:nvPr/>
        </p:nvSpPr>
        <p:spPr>
          <a:xfrm>
            <a:off x="5468775" y="321336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11" name="02_predicted_pose_3710">
            <a:extLst>
              <a:ext uri="{FF2B5EF4-FFF2-40B4-BE49-F238E27FC236}">
                <a16:creationId xmlns:a16="http://schemas.microsoft.com/office/drawing/2014/main" id="{BA2555ED-127E-4930-9215-274776CD4F27}"/>
              </a:ext>
            </a:extLst>
          </p:cNvPr>
          <p:cNvSpPr>
            <a:spLocks noGrp="1"/>
          </p:cNvSpPr>
          <p:nvPr/>
        </p:nvSpPr>
        <p:spPr>
          <a:xfrm>
            <a:off x="5483359" y="314548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12" name="02_predicted_pose_3711">
            <a:extLst>
              <a:ext uri="{FF2B5EF4-FFF2-40B4-BE49-F238E27FC236}">
                <a16:creationId xmlns:a16="http://schemas.microsoft.com/office/drawing/2014/main" id="{F5E9FFE6-07EC-4BAE-ACDA-CF90DAC3DC02}"/>
              </a:ext>
            </a:extLst>
          </p:cNvPr>
          <p:cNvSpPr>
            <a:spLocks noGrp="1"/>
          </p:cNvSpPr>
          <p:nvPr/>
        </p:nvSpPr>
        <p:spPr>
          <a:xfrm>
            <a:off x="5497943" y="342578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13" name="02_predicted_pose_3712">
            <a:extLst>
              <a:ext uri="{FF2B5EF4-FFF2-40B4-BE49-F238E27FC236}">
                <a16:creationId xmlns:a16="http://schemas.microsoft.com/office/drawing/2014/main" id="{1EB5AC20-A2DC-4C6C-B918-199A28B1AD0F}"/>
              </a:ext>
            </a:extLst>
          </p:cNvPr>
          <p:cNvSpPr>
            <a:spLocks noGrp="1"/>
          </p:cNvSpPr>
          <p:nvPr/>
        </p:nvSpPr>
        <p:spPr>
          <a:xfrm>
            <a:off x="5512526" y="320774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14" name="02_predicted_pose_3713">
            <a:extLst>
              <a:ext uri="{FF2B5EF4-FFF2-40B4-BE49-F238E27FC236}">
                <a16:creationId xmlns:a16="http://schemas.microsoft.com/office/drawing/2014/main" id="{F0C5FF8B-6B60-495D-8C0C-6E67C93B5438}"/>
              </a:ext>
            </a:extLst>
          </p:cNvPr>
          <p:cNvSpPr>
            <a:spLocks noGrp="1"/>
          </p:cNvSpPr>
          <p:nvPr/>
        </p:nvSpPr>
        <p:spPr>
          <a:xfrm>
            <a:off x="5329134" y="304650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15" name="02_predicted_pose_3714">
            <a:extLst>
              <a:ext uri="{FF2B5EF4-FFF2-40B4-BE49-F238E27FC236}">
                <a16:creationId xmlns:a16="http://schemas.microsoft.com/office/drawing/2014/main" id="{9CD7D817-66D9-4FE9-A2CA-4E2F4AD45E24}"/>
              </a:ext>
            </a:extLst>
          </p:cNvPr>
          <p:cNvSpPr>
            <a:spLocks noGrp="1"/>
          </p:cNvSpPr>
          <p:nvPr/>
        </p:nvSpPr>
        <p:spPr>
          <a:xfrm>
            <a:off x="5417367" y="347325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16" name="02_predicted_pose_3715">
            <a:extLst>
              <a:ext uri="{FF2B5EF4-FFF2-40B4-BE49-F238E27FC236}">
                <a16:creationId xmlns:a16="http://schemas.microsoft.com/office/drawing/2014/main" id="{1F51F296-93FA-40A1-921F-D9E7430F2E50}"/>
              </a:ext>
            </a:extLst>
          </p:cNvPr>
          <p:cNvSpPr>
            <a:spLocks noGrp="1"/>
          </p:cNvSpPr>
          <p:nvPr/>
        </p:nvSpPr>
        <p:spPr>
          <a:xfrm>
            <a:off x="5446534" y="348407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17" name="02_predicted_pose_3716">
            <a:extLst>
              <a:ext uri="{FF2B5EF4-FFF2-40B4-BE49-F238E27FC236}">
                <a16:creationId xmlns:a16="http://schemas.microsoft.com/office/drawing/2014/main" id="{3534B4CB-01BA-423B-BEF7-BABA7942AB7F}"/>
              </a:ext>
            </a:extLst>
          </p:cNvPr>
          <p:cNvSpPr>
            <a:spLocks noGrp="1"/>
          </p:cNvSpPr>
          <p:nvPr/>
        </p:nvSpPr>
        <p:spPr>
          <a:xfrm>
            <a:off x="5475703" y="346532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18" name="02_predicted_pose_3717">
            <a:extLst>
              <a:ext uri="{FF2B5EF4-FFF2-40B4-BE49-F238E27FC236}">
                <a16:creationId xmlns:a16="http://schemas.microsoft.com/office/drawing/2014/main" id="{32EF6EE2-98AE-4E97-9F53-395D4A0EB6B3}"/>
              </a:ext>
            </a:extLst>
          </p:cNvPr>
          <p:cNvSpPr>
            <a:spLocks noGrp="1"/>
          </p:cNvSpPr>
          <p:nvPr/>
        </p:nvSpPr>
        <p:spPr>
          <a:xfrm>
            <a:off x="5504870" y="350124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19" name="02_predicted_pose_3718">
            <a:extLst>
              <a:ext uri="{FF2B5EF4-FFF2-40B4-BE49-F238E27FC236}">
                <a16:creationId xmlns:a16="http://schemas.microsoft.com/office/drawing/2014/main" id="{40905853-4EDB-4706-AEC8-6AF8A486A07B}"/>
              </a:ext>
            </a:extLst>
          </p:cNvPr>
          <p:cNvSpPr>
            <a:spLocks noGrp="1"/>
          </p:cNvSpPr>
          <p:nvPr/>
        </p:nvSpPr>
        <p:spPr>
          <a:xfrm>
            <a:off x="5589456" y="343194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20" name="02_predicted_pose_3719">
            <a:extLst>
              <a:ext uri="{FF2B5EF4-FFF2-40B4-BE49-F238E27FC236}">
                <a16:creationId xmlns:a16="http://schemas.microsoft.com/office/drawing/2014/main" id="{E26A20CD-BD2D-4221-845F-8367FF5C8D31}"/>
              </a:ext>
            </a:extLst>
          </p:cNvPr>
          <p:cNvSpPr>
            <a:spLocks noGrp="1"/>
          </p:cNvSpPr>
          <p:nvPr/>
        </p:nvSpPr>
        <p:spPr>
          <a:xfrm>
            <a:off x="5255122" y="299702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21" name="02_predicted_pose_3720">
            <a:extLst>
              <a:ext uri="{FF2B5EF4-FFF2-40B4-BE49-F238E27FC236}">
                <a16:creationId xmlns:a16="http://schemas.microsoft.com/office/drawing/2014/main" id="{D3375A37-9FEE-427D-B242-4E080CAB35C6}"/>
              </a:ext>
            </a:extLst>
          </p:cNvPr>
          <p:cNvSpPr>
            <a:spLocks noGrp="1"/>
          </p:cNvSpPr>
          <p:nvPr/>
        </p:nvSpPr>
        <p:spPr>
          <a:xfrm>
            <a:off x="5284289" y="341535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22" name="02_predicted_pose_3721">
            <a:extLst>
              <a:ext uri="{FF2B5EF4-FFF2-40B4-BE49-F238E27FC236}">
                <a16:creationId xmlns:a16="http://schemas.microsoft.com/office/drawing/2014/main" id="{79B8AA73-DC11-4513-95CE-F117F8C07954}"/>
              </a:ext>
            </a:extLst>
          </p:cNvPr>
          <p:cNvSpPr>
            <a:spLocks noGrp="1"/>
          </p:cNvSpPr>
          <p:nvPr/>
        </p:nvSpPr>
        <p:spPr>
          <a:xfrm>
            <a:off x="5313456" y="338787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23" name="02_predicted_pose_3722">
            <a:extLst>
              <a:ext uri="{FF2B5EF4-FFF2-40B4-BE49-F238E27FC236}">
                <a16:creationId xmlns:a16="http://schemas.microsoft.com/office/drawing/2014/main" id="{F0762D22-4EC9-490B-AA37-B09493B33EA9}"/>
              </a:ext>
            </a:extLst>
          </p:cNvPr>
          <p:cNvSpPr>
            <a:spLocks noGrp="1"/>
          </p:cNvSpPr>
          <p:nvPr/>
        </p:nvSpPr>
        <p:spPr>
          <a:xfrm>
            <a:off x="5342625" y="338128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24" name="02_predicted_pose_3723">
            <a:extLst>
              <a:ext uri="{FF2B5EF4-FFF2-40B4-BE49-F238E27FC236}">
                <a16:creationId xmlns:a16="http://schemas.microsoft.com/office/drawing/2014/main" id="{BDCB1AF9-6034-4BBC-AF00-61385077B6EA}"/>
              </a:ext>
            </a:extLst>
          </p:cNvPr>
          <p:cNvSpPr>
            <a:spLocks noGrp="1"/>
          </p:cNvSpPr>
          <p:nvPr/>
        </p:nvSpPr>
        <p:spPr>
          <a:xfrm>
            <a:off x="5240173" y="346574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25" name="02_predicted_pose_3724">
            <a:extLst>
              <a:ext uri="{FF2B5EF4-FFF2-40B4-BE49-F238E27FC236}">
                <a16:creationId xmlns:a16="http://schemas.microsoft.com/office/drawing/2014/main" id="{530022BA-7742-43E7-81AF-F386130CFA5E}"/>
              </a:ext>
            </a:extLst>
          </p:cNvPr>
          <p:cNvSpPr>
            <a:spLocks noGrp="1"/>
          </p:cNvSpPr>
          <p:nvPr/>
        </p:nvSpPr>
        <p:spPr>
          <a:xfrm>
            <a:off x="5292675" y="373455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26" name="02_predicted_pose_3725">
            <a:extLst>
              <a:ext uri="{FF2B5EF4-FFF2-40B4-BE49-F238E27FC236}">
                <a16:creationId xmlns:a16="http://schemas.microsoft.com/office/drawing/2014/main" id="{EAA22C97-1D1C-4620-B43C-26E7C16385DE}"/>
              </a:ext>
            </a:extLst>
          </p:cNvPr>
          <p:cNvSpPr>
            <a:spLocks noGrp="1"/>
          </p:cNvSpPr>
          <p:nvPr/>
        </p:nvSpPr>
        <p:spPr>
          <a:xfrm>
            <a:off x="5442889" y="362512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27" name="02_predicted_pose_3726">
            <a:extLst>
              <a:ext uri="{FF2B5EF4-FFF2-40B4-BE49-F238E27FC236}">
                <a16:creationId xmlns:a16="http://schemas.microsoft.com/office/drawing/2014/main" id="{4570DFDF-D2EF-47E6-9519-E0010C983FE4}"/>
              </a:ext>
            </a:extLst>
          </p:cNvPr>
          <p:cNvSpPr>
            <a:spLocks noGrp="1"/>
          </p:cNvSpPr>
          <p:nvPr/>
        </p:nvSpPr>
        <p:spPr>
          <a:xfrm>
            <a:off x="5472056" y="352871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28" name="02_predicted_pose_3727">
            <a:extLst>
              <a:ext uri="{FF2B5EF4-FFF2-40B4-BE49-F238E27FC236}">
                <a16:creationId xmlns:a16="http://schemas.microsoft.com/office/drawing/2014/main" id="{866D5ED5-4628-47E2-A0E5-666F8FC33A19}"/>
              </a:ext>
            </a:extLst>
          </p:cNvPr>
          <p:cNvSpPr>
            <a:spLocks noGrp="1"/>
          </p:cNvSpPr>
          <p:nvPr/>
        </p:nvSpPr>
        <p:spPr>
          <a:xfrm>
            <a:off x="5515808" y="341524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29" name="02_predicted_pose_3728">
            <a:extLst>
              <a:ext uri="{FF2B5EF4-FFF2-40B4-BE49-F238E27FC236}">
                <a16:creationId xmlns:a16="http://schemas.microsoft.com/office/drawing/2014/main" id="{9E2B68A4-6C93-42E3-8F10-EB1A8F98E970}"/>
              </a:ext>
            </a:extLst>
          </p:cNvPr>
          <p:cNvSpPr>
            <a:spLocks noGrp="1"/>
          </p:cNvSpPr>
          <p:nvPr/>
        </p:nvSpPr>
        <p:spPr>
          <a:xfrm>
            <a:off x="5544976" y="342963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30" name="02_predicted_pose_3729">
            <a:extLst>
              <a:ext uri="{FF2B5EF4-FFF2-40B4-BE49-F238E27FC236}">
                <a16:creationId xmlns:a16="http://schemas.microsoft.com/office/drawing/2014/main" id="{6F360129-8C40-4C38-96DC-A57CBC64097A}"/>
              </a:ext>
            </a:extLst>
          </p:cNvPr>
          <p:cNvSpPr>
            <a:spLocks noGrp="1"/>
          </p:cNvSpPr>
          <p:nvPr/>
        </p:nvSpPr>
        <p:spPr>
          <a:xfrm>
            <a:off x="5574143" y="344024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31" name="02_predicted_pose_3730">
            <a:extLst>
              <a:ext uri="{FF2B5EF4-FFF2-40B4-BE49-F238E27FC236}">
                <a16:creationId xmlns:a16="http://schemas.microsoft.com/office/drawing/2014/main" id="{7AAA85D5-FEC1-45AF-9384-29DD1AD0BD5B}"/>
              </a:ext>
            </a:extLst>
          </p:cNvPr>
          <p:cNvSpPr>
            <a:spLocks noGrp="1"/>
          </p:cNvSpPr>
          <p:nvPr/>
        </p:nvSpPr>
        <p:spPr>
          <a:xfrm>
            <a:off x="5555549" y="367727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32" name="02_predicted_pose_3731">
            <a:extLst>
              <a:ext uri="{FF2B5EF4-FFF2-40B4-BE49-F238E27FC236}">
                <a16:creationId xmlns:a16="http://schemas.microsoft.com/office/drawing/2014/main" id="{AE1E6860-6E5B-49A1-BF31-D26203B95BD8}"/>
              </a:ext>
            </a:extLst>
          </p:cNvPr>
          <p:cNvSpPr>
            <a:spLocks noGrp="1"/>
          </p:cNvSpPr>
          <p:nvPr/>
        </p:nvSpPr>
        <p:spPr>
          <a:xfrm>
            <a:off x="5290487" y="343582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33" name="02_predicted_pose_3732">
            <a:extLst>
              <a:ext uri="{FF2B5EF4-FFF2-40B4-BE49-F238E27FC236}">
                <a16:creationId xmlns:a16="http://schemas.microsoft.com/office/drawing/2014/main" id="{A643B8CB-D24F-4739-99D6-F6AD41D4940C}"/>
              </a:ext>
            </a:extLst>
          </p:cNvPr>
          <p:cNvSpPr>
            <a:spLocks noGrp="1"/>
          </p:cNvSpPr>
          <p:nvPr/>
        </p:nvSpPr>
        <p:spPr>
          <a:xfrm>
            <a:off x="5585810" y="369133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34" name="02_predicted_pose_3733">
            <a:extLst>
              <a:ext uri="{FF2B5EF4-FFF2-40B4-BE49-F238E27FC236}">
                <a16:creationId xmlns:a16="http://schemas.microsoft.com/office/drawing/2014/main" id="{47380669-BD61-40B0-A967-204EE7A3119F}"/>
              </a:ext>
            </a:extLst>
          </p:cNvPr>
          <p:cNvSpPr>
            <a:spLocks noGrp="1"/>
          </p:cNvSpPr>
          <p:nvPr/>
        </p:nvSpPr>
        <p:spPr>
          <a:xfrm>
            <a:off x="5419189" y="346404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35" name="02_predicted_pose_3734">
            <a:extLst>
              <a:ext uri="{FF2B5EF4-FFF2-40B4-BE49-F238E27FC236}">
                <a16:creationId xmlns:a16="http://schemas.microsoft.com/office/drawing/2014/main" id="{878DADB9-740A-47D1-A4A9-A9D322CCDC95}"/>
              </a:ext>
            </a:extLst>
          </p:cNvPr>
          <p:cNvSpPr>
            <a:spLocks noGrp="1"/>
          </p:cNvSpPr>
          <p:nvPr/>
        </p:nvSpPr>
        <p:spPr>
          <a:xfrm>
            <a:off x="5517631" y="342507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36" name="02_predicted_pose_3735">
            <a:extLst>
              <a:ext uri="{FF2B5EF4-FFF2-40B4-BE49-F238E27FC236}">
                <a16:creationId xmlns:a16="http://schemas.microsoft.com/office/drawing/2014/main" id="{21F02DDE-E834-4EA5-BF5F-33B66B14E0AB}"/>
              </a:ext>
            </a:extLst>
          </p:cNvPr>
          <p:cNvSpPr>
            <a:spLocks noGrp="1"/>
          </p:cNvSpPr>
          <p:nvPr/>
        </p:nvSpPr>
        <p:spPr>
          <a:xfrm>
            <a:off x="5247830" y="363147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37" name="02_predicted_pose_3736">
            <a:extLst>
              <a:ext uri="{FF2B5EF4-FFF2-40B4-BE49-F238E27FC236}">
                <a16:creationId xmlns:a16="http://schemas.microsoft.com/office/drawing/2014/main" id="{453CB6CD-3A5B-4248-BC0A-4F9163A783A1}"/>
              </a:ext>
            </a:extLst>
          </p:cNvPr>
          <p:cNvSpPr>
            <a:spLocks noGrp="1"/>
          </p:cNvSpPr>
          <p:nvPr/>
        </p:nvSpPr>
        <p:spPr>
          <a:xfrm>
            <a:off x="5262413" y="347378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38" name="02_predicted_pose_3737">
            <a:extLst>
              <a:ext uri="{FF2B5EF4-FFF2-40B4-BE49-F238E27FC236}">
                <a16:creationId xmlns:a16="http://schemas.microsoft.com/office/drawing/2014/main" id="{9C182703-225D-42B5-A3A8-39495286F1A5}"/>
              </a:ext>
            </a:extLst>
          </p:cNvPr>
          <p:cNvSpPr>
            <a:spLocks noGrp="1"/>
          </p:cNvSpPr>
          <p:nvPr/>
        </p:nvSpPr>
        <p:spPr>
          <a:xfrm>
            <a:off x="5276997" y="359492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39" name="02_predicted_pose_3738">
            <a:extLst>
              <a:ext uri="{FF2B5EF4-FFF2-40B4-BE49-F238E27FC236}">
                <a16:creationId xmlns:a16="http://schemas.microsoft.com/office/drawing/2014/main" id="{2863E4CD-D035-4057-B296-E5D3703ACE87}"/>
              </a:ext>
            </a:extLst>
          </p:cNvPr>
          <p:cNvSpPr>
            <a:spLocks noGrp="1"/>
          </p:cNvSpPr>
          <p:nvPr/>
        </p:nvSpPr>
        <p:spPr>
          <a:xfrm>
            <a:off x="5291582" y="347589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40" name="02_predicted_pose_3739">
            <a:extLst>
              <a:ext uri="{FF2B5EF4-FFF2-40B4-BE49-F238E27FC236}">
                <a16:creationId xmlns:a16="http://schemas.microsoft.com/office/drawing/2014/main" id="{8FB715AA-D757-4A80-B562-22493813E5E8}"/>
              </a:ext>
            </a:extLst>
          </p:cNvPr>
          <p:cNvSpPr>
            <a:spLocks noGrp="1"/>
          </p:cNvSpPr>
          <p:nvPr/>
        </p:nvSpPr>
        <p:spPr>
          <a:xfrm>
            <a:off x="5244548" y="342587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41" name="02_predicted_pose_3740">
            <a:extLst>
              <a:ext uri="{FF2B5EF4-FFF2-40B4-BE49-F238E27FC236}">
                <a16:creationId xmlns:a16="http://schemas.microsoft.com/office/drawing/2014/main" id="{C246415C-E291-428C-B9A3-A0E3D8229422}"/>
              </a:ext>
            </a:extLst>
          </p:cNvPr>
          <p:cNvSpPr>
            <a:spLocks noGrp="1"/>
          </p:cNvSpPr>
          <p:nvPr/>
        </p:nvSpPr>
        <p:spPr>
          <a:xfrm>
            <a:off x="5273716" y="364360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42" name="02_predicted_pose_3741">
            <a:extLst>
              <a:ext uri="{FF2B5EF4-FFF2-40B4-BE49-F238E27FC236}">
                <a16:creationId xmlns:a16="http://schemas.microsoft.com/office/drawing/2014/main" id="{98BCD96B-7C9A-42F0-A154-6B51EA7374CA}"/>
              </a:ext>
            </a:extLst>
          </p:cNvPr>
          <p:cNvSpPr>
            <a:spLocks noGrp="1"/>
          </p:cNvSpPr>
          <p:nvPr/>
        </p:nvSpPr>
        <p:spPr>
          <a:xfrm>
            <a:off x="5363042" y="346451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43" name="02_predicted_pose_3742">
            <a:extLst>
              <a:ext uri="{FF2B5EF4-FFF2-40B4-BE49-F238E27FC236}">
                <a16:creationId xmlns:a16="http://schemas.microsoft.com/office/drawing/2014/main" id="{A27E1B72-240B-4AB2-AE8C-4A0B442D565C}"/>
              </a:ext>
            </a:extLst>
          </p:cNvPr>
          <p:cNvSpPr>
            <a:spLocks noGrp="1"/>
          </p:cNvSpPr>
          <p:nvPr/>
        </p:nvSpPr>
        <p:spPr>
          <a:xfrm>
            <a:off x="5307989" y="338426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44" name="02_predicted_pose_3743">
            <a:extLst>
              <a:ext uri="{FF2B5EF4-FFF2-40B4-BE49-F238E27FC236}">
                <a16:creationId xmlns:a16="http://schemas.microsoft.com/office/drawing/2014/main" id="{BB3F80E1-A188-4302-80C7-4A87BB6DFB6D}"/>
              </a:ext>
            </a:extLst>
          </p:cNvPr>
          <p:cNvSpPr>
            <a:spLocks noGrp="1"/>
          </p:cNvSpPr>
          <p:nvPr/>
        </p:nvSpPr>
        <p:spPr>
          <a:xfrm>
            <a:off x="5322572" y="388824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45" name="02_predicted_pose_3744">
            <a:extLst>
              <a:ext uri="{FF2B5EF4-FFF2-40B4-BE49-F238E27FC236}">
                <a16:creationId xmlns:a16="http://schemas.microsoft.com/office/drawing/2014/main" id="{A30E5E36-DCD4-49E3-9F1A-64DBCB1025F9}"/>
              </a:ext>
            </a:extLst>
          </p:cNvPr>
          <p:cNvSpPr>
            <a:spLocks noGrp="1"/>
          </p:cNvSpPr>
          <p:nvPr/>
        </p:nvSpPr>
        <p:spPr>
          <a:xfrm>
            <a:off x="5337156" y="335303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46" name="02_predicted_pose_3745">
            <a:extLst>
              <a:ext uri="{FF2B5EF4-FFF2-40B4-BE49-F238E27FC236}">
                <a16:creationId xmlns:a16="http://schemas.microsoft.com/office/drawing/2014/main" id="{F1A37C81-ECE8-445B-83D7-EEA3249EDFDE}"/>
              </a:ext>
            </a:extLst>
          </p:cNvPr>
          <p:cNvSpPr>
            <a:spLocks noGrp="1"/>
          </p:cNvSpPr>
          <p:nvPr/>
        </p:nvSpPr>
        <p:spPr>
          <a:xfrm>
            <a:off x="5285748" y="336035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47" name="02_predicted_pose_3746">
            <a:extLst>
              <a:ext uri="{FF2B5EF4-FFF2-40B4-BE49-F238E27FC236}">
                <a16:creationId xmlns:a16="http://schemas.microsoft.com/office/drawing/2014/main" id="{7E3BE275-8696-44E6-931E-1CD81AB1871E}"/>
              </a:ext>
            </a:extLst>
          </p:cNvPr>
          <p:cNvSpPr>
            <a:spLocks noGrp="1"/>
          </p:cNvSpPr>
          <p:nvPr/>
        </p:nvSpPr>
        <p:spPr>
          <a:xfrm>
            <a:off x="5300331" y="338588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48" name="02_predicted_pose_3747">
            <a:extLst>
              <a:ext uri="{FF2B5EF4-FFF2-40B4-BE49-F238E27FC236}">
                <a16:creationId xmlns:a16="http://schemas.microsoft.com/office/drawing/2014/main" id="{F234CA31-B60F-480E-BBDB-A72730E04E2C}"/>
              </a:ext>
            </a:extLst>
          </p:cNvPr>
          <p:cNvSpPr>
            <a:spLocks noGrp="1"/>
          </p:cNvSpPr>
          <p:nvPr/>
        </p:nvSpPr>
        <p:spPr>
          <a:xfrm>
            <a:off x="5314916" y="333950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49" name="02_predicted_pose_3748">
            <a:extLst>
              <a:ext uri="{FF2B5EF4-FFF2-40B4-BE49-F238E27FC236}">
                <a16:creationId xmlns:a16="http://schemas.microsoft.com/office/drawing/2014/main" id="{885F662E-FCB0-4F43-BBA8-E62BA3D97D10}"/>
              </a:ext>
            </a:extLst>
          </p:cNvPr>
          <p:cNvSpPr>
            <a:spLocks noGrp="1"/>
          </p:cNvSpPr>
          <p:nvPr/>
        </p:nvSpPr>
        <p:spPr>
          <a:xfrm>
            <a:off x="5335332" y="293837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50" name="02_predicted_pose_3749">
            <a:extLst>
              <a:ext uri="{FF2B5EF4-FFF2-40B4-BE49-F238E27FC236}">
                <a16:creationId xmlns:a16="http://schemas.microsoft.com/office/drawing/2014/main" id="{9C9F264A-A93C-4293-B438-C17341650692}"/>
              </a:ext>
            </a:extLst>
          </p:cNvPr>
          <p:cNvSpPr>
            <a:spLocks noGrp="1"/>
          </p:cNvSpPr>
          <p:nvPr/>
        </p:nvSpPr>
        <p:spPr>
          <a:xfrm>
            <a:off x="5379084" y="321546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51" name="02_predicted_pose_3750">
            <a:extLst>
              <a:ext uri="{FF2B5EF4-FFF2-40B4-BE49-F238E27FC236}">
                <a16:creationId xmlns:a16="http://schemas.microsoft.com/office/drawing/2014/main" id="{747F4384-BFE1-46AF-808A-E4CF52A79F6B}"/>
              </a:ext>
            </a:extLst>
          </p:cNvPr>
          <p:cNvSpPr>
            <a:spLocks noGrp="1"/>
          </p:cNvSpPr>
          <p:nvPr/>
        </p:nvSpPr>
        <p:spPr>
          <a:xfrm>
            <a:off x="5349552" y="294517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52" name="02_predicted_pose_3751">
            <a:extLst>
              <a:ext uri="{FF2B5EF4-FFF2-40B4-BE49-F238E27FC236}">
                <a16:creationId xmlns:a16="http://schemas.microsoft.com/office/drawing/2014/main" id="{8A2484BA-F0A8-477C-8065-3CBA6927220B}"/>
              </a:ext>
            </a:extLst>
          </p:cNvPr>
          <p:cNvSpPr>
            <a:spLocks noGrp="1"/>
          </p:cNvSpPr>
          <p:nvPr/>
        </p:nvSpPr>
        <p:spPr>
          <a:xfrm>
            <a:off x="5447993" y="303588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53" name="02_predicted_pose_3752">
            <a:extLst>
              <a:ext uri="{FF2B5EF4-FFF2-40B4-BE49-F238E27FC236}">
                <a16:creationId xmlns:a16="http://schemas.microsoft.com/office/drawing/2014/main" id="{D4C9ED4A-213A-4D54-9917-ACCA09DD6C95}"/>
              </a:ext>
            </a:extLst>
          </p:cNvPr>
          <p:cNvSpPr>
            <a:spLocks noGrp="1"/>
          </p:cNvSpPr>
          <p:nvPr/>
        </p:nvSpPr>
        <p:spPr>
          <a:xfrm>
            <a:off x="5576696" y="317794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54" name="02_predicted_pose_3753">
            <a:extLst>
              <a:ext uri="{FF2B5EF4-FFF2-40B4-BE49-F238E27FC236}">
                <a16:creationId xmlns:a16="http://schemas.microsoft.com/office/drawing/2014/main" id="{8F38DC9E-5B8C-4D0D-9AC5-1576A04F9618}"/>
              </a:ext>
            </a:extLst>
          </p:cNvPr>
          <p:cNvSpPr>
            <a:spLocks noGrp="1"/>
          </p:cNvSpPr>
          <p:nvPr/>
        </p:nvSpPr>
        <p:spPr>
          <a:xfrm>
            <a:off x="5311634" y="295798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55" name="02_predicted_pose_3754">
            <a:extLst>
              <a:ext uri="{FF2B5EF4-FFF2-40B4-BE49-F238E27FC236}">
                <a16:creationId xmlns:a16="http://schemas.microsoft.com/office/drawing/2014/main" id="{0678EED2-1042-4014-A380-AD3B584871BF}"/>
              </a:ext>
            </a:extLst>
          </p:cNvPr>
          <p:cNvSpPr>
            <a:spLocks noGrp="1"/>
          </p:cNvSpPr>
          <p:nvPr/>
        </p:nvSpPr>
        <p:spPr>
          <a:xfrm>
            <a:off x="5467317" y="355253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56" name="02_predicted_pose_3755">
            <a:extLst>
              <a:ext uri="{FF2B5EF4-FFF2-40B4-BE49-F238E27FC236}">
                <a16:creationId xmlns:a16="http://schemas.microsoft.com/office/drawing/2014/main" id="{8B35130D-1DB2-4A41-957A-D229A902DB70}"/>
              </a:ext>
            </a:extLst>
          </p:cNvPr>
          <p:cNvSpPr>
            <a:spLocks noGrp="1"/>
          </p:cNvSpPr>
          <p:nvPr/>
        </p:nvSpPr>
        <p:spPr>
          <a:xfrm>
            <a:off x="5481901" y="361662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57" name="02_predicted_pose_3756">
            <a:extLst>
              <a:ext uri="{FF2B5EF4-FFF2-40B4-BE49-F238E27FC236}">
                <a16:creationId xmlns:a16="http://schemas.microsoft.com/office/drawing/2014/main" id="{9529EE35-BED2-4A6E-8CEF-910770776D2F}"/>
              </a:ext>
            </a:extLst>
          </p:cNvPr>
          <p:cNvSpPr>
            <a:spLocks noGrp="1"/>
          </p:cNvSpPr>
          <p:nvPr/>
        </p:nvSpPr>
        <p:spPr>
          <a:xfrm>
            <a:off x="5439972" y="329699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58" name="02_predicted_pose_3757">
            <a:extLst>
              <a:ext uri="{FF2B5EF4-FFF2-40B4-BE49-F238E27FC236}">
                <a16:creationId xmlns:a16="http://schemas.microsoft.com/office/drawing/2014/main" id="{44294D60-AA0B-4C1B-9607-AA4AE5EE7476}"/>
              </a:ext>
            </a:extLst>
          </p:cNvPr>
          <p:cNvSpPr>
            <a:spLocks noGrp="1"/>
          </p:cNvSpPr>
          <p:nvPr/>
        </p:nvSpPr>
        <p:spPr>
          <a:xfrm>
            <a:off x="5454556" y="328175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59" name="02_predicted_pose_3758">
            <a:extLst>
              <a:ext uri="{FF2B5EF4-FFF2-40B4-BE49-F238E27FC236}">
                <a16:creationId xmlns:a16="http://schemas.microsoft.com/office/drawing/2014/main" id="{215CC7BF-8D56-48C7-91EB-9BBC0BFEAB68}"/>
              </a:ext>
            </a:extLst>
          </p:cNvPr>
          <p:cNvSpPr>
            <a:spLocks noGrp="1"/>
          </p:cNvSpPr>
          <p:nvPr/>
        </p:nvSpPr>
        <p:spPr>
          <a:xfrm>
            <a:off x="5469139" y="342432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60" name="02_predicted_pose_3759">
            <a:extLst>
              <a:ext uri="{FF2B5EF4-FFF2-40B4-BE49-F238E27FC236}">
                <a16:creationId xmlns:a16="http://schemas.microsoft.com/office/drawing/2014/main" id="{FB42E70B-2360-4E2C-B165-75C104DBA895}"/>
              </a:ext>
            </a:extLst>
          </p:cNvPr>
          <p:cNvSpPr>
            <a:spLocks noGrp="1"/>
          </p:cNvSpPr>
          <p:nvPr/>
        </p:nvSpPr>
        <p:spPr>
          <a:xfrm>
            <a:off x="5498308" y="293109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61" name="02_predicted_pose_3760">
            <a:extLst>
              <a:ext uri="{FF2B5EF4-FFF2-40B4-BE49-F238E27FC236}">
                <a16:creationId xmlns:a16="http://schemas.microsoft.com/office/drawing/2014/main" id="{B494D73B-3FAB-4C81-B10C-CCF92521B219}"/>
              </a:ext>
            </a:extLst>
          </p:cNvPr>
          <p:cNvSpPr>
            <a:spLocks noGrp="1"/>
          </p:cNvSpPr>
          <p:nvPr/>
        </p:nvSpPr>
        <p:spPr>
          <a:xfrm>
            <a:off x="5512891" y="295822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62" name="02_predicted_pose_3761">
            <a:extLst>
              <a:ext uri="{FF2B5EF4-FFF2-40B4-BE49-F238E27FC236}">
                <a16:creationId xmlns:a16="http://schemas.microsoft.com/office/drawing/2014/main" id="{0203AFD7-1854-49C2-9AB9-BF649D5EBDC1}"/>
              </a:ext>
            </a:extLst>
          </p:cNvPr>
          <p:cNvSpPr>
            <a:spLocks noGrp="1"/>
          </p:cNvSpPr>
          <p:nvPr/>
        </p:nvSpPr>
        <p:spPr>
          <a:xfrm>
            <a:off x="5315645" y="324210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63" name="02_predicted_pose_3762">
            <a:extLst>
              <a:ext uri="{FF2B5EF4-FFF2-40B4-BE49-F238E27FC236}">
                <a16:creationId xmlns:a16="http://schemas.microsoft.com/office/drawing/2014/main" id="{5367977E-0B15-45DD-A394-ACBE5929C6B3}"/>
              </a:ext>
            </a:extLst>
          </p:cNvPr>
          <p:cNvSpPr>
            <a:spLocks noGrp="1"/>
          </p:cNvSpPr>
          <p:nvPr/>
        </p:nvSpPr>
        <p:spPr>
          <a:xfrm>
            <a:off x="5424294" y="350176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64" name="02_predicted_pose_3763">
            <a:extLst>
              <a:ext uri="{FF2B5EF4-FFF2-40B4-BE49-F238E27FC236}">
                <a16:creationId xmlns:a16="http://schemas.microsoft.com/office/drawing/2014/main" id="{95CD2E01-699D-4D08-B76D-A87E901A4D94}"/>
              </a:ext>
            </a:extLst>
          </p:cNvPr>
          <p:cNvSpPr>
            <a:spLocks noGrp="1"/>
          </p:cNvSpPr>
          <p:nvPr/>
        </p:nvSpPr>
        <p:spPr>
          <a:xfrm>
            <a:off x="5468046" y="330032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65" name="02_predicted_pose_3764">
            <a:extLst>
              <a:ext uri="{FF2B5EF4-FFF2-40B4-BE49-F238E27FC236}">
                <a16:creationId xmlns:a16="http://schemas.microsoft.com/office/drawing/2014/main" id="{F09C9BDB-C63C-4C09-A169-515ADDB82626}"/>
              </a:ext>
            </a:extLst>
          </p:cNvPr>
          <p:cNvSpPr>
            <a:spLocks noGrp="1"/>
          </p:cNvSpPr>
          <p:nvPr/>
        </p:nvSpPr>
        <p:spPr>
          <a:xfrm>
            <a:off x="5482630" y="342557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66" name="02_predicted_pose_3765">
            <a:extLst>
              <a:ext uri="{FF2B5EF4-FFF2-40B4-BE49-F238E27FC236}">
                <a16:creationId xmlns:a16="http://schemas.microsoft.com/office/drawing/2014/main" id="{2CB0885B-D442-4CF2-B1B3-C957B0228DEB}"/>
              </a:ext>
            </a:extLst>
          </p:cNvPr>
          <p:cNvSpPr>
            <a:spLocks noGrp="1"/>
          </p:cNvSpPr>
          <p:nvPr/>
        </p:nvSpPr>
        <p:spPr>
          <a:xfrm>
            <a:off x="5511797" y="287727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67" name="02_predicted_pose_3766">
            <a:extLst>
              <a:ext uri="{FF2B5EF4-FFF2-40B4-BE49-F238E27FC236}">
                <a16:creationId xmlns:a16="http://schemas.microsoft.com/office/drawing/2014/main" id="{27CAC5BA-098F-4984-B6AF-AE0EF0ACAF6B}"/>
              </a:ext>
            </a:extLst>
          </p:cNvPr>
          <p:cNvSpPr>
            <a:spLocks noGrp="1"/>
          </p:cNvSpPr>
          <p:nvPr/>
        </p:nvSpPr>
        <p:spPr>
          <a:xfrm>
            <a:off x="5396220" y="367184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68" name="02_predicted_pose_3767">
            <a:extLst>
              <a:ext uri="{FF2B5EF4-FFF2-40B4-BE49-F238E27FC236}">
                <a16:creationId xmlns:a16="http://schemas.microsoft.com/office/drawing/2014/main" id="{9E10F727-C164-4147-A1D3-B85C31817EE8}"/>
              </a:ext>
            </a:extLst>
          </p:cNvPr>
          <p:cNvSpPr>
            <a:spLocks noGrp="1"/>
          </p:cNvSpPr>
          <p:nvPr/>
        </p:nvSpPr>
        <p:spPr>
          <a:xfrm>
            <a:off x="5425388" y="36624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69" name="02_predicted_pose_3768">
            <a:extLst>
              <a:ext uri="{FF2B5EF4-FFF2-40B4-BE49-F238E27FC236}">
                <a16:creationId xmlns:a16="http://schemas.microsoft.com/office/drawing/2014/main" id="{25D70421-D75F-4FEA-9403-340984782EC0}"/>
              </a:ext>
            </a:extLst>
          </p:cNvPr>
          <p:cNvSpPr>
            <a:spLocks noGrp="1"/>
          </p:cNvSpPr>
          <p:nvPr/>
        </p:nvSpPr>
        <p:spPr>
          <a:xfrm>
            <a:off x="5454556" y="365476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70" name="02_predicted_pose_3769">
            <a:extLst>
              <a:ext uri="{FF2B5EF4-FFF2-40B4-BE49-F238E27FC236}">
                <a16:creationId xmlns:a16="http://schemas.microsoft.com/office/drawing/2014/main" id="{F04DA33F-9F40-4E9A-8153-2CE4C07C9D7C}"/>
              </a:ext>
            </a:extLst>
          </p:cNvPr>
          <p:cNvSpPr>
            <a:spLocks noGrp="1"/>
          </p:cNvSpPr>
          <p:nvPr/>
        </p:nvSpPr>
        <p:spPr>
          <a:xfrm>
            <a:off x="5483723" y="371879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71" name="02_predicted_pose_3770">
            <a:extLst>
              <a:ext uri="{FF2B5EF4-FFF2-40B4-BE49-F238E27FC236}">
                <a16:creationId xmlns:a16="http://schemas.microsoft.com/office/drawing/2014/main" id="{EDC8B978-8F31-4E9B-8C5B-107A1A6E8CEE}"/>
              </a:ext>
            </a:extLst>
          </p:cNvPr>
          <p:cNvSpPr>
            <a:spLocks noGrp="1"/>
          </p:cNvSpPr>
          <p:nvPr/>
        </p:nvSpPr>
        <p:spPr>
          <a:xfrm>
            <a:off x="5512891" y="375492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72" name="02_predicted_pose_3771">
            <a:extLst>
              <a:ext uri="{FF2B5EF4-FFF2-40B4-BE49-F238E27FC236}">
                <a16:creationId xmlns:a16="http://schemas.microsoft.com/office/drawing/2014/main" id="{157244B0-E16D-4BF0-96E6-238472E38C0A}"/>
              </a:ext>
            </a:extLst>
          </p:cNvPr>
          <p:cNvSpPr>
            <a:spLocks noGrp="1"/>
          </p:cNvSpPr>
          <p:nvPr/>
        </p:nvSpPr>
        <p:spPr>
          <a:xfrm>
            <a:off x="5410440" y="372018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73" name="02_predicted_pose_3772">
            <a:extLst>
              <a:ext uri="{FF2B5EF4-FFF2-40B4-BE49-F238E27FC236}">
                <a16:creationId xmlns:a16="http://schemas.microsoft.com/office/drawing/2014/main" id="{EE2AE197-A59E-4805-A2BD-4710A1CF6D88}"/>
              </a:ext>
            </a:extLst>
          </p:cNvPr>
          <p:cNvSpPr>
            <a:spLocks noGrp="1"/>
          </p:cNvSpPr>
          <p:nvPr/>
        </p:nvSpPr>
        <p:spPr>
          <a:xfrm>
            <a:off x="5534402" y="333690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74" name="02_predicted_pose_3773">
            <a:extLst>
              <a:ext uri="{FF2B5EF4-FFF2-40B4-BE49-F238E27FC236}">
                <a16:creationId xmlns:a16="http://schemas.microsoft.com/office/drawing/2014/main" id="{8ADEF04E-E4ED-43CF-8876-CD3D28808808}"/>
              </a:ext>
            </a:extLst>
          </p:cNvPr>
          <p:cNvSpPr>
            <a:spLocks noGrp="1"/>
          </p:cNvSpPr>
          <p:nvPr/>
        </p:nvSpPr>
        <p:spPr>
          <a:xfrm>
            <a:off x="5548986" y="331432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75" name="02_predicted_pose_3774">
            <a:extLst>
              <a:ext uri="{FF2B5EF4-FFF2-40B4-BE49-F238E27FC236}">
                <a16:creationId xmlns:a16="http://schemas.microsoft.com/office/drawing/2014/main" id="{35CD5C3B-6BCF-44BB-8B7B-3B4F0220EA55}"/>
              </a:ext>
            </a:extLst>
          </p:cNvPr>
          <p:cNvSpPr>
            <a:spLocks noGrp="1"/>
          </p:cNvSpPr>
          <p:nvPr/>
        </p:nvSpPr>
        <p:spPr>
          <a:xfrm>
            <a:off x="5319291" y="311564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76" name="02_predicted_pose_3775">
            <a:extLst>
              <a:ext uri="{FF2B5EF4-FFF2-40B4-BE49-F238E27FC236}">
                <a16:creationId xmlns:a16="http://schemas.microsoft.com/office/drawing/2014/main" id="{2C38A600-1CDD-40ED-BD41-6261EC9C36D3}"/>
              </a:ext>
            </a:extLst>
          </p:cNvPr>
          <p:cNvSpPr>
            <a:spLocks noGrp="1"/>
          </p:cNvSpPr>
          <p:nvPr/>
        </p:nvSpPr>
        <p:spPr>
          <a:xfrm>
            <a:off x="5332416" y="364715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77" name="02_predicted_pose_3776">
            <a:extLst>
              <a:ext uri="{FF2B5EF4-FFF2-40B4-BE49-F238E27FC236}">
                <a16:creationId xmlns:a16="http://schemas.microsoft.com/office/drawing/2014/main" id="{22EAC4FF-F03F-469B-BDB3-713AA3422DED}"/>
              </a:ext>
            </a:extLst>
          </p:cNvPr>
          <p:cNvSpPr>
            <a:spLocks noGrp="1"/>
          </p:cNvSpPr>
          <p:nvPr/>
        </p:nvSpPr>
        <p:spPr>
          <a:xfrm>
            <a:off x="5376532" y="370743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78" name="02_predicted_pose_3777">
            <a:extLst>
              <a:ext uri="{FF2B5EF4-FFF2-40B4-BE49-F238E27FC236}">
                <a16:creationId xmlns:a16="http://schemas.microsoft.com/office/drawing/2014/main" id="{83359087-73A1-40BE-8584-C65F5011C693}"/>
              </a:ext>
            </a:extLst>
          </p:cNvPr>
          <p:cNvSpPr>
            <a:spLocks noGrp="1"/>
          </p:cNvSpPr>
          <p:nvPr/>
        </p:nvSpPr>
        <p:spPr>
          <a:xfrm>
            <a:off x="5337885" y="363515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79" name="02_predicted_pose_3778">
            <a:extLst>
              <a:ext uri="{FF2B5EF4-FFF2-40B4-BE49-F238E27FC236}">
                <a16:creationId xmlns:a16="http://schemas.microsoft.com/office/drawing/2014/main" id="{465B6951-E063-47CA-B70F-D6A62D9009B6}"/>
              </a:ext>
            </a:extLst>
          </p:cNvPr>
          <p:cNvSpPr>
            <a:spLocks noGrp="1"/>
          </p:cNvSpPr>
          <p:nvPr/>
        </p:nvSpPr>
        <p:spPr>
          <a:xfrm>
            <a:off x="5282831" y="345220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80" name="02_predicted_pose_3779">
            <a:extLst>
              <a:ext uri="{FF2B5EF4-FFF2-40B4-BE49-F238E27FC236}">
                <a16:creationId xmlns:a16="http://schemas.microsoft.com/office/drawing/2014/main" id="{C334B6C4-69CF-4C1D-B267-D297870905E9}"/>
              </a:ext>
            </a:extLst>
          </p:cNvPr>
          <p:cNvSpPr>
            <a:spLocks noGrp="1"/>
          </p:cNvSpPr>
          <p:nvPr/>
        </p:nvSpPr>
        <p:spPr>
          <a:xfrm>
            <a:off x="5422836" y="374710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81" name="02_predicted_pose_3780">
            <a:extLst>
              <a:ext uri="{FF2B5EF4-FFF2-40B4-BE49-F238E27FC236}">
                <a16:creationId xmlns:a16="http://schemas.microsoft.com/office/drawing/2014/main" id="{B745E4A6-42A8-4FBD-A678-AF79A3ED8EC7}"/>
              </a:ext>
            </a:extLst>
          </p:cNvPr>
          <p:cNvSpPr>
            <a:spLocks noGrp="1"/>
          </p:cNvSpPr>
          <p:nvPr/>
        </p:nvSpPr>
        <p:spPr>
          <a:xfrm>
            <a:off x="5437420" y="380661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82" name="02_predicted_pose_3781">
            <a:extLst>
              <a:ext uri="{FF2B5EF4-FFF2-40B4-BE49-F238E27FC236}">
                <a16:creationId xmlns:a16="http://schemas.microsoft.com/office/drawing/2014/main" id="{7183F96C-FF8B-44FB-A762-AC8722E87FAE}"/>
              </a:ext>
            </a:extLst>
          </p:cNvPr>
          <p:cNvSpPr>
            <a:spLocks noGrp="1"/>
          </p:cNvSpPr>
          <p:nvPr/>
        </p:nvSpPr>
        <p:spPr>
          <a:xfrm>
            <a:off x="5452003" y="376883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83" name="02_predicted_pose_3782">
            <a:extLst>
              <a:ext uri="{FF2B5EF4-FFF2-40B4-BE49-F238E27FC236}">
                <a16:creationId xmlns:a16="http://schemas.microsoft.com/office/drawing/2014/main" id="{426FF29F-F873-43AE-87C3-3FF93A39F899}"/>
              </a:ext>
            </a:extLst>
          </p:cNvPr>
          <p:cNvSpPr>
            <a:spLocks noGrp="1"/>
          </p:cNvSpPr>
          <p:nvPr/>
        </p:nvSpPr>
        <p:spPr>
          <a:xfrm>
            <a:off x="5466587" y="350416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84" name="02_predicted_pose_3783">
            <a:extLst>
              <a:ext uri="{FF2B5EF4-FFF2-40B4-BE49-F238E27FC236}">
                <a16:creationId xmlns:a16="http://schemas.microsoft.com/office/drawing/2014/main" id="{6B4F2DCD-7E4C-46D7-ABAD-FBBF8DA03D46}"/>
              </a:ext>
            </a:extLst>
          </p:cNvPr>
          <p:cNvSpPr>
            <a:spLocks noGrp="1"/>
          </p:cNvSpPr>
          <p:nvPr/>
        </p:nvSpPr>
        <p:spPr>
          <a:xfrm>
            <a:off x="5249653" y="373913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85" name="02_predicted_pose_3784">
            <a:extLst>
              <a:ext uri="{FF2B5EF4-FFF2-40B4-BE49-F238E27FC236}">
                <a16:creationId xmlns:a16="http://schemas.microsoft.com/office/drawing/2014/main" id="{C4CB9779-64FF-4C92-A7F3-EF0F05F3789E}"/>
              </a:ext>
            </a:extLst>
          </p:cNvPr>
          <p:cNvSpPr>
            <a:spLocks noGrp="1"/>
          </p:cNvSpPr>
          <p:nvPr/>
        </p:nvSpPr>
        <p:spPr>
          <a:xfrm>
            <a:off x="5278820" y="365899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86" name="02_predicted_pose_3785">
            <a:extLst>
              <a:ext uri="{FF2B5EF4-FFF2-40B4-BE49-F238E27FC236}">
                <a16:creationId xmlns:a16="http://schemas.microsoft.com/office/drawing/2014/main" id="{6EB07608-645A-4DCC-91A8-3313C704EE00}"/>
              </a:ext>
            </a:extLst>
          </p:cNvPr>
          <p:cNvSpPr>
            <a:spLocks noGrp="1"/>
          </p:cNvSpPr>
          <p:nvPr/>
        </p:nvSpPr>
        <p:spPr>
          <a:xfrm>
            <a:off x="5502682" y="341105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87" name="02_predicted_pose_3786">
            <a:extLst>
              <a:ext uri="{FF2B5EF4-FFF2-40B4-BE49-F238E27FC236}">
                <a16:creationId xmlns:a16="http://schemas.microsoft.com/office/drawing/2014/main" id="{864FEAF3-CB9A-4C22-98D7-88C5D6219A1A}"/>
              </a:ext>
            </a:extLst>
          </p:cNvPr>
          <p:cNvSpPr>
            <a:spLocks noGrp="1"/>
          </p:cNvSpPr>
          <p:nvPr/>
        </p:nvSpPr>
        <p:spPr>
          <a:xfrm>
            <a:off x="5539507" y="339389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88" name="02_predicted_pose_3787">
            <a:extLst>
              <a:ext uri="{FF2B5EF4-FFF2-40B4-BE49-F238E27FC236}">
                <a16:creationId xmlns:a16="http://schemas.microsoft.com/office/drawing/2014/main" id="{126E07E8-76A3-4092-B38C-A5C3993259E5}"/>
              </a:ext>
            </a:extLst>
          </p:cNvPr>
          <p:cNvSpPr>
            <a:spLocks noGrp="1"/>
          </p:cNvSpPr>
          <p:nvPr/>
        </p:nvSpPr>
        <p:spPr>
          <a:xfrm>
            <a:off x="3548525" y="2638192"/>
            <a:ext cx="202" cy="1635108"/>
          </a:xfrm>
          <a:custGeom>
            <a:avLst/>
            <a:gdLst/>
            <a:ahLst/>
            <a:cxnLst/>
            <a:rect l="0" t="0" r="0" b="0"/>
            <a:pathLst>
              <a:path w="191" h="1545120">
                <a:moveTo>
                  <a:pt x="0" y="1545120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489" name="02_predicted_pose_3788">
            <a:extLst>
              <a:ext uri="{FF2B5EF4-FFF2-40B4-BE49-F238E27FC236}">
                <a16:creationId xmlns:a16="http://schemas.microsoft.com/office/drawing/2014/main" id="{DA39F195-458E-40F3-8A89-F362F44AFEB7}"/>
              </a:ext>
            </a:extLst>
          </p:cNvPr>
          <p:cNvSpPr>
            <a:spLocks noGrp="1"/>
          </p:cNvSpPr>
          <p:nvPr/>
        </p:nvSpPr>
        <p:spPr>
          <a:xfrm>
            <a:off x="3548525" y="4273301"/>
            <a:ext cx="2541965" cy="202"/>
          </a:xfrm>
          <a:custGeom>
            <a:avLst/>
            <a:gdLst/>
            <a:ahLst/>
            <a:cxnLst/>
            <a:rect l="0" t="0" r="0" b="0"/>
            <a:pathLst>
              <a:path w="2402069" h="191">
                <a:moveTo>
                  <a:pt x="0" y="0"/>
                </a:moveTo>
                <a:lnTo>
                  <a:pt x="2402069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490" name="02_predicted_pose_3789">
            <a:extLst>
              <a:ext uri="{FF2B5EF4-FFF2-40B4-BE49-F238E27FC236}">
                <a16:creationId xmlns:a16="http://schemas.microsoft.com/office/drawing/2014/main" id="{0D85CAD9-9A99-46C9-B732-A560FD1A7CCB}"/>
              </a:ext>
            </a:extLst>
          </p:cNvPr>
          <p:cNvSpPr>
            <a:spLocks noGrp="1"/>
          </p:cNvSpPr>
          <p:nvPr/>
        </p:nvSpPr>
        <p:spPr>
          <a:xfrm>
            <a:off x="4062970" y="3586924"/>
            <a:ext cx="302615" cy="260947"/>
          </a:xfrm>
          <a:custGeom>
            <a:avLst/>
            <a:gdLst/>
            <a:ahLst/>
            <a:cxnLst/>
            <a:rect l="0" t="0" r="0" b="0"/>
            <a:pathLst>
              <a:path w="285961" h="246586">
                <a:moveTo>
                  <a:pt x="0" y="246586"/>
                </a:moveTo>
                <a:lnTo>
                  <a:pt x="285961" y="246586"/>
                </a:lnTo>
                <a:lnTo>
                  <a:pt x="285961" y="0"/>
                </a:lnTo>
                <a:lnTo>
                  <a:pt x="0" y="0"/>
                </a:lnTo>
                <a:lnTo>
                  <a:pt x="0" y="246586"/>
                </a:lnTo>
                <a:lnTo>
                  <a:pt x="0" y="246586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2D887E"/>
            </a:solidFill>
            <a:prstDash val="solid"/>
          </a:ln>
        </p:spPr>
      </p:sp>
      <p:sp>
        <p:nvSpPr>
          <p:cNvPr id="491" name="02_predicted_pose_3790">
            <a:extLst>
              <a:ext uri="{FF2B5EF4-FFF2-40B4-BE49-F238E27FC236}">
                <a16:creationId xmlns:a16="http://schemas.microsoft.com/office/drawing/2014/main" id="{F1701DAB-58C0-4B77-95BE-02E96032A3B2}"/>
              </a:ext>
            </a:extLst>
          </p:cNvPr>
          <p:cNvSpPr>
            <a:spLocks noGrp="1"/>
          </p:cNvSpPr>
          <p:nvPr/>
        </p:nvSpPr>
        <p:spPr>
          <a:xfrm>
            <a:off x="4214277" y="3847871"/>
            <a:ext cx="202" cy="129402"/>
          </a:xfrm>
          <a:custGeom>
            <a:avLst/>
            <a:gdLst/>
            <a:ahLst/>
            <a:cxnLst/>
            <a:rect l="0" t="0" r="0" b="0"/>
            <a:pathLst>
              <a:path w="191" h="122280">
                <a:moveTo>
                  <a:pt x="0" y="0"/>
                </a:moveTo>
                <a:lnTo>
                  <a:pt x="0" y="122280"/>
                </a:lnTo>
              </a:path>
            </a:pathLst>
          </a:custGeom>
          <a:noFill/>
          <a:ln w="8890">
            <a:solidFill>
              <a:srgbClr val="2D887E"/>
            </a:solidFill>
            <a:prstDash val="solid"/>
          </a:ln>
        </p:spPr>
      </p:sp>
      <p:sp>
        <p:nvSpPr>
          <p:cNvPr id="492" name="02_predicted_pose_3791">
            <a:extLst>
              <a:ext uri="{FF2B5EF4-FFF2-40B4-BE49-F238E27FC236}">
                <a16:creationId xmlns:a16="http://schemas.microsoft.com/office/drawing/2014/main" id="{C04E6920-5293-4639-97FE-CF75E6C524EA}"/>
              </a:ext>
            </a:extLst>
          </p:cNvPr>
          <p:cNvSpPr>
            <a:spLocks noGrp="1"/>
          </p:cNvSpPr>
          <p:nvPr/>
        </p:nvSpPr>
        <p:spPr>
          <a:xfrm>
            <a:off x="4214277" y="3020954"/>
            <a:ext cx="202" cy="565970"/>
          </a:xfrm>
          <a:custGeom>
            <a:avLst/>
            <a:gdLst/>
            <a:ahLst/>
            <a:cxnLst/>
            <a:rect l="0" t="0" r="0" b="0"/>
            <a:pathLst>
              <a:path w="191" h="534822">
                <a:moveTo>
                  <a:pt x="0" y="534822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2D887E"/>
            </a:solidFill>
            <a:prstDash val="solid"/>
          </a:ln>
        </p:spPr>
      </p:sp>
      <p:sp>
        <p:nvSpPr>
          <p:cNvPr id="493" name="02_predicted_pose_3792">
            <a:extLst>
              <a:ext uri="{FF2B5EF4-FFF2-40B4-BE49-F238E27FC236}">
                <a16:creationId xmlns:a16="http://schemas.microsoft.com/office/drawing/2014/main" id="{1B80317B-7B6E-4D5B-ADAB-A406CC9B0517}"/>
              </a:ext>
            </a:extLst>
          </p:cNvPr>
          <p:cNvSpPr>
            <a:spLocks noGrp="1"/>
          </p:cNvSpPr>
          <p:nvPr/>
        </p:nvSpPr>
        <p:spPr>
          <a:xfrm>
            <a:off x="4138623" y="3977273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2D887E"/>
            </a:solidFill>
            <a:prstDash val="solid"/>
          </a:ln>
        </p:spPr>
      </p:sp>
      <p:sp>
        <p:nvSpPr>
          <p:cNvPr id="494" name="02_predicted_pose_3793">
            <a:extLst>
              <a:ext uri="{FF2B5EF4-FFF2-40B4-BE49-F238E27FC236}">
                <a16:creationId xmlns:a16="http://schemas.microsoft.com/office/drawing/2014/main" id="{1708BFF2-E89B-4182-96B2-6AFF882D2305}"/>
              </a:ext>
            </a:extLst>
          </p:cNvPr>
          <p:cNvSpPr>
            <a:spLocks noGrp="1"/>
          </p:cNvSpPr>
          <p:nvPr/>
        </p:nvSpPr>
        <p:spPr>
          <a:xfrm>
            <a:off x="4138623" y="3020954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2D887E"/>
            </a:solidFill>
            <a:prstDash val="solid"/>
          </a:ln>
        </p:spPr>
      </p:sp>
      <p:sp>
        <p:nvSpPr>
          <p:cNvPr id="495" name="02_predicted_pose_3794">
            <a:extLst>
              <a:ext uri="{FF2B5EF4-FFF2-40B4-BE49-F238E27FC236}">
                <a16:creationId xmlns:a16="http://schemas.microsoft.com/office/drawing/2014/main" id="{EC72A5DD-2104-4554-AD82-5B320801B3E6}"/>
              </a:ext>
            </a:extLst>
          </p:cNvPr>
          <p:cNvSpPr>
            <a:spLocks noGrp="1"/>
          </p:cNvSpPr>
          <p:nvPr/>
        </p:nvSpPr>
        <p:spPr>
          <a:xfrm>
            <a:off x="5273429" y="3440353"/>
            <a:ext cx="302615" cy="213898"/>
          </a:xfrm>
          <a:custGeom>
            <a:avLst/>
            <a:gdLst/>
            <a:ahLst/>
            <a:cxnLst/>
            <a:rect l="0" t="0" r="0" b="0"/>
            <a:pathLst>
              <a:path w="285961" h="202126">
                <a:moveTo>
                  <a:pt x="0" y="202126"/>
                </a:moveTo>
                <a:lnTo>
                  <a:pt x="285961" y="202126"/>
                </a:lnTo>
                <a:lnTo>
                  <a:pt x="285961" y="0"/>
                </a:lnTo>
                <a:lnTo>
                  <a:pt x="0" y="0"/>
                </a:lnTo>
                <a:lnTo>
                  <a:pt x="0" y="202126"/>
                </a:lnTo>
                <a:lnTo>
                  <a:pt x="0" y="202126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B57442"/>
            </a:solidFill>
            <a:prstDash val="solid"/>
          </a:ln>
        </p:spPr>
      </p:sp>
      <p:sp>
        <p:nvSpPr>
          <p:cNvPr id="496" name="02_predicted_pose_3795">
            <a:extLst>
              <a:ext uri="{FF2B5EF4-FFF2-40B4-BE49-F238E27FC236}">
                <a16:creationId xmlns:a16="http://schemas.microsoft.com/office/drawing/2014/main" id="{D2F77E74-97C1-42E3-A1EC-6CEB045DDD76}"/>
              </a:ext>
            </a:extLst>
          </p:cNvPr>
          <p:cNvSpPr>
            <a:spLocks noGrp="1"/>
          </p:cNvSpPr>
          <p:nvPr/>
        </p:nvSpPr>
        <p:spPr>
          <a:xfrm>
            <a:off x="5424737" y="3654250"/>
            <a:ext cx="202" cy="108510"/>
          </a:xfrm>
          <a:custGeom>
            <a:avLst/>
            <a:gdLst/>
            <a:ahLst/>
            <a:cxnLst/>
            <a:rect l="0" t="0" r="0" b="0"/>
            <a:pathLst>
              <a:path w="191" h="102538">
                <a:moveTo>
                  <a:pt x="0" y="0"/>
                </a:moveTo>
                <a:lnTo>
                  <a:pt x="0" y="102538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497" name="02_predicted_pose_3796">
            <a:extLst>
              <a:ext uri="{FF2B5EF4-FFF2-40B4-BE49-F238E27FC236}">
                <a16:creationId xmlns:a16="http://schemas.microsoft.com/office/drawing/2014/main" id="{67346636-2209-4ADE-889E-3A549BE634F5}"/>
              </a:ext>
            </a:extLst>
          </p:cNvPr>
          <p:cNvSpPr>
            <a:spLocks noGrp="1"/>
          </p:cNvSpPr>
          <p:nvPr/>
        </p:nvSpPr>
        <p:spPr>
          <a:xfrm>
            <a:off x="5424737" y="3030922"/>
            <a:ext cx="202" cy="409431"/>
          </a:xfrm>
          <a:custGeom>
            <a:avLst/>
            <a:gdLst/>
            <a:ahLst/>
            <a:cxnLst/>
            <a:rect l="0" t="0" r="0" b="0"/>
            <a:pathLst>
              <a:path w="191" h="386898">
                <a:moveTo>
                  <a:pt x="0" y="386898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498" name="02_predicted_pose_3797">
            <a:extLst>
              <a:ext uri="{FF2B5EF4-FFF2-40B4-BE49-F238E27FC236}">
                <a16:creationId xmlns:a16="http://schemas.microsoft.com/office/drawing/2014/main" id="{18ACAB92-5A23-4784-BDC7-EA39782C7560}"/>
              </a:ext>
            </a:extLst>
          </p:cNvPr>
          <p:cNvSpPr>
            <a:spLocks noGrp="1"/>
          </p:cNvSpPr>
          <p:nvPr/>
        </p:nvSpPr>
        <p:spPr>
          <a:xfrm>
            <a:off x="5349083" y="3762761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499" name="02_predicted_pose_3798">
            <a:extLst>
              <a:ext uri="{FF2B5EF4-FFF2-40B4-BE49-F238E27FC236}">
                <a16:creationId xmlns:a16="http://schemas.microsoft.com/office/drawing/2014/main" id="{342C9205-F368-4A83-A33E-9994DD053463}"/>
              </a:ext>
            </a:extLst>
          </p:cNvPr>
          <p:cNvSpPr>
            <a:spLocks noGrp="1"/>
          </p:cNvSpPr>
          <p:nvPr/>
        </p:nvSpPr>
        <p:spPr>
          <a:xfrm>
            <a:off x="5349083" y="3030923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500" name="text_3799">
            <a:extLst>
              <a:ext uri="{FF2B5EF4-FFF2-40B4-BE49-F238E27FC236}">
                <a16:creationId xmlns:a16="http://schemas.microsoft.com/office/drawing/2014/main" id="{B41F73AA-DE3B-4565-9A6F-6869463DB700}"/>
              </a:ext>
            </a:extLst>
          </p:cNvPr>
          <p:cNvSpPr>
            <a:spLocks noGrp="1"/>
          </p:cNvSpPr>
          <p:nvPr/>
        </p:nvSpPr>
        <p:spPr>
          <a:xfrm>
            <a:off x="3090971" y="2464706"/>
            <a:ext cx="88164" cy="1679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58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501" name="text_3800">
            <a:extLst>
              <a:ext uri="{FF2B5EF4-FFF2-40B4-BE49-F238E27FC236}">
                <a16:creationId xmlns:a16="http://schemas.microsoft.com/office/drawing/2014/main" id="{51666816-0564-48A6-A119-306BB51437CA}"/>
              </a:ext>
            </a:extLst>
          </p:cNvPr>
          <p:cNvSpPr>
            <a:spLocks noGrp="1"/>
          </p:cNvSpPr>
          <p:nvPr/>
        </p:nvSpPr>
        <p:spPr>
          <a:xfrm>
            <a:off x="3548524" y="2413548"/>
            <a:ext cx="813013" cy="1427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99">
                <a:solidFill>
                  <a:srgbClr val="273744"/>
                </a:solidFill>
                <a:latin typeface="Arial"/>
                <a:ea typeface="Arial"/>
                <a:cs typeface="Arial"/>
              </a:rPr>
              <a:t>GT, Top-1 pose</a:t>
            </a:r>
          </a:p>
        </p:txBody>
      </p:sp>
      <p:sp>
        <p:nvSpPr>
          <p:cNvPr id="502" name="02_predicted_pose_3801">
            <a:extLst>
              <a:ext uri="{FF2B5EF4-FFF2-40B4-BE49-F238E27FC236}">
                <a16:creationId xmlns:a16="http://schemas.microsoft.com/office/drawing/2014/main" id="{ED5DC26B-2630-41F9-9157-5082D1E22A49}"/>
              </a:ext>
            </a:extLst>
          </p:cNvPr>
          <p:cNvSpPr>
            <a:spLocks noGrp="1"/>
          </p:cNvSpPr>
          <p:nvPr/>
        </p:nvSpPr>
        <p:spPr>
          <a:xfrm>
            <a:off x="4062970" y="3782276"/>
            <a:ext cx="302615" cy="202"/>
          </a:xfrm>
          <a:custGeom>
            <a:avLst/>
            <a:gdLst/>
            <a:ahLst/>
            <a:cxnLst/>
            <a:rect l="0" t="0" r="0" b="0"/>
            <a:pathLst>
              <a:path w="285961" h="191">
                <a:moveTo>
                  <a:pt x="0" y="0"/>
                </a:moveTo>
                <a:lnTo>
                  <a:pt x="285961" y="0"/>
                </a:lnTo>
              </a:path>
            </a:pathLst>
          </a:custGeom>
          <a:noFill/>
          <a:ln w="19050">
            <a:solidFill>
              <a:srgbClr val="2D887E"/>
            </a:solidFill>
            <a:prstDash val="solid"/>
          </a:ln>
        </p:spPr>
      </p:sp>
      <p:sp>
        <p:nvSpPr>
          <p:cNvPr id="503" name="02_predicted_pose_3802">
            <a:extLst>
              <a:ext uri="{FF2B5EF4-FFF2-40B4-BE49-F238E27FC236}">
                <a16:creationId xmlns:a16="http://schemas.microsoft.com/office/drawing/2014/main" id="{5B14A422-AEA0-4E4E-A554-BB753E89EE15}"/>
              </a:ext>
            </a:extLst>
          </p:cNvPr>
          <p:cNvSpPr>
            <a:spLocks noGrp="1"/>
          </p:cNvSpPr>
          <p:nvPr/>
        </p:nvSpPr>
        <p:spPr>
          <a:xfrm>
            <a:off x="5273429" y="3524213"/>
            <a:ext cx="302615" cy="202"/>
          </a:xfrm>
          <a:custGeom>
            <a:avLst/>
            <a:gdLst/>
            <a:ahLst/>
            <a:cxnLst/>
            <a:rect l="0" t="0" r="0" b="0"/>
            <a:pathLst>
              <a:path w="285961" h="191">
                <a:moveTo>
                  <a:pt x="0" y="0"/>
                </a:moveTo>
                <a:lnTo>
                  <a:pt x="285961" y="0"/>
                </a:lnTo>
              </a:path>
            </a:pathLst>
          </a:custGeom>
          <a:noFill/>
          <a:ln w="19050">
            <a:solidFill>
              <a:srgbClr val="B57442"/>
            </a:solidFill>
            <a:prstDash val="solid"/>
          </a:ln>
        </p:spPr>
      </p:sp>
      <p:sp>
        <p:nvSpPr>
          <p:cNvPr id="504" name="02_predicted_pose_3803">
            <a:extLst>
              <a:ext uri="{FF2B5EF4-FFF2-40B4-BE49-F238E27FC236}">
                <a16:creationId xmlns:a16="http://schemas.microsoft.com/office/drawing/2014/main" id="{6A9DE701-3E91-412D-826D-DE8222F228A8}"/>
              </a:ext>
            </a:extLst>
          </p:cNvPr>
          <p:cNvSpPr>
            <a:spLocks noGrp="1"/>
          </p:cNvSpPr>
          <p:nvPr/>
        </p:nvSpPr>
        <p:spPr>
          <a:xfrm>
            <a:off x="6903919" y="2638192"/>
            <a:ext cx="2541965" cy="1635108"/>
          </a:xfrm>
          <a:custGeom>
            <a:avLst/>
            <a:gdLst/>
            <a:ahLst/>
            <a:cxnLst/>
            <a:rect l="0" t="0" r="0" b="0"/>
            <a:pathLst>
              <a:path w="2402069" h="1545120">
                <a:moveTo>
                  <a:pt x="0" y="1545120"/>
                </a:moveTo>
                <a:lnTo>
                  <a:pt x="2402069" y="1545120"/>
                </a:lnTo>
                <a:lnTo>
                  <a:pt x="2402069" y="0"/>
                </a:lnTo>
                <a:lnTo>
                  <a:pt x="0" y="0"/>
                </a:lnTo>
                <a:lnTo>
                  <a:pt x="0" y="154512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05" name="02_predicted_pose_3804">
            <a:extLst>
              <a:ext uri="{FF2B5EF4-FFF2-40B4-BE49-F238E27FC236}">
                <a16:creationId xmlns:a16="http://schemas.microsoft.com/office/drawing/2014/main" id="{0A4632C2-8135-45CA-8EC5-05D04623B1A2}"/>
              </a:ext>
            </a:extLst>
          </p:cNvPr>
          <p:cNvSpPr>
            <a:spLocks noGrp="1"/>
          </p:cNvSpPr>
          <p:nvPr/>
        </p:nvSpPr>
        <p:spPr>
          <a:xfrm>
            <a:off x="6903919" y="3493530"/>
            <a:ext cx="2541965" cy="202"/>
          </a:xfrm>
          <a:custGeom>
            <a:avLst/>
            <a:gdLst/>
            <a:ahLst/>
            <a:cxnLst/>
            <a:rect l="0" t="0" r="0" b="0"/>
            <a:pathLst>
              <a:path w="2402069" h="191">
                <a:moveTo>
                  <a:pt x="0" y="0"/>
                </a:moveTo>
                <a:lnTo>
                  <a:pt x="2402069" y="0"/>
                </a:lnTo>
              </a:path>
            </a:pathLst>
          </a:custGeom>
          <a:noFill/>
          <a:ln w="7620">
            <a:solidFill>
              <a:srgbClr val="BCC5CB"/>
            </a:solidFill>
            <a:prstDash val="dash"/>
          </a:ln>
        </p:spPr>
      </p:sp>
      <p:sp>
        <p:nvSpPr>
          <p:cNvPr id="506" name="02_predicted_pose_3805">
            <a:extLst>
              <a:ext uri="{FF2B5EF4-FFF2-40B4-BE49-F238E27FC236}">
                <a16:creationId xmlns:a16="http://schemas.microsoft.com/office/drawing/2014/main" id="{4EA72535-8DEF-4187-B3AA-478D11B7E10A}"/>
              </a:ext>
            </a:extLst>
          </p:cNvPr>
          <p:cNvSpPr>
            <a:spLocks noGrp="1"/>
          </p:cNvSpPr>
          <p:nvPr/>
        </p:nvSpPr>
        <p:spPr>
          <a:xfrm>
            <a:off x="6903919" y="3356220"/>
            <a:ext cx="2541965" cy="202"/>
          </a:xfrm>
          <a:custGeom>
            <a:avLst/>
            <a:gdLst/>
            <a:ahLst/>
            <a:cxnLst/>
            <a:rect l="0" t="0" r="0" b="0"/>
            <a:pathLst>
              <a:path w="2402069" h="191">
                <a:moveTo>
                  <a:pt x="0" y="0"/>
                </a:moveTo>
                <a:lnTo>
                  <a:pt x="2402069" y="0"/>
                </a:lnTo>
              </a:path>
            </a:pathLst>
          </a:custGeom>
          <a:noFill/>
          <a:ln w="7620">
            <a:solidFill>
              <a:srgbClr val="BCC5CB"/>
            </a:solidFill>
            <a:prstDash val="dash"/>
          </a:ln>
        </p:spPr>
      </p:sp>
      <p:sp>
        <p:nvSpPr>
          <p:cNvPr id="507" name="02_predicted_pose_3806">
            <a:extLst>
              <a:ext uri="{FF2B5EF4-FFF2-40B4-BE49-F238E27FC236}">
                <a16:creationId xmlns:a16="http://schemas.microsoft.com/office/drawing/2014/main" id="{ACAD0AA5-B1BE-497F-B2A9-4BCC743EAAA5}"/>
              </a:ext>
            </a:extLst>
          </p:cNvPr>
          <p:cNvSpPr>
            <a:spLocks noGrp="1"/>
          </p:cNvSpPr>
          <p:nvPr/>
        </p:nvSpPr>
        <p:spPr>
          <a:xfrm>
            <a:off x="7569671" y="4273300"/>
            <a:ext cx="202" cy="40319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508" name="text_3807">
            <a:extLst>
              <a:ext uri="{FF2B5EF4-FFF2-40B4-BE49-F238E27FC236}">
                <a16:creationId xmlns:a16="http://schemas.microsoft.com/office/drawing/2014/main" id="{EF9489BA-2FF2-4B2C-A6E2-9863ECF99466}"/>
              </a:ext>
            </a:extLst>
          </p:cNvPr>
          <p:cNvSpPr>
            <a:spLocks noGrp="1"/>
          </p:cNvSpPr>
          <p:nvPr/>
        </p:nvSpPr>
        <p:spPr>
          <a:xfrm>
            <a:off x="7185365" y="4346956"/>
            <a:ext cx="782053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PocketXMol-tuned</a:t>
            </a:r>
          </a:p>
        </p:txBody>
      </p:sp>
      <p:sp>
        <p:nvSpPr>
          <p:cNvPr id="509" name="02_predicted_pose_3808">
            <a:extLst>
              <a:ext uri="{FF2B5EF4-FFF2-40B4-BE49-F238E27FC236}">
                <a16:creationId xmlns:a16="http://schemas.microsoft.com/office/drawing/2014/main" id="{0BE28D48-F063-4A09-98AB-084BB37E3295}"/>
              </a:ext>
            </a:extLst>
          </p:cNvPr>
          <p:cNvSpPr>
            <a:spLocks noGrp="1"/>
          </p:cNvSpPr>
          <p:nvPr/>
        </p:nvSpPr>
        <p:spPr>
          <a:xfrm>
            <a:off x="8780132" y="4273300"/>
            <a:ext cx="202" cy="40319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510" name="text_3809">
            <a:extLst>
              <a:ext uri="{FF2B5EF4-FFF2-40B4-BE49-F238E27FC236}">
                <a16:creationId xmlns:a16="http://schemas.microsoft.com/office/drawing/2014/main" id="{979CC08A-F413-4A91-802E-84423C9FFF08}"/>
              </a:ext>
            </a:extLst>
          </p:cNvPr>
          <p:cNvSpPr>
            <a:spLocks noGrp="1"/>
          </p:cNvSpPr>
          <p:nvPr/>
        </p:nvSpPr>
        <p:spPr>
          <a:xfrm>
            <a:off x="8463842" y="4347236"/>
            <a:ext cx="646017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Emap2lig-Build</a:t>
            </a:r>
          </a:p>
        </p:txBody>
      </p:sp>
      <p:sp>
        <p:nvSpPr>
          <p:cNvPr id="511" name="02_predicted_pose_3810">
            <a:extLst>
              <a:ext uri="{FF2B5EF4-FFF2-40B4-BE49-F238E27FC236}">
                <a16:creationId xmlns:a16="http://schemas.microsoft.com/office/drawing/2014/main" id="{2EDD1499-28E1-4763-BCB4-B65920B64F60}"/>
              </a:ext>
            </a:extLst>
          </p:cNvPr>
          <p:cNvSpPr>
            <a:spLocks noGrp="1"/>
          </p:cNvSpPr>
          <p:nvPr/>
        </p:nvSpPr>
        <p:spPr>
          <a:xfrm>
            <a:off x="6863599" y="4273301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512" name="text_3811">
            <a:extLst>
              <a:ext uri="{FF2B5EF4-FFF2-40B4-BE49-F238E27FC236}">
                <a16:creationId xmlns:a16="http://schemas.microsoft.com/office/drawing/2014/main" id="{B5FD0740-E23A-45D9-9FA4-01411333887C}"/>
              </a:ext>
            </a:extLst>
          </p:cNvPr>
          <p:cNvSpPr>
            <a:spLocks noGrp="1"/>
          </p:cNvSpPr>
          <p:nvPr/>
        </p:nvSpPr>
        <p:spPr>
          <a:xfrm>
            <a:off x="6692513" y="4232648"/>
            <a:ext cx="144207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513" name="02_predicted_pose_3812">
            <a:extLst>
              <a:ext uri="{FF2B5EF4-FFF2-40B4-BE49-F238E27FC236}">
                <a16:creationId xmlns:a16="http://schemas.microsoft.com/office/drawing/2014/main" id="{7A9E022B-871F-464E-8657-DA3F0575A625}"/>
              </a:ext>
            </a:extLst>
          </p:cNvPr>
          <p:cNvSpPr>
            <a:spLocks noGrp="1"/>
          </p:cNvSpPr>
          <p:nvPr/>
        </p:nvSpPr>
        <p:spPr>
          <a:xfrm>
            <a:off x="6863599" y="3962999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514" name="text_3813">
            <a:extLst>
              <a:ext uri="{FF2B5EF4-FFF2-40B4-BE49-F238E27FC236}">
                <a16:creationId xmlns:a16="http://schemas.microsoft.com/office/drawing/2014/main" id="{AE1D1AA1-EB7C-4F6A-B933-EC5496C9D45D}"/>
              </a:ext>
            </a:extLst>
          </p:cNvPr>
          <p:cNvSpPr>
            <a:spLocks noGrp="1"/>
          </p:cNvSpPr>
          <p:nvPr/>
        </p:nvSpPr>
        <p:spPr>
          <a:xfrm>
            <a:off x="6692513" y="3922347"/>
            <a:ext cx="144207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515" name="02_predicted_pose_3814">
            <a:extLst>
              <a:ext uri="{FF2B5EF4-FFF2-40B4-BE49-F238E27FC236}">
                <a16:creationId xmlns:a16="http://schemas.microsoft.com/office/drawing/2014/main" id="{0F29E0F9-3D79-46AC-BEAF-56F47837A4BC}"/>
              </a:ext>
            </a:extLst>
          </p:cNvPr>
          <p:cNvSpPr>
            <a:spLocks noGrp="1"/>
          </p:cNvSpPr>
          <p:nvPr/>
        </p:nvSpPr>
        <p:spPr>
          <a:xfrm>
            <a:off x="6863599" y="3728265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516" name="text_3815">
            <a:extLst>
              <a:ext uri="{FF2B5EF4-FFF2-40B4-BE49-F238E27FC236}">
                <a16:creationId xmlns:a16="http://schemas.microsoft.com/office/drawing/2014/main" id="{97A66137-C859-49B5-8264-44DEE854E813}"/>
              </a:ext>
            </a:extLst>
          </p:cNvPr>
          <p:cNvSpPr>
            <a:spLocks noGrp="1"/>
          </p:cNvSpPr>
          <p:nvPr/>
        </p:nvSpPr>
        <p:spPr>
          <a:xfrm>
            <a:off x="6770974" y="3687612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517" name="02_predicted_pose_3816">
            <a:extLst>
              <a:ext uri="{FF2B5EF4-FFF2-40B4-BE49-F238E27FC236}">
                <a16:creationId xmlns:a16="http://schemas.microsoft.com/office/drawing/2014/main" id="{F4F2AEB2-7987-43E4-B691-756F6754049A}"/>
              </a:ext>
            </a:extLst>
          </p:cNvPr>
          <p:cNvSpPr>
            <a:spLocks noGrp="1"/>
          </p:cNvSpPr>
          <p:nvPr/>
        </p:nvSpPr>
        <p:spPr>
          <a:xfrm>
            <a:off x="6863599" y="3493530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518" name="text_3817">
            <a:extLst>
              <a:ext uri="{FF2B5EF4-FFF2-40B4-BE49-F238E27FC236}">
                <a16:creationId xmlns:a16="http://schemas.microsoft.com/office/drawing/2014/main" id="{BF472C8E-D818-42D9-BEDF-75343710EEA7}"/>
              </a:ext>
            </a:extLst>
          </p:cNvPr>
          <p:cNvSpPr>
            <a:spLocks noGrp="1"/>
          </p:cNvSpPr>
          <p:nvPr/>
        </p:nvSpPr>
        <p:spPr>
          <a:xfrm>
            <a:off x="6770974" y="3452879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519" name="02_predicted_pose_3818">
            <a:extLst>
              <a:ext uri="{FF2B5EF4-FFF2-40B4-BE49-F238E27FC236}">
                <a16:creationId xmlns:a16="http://schemas.microsoft.com/office/drawing/2014/main" id="{D2F049D3-5475-453B-BD2C-76CEFBAFC158}"/>
              </a:ext>
            </a:extLst>
          </p:cNvPr>
          <p:cNvSpPr>
            <a:spLocks noGrp="1"/>
          </p:cNvSpPr>
          <p:nvPr/>
        </p:nvSpPr>
        <p:spPr>
          <a:xfrm>
            <a:off x="6863599" y="3356220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520" name="text_3819">
            <a:extLst>
              <a:ext uri="{FF2B5EF4-FFF2-40B4-BE49-F238E27FC236}">
                <a16:creationId xmlns:a16="http://schemas.microsoft.com/office/drawing/2014/main" id="{FF5EB8FA-345B-48A0-AA82-03055FECC470}"/>
              </a:ext>
            </a:extLst>
          </p:cNvPr>
          <p:cNvSpPr>
            <a:spLocks noGrp="1"/>
          </p:cNvSpPr>
          <p:nvPr/>
        </p:nvSpPr>
        <p:spPr>
          <a:xfrm>
            <a:off x="6770974" y="3315568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521" name="02_predicted_pose_3820">
            <a:extLst>
              <a:ext uri="{FF2B5EF4-FFF2-40B4-BE49-F238E27FC236}">
                <a16:creationId xmlns:a16="http://schemas.microsoft.com/office/drawing/2014/main" id="{ECCFA0BD-1C4D-4F5C-A3E2-253ADF313218}"/>
              </a:ext>
            </a:extLst>
          </p:cNvPr>
          <p:cNvSpPr>
            <a:spLocks noGrp="1"/>
          </p:cNvSpPr>
          <p:nvPr/>
        </p:nvSpPr>
        <p:spPr>
          <a:xfrm>
            <a:off x="6863599" y="3183229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522" name="text_3821">
            <a:extLst>
              <a:ext uri="{FF2B5EF4-FFF2-40B4-BE49-F238E27FC236}">
                <a16:creationId xmlns:a16="http://schemas.microsoft.com/office/drawing/2014/main" id="{69398BB6-8431-4B46-A22F-4CBA726AD1E1}"/>
              </a:ext>
            </a:extLst>
          </p:cNvPr>
          <p:cNvSpPr>
            <a:spLocks noGrp="1"/>
          </p:cNvSpPr>
          <p:nvPr/>
        </p:nvSpPr>
        <p:spPr>
          <a:xfrm>
            <a:off x="6770974" y="3142577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523" name="02_predicted_pose_3822">
            <a:extLst>
              <a:ext uri="{FF2B5EF4-FFF2-40B4-BE49-F238E27FC236}">
                <a16:creationId xmlns:a16="http://schemas.microsoft.com/office/drawing/2014/main" id="{9F036CBD-86CC-424C-8CB5-801EF85EA4B0}"/>
              </a:ext>
            </a:extLst>
          </p:cNvPr>
          <p:cNvSpPr>
            <a:spLocks noGrp="1"/>
          </p:cNvSpPr>
          <p:nvPr/>
        </p:nvSpPr>
        <p:spPr>
          <a:xfrm>
            <a:off x="6863599" y="2948494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524" name="text_3823">
            <a:extLst>
              <a:ext uri="{FF2B5EF4-FFF2-40B4-BE49-F238E27FC236}">
                <a16:creationId xmlns:a16="http://schemas.microsoft.com/office/drawing/2014/main" id="{0DA5918A-F735-4CFE-96CF-F1E9164A9317}"/>
              </a:ext>
            </a:extLst>
          </p:cNvPr>
          <p:cNvSpPr>
            <a:spLocks noGrp="1"/>
          </p:cNvSpPr>
          <p:nvPr/>
        </p:nvSpPr>
        <p:spPr>
          <a:xfrm>
            <a:off x="6718666" y="2907843"/>
            <a:ext cx="118054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525" name="02_predicted_pose_3824">
            <a:extLst>
              <a:ext uri="{FF2B5EF4-FFF2-40B4-BE49-F238E27FC236}">
                <a16:creationId xmlns:a16="http://schemas.microsoft.com/office/drawing/2014/main" id="{0393E096-B4DA-4D9B-BEEA-CEE5E82CB687}"/>
              </a:ext>
            </a:extLst>
          </p:cNvPr>
          <p:cNvSpPr>
            <a:spLocks noGrp="1"/>
          </p:cNvSpPr>
          <p:nvPr/>
        </p:nvSpPr>
        <p:spPr>
          <a:xfrm>
            <a:off x="6863599" y="2713761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526" name="text_3825">
            <a:extLst>
              <a:ext uri="{FF2B5EF4-FFF2-40B4-BE49-F238E27FC236}">
                <a16:creationId xmlns:a16="http://schemas.microsoft.com/office/drawing/2014/main" id="{EF4F45B2-9981-468B-B27F-32149C50F67E}"/>
              </a:ext>
            </a:extLst>
          </p:cNvPr>
          <p:cNvSpPr>
            <a:spLocks noGrp="1"/>
          </p:cNvSpPr>
          <p:nvPr/>
        </p:nvSpPr>
        <p:spPr>
          <a:xfrm>
            <a:off x="6718666" y="2673108"/>
            <a:ext cx="118054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527" name="text_3826">
            <a:extLst>
              <a:ext uri="{FF2B5EF4-FFF2-40B4-BE49-F238E27FC236}">
                <a16:creationId xmlns:a16="http://schemas.microsoft.com/office/drawing/2014/main" id="{1E252911-9C46-429F-A1AC-EFC399431B81}"/>
              </a:ext>
            </a:extLst>
          </p:cNvPr>
          <p:cNvSpPr>
            <a:spLocks noGrp="1"/>
          </p:cNvSpPr>
          <p:nvPr/>
        </p:nvSpPr>
        <p:spPr>
          <a:xfrm rot="-5400000">
            <a:off x="6353514" y="3388548"/>
            <a:ext cx="503180" cy="1343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47">
                <a:solidFill>
                  <a:srgbClr val="273744"/>
                </a:solidFill>
                <a:latin typeface="Arial"/>
                <a:ea typeface="Arial"/>
                <a:cs typeface="Arial"/>
              </a:rPr>
              <a:t>RMSD (Å)</a:t>
            </a:r>
          </a:p>
        </p:txBody>
      </p:sp>
      <p:sp>
        <p:nvSpPr>
          <p:cNvPr id="528" name="02_predicted_pose_3827">
            <a:extLst>
              <a:ext uri="{FF2B5EF4-FFF2-40B4-BE49-F238E27FC236}">
                <a16:creationId xmlns:a16="http://schemas.microsoft.com/office/drawing/2014/main" id="{5DD24816-6424-4268-A3B5-FD0DC35F6933}"/>
              </a:ext>
            </a:extLst>
          </p:cNvPr>
          <p:cNvSpPr>
            <a:spLocks noGrp="1"/>
          </p:cNvSpPr>
          <p:nvPr/>
        </p:nvSpPr>
        <p:spPr>
          <a:xfrm>
            <a:off x="7491569" y="386758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29" name="02_predicted_pose_3828">
            <a:extLst>
              <a:ext uri="{FF2B5EF4-FFF2-40B4-BE49-F238E27FC236}">
                <a16:creationId xmlns:a16="http://schemas.microsoft.com/office/drawing/2014/main" id="{A90CAD55-199B-425F-A90A-EFED080429C9}"/>
              </a:ext>
            </a:extLst>
          </p:cNvPr>
          <p:cNvSpPr>
            <a:spLocks noGrp="1"/>
          </p:cNvSpPr>
          <p:nvPr/>
        </p:nvSpPr>
        <p:spPr>
          <a:xfrm>
            <a:off x="7506154" y="385475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30" name="02_predicted_pose_3829">
            <a:extLst>
              <a:ext uri="{FF2B5EF4-FFF2-40B4-BE49-F238E27FC236}">
                <a16:creationId xmlns:a16="http://schemas.microsoft.com/office/drawing/2014/main" id="{B5C1710D-0D85-47A6-935B-B816536C2D0F}"/>
              </a:ext>
            </a:extLst>
          </p:cNvPr>
          <p:cNvSpPr>
            <a:spLocks noGrp="1"/>
          </p:cNvSpPr>
          <p:nvPr/>
        </p:nvSpPr>
        <p:spPr>
          <a:xfrm>
            <a:off x="7520738" y="384380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31" name="02_predicted_pose_3830">
            <a:extLst>
              <a:ext uri="{FF2B5EF4-FFF2-40B4-BE49-F238E27FC236}">
                <a16:creationId xmlns:a16="http://schemas.microsoft.com/office/drawing/2014/main" id="{67DB9E67-237C-4A8B-A2F5-9FC301015E86}"/>
              </a:ext>
            </a:extLst>
          </p:cNvPr>
          <p:cNvSpPr>
            <a:spLocks noGrp="1"/>
          </p:cNvSpPr>
          <p:nvPr/>
        </p:nvSpPr>
        <p:spPr>
          <a:xfrm>
            <a:off x="7535321" y="383723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32" name="02_predicted_pose_3831">
            <a:extLst>
              <a:ext uri="{FF2B5EF4-FFF2-40B4-BE49-F238E27FC236}">
                <a16:creationId xmlns:a16="http://schemas.microsoft.com/office/drawing/2014/main" id="{1F769365-4448-492C-814C-E75FD81EE913}"/>
              </a:ext>
            </a:extLst>
          </p:cNvPr>
          <p:cNvSpPr>
            <a:spLocks noGrp="1"/>
          </p:cNvSpPr>
          <p:nvPr/>
        </p:nvSpPr>
        <p:spPr>
          <a:xfrm>
            <a:off x="7549905" y="389087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33" name="02_predicted_pose_3832">
            <a:extLst>
              <a:ext uri="{FF2B5EF4-FFF2-40B4-BE49-F238E27FC236}">
                <a16:creationId xmlns:a16="http://schemas.microsoft.com/office/drawing/2014/main" id="{2F81FEE2-20F6-4A70-A9E9-191DBCAD22D4}"/>
              </a:ext>
            </a:extLst>
          </p:cNvPr>
          <p:cNvSpPr>
            <a:spLocks noGrp="1"/>
          </p:cNvSpPr>
          <p:nvPr/>
        </p:nvSpPr>
        <p:spPr>
          <a:xfrm>
            <a:off x="7564489" y="386975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34" name="02_predicted_pose_3833">
            <a:extLst>
              <a:ext uri="{FF2B5EF4-FFF2-40B4-BE49-F238E27FC236}">
                <a16:creationId xmlns:a16="http://schemas.microsoft.com/office/drawing/2014/main" id="{2C87B8E7-CC0E-49A9-B819-D14B457D52D0}"/>
              </a:ext>
            </a:extLst>
          </p:cNvPr>
          <p:cNvSpPr>
            <a:spLocks noGrp="1"/>
          </p:cNvSpPr>
          <p:nvPr/>
        </p:nvSpPr>
        <p:spPr>
          <a:xfrm>
            <a:off x="7579073" y="385980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35" name="02_predicted_pose_3834">
            <a:extLst>
              <a:ext uri="{FF2B5EF4-FFF2-40B4-BE49-F238E27FC236}">
                <a16:creationId xmlns:a16="http://schemas.microsoft.com/office/drawing/2014/main" id="{3EA392A5-8CDB-40A4-ADDC-B63B74BA06E0}"/>
              </a:ext>
            </a:extLst>
          </p:cNvPr>
          <p:cNvSpPr>
            <a:spLocks noGrp="1"/>
          </p:cNvSpPr>
          <p:nvPr/>
        </p:nvSpPr>
        <p:spPr>
          <a:xfrm>
            <a:off x="7593657" y="386289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36" name="02_predicted_pose_3835">
            <a:extLst>
              <a:ext uri="{FF2B5EF4-FFF2-40B4-BE49-F238E27FC236}">
                <a16:creationId xmlns:a16="http://schemas.microsoft.com/office/drawing/2014/main" id="{893DDD00-803A-4708-8778-6105469F42C3}"/>
              </a:ext>
            </a:extLst>
          </p:cNvPr>
          <p:cNvSpPr>
            <a:spLocks noGrp="1"/>
          </p:cNvSpPr>
          <p:nvPr/>
        </p:nvSpPr>
        <p:spPr>
          <a:xfrm>
            <a:off x="7608240" y="385613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37" name="02_predicted_pose_3836">
            <a:extLst>
              <a:ext uri="{FF2B5EF4-FFF2-40B4-BE49-F238E27FC236}">
                <a16:creationId xmlns:a16="http://schemas.microsoft.com/office/drawing/2014/main" id="{8744F634-E31E-458E-B10A-CD1CE166A606}"/>
              </a:ext>
            </a:extLst>
          </p:cNvPr>
          <p:cNvSpPr>
            <a:spLocks noGrp="1"/>
          </p:cNvSpPr>
          <p:nvPr/>
        </p:nvSpPr>
        <p:spPr>
          <a:xfrm>
            <a:off x="7622825" y="390638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38" name="02_predicted_pose_3837">
            <a:extLst>
              <a:ext uri="{FF2B5EF4-FFF2-40B4-BE49-F238E27FC236}">
                <a16:creationId xmlns:a16="http://schemas.microsoft.com/office/drawing/2014/main" id="{E940A9B5-62F2-49BE-BE4A-FCA213A1D187}"/>
              </a:ext>
            </a:extLst>
          </p:cNvPr>
          <p:cNvSpPr>
            <a:spLocks noGrp="1"/>
          </p:cNvSpPr>
          <p:nvPr/>
        </p:nvSpPr>
        <p:spPr>
          <a:xfrm>
            <a:off x="7505789" y="395587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39" name="02_predicted_pose_3838">
            <a:extLst>
              <a:ext uri="{FF2B5EF4-FFF2-40B4-BE49-F238E27FC236}">
                <a16:creationId xmlns:a16="http://schemas.microsoft.com/office/drawing/2014/main" id="{16A88634-2793-4497-89FF-9F914089BD9E}"/>
              </a:ext>
            </a:extLst>
          </p:cNvPr>
          <p:cNvSpPr>
            <a:spLocks noGrp="1"/>
          </p:cNvSpPr>
          <p:nvPr/>
        </p:nvSpPr>
        <p:spPr>
          <a:xfrm>
            <a:off x="7604231" y="387034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40" name="02_predicted_pose_3839">
            <a:extLst>
              <a:ext uri="{FF2B5EF4-FFF2-40B4-BE49-F238E27FC236}">
                <a16:creationId xmlns:a16="http://schemas.microsoft.com/office/drawing/2014/main" id="{43B074D7-8DA9-4FB9-A950-40A1AC207DE5}"/>
              </a:ext>
            </a:extLst>
          </p:cNvPr>
          <p:cNvSpPr>
            <a:spLocks noGrp="1"/>
          </p:cNvSpPr>
          <p:nvPr/>
        </p:nvSpPr>
        <p:spPr>
          <a:xfrm>
            <a:off x="7702671" y="390081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41" name="02_predicted_pose_3840">
            <a:extLst>
              <a:ext uri="{FF2B5EF4-FFF2-40B4-BE49-F238E27FC236}">
                <a16:creationId xmlns:a16="http://schemas.microsoft.com/office/drawing/2014/main" id="{639FB43E-891A-4CB4-B6B1-C37913E0D310}"/>
              </a:ext>
            </a:extLst>
          </p:cNvPr>
          <p:cNvSpPr>
            <a:spLocks noGrp="1"/>
          </p:cNvSpPr>
          <p:nvPr/>
        </p:nvSpPr>
        <p:spPr>
          <a:xfrm>
            <a:off x="7437610" y="386627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42" name="02_predicted_pose_3841">
            <a:extLst>
              <a:ext uri="{FF2B5EF4-FFF2-40B4-BE49-F238E27FC236}">
                <a16:creationId xmlns:a16="http://schemas.microsoft.com/office/drawing/2014/main" id="{31B9B200-127D-4F76-BA1A-083522A31BE9}"/>
              </a:ext>
            </a:extLst>
          </p:cNvPr>
          <p:cNvSpPr>
            <a:spLocks noGrp="1"/>
          </p:cNvSpPr>
          <p:nvPr/>
        </p:nvSpPr>
        <p:spPr>
          <a:xfrm>
            <a:off x="7536050" y="388608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43" name="02_predicted_pose_3842">
            <a:extLst>
              <a:ext uri="{FF2B5EF4-FFF2-40B4-BE49-F238E27FC236}">
                <a16:creationId xmlns:a16="http://schemas.microsoft.com/office/drawing/2014/main" id="{EC2E26B0-7645-4360-925F-F398447C7AB2}"/>
              </a:ext>
            </a:extLst>
          </p:cNvPr>
          <p:cNvSpPr>
            <a:spLocks noGrp="1"/>
          </p:cNvSpPr>
          <p:nvPr/>
        </p:nvSpPr>
        <p:spPr>
          <a:xfrm>
            <a:off x="7634492" y="387838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44" name="02_predicted_pose_3843">
            <a:extLst>
              <a:ext uri="{FF2B5EF4-FFF2-40B4-BE49-F238E27FC236}">
                <a16:creationId xmlns:a16="http://schemas.microsoft.com/office/drawing/2014/main" id="{2F595CF5-7A1A-4AA3-9917-C0CCC36812F0}"/>
              </a:ext>
            </a:extLst>
          </p:cNvPr>
          <p:cNvSpPr>
            <a:spLocks noGrp="1"/>
          </p:cNvSpPr>
          <p:nvPr/>
        </p:nvSpPr>
        <p:spPr>
          <a:xfrm>
            <a:off x="7732933" y="384689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45" name="02_predicted_pose_3844">
            <a:extLst>
              <a:ext uri="{FF2B5EF4-FFF2-40B4-BE49-F238E27FC236}">
                <a16:creationId xmlns:a16="http://schemas.microsoft.com/office/drawing/2014/main" id="{D9F8F818-CFD7-4DA0-9D86-86D8827C0B2B}"/>
              </a:ext>
            </a:extLst>
          </p:cNvPr>
          <p:cNvSpPr>
            <a:spLocks noGrp="1"/>
          </p:cNvSpPr>
          <p:nvPr/>
        </p:nvSpPr>
        <p:spPr>
          <a:xfrm>
            <a:off x="7467871" y="392442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46" name="02_predicted_pose_3845">
            <a:extLst>
              <a:ext uri="{FF2B5EF4-FFF2-40B4-BE49-F238E27FC236}">
                <a16:creationId xmlns:a16="http://schemas.microsoft.com/office/drawing/2014/main" id="{3C5550CF-D980-4035-97B3-4A8FA5B3CDCA}"/>
              </a:ext>
            </a:extLst>
          </p:cNvPr>
          <p:cNvSpPr>
            <a:spLocks noGrp="1"/>
          </p:cNvSpPr>
          <p:nvPr/>
        </p:nvSpPr>
        <p:spPr>
          <a:xfrm>
            <a:off x="7566312" y="387069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47" name="02_predicted_pose_3846">
            <a:extLst>
              <a:ext uri="{FF2B5EF4-FFF2-40B4-BE49-F238E27FC236}">
                <a16:creationId xmlns:a16="http://schemas.microsoft.com/office/drawing/2014/main" id="{3ED2BD69-56B0-4105-944B-E7E116760127}"/>
              </a:ext>
            </a:extLst>
          </p:cNvPr>
          <p:cNvSpPr>
            <a:spLocks noGrp="1"/>
          </p:cNvSpPr>
          <p:nvPr/>
        </p:nvSpPr>
        <p:spPr>
          <a:xfrm>
            <a:off x="7664753" y="386520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48" name="02_predicted_pose_3847">
            <a:extLst>
              <a:ext uri="{FF2B5EF4-FFF2-40B4-BE49-F238E27FC236}">
                <a16:creationId xmlns:a16="http://schemas.microsoft.com/office/drawing/2014/main" id="{A8A45E96-6341-46B4-8F59-CDDEB361D9A4}"/>
              </a:ext>
            </a:extLst>
          </p:cNvPr>
          <p:cNvSpPr>
            <a:spLocks noGrp="1"/>
          </p:cNvSpPr>
          <p:nvPr/>
        </p:nvSpPr>
        <p:spPr>
          <a:xfrm>
            <a:off x="7520372" y="391632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49" name="02_predicted_pose_3848">
            <a:extLst>
              <a:ext uri="{FF2B5EF4-FFF2-40B4-BE49-F238E27FC236}">
                <a16:creationId xmlns:a16="http://schemas.microsoft.com/office/drawing/2014/main" id="{BA228868-43CE-4DE6-A686-539718F6FEFC}"/>
              </a:ext>
            </a:extLst>
          </p:cNvPr>
          <p:cNvSpPr>
            <a:spLocks noGrp="1"/>
          </p:cNvSpPr>
          <p:nvPr/>
        </p:nvSpPr>
        <p:spPr>
          <a:xfrm>
            <a:off x="7618814" y="388627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50" name="02_predicted_pose_3849">
            <a:extLst>
              <a:ext uri="{FF2B5EF4-FFF2-40B4-BE49-F238E27FC236}">
                <a16:creationId xmlns:a16="http://schemas.microsoft.com/office/drawing/2014/main" id="{7982EBA5-B6E2-4B2C-9645-0E5D3C9D7DC4}"/>
              </a:ext>
            </a:extLst>
          </p:cNvPr>
          <p:cNvSpPr>
            <a:spLocks noGrp="1"/>
          </p:cNvSpPr>
          <p:nvPr/>
        </p:nvSpPr>
        <p:spPr>
          <a:xfrm>
            <a:off x="7717255" y="387899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51" name="02_predicted_pose_3850">
            <a:extLst>
              <a:ext uri="{FF2B5EF4-FFF2-40B4-BE49-F238E27FC236}">
                <a16:creationId xmlns:a16="http://schemas.microsoft.com/office/drawing/2014/main" id="{77184095-1B5A-4F78-91EA-288A92910BA7}"/>
              </a:ext>
            </a:extLst>
          </p:cNvPr>
          <p:cNvSpPr>
            <a:spLocks noGrp="1"/>
          </p:cNvSpPr>
          <p:nvPr/>
        </p:nvSpPr>
        <p:spPr>
          <a:xfrm>
            <a:off x="7452193" y="385751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52" name="02_predicted_pose_3851">
            <a:extLst>
              <a:ext uri="{FF2B5EF4-FFF2-40B4-BE49-F238E27FC236}">
                <a16:creationId xmlns:a16="http://schemas.microsoft.com/office/drawing/2014/main" id="{05572342-9226-4899-92F4-7CCC39E9EE31}"/>
              </a:ext>
            </a:extLst>
          </p:cNvPr>
          <p:cNvSpPr>
            <a:spLocks noGrp="1"/>
          </p:cNvSpPr>
          <p:nvPr/>
        </p:nvSpPr>
        <p:spPr>
          <a:xfrm>
            <a:off x="7550634" y="384243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53" name="02_predicted_pose_3852">
            <a:extLst>
              <a:ext uri="{FF2B5EF4-FFF2-40B4-BE49-F238E27FC236}">
                <a16:creationId xmlns:a16="http://schemas.microsoft.com/office/drawing/2014/main" id="{41051C27-DB95-4BDC-921B-676F77590FF6}"/>
              </a:ext>
            </a:extLst>
          </p:cNvPr>
          <p:cNvSpPr>
            <a:spLocks noGrp="1"/>
          </p:cNvSpPr>
          <p:nvPr/>
        </p:nvSpPr>
        <p:spPr>
          <a:xfrm>
            <a:off x="7649076" y="388174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54" name="02_predicted_pose_3853">
            <a:extLst>
              <a:ext uri="{FF2B5EF4-FFF2-40B4-BE49-F238E27FC236}">
                <a16:creationId xmlns:a16="http://schemas.microsoft.com/office/drawing/2014/main" id="{0E1097E0-8652-4903-A0B2-F2F0D2169B95}"/>
              </a:ext>
            </a:extLst>
          </p:cNvPr>
          <p:cNvSpPr>
            <a:spLocks noGrp="1"/>
          </p:cNvSpPr>
          <p:nvPr/>
        </p:nvSpPr>
        <p:spPr>
          <a:xfrm>
            <a:off x="7384014" y="385066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55" name="02_predicted_pose_3854">
            <a:extLst>
              <a:ext uri="{FF2B5EF4-FFF2-40B4-BE49-F238E27FC236}">
                <a16:creationId xmlns:a16="http://schemas.microsoft.com/office/drawing/2014/main" id="{EEB39102-D970-42E5-A9C3-B559AF6AD95D}"/>
              </a:ext>
            </a:extLst>
          </p:cNvPr>
          <p:cNvSpPr>
            <a:spLocks noGrp="1"/>
          </p:cNvSpPr>
          <p:nvPr/>
        </p:nvSpPr>
        <p:spPr>
          <a:xfrm>
            <a:off x="7482455" y="385766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56" name="02_predicted_pose_3855">
            <a:extLst>
              <a:ext uri="{FF2B5EF4-FFF2-40B4-BE49-F238E27FC236}">
                <a16:creationId xmlns:a16="http://schemas.microsoft.com/office/drawing/2014/main" id="{2CB44049-A1A4-4200-9443-9620966A1BEF}"/>
              </a:ext>
            </a:extLst>
          </p:cNvPr>
          <p:cNvSpPr>
            <a:spLocks noGrp="1"/>
          </p:cNvSpPr>
          <p:nvPr/>
        </p:nvSpPr>
        <p:spPr>
          <a:xfrm>
            <a:off x="7580896" y="381587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57" name="02_predicted_pose_3856">
            <a:extLst>
              <a:ext uri="{FF2B5EF4-FFF2-40B4-BE49-F238E27FC236}">
                <a16:creationId xmlns:a16="http://schemas.microsoft.com/office/drawing/2014/main" id="{3273F6C4-3BD7-4D93-BE6D-A0C2CBBC17A1}"/>
              </a:ext>
            </a:extLst>
          </p:cNvPr>
          <p:cNvSpPr>
            <a:spLocks noGrp="1"/>
          </p:cNvSpPr>
          <p:nvPr/>
        </p:nvSpPr>
        <p:spPr>
          <a:xfrm>
            <a:off x="7679337" y="386923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58" name="02_predicted_pose_3857">
            <a:extLst>
              <a:ext uri="{FF2B5EF4-FFF2-40B4-BE49-F238E27FC236}">
                <a16:creationId xmlns:a16="http://schemas.microsoft.com/office/drawing/2014/main" id="{5DF29735-327A-434C-9580-077C84D08D47}"/>
              </a:ext>
            </a:extLst>
          </p:cNvPr>
          <p:cNvSpPr>
            <a:spLocks noGrp="1"/>
          </p:cNvSpPr>
          <p:nvPr/>
        </p:nvSpPr>
        <p:spPr>
          <a:xfrm>
            <a:off x="7534957" y="387812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59" name="02_predicted_pose_3858">
            <a:extLst>
              <a:ext uri="{FF2B5EF4-FFF2-40B4-BE49-F238E27FC236}">
                <a16:creationId xmlns:a16="http://schemas.microsoft.com/office/drawing/2014/main" id="{4B751834-F560-4F8A-BE0D-C2FCA66DA847}"/>
              </a:ext>
            </a:extLst>
          </p:cNvPr>
          <p:cNvSpPr>
            <a:spLocks noGrp="1"/>
          </p:cNvSpPr>
          <p:nvPr/>
        </p:nvSpPr>
        <p:spPr>
          <a:xfrm>
            <a:off x="7633398" y="381308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60" name="02_predicted_pose_3859">
            <a:extLst>
              <a:ext uri="{FF2B5EF4-FFF2-40B4-BE49-F238E27FC236}">
                <a16:creationId xmlns:a16="http://schemas.microsoft.com/office/drawing/2014/main" id="{71D87524-D8A8-428D-A8A8-4FE05801FB1D}"/>
              </a:ext>
            </a:extLst>
          </p:cNvPr>
          <p:cNvSpPr>
            <a:spLocks noGrp="1"/>
          </p:cNvSpPr>
          <p:nvPr/>
        </p:nvSpPr>
        <p:spPr>
          <a:xfrm>
            <a:off x="7731838" y="389403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61" name="02_predicted_pose_3860">
            <a:extLst>
              <a:ext uri="{FF2B5EF4-FFF2-40B4-BE49-F238E27FC236}">
                <a16:creationId xmlns:a16="http://schemas.microsoft.com/office/drawing/2014/main" id="{A8D88888-8B28-4286-874F-DD362B68F6D5}"/>
              </a:ext>
            </a:extLst>
          </p:cNvPr>
          <p:cNvSpPr>
            <a:spLocks noGrp="1"/>
          </p:cNvSpPr>
          <p:nvPr/>
        </p:nvSpPr>
        <p:spPr>
          <a:xfrm>
            <a:off x="7466777" y="394176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62" name="02_predicted_pose_3861">
            <a:extLst>
              <a:ext uri="{FF2B5EF4-FFF2-40B4-BE49-F238E27FC236}">
                <a16:creationId xmlns:a16="http://schemas.microsoft.com/office/drawing/2014/main" id="{3A598CE3-D990-416F-B067-26BA9294E3CD}"/>
              </a:ext>
            </a:extLst>
          </p:cNvPr>
          <p:cNvSpPr>
            <a:spLocks noGrp="1"/>
          </p:cNvSpPr>
          <p:nvPr/>
        </p:nvSpPr>
        <p:spPr>
          <a:xfrm>
            <a:off x="7565219" y="387264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63" name="02_predicted_pose_3862">
            <a:extLst>
              <a:ext uri="{FF2B5EF4-FFF2-40B4-BE49-F238E27FC236}">
                <a16:creationId xmlns:a16="http://schemas.microsoft.com/office/drawing/2014/main" id="{E9105DB5-31A6-4EEE-81CF-922053336B5D}"/>
              </a:ext>
            </a:extLst>
          </p:cNvPr>
          <p:cNvSpPr>
            <a:spLocks noGrp="1"/>
          </p:cNvSpPr>
          <p:nvPr/>
        </p:nvSpPr>
        <p:spPr>
          <a:xfrm>
            <a:off x="7663659" y="386363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64" name="02_predicted_pose_3863">
            <a:extLst>
              <a:ext uri="{FF2B5EF4-FFF2-40B4-BE49-F238E27FC236}">
                <a16:creationId xmlns:a16="http://schemas.microsoft.com/office/drawing/2014/main" id="{2F9193A3-1BF2-45AB-B68E-7C06CF67D7EF}"/>
              </a:ext>
            </a:extLst>
          </p:cNvPr>
          <p:cNvSpPr>
            <a:spLocks noGrp="1"/>
          </p:cNvSpPr>
          <p:nvPr/>
        </p:nvSpPr>
        <p:spPr>
          <a:xfrm>
            <a:off x="7398598" y="396288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65" name="02_predicted_pose_3864">
            <a:extLst>
              <a:ext uri="{FF2B5EF4-FFF2-40B4-BE49-F238E27FC236}">
                <a16:creationId xmlns:a16="http://schemas.microsoft.com/office/drawing/2014/main" id="{49795571-9B53-4BE6-8A86-E398AB71AF6F}"/>
              </a:ext>
            </a:extLst>
          </p:cNvPr>
          <p:cNvSpPr>
            <a:spLocks noGrp="1"/>
          </p:cNvSpPr>
          <p:nvPr/>
        </p:nvSpPr>
        <p:spPr>
          <a:xfrm>
            <a:off x="7497038" y="387821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66" name="02_predicted_pose_3865">
            <a:extLst>
              <a:ext uri="{FF2B5EF4-FFF2-40B4-BE49-F238E27FC236}">
                <a16:creationId xmlns:a16="http://schemas.microsoft.com/office/drawing/2014/main" id="{83E6FE0F-1701-47E8-B146-13CC565CD329}"/>
              </a:ext>
            </a:extLst>
          </p:cNvPr>
          <p:cNvSpPr>
            <a:spLocks noGrp="1"/>
          </p:cNvSpPr>
          <p:nvPr/>
        </p:nvSpPr>
        <p:spPr>
          <a:xfrm>
            <a:off x="7595480" y="386619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67" name="02_predicted_pose_3866">
            <a:extLst>
              <a:ext uri="{FF2B5EF4-FFF2-40B4-BE49-F238E27FC236}">
                <a16:creationId xmlns:a16="http://schemas.microsoft.com/office/drawing/2014/main" id="{176410A9-65DB-4994-97E7-4A0241A2095D}"/>
              </a:ext>
            </a:extLst>
          </p:cNvPr>
          <p:cNvSpPr>
            <a:spLocks noGrp="1"/>
          </p:cNvSpPr>
          <p:nvPr/>
        </p:nvSpPr>
        <p:spPr>
          <a:xfrm>
            <a:off x="7693921" y="390292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68" name="02_predicted_pose_3867">
            <a:extLst>
              <a:ext uri="{FF2B5EF4-FFF2-40B4-BE49-F238E27FC236}">
                <a16:creationId xmlns:a16="http://schemas.microsoft.com/office/drawing/2014/main" id="{58F15DC0-693F-4471-BA63-B4092C118E44}"/>
              </a:ext>
            </a:extLst>
          </p:cNvPr>
          <p:cNvSpPr>
            <a:spLocks noGrp="1"/>
          </p:cNvSpPr>
          <p:nvPr/>
        </p:nvSpPr>
        <p:spPr>
          <a:xfrm>
            <a:off x="7549541" y="387116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69" name="02_predicted_pose_3868">
            <a:extLst>
              <a:ext uri="{FF2B5EF4-FFF2-40B4-BE49-F238E27FC236}">
                <a16:creationId xmlns:a16="http://schemas.microsoft.com/office/drawing/2014/main" id="{E0CAD197-1B51-437F-82C2-9F3050480604}"/>
              </a:ext>
            </a:extLst>
          </p:cNvPr>
          <p:cNvSpPr>
            <a:spLocks noGrp="1"/>
          </p:cNvSpPr>
          <p:nvPr/>
        </p:nvSpPr>
        <p:spPr>
          <a:xfrm>
            <a:off x="7647981" y="385902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70" name="02_predicted_pose_3869">
            <a:extLst>
              <a:ext uri="{FF2B5EF4-FFF2-40B4-BE49-F238E27FC236}">
                <a16:creationId xmlns:a16="http://schemas.microsoft.com/office/drawing/2014/main" id="{60330A4C-F792-44A5-874B-60A09538571E}"/>
              </a:ext>
            </a:extLst>
          </p:cNvPr>
          <p:cNvSpPr>
            <a:spLocks noGrp="1"/>
          </p:cNvSpPr>
          <p:nvPr/>
        </p:nvSpPr>
        <p:spPr>
          <a:xfrm>
            <a:off x="7382920" y="384256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71" name="02_predicted_pose_3870">
            <a:extLst>
              <a:ext uri="{FF2B5EF4-FFF2-40B4-BE49-F238E27FC236}">
                <a16:creationId xmlns:a16="http://schemas.microsoft.com/office/drawing/2014/main" id="{2BD78398-3374-41B9-BE49-697081D53E24}"/>
              </a:ext>
            </a:extLst>
          </p:cNvPr>
          <p:cNvSpPr>
            <a:spLocks noGrp="1"/>
          </p:cNvSpPr>
          <p:nvPr/>
        </p:nvSpPr>
        <p:spPr>
          <a:xfrm>
            <a:off x="7481362" y="383621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72" name="02_predicted_pose_3871">
            <a:extLst>
              <a:ext uri="{FF2B5EF4-FFF2-40B4-BE49-F238E27FC236}">
                <a16:creationId xmlns:a16="http://schemas.microsoft.com/office/drawing/2014/main" id="{399CD023-6241-4D4F-B16F-44CA9C79E430}"/>
              </a:ext>
            </a:extLst>
          </p:cNvPr>
          <p:cNvSpPr>
            <a:spLocks noGrp="1"/>
          </p:cNvSpPr>
          <p:nvPr/>
        </p:nvSpPr>
        <p:spPr>
          <a:xfrm>
            <a:off x="7579802" y="387625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73" name="02_predicted_pose_3872">
            <a:extLst>
              <a:ext uri="{FF2B5EF4-FFF2-40B4-BE49-F238E27FC236}">
                <a16:creationId xmlns:a16="http://schemas.microsoft.com/office/drawing/2014/main" id="{B3E5A590-EEAA-40D9-84AE-8FAD611EBDAC}"/>
              </a:ext>
            </a:extLst>
          </p:cNvPr>
          <p:cNvSpPr>
            <a:spLocks noGrp="1"/>
          </p:cNvSpPr>
          <p:nvPr/>
        </p:nvSpPr>
        <p:spPr>
          <a:xfrm>
            <a:off x="7678243" y="386905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74" name="02_predicted_pose_3873">
            <a:extLst>
              <a:ext uri="{FF2B5EF4-FFF2-40B4-BE49-F238E27FC236}">
                <a16:creationId xmlns:a16="http://schemas.microsoft.com/office/drawing/2014/main" id="{C4782E4D-2E34-427F-A770-7403A1AC1775}"/>
              </a:ext>
            </a:extLst>
          </p:cNvPr>
          <p:cNvSpPr>
            <a:spLocks noGrp="1"/>
          </p:cNvSpPr>
          <p:nvPr/>
        </p:nvSpPr>
        <p:spPr>
          <a:xfrm>
            <a:off x="7413181" y="382919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75" name="02_predicted_pose_3874">
            <a:extLst>
              <a:ext uri="{FF2B5EF4-FFF2-40B4-BE49-F238E27FC236}">
                <a16:creationId xmlns:a16="http://schemas.microsoft.com/office/drawing/2014/main" id="{D66B004E-3167-41BE-AAF8-436A35A6E956}"/>
              </a:ext>
            </a:extLst>
          </p:cNvPr>
          <p:cNvSpPr>
            <a:spLocks noGrp="1"/>
          </p:cNvSpPr>
          <p:nvPr/>
        </p:nvSpPr>
        <p:spPr>
          <a:xfrm>
            <a:off x="7511623" y="385107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76" name="02_predicted_pose_3875">
            <a:extLst>
              <a:ext uri="{FF2B5EF4-FFF2-40B4-BE49-F238E27FC236}">
                <a16:creationId xmlns:a16="http://schemas.microsoft.com/office/drawing/2014/main" id="{4C574799-4A65-4C8B-87EA-005AAEE31B7B}"/>
              </a:ext>
            </a:extLst>
          </p:cNvPr>
          <p:cNvSpPr>
            <a:spLocks noGrp="1"/>
          </p:cNvSpPr>
          <p:nvPr/>
        </p:nvSpPr>
        <p:spPr>
          <a:xfrm>
            <a:off x="7610064" y="390815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77" name="02_predicted_pose_3876">
            <a:extLst>
              <a:ext uri="{FF2B5EF4-FFF2-40B4-BE49-F238E27FC236}">
                <a16:creationId xmlns:a16="http://schemas.microsoft.com/office/drawing/2014/main" id="{A84B8E3A-12A1-4128-A872-CB0DDD3196A3}"/>
              </a:ext>
            </a:extLst>
          </p:cNvPr>
          <p:cNvSpPr>
            <a:spLocks noGrp="1"/>
          </p:cNvSpPr>
          <p:nvPr/>
        </p:nvSpPr>
        <p:spPr>
          <a:xfrm>
            <a:off x="7708504" y="386861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78" name="02_predicted_pose_3877">
            <a:extLst>
              <a:ext uri="{FF2B5EF4-FFF2-40B4-BE49-F238E27FC236}">
                <a16:creationId xmlns:a16="http://schemas.microsoft.com/office/drawing/2014/main" id="{36765CB9-7BB8-422A-BFDE-ADE95D4F7BEF}"/>
              </a:ext>
            </a:extLst>
          </p:cNvPr>
          <p:cNvSpPr>
            <a:spLocks noGrp="1"/>
          </p:cNvSpPr>
          <p:nvPr/>
        </p:nvSpPr>
        <p:spPr>
          <a:xfrm>
            <a:off x="7564124" y="383404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79" name="02_predicted_pose_3878">
            <a:extLst>
              <a:ext uri="{FF2B5EF4-FFF2-40B4-BE49-F238E27FC236}">
                <a16:creationId xmlns:a16="http://schemas.microsoft.com/office/drawing/2014/main" id="{C44D7786-5E19-410F-A86A-2D3259597595}"/>
              </a:ext>
            </a:extLst>
          </p:cNvPr>
          <p:cNvSpPr>
            <a:spLocks noGrp="1"/>
          </p:cNvSpPr>
          <p:nvPr/>
        </p:nvSpPr>
        <p:spPr>
          <a:xfrm>
            <a:off x="7662565" y="394970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80" name="02_predicted_pose_3879">
            <a:extLst>
              <a:ext uri="{FF2B5EF4-FFF2-40B4-BE49-F238E27FC236}">
                <a16:creationId xmlns:a16="http://schemas.microsoft.com/office/drawing/2014/main" id="{FC3D3C2C-49FE-4EB8-A296-6B40DF247026}"/>
              </a:ext>
            </a:extLst>
          </p:cNvPr>
          <p:cNvSpPr>
            <a:spLocks noGrp="1"/>
          </p:cNvSpPr>
          <p:nvPr/>
        </p:nvSpPr>
        <p:spPr>
          <a:xfrm>
            <a:off x="7397504" y="391453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81" name="02_predicted_pose_3880">
            <a:extLst>
              <a:ext uri="{FF2B5EF4-FFF2-40B4-BE49-F238E27FC236}">
                <a16:creationId xmlns:a16="http://schemas.microsoft.com/office/drawing/2014/main" id="{7226499A-007F-48B2-8FFB-FCE539F68D15}"/>
              </a:ext>
            </a:extLst>
          </p:cNvPr>
          <p:cNvSpPr>
            <a:spLocks noGrp="1"/>
          </p:cNvSpPr>
          <p:nvPr/>
        </p:nvSpPr>
        <p:spPr>
          <a:xfrm>
            <a:off x="7495945" y="392801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82" name="02_predicted_pose_3881">
            <a:extLst>
              <a:ext uri="{FF2B5EF4-FFF2-40B4-BE49-F238E27FC236}">
                <a16:creationId xmlns:a16="http://schemas.microsoft.com/office/drawing/2014/main" id="{06DE9C8C-6212-4332-982E-A2B97DF23C69}"/>
              </a:ext>
            </a:extLst>
          </p:cNvPr>
          <p:cNvSpPr>
            <a:spLocks noGrp="1"/>
          </p:cNvSpPr>
          <p:nvPr/>
        </p:nvSpPr>
        <p:spPr>
          <a:xfrm>
            <a:off x="7594386" y="391344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83" name="02_predicted_pose_3882">
            <a:extLst>
              <a:ext uri="{FF2B5EF4-FFF2-40B4-BE49-F238E27FC236}">
                <a16:creationId xmlns:a16="http://schemas.microsoft.com/office/drawing/2014/main" id="{9B049F50-5630-48F1-AEF2-9D465AB5B9FD}"/>
              </a:ext>
            </a:extLst>
          </p:cNvPr>
          <p:cNvSpPr>
            <a:spLocks noGrp="1"/>
          </p:cNvSpPr>
          <p:nvPr/>
        </p:nvSpPr>
        <p:spPr>
          <a:xfrm>
            <a:off x="7692826" y="391625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84" name="02_predicted_pose_3883">
            <a:extLst>
              <a:ext uri="{FF2B5EF4-FFF2-40B4-BE49-F238E27FC236}">
                <a16:creationId xmlns:a16="http://schemas.microsoft.com/office/drawing/2014/main" id="{BFF7BDEF-E902-49DD-AD16-47ADD7989244}"/>
              </a:ext>
            </a:extLst>
          </p:cNvPr>
          <p:cNvSpPr>
            <a:spLocks noGrp="1"/>
          </p:cNvSpPr>
          <p:nvPr/>
        </p:nvSpPr>
        <p:spPr>
          <a:xfrm>
            <a:off x="7427766" y="387174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85" name="02_predicted_pose_3884">
            <a:extLst>
              <a:ext uri="{FF2B5EF4-FFF2-40B4-BE49-F238E27FC236}">
                <a16:creationId xmlns:a16="http://schemas.microsoft.com/office/drawing/2014/main" id="{721A0C88-310B-4BA7-84BA-2093D95FD555}"/>
              </a:ext>
            </a:extLst>
          </p:cNvPr>
          <p:cNvSpPr>
            <a:spLocks noGrp="1"/>
          </p:cNvSpPr>
          <p:nvPr/>
        </p:nvSpPr>
        <p:spPr>
          <a:xfrm>
            <a:off x="7526207" y="390256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86" name="02_predicted_pose_3885">
            <a:extLst>
              <a:ext uri="{FF2B5EF4-FFF2-40B4-BE49-F238E27FC236}">
                <a16:creationId xmlns:a16="http://schemas.microsoft.com/office/drawing/2014/main" id="{D6ABFCF2-AD16-463E-848B-1C9ADBAA4F91}"/>
              </a:ext>
            </a:extLst>
          </p:cNvPr>
          <p:cNvSpPr>
            <a:spLocks noGrp="1"/>
          </p:cNvSpPr>
          <p:nvPr/>
        </p:nvSpPr>
        <p:spPr>
          <a:xfrm>
            <a:off x="7624647" y="388727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87" name="02_predicted_pose_3886">
            <a:extLst>
              <a:ext uri="{FF2B5EF4-FFF2-40B4-BE49-F238E27FC236}">
                <a16:creationId xmlns:a16="http://schemas.microsoft.com/office/drawing/2014/main" id="{6D8E5A98-EDE9-45E5-89CA-D1F75A0623A4}"/>
              </a:ext>
            </a:extLst>
          </p:cNvPr>
          <p:cNvSpPr>
            <a:spLocks noGrp="1"/>
          </p:cNvSpPr>
          <p:nvPr/>
        </p:nvSpPr>
        <p:spPr>
          <a:xfrm>
            <a:off x="7723089" y="390719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88" name="02_predicted_pose_3887">
            <a:extLst>
              <a:ext uri="{FF2B5EF4-FFF2-40B4-BE49-F238E27FC236}">
                <a16:creationId xmlns:a16="http://schemas.microsoft.com/office/drawing/2014/main" id="{668C008C-B272-4FF1-A632-99BA468F7348}"/>
              </a:ext>
            </a:extLst>
          </p:cNvPr>
          <p:cNvSpPr>
            <a:spLocks noGrp="1"/>
          </p:cNvSpPr>
          <p:nvPr/>
        </p:nvSpPr>
        <p:spPr>
          <a:xfrm>
            <a:off x="7677150" y="389162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89" name="02_predicted_pose_3888">
            <a:extLst>
              <a:ext uri="{FF2B5EF4-FFF2-40B4-BE49-F238E27FC236}">
                <a16:creationId xmlns:a16="http://schemas.microsoft.com/office/drawing/2014/main" id="{9C6D4EA7-65D4-4E1A-853A-841D28360670}"/>
              </a:ext>
            </a:extLst>
          </p:cNvPr>
          <p:cNvSpPr>
            <a:spLocks noGrp="1"/>
          </p:cNvSpPr>
          <p:nvPr/>
        </p:nvSpPr>
        <p:spPr>
          <a:xfrm>
            <a:off x="7412088" y="386359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90" name="02_predicted_pose_3889">
            <a:extLst>
              <a:ext uri="{FF2B5EF4-FFF2-40B4-BE49-F238E27FC236}">
                <a16:creationId xmlns:a16="http://schemas.microsoft.com/office/drawing/2014/main" id="{0FAEB00B-B48E-403C-AB87-0E39AD4554A3}"/>
              </a:ext>
            </a:extLst>
          </p:cNvPr>
          <p:cNvSpPr>
            <a:spLocks noGrp="1"/>
          </p:cNvSpPr>
          <p:nvPr/>
        </p:nvSpPr>
        <p:spPr>
          <a:xfrm>
            <a:off x="7510529" y="386950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91" name="02_predicted_pose_3890">
            <a:extLst>
              <a:ext uri="{FF2B5EF4-FFF2-40B4-BE49-F238E27FC236}">
                <a16:creationId xmlns:a16="http://schemas.microsoft.com/office/drawing/2014/main" id="{D7666314-56D9-49A3-8B62-2B533F30A30F}"/>
              </a:ext>
            </a:extLst>
          </p:cNvPr>
          <p:cNvSpPr>
            <a:spLocks noGrp="1"/>
          </p:cNvSpPr>
          <p:nvPr/>
        </p:nvSpPr>
        <p:spPr>
          <a:xfrm>
            <a:off x="7608969" y="387589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92" name="02_predicted_pose_3891">
            <a:extLst>
              <a:ext uri="{FF2B5EF4-FFF2-40B4-BE49-F238E27FC236}">
                <a16:creationId xmlns:a16="http://schemas.microsoft.com/office/drawing/2014/main" id="{A75B6C72-D2BD-45DD-9866-D48BC36C3D1A}"/>
              </a:ext>
            </a:extLst>
          </p:cNvPr>
          <p:cNvSpPr>
            <a:spLocks noGrp="1"/>
          </p:cNvSpPr>
          <p:nvPr/>
        </p:nvSpPr>
        <p:spPr>
          <a:xfrm>
            <a:off x="7707411" y="387887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93" name="02_predicted_pose_3892">
            <a:extLst>
              <a:ext uri="{FF2B5EF4-FFF2-40B4-BE49-F238E27FC236}">
                <a16:creationId xmlns:a16="http://schemas.microsoft.com/office/drawing/2014/main" id="{A21A73E2-34DA-4C20-9F88-4EB611B8B2AA}"/>
              </a:ext>
            </a:extLst>
          </p:cNvPr>
          <p:cNvSpPr>
            <a:spLocks noGrp="1"/>
          </p:cNvSpPr>
          <p:nvPr/>
        </p:nvSpPr>
        <p:spPr>
          <a:xfrm>
            <a:off x="7442350" y="388187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94" name="02_predicted_pose_3893">
            <a:extLst>
              <a:ext uri="{FF2B5EF4-FFF2-40B4-BE49-F238E27FC236}">
                <a16:creationId xmlns:a16="http://schemas.microsoft.com/office/drawing/2014/main" id="{1E829229-EC13-4D4E-B3EE-2507DB9DDF7D}"/>
              </a:ext>
            </a:extLst>
          </p:cNvPr>
          <p:cNvSpPr>
            <a:spLocks noGrp="1"/>
          </p:cNvSpPr>
          <p:nvPr/>
        </p:nvSpPr>
        <p:spPr>
          <a:xfrm>
            <a:off x="7540790" y="386320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95" name="02_predicted_pose_3894">
            <a:extLst>
              <a:ext uri="{FF2B5EF4-FFF2-40B4-BE49-F238E27FC236}">
                <a16:creationId xmlns:a16="http://schemas.microsoft.com/office/drawing/2014/main" id="{6631E1C4-550D-4980-8A92-29306F025889}"/>
              </a:ext>
            </a:extLst>
          </p:cNvPr>
          <p:cNvSpPr>
            <a:spLocks noGrp="1"/>
          </p:cNvSpPr>
          <p:nvPr/>
        </p:nvSpPr>
        <p:spPr>
          <a:xfrm>
            <a:off x="7639231" y="389401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96" name="02_predicted_pose_3895">
            <a:extLst>
              <a:ext uri="{FF2B5EF4-FFF2-40B4-BE49-F238E27FC236}">
                <a16:creationId xmlns:a16="http://schemas.microsoft.com/office/drawing/2014/main" id="{B5253768-B2BF-4EAC-BF5F-42B39075AD81}"/>
              </a:ext>
            </a:extLst>
          </p:cNvPr>
          <p:cNvSpPr>
            <a:spLocks noGrp="1"/>
          </p:cNvSpPr>
          <p:nvPr/>
        </p:nvSpPr>
        <p:spPr>
          <a:xfrm>
            <a:off x="7374170" y="388955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97" name="02_predicted_pose_3896">
            <a:extLst>
              <a:ext uri="{FF2B5EF4-FFF2-40B4-BE49-F238E27FC236}">
                <a16:creationId xmlns:a16="http://schemas.microsoft.com/office/drawing/2014/main" id="{D7E88316-FA67-4332-9763-ED67001612BE}"/>
              </a:ext>
            </a:extLst>
          </p:cNvPr>
          <p:cNvSpPr>
            <a:spLocks noGrp="1"/>
          </p:cNvSpPr>
          <p:nvPr/>
        </p:nvSpPr>
        <p:spPr>
          <a:xfrm>
            <a:off x="7593293" y="382842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98" name="02_predicted_pose_3897">
            <a:extLst>
              <a:ext uri="{FF2B5EF4-FFF2-40B4-BE49-F238E27FC236}">
                <a16:creationId xmlns:a16="http://schemas.microsoft.com/office/drawing/2014/main" id="{2895CA2A-10E2-4216-8FA4-889D0F38CD28}"/>
              </a:ext>
            </a:extLst>
          </p:cNvPr>
          <p:cNvSpPr>
            <a:spLocks noGrp="1"/>
          </p:cNvSpPr>
          <p:nvPr/>
        </p:nvSpPr>
        <p:spPr>
          <a:xfrm>
            <a:off x="7691733" y="387420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99" name="02_predicted_pose_3898">
            <a:extLst>
              <a:ext uri="{FF2B5EF4-FFF2-40B4-BE49-F238E27FC236}">
                <a16:creationId xmlns:a16="http://schemas.microsoft.com/office/drawing/2014/main" id="{ADD19878-21EE-42F2-8EE2-458903C61CF1}"/>
              </a:ext>
            </a:extLst>
          </p:cNvPr>
          <p:cNvSpPr>
            <a:spLocks noGrp="1"/>
          </p:cNvSpPr>
          <p:nvPr/>
        </p:nvSpPr>
        <p:spPr>
          <a:xfrm>
            <a:off x="7426672" y="387598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00" name="02_predicted_pose_3899">
            <a:extLst>
              <a:ext uri="{FF2B5EF4-FFF2-40B4-BE49-F238E27FC236}">
                <a16:creationId xmlns:a16="http://schemas.microsoft.com/office/drawing/2014/main" id="{39B7D6DB-6899-4B14-8C5B-8F702CFA5692}"/>
              </a:ext>
            </a:extLst>
          </p:cNvPr>
          <p:cNvSpPr>
            <a:spLocks noGrp="1"/>
          </p:cNvSpPr>
          <p:nvPr/>
        </p:nvSpPr>
        <p:spPr>
          <a:xfrm>
            <a:off x="7525112" y="392615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01" name="02_predicted_pose_3900">
            <a:extLst>
              <a:ext uri="{FF2B5EF4-FFF2-40B4-BE49-F238E27FC236}">
                <a16:creationId xmlns:a16="http://schemas.microsoft.com/office/drawing/2014/main" id="{C37BBFF0-43E6-4D98-BC36-3C133BDD5C72}"/>
              </a:ext>
            </a:extLst>
          </p:cNvPr>
          <p:cNvSpPr>
            <a:spLocks noGrp="1"/>
          </p:cNvSpPr>
          <p:nvPr/>
        </p:nvSpPr>
        <p:spPr>
          <a:xfrm>
            <a:off x="7623554" y="385606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02" name="02_predicted_pose_3901">
            <a:extLst>
              <a:ext uri="{FF2B5EF4-FFF2-40B4-BE49-F238E27FC236}">
                <a16:creationId xmlns:a16="http://schemas.microsoft.com/office/drawing/2014/main" id="{A6226611-D923-487A-94F3-0AEF719A98F3}"/>
              </a:ext>
            </a:extLst>
          </p:cNvPr>
          <p:cNvSpPr>
            <a:spLocks noGrp="1"/>
          </p:cNvSpPr>
          <p:nvPr/>
        </p:nvSpPr>
        <p:spPr>
          <a:xfrm>
            <a:off x="7721995" y="382703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03" name="02_predicted_pose_3902">
            <a:extLst>
              <a:ext uri="{FF2B5EF4-FFF2-40B4-BE49-F238E27FC236}">
                <a16:creationId xmlns:a16="http://schemas.microsoft.com/office/drawing/2014/main" id="{436FAFCB-37AE-459C-9890-5800B55C7650}"/>
              </a:ext>
            </a:extLst>
          </p:cNvPr>
          <p:cNvSpPr>
            <a:spLocks noGrp="1"/>
          </p:cNvSpPr>
          <p:nvPr/>
        </p:nvSpPr>
        <p:spPr>
          <a:xfrm>
            <a:off x="7456933" y="389135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04" name="02_predicted_pose_3903">
            <a:extLst>
              <a:ext uri="{FF2B5EF4-FFF2-40B4-BE49-F238E27FC236}">
                <a16:creationId xmlns:a16="http://schemas.microsoft.com/office/drawing/2014/main" id="{23A358C8-72AD-4D0E-9213-C9C9F8ABF37A}"/>
              </a:ext>
            </a:extLst>
          </p:cNvPr>
          <p:cNvSpPr>
            <a:spLocks noGrp="1"/>
          </p:cNvSpPr>
          <p:nvPr/>
        </p:nvSpPr>
        <p:spPr>
          <a:xfrm>
            <a:off x="7555374" y="385303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05" name="02_predicted_pose_3904">
            <a:extLst>
              <a:ext uri="{FF2B5EF4-FFF2-40B4-BE49-F238E27FC236}">
                <a16:creationId xmlns:a16="http://schemas.microsoft.com/office/drawing/2014/main" id="{9CD34AA8-1A57-42CD-8DF4-2521519B2CD5}"/>
              </a:ext>
            </a:extLst>
          </p:cNvPr>
          <p:cNvSpPr>
            <a:spLocks noGrp="1"/>
          </p:cNvSpPr>
          <p:nvPr/>
        </p:nvSpPr>
        <p:spPr>
          <a:xfrm>
            <a:off x="7517456" y="385510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06" name="02_predicted_pose_3905">
            <a:extLst>
              <a:ext uri="{FF2B5EF4-FFF2-40B4-BE49-F238E27FC236}">
                <a16:creationId xmlns:a16="http://schemas.microsoft.com/office/drawing/2014/main" id="{13DCDC6F-DA62-401C-BFAE-DFA029538E5E}"/>
              </a:ext>
            </a:extLst>
          </p:cNvPr>
          <p:cNvSpPr>
            <a:spLocks noGrp="1"/>
          </p:cNvSpPr>
          <p:nvPr/>
        </p:nvSpPr>
        <p:spPr>
          <a:xfrm>
            <a:off x="7532040" y="387336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07" name="02_predicted_pose_3906">
            <a:extLst>
              <a:ext uri="{FF2B5EF4-FFF2-40B4-BE49-F238E27FC236}">
                <a16:creationId xmlns:a16="http://schemas.microsoft.com/office/drawing/2014/main" id="{2E521EE3-3D53-4281-9C88-EBA7C1AF1BF7}"/>
              </a:ext>
            </a:extLst>
          </p:cNvPr>
          <p:cNvSpPr>
            <a:spLocks noGrp="1"/>
          </p:cNvSpPr>
          <p:nvPr/>
        </p:nvSpPr>
        <p:spPr>
          <a:xfrm>
            <a:off x="7508705" y="384843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08" name="02_predicted_pose_3907">
            <a:extLst>
              <a:ext uri="{FF2B5EF4-FFF2-40B4-BE49-F238E27FC236}">
                <a16:creationId xmlns:a16="http://schemas.microsoft.com/office/drawing/2014/main" id="{09F2D437-083D-47B8-8D86-9395C3C1D3E2}"/>
              </a:ext>
            </a:extLst>
          </p:cNvPr>
          <p:cNvSpPr>
            <a:spLocks noGrp="1"/>
          </p:cNvSpPr>
          <p:nvPr/>
        </p:nvSpPr>
        <p:spPr>
          <a:xfrm>
            <a:off x="7537874" y="399954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09" name="02_predicted_pose_3908">
            <a:extLst>
              <a:ext uri="{FF2B5EF4-FFF2-40B4-BE49-F238E27FC236}">
                <a16:creationId xmlns:a16="http://schemas.microsoft.com/office/drawing/2014/main" id="{3D12416B-0B40-46D2-AAEA-34231ADF3AD5}"/>
              </a:ext>
            </a:extLst>
          </p:cNvPr>
          <p:cNvSpPr>
            <a:spLocks noGrp="1"/>
          </p:cNvSpPr>
          <p:nvPr/>
        </p:nvSpPr>
        <p:spPr>
          <a:xfrm>
            <a:off x="7567041" y="394453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10" name="02_predicted_pose_3909">
            <a:extLst>
              <a:ext uri="{FF2B5EF4-FFF2-40B4-BE49-F238E27FC236}">
                <a16:creationId xmlns:a16="http://schemas.microsoft.com/office/drawing/2014/main" id="{7936E921-1291-46AA-A527-82C055BFFFE9}"/>
              </a:ext>
            </a:extLst>
          </p:cNvPr>
          <p:cNvSpPr>
            <a:spLocks noGrp="1"/>
          </p:cNvSpPr>
          <p:nvPr/>
        </p:nvSpPr>
        <p:spPr>
          <a:xfrm>
            <a:off x="7548447" y="383921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11" name="02_predicted_pose_3910">
            <a:extLst>
              <a:ext uri="{FF2B5EF4-FFF2-40B4-BE49-F238E27FC236}">
                <a16:creationId xmlns:a16="http://schemas.microsoft.com/office/drawing/2014/main" id="{D0273B5F-4C0D-477D-AFA5-93D2D7DE2181}"/>
              </a:ext>
            </a:extLst>
          </p:cNvPr>
          <p:cNvSpPr>
            <a:spLocks noGrp="1"/>
          </p:cNvSpPr>
          <p:nvPr/>
        </p:nvSpPr>
        <p:spPr>
          <a:xfrm>
            <a:off x="7381827" y="394225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12" name="02_predicted_pose_3911">
            <a:extLst>
              <a:ext uri="{FF2B5EF4-FFF2-40B4-BE49-F238E27FC236}">
                <a16:creationId xmlns:a16="http://schemas.microsoft.com/office/drawing/2014/main" id="{E22D1596-B916-4AC6-84CE-AD783A90556C}"/>
              </a:ext>
            </a:extLst>
          </p:cNvPr>
          <p:cNvSpPr>
            <a:spLocks noGrp="1"/>
          </p:cNvSpPr>
          <p:nvPr/>
        </p:nvSpPr>
        <p:spPr>
          <a:xfrm>
            <a:off x="7578708" y="396874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13" name="02_predicted_pose_3912">
            <a:extLst>
              <a:ext uri="{FF2B5EF4-FFF2-40B4-BE49-F238E27FC236}">
                <a16:creationId xmlns:a16="http://schemas.microsoft.com/office/drawing/2014/main" id="{CC376BEA-AFCC-4B20-B96F-4F2387AC1F43}"/>
              </a:ext>
            </a:extLst>
          </p:cNvPr>
          <p:cNvSpPr>
            <a:spLocks noGrp="1"/>
          </p:cNvSpPr>
          <p:nvPr/>
        </p:nvSpPr>
        <p:spPr>
          <a:xfrm>
            <a:off x="7412088" y="398093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14" name="02_predicted_pose_3913">
            <a:extLst>
              <a:ext uri="{FF2B5EF4-FFF2-40B4-BE49-F238E27FC236}">
                <a16:creationId xmlns:a16="http://schemas.microsoft.com/office/drawing/2014/main" id="{5C0FD59E-E9CF-47A0-A9DC-F6590449F574}"/>
              </a:ext>
            </a:extLst>
          </p:cNvPr>
          <p:cNvSpPr>
            <a:spLocks noGrp="1"/>
          </p:cNvSpPr>
          <p:nvPr/>
        </p:nvSpPr>
        <p:spPr>
          <a:xfrm>
            <a:off x="7557926" y="410093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15" name="02_predicted_pose_3914">
            <a:extLst>
              <a:ext uri="{FF2B5EF4-FFF2-40B4-BE49-F238E27FC236}">
                <a16:creationId xmlns:a16="http://schemas.microsoft.com/office/drawing/2014/main" id="{EFCCF612-FFC8-4361-A9F7-4880FDC3AEB1}"/>
              </a:ext>
            </a:extLst>
          </p:cNvPr>
          <p:cNvSpPr>
            <a:spLocks noGrp="1"/>
          </p:cNvSpPr>
          <p:nvPr/>
        </p:nvSpPr>
        <p:spPr>
          <a:xfrm>
            <a:off x="7572510" y="401133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16" name="02_predicted_pose_3915">
            <a:extLst>
              <a:ext uri="{FF2B5EF4-FFF2-40B4-BE49-F238E27FC236}">
                <a16:creationId xmlns:a16="http://schemas.microsoft.com/office/drawing/2014/main" id="{4BCC528D-32BA-4EF1-9D3F-4172044ECE87}"/>
              </a:ext>
            </a:extLst>
          </p:cNvPr>
          <p:cNvSpPr>
            <a:spLocks noGrp="1"/>
          </p:cNvSpPr>
          <p:nvPr/>
        </p:nvSpPr>
        <p:spPr>
          <a:xfrm>
            <a:off x="7616262" y="385435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17" name="02_predicted_pose_3916">
            <a:extLst>
              <a:ext uri="{FF2B5EF4-FFF2-40B4-BE49-F238E27FC236}">
                <a16:creationId xmlns:a16="http://schemas.microsoft.com/office/drawing/2014/main" id="{BA43FFAC-F799-43F7-8BAC-7FA3D46A33E7}"/>
              </a:ext>
            </a:extLst>
          </p:cNvPr>
          <p:cNvSpPr>
            <a:spLocks noGrp="1"/>
          </p:cNvSpPr>
          <p:nvPr/>
        </p:nvSpPr>
        <p:spPr>
          <a:xfrm>
            <a:off x="7630845" y="400607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18" name="02_predicted_pose_3917">
            <a:extLst>
              <a:ext uri="{FF2B5EF4-FFF2-40B4-BE49-F238E27FC236}">
                <a16:creationId xmlns:a16="http://schemas.microsoft.com/office/drawing/2014/main" id="{4AF72732-74E6-49C4-A429-392AAEC174E3}"/>
              </a:ext>
            </a:extLst>
          </p:cNvPr>
          <p:cNvSpPr>
            <a:spLocks noGrp="1"/>
          </p:cNvSpPr>
          <p:nvPr/>
        </p:nvSpPr>
        <p:spPr>
          <a:xfrm>
            <a:off x="7674597" y="407834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19" name="02_predicted_pose_3918">
            <a:extLst>
              <a:ext uri="{FF2B5EF4-FFF2-40B4-BE49-F238E27FC236}">
                <a16:creationId xmlns:a16="http://schemas.microsoft.com/office/drawing/2014/main" id="{BE13F06A-AB2C-4049-ABF9-589D2D53D81D}"/>
              </a:ext>
            </a:extLst>
          </p:cNvPr>
          <p:cNvSpPr>
            <a:spLocks noGrp="1"/>
          </p:cNvSpPr>
          <p:nvPr/>
        </p:nvSpPr>
        <p:spPr>
          <a:xfrm>
            <a:off x="7689181" y="410820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20" name="02_predicted_pose_3919">
            <a:extLst>
              <a:ext uri="{FF2B5EF4-FFF2-40B4-BE49-F238E27FC236}">
                <a16:creationId xmlns:a16="http://schemas.microsoft.com/office/drawing/2014/main" id="{BA7A6A72-9B81-418C-BD3B-D1756C0D436D}"/>
              </a:ext>
            </a:extLst>
          </p:cNvPr>
          <p:cNvSpPr>
            <a:spLocks noGrp="1"/>
          </p:cNvSpPr>
          <p:nvPr/>
        </p:nvSpPr>
        <p:spPr>
          <a:xfrm>
            <a:off x="7405525" y="412926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21" name="02_predicted_pose_3920">
            <a:extLst>
              <a:ext uri="{FF2B5EF4-FFF2-40B4-BE49-F238E27FC236}">
                <a16:creationId xmlns:a16="http://schemas.microsoft.com/office/drawing/2014/main" id="{85161F24-F758-425D-815D-1C0DF2D6F9F7}"/>
              </a:ext>
            </a:extLst>
          </p:cNvPr>
          <p:cNvSpPr>
            <a:spLocks noGrp="1"/>
          </p:cNvSpPr>
          <p:nvPr/>
        </p:nvSpPr>
        <p:spPr>
          <a:xfrm>
            <a:off x="7503967" y="396668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22" name="02_predicted_pose_3921">
            <a:extLst>
              <a:ext uri="{FF2B5EF4-FFF2-40B4-BE49-F238E27FC236}">
                <a16:creationId xmlns:a16="http://schemas.microsoft.com/office/drawing/2014/main" id="{69B239A4-557C-4132-A22E-A6A16D2C4335}"/>
              </a:ext>
            </a:extLst>
          </p:cNvPr>
          <p:cNvSpPr>
            <a:spLocks noGrp="1"/>
          </p:cNvSpPr>
          <p:nvPr/>
        </p:nvSpPr>
        <p:spPr>
          <a:xfrm>
            <a:off x="7435786" y="381410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23" name="02_predicted_pose_3922">
            <a:extLst>
              <a:ext uri="{FF2B5EF4-FFF2-40B4-BE49-F238E27FC236}">
                <a16:creationId xmlns:a16="http://schemas.microsoft.com/office/drawing/2014/main" id="{1FD5787E-5EE6-40AB-8626-CB834B528AA3}"/>
              </a:ext>
            </a:extLst>
          </p:cNvPr>
          <p:cNvSpPr>
            <a:spLocks noGrp="1"/>
          </p:cNvSpPr>
          <p:nvPr/>
        </p:nvSpPr>
        <p:spPr>
          <a:xfrm>
            <a:off x="7534228" y="380284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24" name="02_predicted_pose_3923">
            <a:extLst>
              <a:ext uri="{FF2B5EF4-FFF2-40B4-BE49-F238E27FC236}">
                <a16:creationId xmlns:a16="http://schemas.microsoft.com/office/drawing/2014/main" id="{CC7E37D9-0BFC-48BC-8295-49FF3584CCFF}"/>
              </a:ext>
            </a:extLst>
          </p:cNvPr>
          <p:cNvSpPr>
            <a:spLocks noGrp="1"/>
          </p:cNvSpPr>
          <p:nvPr/>
        </p:nvSpPr>
        <p:spPr>
          <a:xfrm>
            <a:off x="7586364" y="392904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25" name="02_predicted_pose_3924">
            <a:extLst>
              <a:ext uri="{FF2B5EF4-FFF2-40B4-BE49-F238E27FC236}">
                <a16:creationId xmlns:a16="http://schemas.microsoft.com/office/drawing/2014/main" id="{0D39EB18-5D81-4E8A-93A6-344830B7CE2B}"/>
              </a:ext>
            </a:extLst>
          </p:cNvPr>
          <p:cNvSpPr>
            <a:spLocks noGrp="1"/>
          </p:cNvSpPr>
          <p:nvPr/>
        </p:nvSpPr>
        <p:spPr>
          <a:xfrm>
            <a:off x="7414275" y="395512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26" name="02_predicted_pose_3925">
            <a:extLst>
              <a:ext uri="{FF2B5EF4-FFF2-40B4-BE49-F238E27FC236}">
                <a16:creationId xmlns:a16="http://schemas.microsoft.com/office/drawing/2014/main" id="{EF875566-97AB-47BC-9BC0-2B474695E414}"/>
              </a:ext>
            </a:extLst>
          </p:cNvPr>
          <p:cNvSpPr>
            <a:spLocks noGrp="1"/>
          </p:cNvSpPr>
          <p:nvPr/>
        </p:nvSpPr>
        <p:spPr>
          <a:xfrm>
            <a:off x="7443443" y="404984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27" name="02_predicted_pose_3926">
            <a:extLst>
              <a:ext uri="{FF2B5EF4-FFF2-40B4-BE49-F238E27FC236}">
                <a16:creationId xmlns:a16="http://schemas.microsoft.com/office/drawing/2014/main" id="{3E105477-FE86-4964-962D-B7AE4C0A5511}"/>
              </a:ext>
            </a:extLst>
          </p:cNvPr>
          <p:cNvSpPr>
            <a:spLocks noGrp="1"/>
          </p:cNvSpPr>
          <p:nvPr/>
        </p:nvSpPr>
        <p:spPr>
          <a:xfrm>
            <a:off x="7682619" y="380450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28" name="02_predicted_pose_3927">
            <a:extLst>
              <a:ext uri="{FF2B5EF4-FFF2-40B4-BE49-F238E27FC236}">
                <a16:creationId xmlns:a16="http://schemas.microsoft.com/office/drawing/2014/main" id="{6CC83377-6F10-4843-B004-6F34952F01DE}"/>
              </a:ext>
            </a:extLst>
          </p:cNvPr>
          <p:cNvSpPr>
            <a:spLocks noGrp="1"/>
          </p:cNvSpPr>
          <p:nvPr/>
        </p:nvSpPr>
        <p:spPr>
          <a:xfrm>
            <a:off x="7549541" y="377869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29" name="02_predicted_pose_3928">
            <a:extLst>
              <a:ext uri="{FF2B5EF4-FFF2-40B4-BE49-F238E27FC236}">
                <a16:creationId xmlns:a16="http://schemas.microsoft.com/office/drawing/2014/main" id="{F5C8DB3C-7BB7-4F15-A49F-6572649530C4}"/>
              </a:ext>
            </a:extLst>
          </p:cNvPr>
          <p:cNvSpPr>
            <a:spLocks noGrp="1"/>
          </p:cNvSpPr>
          <p:nvPr/>
        </p:nvSpPr>
        <p:spPr>
          <a:xfrm>
            <a:off x="7420838" y="388659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30" name="02_predicted_pose_3929">
            <a:extLst>
              <a:ext uri="{FF2B5EF4-FFF2-40B4-BE49-F238E27FC236}">
                <a16:creationId xmlns:a16="http://schemas.microsoft.com/office/drawing/2014/main" id="{ABBD28F8-E99A-4349-9B6C-883C10B5EBE1}"/>
              </a:ext>
            </a:extLst>
          </p:cNvPr>
          <p:cNvSpPr>
            <a:spLocks noGrp="1"/>
          </p:cNvSpPr>
          <p:nvPr/>
        </p:nvSpPr>
        <p:spPr>
          <a:xfrm>
            <a:off x="7464589" y="378675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31" name="02_predicted_pose_3930">
            <a:extLst>
              <a:ext uri="{FF2B5EF4-FFF2-40B4-BE49-F238E27FC236}">
                <a16:creationId xmlns:a16="http://schemas.microsoft.com/office/drawing/2014/main" id="{F3BCF095-B10D-4042-9A8F-DEB23FE7A926}"/>
              </a:ext>
            </a:extLst>
          </p:cNvPr>
          <p:cNvSpPr>
            <a:spLocks noGrp="1"/>
          </p:cNvSpPr>
          <p:nvPr/>
        </p:nvSpPr>
        <p:spPr>
          <a:xfrm>
            <a:off x="7508341" y="378732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32" name="02_predicted_pose_3931">
            <a:extLst>
              <a:ext uri="{FF2B5EF4-FFF2-40B4-BE49-F238E27FC236}">
                <a16:creationId xmlns:a16="http://schemas.microsoft.com/office/drawing/2014/main" id="{F2F4057C-580E-4571-949A-D7ABB27822FF}"/>
              </a:ext>
            </a:extLst>
          </p:cNvPr>
          <p:cNvSpPr>
            <a:spLocks noGrp="1"/>
          </p:cNvSpPr>
          <p:nvPr/>
        </p:nvSpPr>
        <p:spPr>
          <a:xfrm>
            <a:off x="7692826" y="361917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33" name="02_predicted_pose_3932">
            <a:extLst>
              <a:ext uri="{FF2B5EF4-FFF2-40B4-BE49-F238E27FC236}">
                <a16:creationId xmlns:a16="http://schemas.microsoft.com/office/drawing/2014/main" id="{33F81367-058A-44EE-82D5-2AC81CBFDF83}"/>
              </a:ext>
            </a:extLst>
          </p:cNvPr>
          <p:cNvSpPr>
            <a:spLocks noGrp="1"/>
          </p:cNvSpPr>
          <p:nvPr/>
        </p:nvSpPr>
        <p:spPr>
          <a:xfrm>
            <a:off x="7373076" y="366743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34" name="02_predicted_pose_3933">
            <a:extLst>
              <a:ext uri="{FF2B5EF4-FFF2-40B4-BE49-F238E27FC236}">
                <a16:creationId xmlns:a16="http://schemas.microsoft.com/office/drawing/2014/main" id="{046E5FD4-CD1C-4C58-A03A-D9207057BEF3}"/>
              </a:ext>
            </a:extLst>
          </p:cNvPr>
          <p:cNvSpPr>
            <a:spLocks noGrp="1"/>
          </p:cNvSpPr>
          <p:nvPr/>
        </p:nvSpPr>
        <p:spPr>
          <a:xfrm>
            <a:off x="7595115" y="349670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35" name="02_predicted_pose_3934">
            <a:extLst>
              <a:ext uri="{FF2B5EF4-FFF2-40B4-BE49-F238E27FC236}">
                <a16:creationId xmlns:a16="http://schemas.microsoft.com/office/drawing/2014/main" id="{3FCCD2F7-946A-4427-9A4F-17960C60DA78}"/>
              </a:ext>
            </a:extLst>
          </p:cNvPr>
          <p:cNvSpPr>
            <a:spLocks noGrp="1"/>
          </p:cNvSpPr>
          <p:nvPr/>
        </p:nvSpPr>
        <p:spPr>
          <a:xfrm>
            <a:off x="7693557" y="326478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36" name="02_predicted_pose_3935">
            <a:extLst>
              <a:ext uri="{FF2B5EF4-FFF2-40B4-BE49-F238E27FC236}">
                <a16:creationId xmlns:a16="http://schemas.microsoft.com/office/drawing/2014/main" id="{8422DC9A-B7BB-4D9E-8AC5-4B7AE6BC8D0D}"/>
              </a:ext>
            </a:extLst>
          </p:cNvPr>
          <p:cNvSpPr>
            <a:spLocks noGrp="1"/>
          </p:cNvSpPr>
          <p:nvPr/>
        </p:nvSpPr>
        <p:spPr>
          <a:xfrm>
            <a:off x="7514539" y="317731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37" name="02_predicted_pose_3936">
            <a:extLst>
              <a:ext uri="{FF2B5EF4-FFF2-40B4-BE49-F238E27FC236}">
                <a16:creationId xmlns:a16="http://schemas.microsoft.com/office/drawing/2014/main" id="{93B5B0BE-E130-4873-B629-DC44539588DD}"/>
              </a:ext>
            </a:extLst>
          </p:cNvPr>
          <p:cNvSpPr>
            <a:spLocks noGrp="1"/>
          </p:cNvSpPr>
          <p:nvPr/>
        </p:nvSpPr>
        <p:spPr>
          <a:xfrm>
            <a:off x="7529123" y="371798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38" name="02_predicted_pose_3937">
            <a:extLst>
              <a:ext uri="{FF2B5EF4-FFF2-40B4-BE49-F238E27FC236}">
                <a16:creationId xmlns:a16="http://schemas.microsoft.com/office/drawing/2014/main" id="{BF949F93-29D6-4743-B6D4-239E5B2AE2DF}"/>
              </a:ext>
            </a:extLst>
          </p:cNvPr>
          <p:cNvSpPr>
            <a:spLocks noGrp="1"/>
          </p:cNvSpPr>
          <p:nvPr/>
        </p:nvSpPr>
        <p:spPr>
          <a:xfrm>
            <a:off x="7446360" y="352064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39" name="02_predicted_pose_3938">
            <a:extLst>
              <a:ext uri="{FF2B5EF4-FFF2-40B4-BE49-F238E27FC236}">
                <a16:creationId xmlns:a16="http://schemas.microsoft.com/office/drawing/2014/main" id="{2E16DDFB-9CBF-4A93-9F51-A9F655557A48}"/>
              </a:ext>
            </a:extLst>
          </p:cNvPr>
          <p:cNvSpPr>
            <a:spLocks noGrp="1"/>
          </p:cNvSpPr>
          <p:nvPr/>
        </p:nvSpPr>
        <p:spPr>
          <a:xfrm>
            <a:off x="7460944" y="367681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40" name="02_predicted_pose_3939">
            <a:extLst>
              <a:ext uri="{FF2B5EF4-FFF2-40B4-BE49-F238E27FC236}">
                <a16:creationId xmlns:a16="http://schemas.microsoft.com/office/drawing/2014/main" id="{6F348C1A-C9D7-442F-AFF5-80C657DE0C60}"/>
              </a:ext>
            </a:extLst>
          </p:cNvPr>
          <p:cNvSpPr>
            <a:spLocks noGrp="1"/>
          </p:cNvSpPr>
          <p:nvPr/>
        </p:nvSpPr>
        <p:spPr>
          <a:xfrm>
            <a:off x="7475527" y="352498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41" name="02_predicted_pose_3940">
            <a:extLst>
              <a:ext uri="{FF2B5EF4-FFF2-40B4-BE49-F238E27FC236}">
                <a16:creationId xmlns:a16="http://schemas.microsoft.com/office/drawing/2014/main" id="{AA908985-A75A-4B6C-9B2F-C0779C3F2D1C}"/>
              </a:ext>
            </a:extLst>
          </p:cNvPr>
          <p:cNvSpPr>
            <a:spLocks noGrp="1"/>
          </p:cNvSpPr>
          <p:nvPr/>
        </p:nvSpPr>
        <p:spPr>
          <a:xfrm>
            <a:off x="7490111" y="367966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42" name="02_predicted_pose_3941">
            <a:extLst>
              <a:ext uri="{FF2B5EF4-FFF2-40B4-BE49-F238E27FC236}">
                <a16:creationId xmlns:a16="http://schemas.microsoft.com/office/drawing/2014/main" id="{FDBC512F-F81C-4570-B691-8968ECF836B4}"/>
              </a:ext>
            </a:extLst>
          </p:cNvPr>
          <p:cNvSpPr>
            <a:spLocks noGrp="1"/>
          </p:cNvSpPr>
          <p:nvPr/>
        </p:nvSpPr>
        <p:spPr>
          <a:xfrm>
            <a:off x="7504696" y="351548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43" name="02_predicted_pose_3942">
            <a:extLst>
              <a:ext uri="{FF2B5EF4-FFF2-40B4-BE49-F238E27FC236}">
                <a16:creationId xmlns:a16="http://schemas.microsoft.com/office/drawing/2014/main" id="{774000A1-192F-4B33-9F65-A2EDDE15A587}"/>
              </a:ext>
            </a:extLst>
          </p:cNvPr>
          <p:cNvSpPr>
            <a:spLocks noGrp="1"/>
          </p:cNvSpPr>
          <p:nvPr/>
        </p:nvSpPr>
        <p:spPr>
          <a:xfrm>
            <a:off x="7519279" y="350861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44" name="02_predicted_pose_3943">
            <a:extLst>
              <a:ext uri="{FF2B5EF4-FFF2-40B4-BE49-F238E27FC236}">
                <a16:creationId xmlns:a16="http://schemas.microsoft.com/office/drawing/2014/main" id="{F845E3B6-AC17-4592-9494-DB80A93AD265}"/>
              </a:ext>
            </a:extLst>
          </p:cNvPr>
          <p:cNvSpPr>
            <a:spLocks noGrp="1"/>
          </p:cNvSpPr>
          <p:nvPr/>
        </p:nvSpPr>
        <p:spPr>
          <a:xfrm>
            <a:off x="7533863" y="352636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45" name="02_predicted_pose_3944">
            <a:extLst>
              <a:ext uri="{FF2B5EF4-FFF2-40B4-BE49-F238E27FC236}">
                <a16:creationId xmlns:a16="http://schemas.microsoft.com/office/drawing/2014/main" id="{458618DE-02F9-4335-BAC1-7C9B79A5D8D3}"/>
              </a:ext>
            </a:extLst>
          </p:cNvPr>
          <p:cNvSpPr>
            <a:spLocks noGrp="1"/>
          </p:cNvSpPr>
          <p:nvPr/>
        </p:nvSpPr>
        <p:spPr>
          <a:xfrm>
            <a:off x="7548447" y="362990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46" name="02_predicted_pose_3945">
            <a:extLst>
              <a:ext uri="{FF2B5EF4-FFF2-40B4-BE49-F238E27FC236}">
                <a16:creationId xmlns:a16="http://schemas.microsoft.com/office/drawing/2014/main" id="{4D6AE1AE-5191-48A4-A9C5-718D77366379}"/>
              </a:ext>
            </a:extLst>
          </p:cNvPr>
          <p:cNvSpPr>
            <a:spLocks noGrp="1"/>
          </p:cNvSpPr>
          <p:nvPr/>
        </p:nvSpPr>
        <p:spPr>
          <a:xfrm>
            <a:off x="7563031" y="350860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47" name="02_predicted_pose_3946">
            <a:extLst>
              <a:ext uri="{FF2B5EF4-FFF2-40B4-BE49-F238E27FC236}">
                <a16:creationId xmlns:a16="http://schemas.microsoft.com/office/drawing/2014/main" id="{4A2603EA-C7D7-4F7E-8B63-1E1583EFBA94}"/>
              </a:ext>
            </a:extLst>
          </p:cNvPr>
          <p:cNvSpPr>
            <a:spLocks noGrp="1"/>
          </p:cNvSpPr>
          <p:nvPr/>
        </p:nvSpPr>
        <p:spPr>
          <a:xfrm>
            <a:off x="7577615" y="378618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48" name="02_predicted_pose_3947">
            <a:extLst>
              <a:ext uri="{FF2B5EF4-FFF2-40B4-BE49-F238E27FC236}">
                <a16:creationId xmlns:a16="http://schemas.microsoft.com/office/drawing/2014/main" id="{467A40DF-362C-4084-88F2-1E6CF9004D6B}"/>
              </a:ext>
            </a:extLst>
          </p:cNvPr>
          <p:cNvSpPr>
            <a:spLocks noGrp="1"/>
          </p:cNvSpPr>
          <p:nvPr/>
        </p:nvSpPr>
        <p:spPr>
          <a:xfrm>
            <a:off x="7460579" y="359685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49" name="02_predicted_pose_3948">
            <a:extLst>
              <a:ext uri="{FF2B5EF4-FFF2-40B4-BE49-F238E27FC236}">
                <a16:creationId xmlns:a16="http://schemas.microsoft.com/office/drawing/2014/main" id="{F436966D-9B16-47BA-B9AD-BCF0CE99B925}"/>
              </a:ext>
            </a:extLst>
          </p:cNvPr>
          <p:cNvSpPr>
            <a:spLocks noGrp="1"/>
          </p:cNvSpPr>
          <p:nvPr/>
        </p:nvSpPr>
        <p:spPr>
          <a:xfrm>
            <a:off x="7662930" y="402456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50" name="02_predicted_pose_3949">
            <a:extLst>
              <a:ext uri="{FF2B5EF4-FFF2-40B4-BE49-F238E27FC236}">
                <a16:creationId xmlns:a16="http://schemas.microsoft.com/office/drawing/2014/main" id="{BBC2EF0B-1884-45A3-9E56-F06DA09F18D8}"/>
              </a:ext>
            </a:extLst>
          </p:cNvPr>
          <p:cNvSpPr>
            <a:spLocks noGrp="1"/>
          </p:cNvSpPr>
          <p:nvPr/>
        </p:nvSpPr>
        <p:spPr>
          <a:xfrm>
            <a:off x="7526571" y="402828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51" name="02_predicted_pose_3950">
            <a:extLst>
              <a:ext uri="{FF2B5EF4-FFF2-40B4-BE49-F238E27FC236}">
                <a16:creationId xmlns:a16="http://schemas.microsoft.com/office/drawing/2014/main" id="{95ED0B91-AC6F-47EC-998C-0055B44F7465}"/>
              </a:ext>
            </a:extLst>
          </p:cNvPr>
          <p:cNvSpPr>
            <a:spLocks noGrp="1"/>
          </p:cNvSpPr>
          <p:nvPr/>
        </p:nvSpPr>
        <p:spPr>
          <a:xfrm>
            <a:off x="7412452" y="398070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52" name="02_predicted_pose_3951">
            <a:extLst>
              <a:ext uri="{FF2B5EF4-FFF2-40B4-BE49-F238E27FC236}">
                <a16:creationId xmlns:a16="http://schemas.microsoft.com/office/drawing/2014/main" id="{22241C74-7E6C-490D-9BE4-38650B9FCB7C}"/>
              </a:ext>
            </a:extLst>
          </p:cNvPr>
          <p:cNvSpPr>
            <a:spLocks noGrp="1"/>
          </p:cNvSpPr>
          <p:nvPr/>
        </p:nvSpPr>
        <p:spPr>
          <a:xfrm>
            <a:off x="7541155" y="402809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53" name="02_predicted_pose_3952">
            <a:extLst>
              <a:ext uri="{FF2B5EF4-FFF2-40B4-BE49-F238E27FC236}">
                <a16:creationId xmlns:a16="http://schemas.microsoft.com/office/drawing/2014/main" id="{DD62FBCF-744C-4A06-A2E6-BF2442F44CD9}"/>
              </a:ext>
            </a:extLst>
          </p:cNvPr>
          <p:cNvSpPr>
            <a:spLocks noGrp="1"/>
          </p:cNvSpPr>
          <p:nvPr/>
        </p:nvSpPr>
        <p:spPr>
          <a:xfrm>
            <a:off x="7654545" y="377566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54" name="02_predicted_pose_3953">
            <a:extLst>
              <a:ext uri="{FF2B5EF4-FFF2-40B4-BE49-F238E27FC236}">
                <a16:creationId xmlns:a16="http://schemas.microsoft.com/office/drawing/2014/main" id="{095F75DD-80CA-4DEF-A09D-130EE268D0B1}"/>
              </a:ext>
            </a:extLst>
          </p:cNvPr>
          <p:cNvSpPr>
            <a:spLocks noGrp="1"/>
          </p:cNvSpPr>
          <p:nvPr/>
        </p:nvSpPr>
        <p:spPr>
          <a:xfrm>
            <a:off x="7712880" y="382212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55" name="02_predicted_pose_3954">
            <a:extLst>
              <a:ext uri="{FF2B5EF4-FFF2-40B4-BE49-F238E27FC236}">
                <a16:creationId xmlns:a16="http://schemas.microsoft.com/office/drawing/2014/main" id="{F58BDFF8-E580-466C-ADB5-C24B230DFF32}"/>
              </a:ext>
            </a:extLst>
          </p:cNvPr>
          <p:cNvSpPr>
            <a:spLocks noGrp="1"/>
          </p:cNvSpPr>
          <p:nvPr/>
        </p:nvSpPr>
        <p:spPr>
          <a:xfrm>
            <a:off x="7494122" y="356140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56" name="02_predicted_pose_3955">
            <a:extLst>
              <a:ext uri="{FF2B5EF4-FFF2-40B4-BE49-F238E27FC236}">
                <a16:creationId xmlns:a16="http://schemas.microsoft.com/office/drawing/2014/main" id="{54D57E77-B974-4EE9-A2EF-ED9140948752}"/>
              </a:ext>
            </a:extLst>
          </p:cNvPr>
          <p:cNvSpPr>
            <a:spLocks noGrp="1"/>
          </p:cNvSpPr>
          <p:nvPr/>
        </p:nvSpPr>
        <p:spPr>
          <a:xfrm>
            <a:off x="7523290" y="354822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57" name="02_predicted_pose_3956">
            <a:extLst>
              <a:ext uri="{FF2B5EF4-FFF2-40B4-BE49-F238E27FC236}">
                <a16:creationId xmlns:a16="http://schemas.microsoft.com/office/drawing/2014/main" id="{68549E9F-4ACF-4FBB-B94F-27D147C39D1C}"/>
              </a:ext>
            </a:extLst>
          </p:cNvPr>
          <p:cNvSpPr>
            <a:spLocks noGrp="1"/>
          </p:cNvSpPr>
          <p:nvPr/>
        </p:nvSpPr>
        <p:spPr>
          <a:xfrm>
            <a:off x="7567041" y="355945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58" name="02_predicted_pose_3957">
            <a:extLst>
              <a:ext uri="{FF2B5EF4-FFF2-40B4-BE49-F238E27FC236}">
                <a16:creationId xmlns:a16="http://schemas.microsoft.com/office/drawing/2014/main" id="{E6BCFDDB-6C63-44DA-BC51-A2A7F5C28243}"/>
              </a:ext>
            </a:extLst>
          </p:cNvPr>
          <p:cNvSpPr>
            <a:spLocks noGrp="1"/>
          </p:cNvSpPr>
          <p:nvPr/>
        </p:nvSpPr>
        <p:spPr>
          <a:xfrm>
            <a:off x="7596209" y="355368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59" name="02_predicted_pose_3958">
            <a:extLst>
              <a:ext uri="{FF2B5EF4-FFF2-40B4-BE49-F238E27FC236}">
                <a16:creationId xmlns:a16="http://schemas.microsoft.com/office/drawing/2014/main" id="{9A76AD2B-1326-43B0-85B7-1ADC74F498A6}"/>
              </a:ext>
            </a:extLst>
          </p:cNvPr>
          <p:cNvSpPr>
            <a:spLocks noGrp="1"/>
          </p:cNvSpPr>
          <p:nvPr/>
        </p:nvSpPr>
        <p:spPr>
          <a:xfrm>
            <a:off x="7610793" y="356122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60" name="02_predicted_pose_3959">
            <a:extLst>
              <a:ext uri="{FF2B5EF4-FFF2-40B4-BE49-F238E27FC236}">
                <a16:creationId xmlns:a16="http://schemas.microsoft.com/office/drawing/2014/main" id="{782C8E3E-D4C7-4C72-8C31-66CAE4DDFF65}"/>
              </a:ext>
            </a:extLst>
          </p:cNvPr>
          <p:cNvSpPr>
            <a:spLocks noGrp="1"/>
          </p:cNvSpPr>
          <p:nvPr/>
        </p:nvSpPr>
        <p:spPr>
          <a:xfrm>
            <a:off x="7508341" y="356626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61" name="02_predicted_pose_3960">
            <a:extLst>
              <a:ext uri="{FF2B5EF4-FFF2-40B4-BE49-F238E27FC236}">
                <a16:creationId xmlns:a16="http://schemas.microsoft.com/office/drawing/2014/main" id="{D5D9A526-F63A-433D-9322-C2FE56A57571}"/>
              </a:ext>
            </a:extLst>
          </p:cNvPr>
          <p:cNvSpPr>
            <a:spLocks noGrp="1"/>
          </p:cNvSpPr>
          <p:nvPr/>
        </p:nvSpPr>
        <p:spPr>
          <a:xfrm>
            <a:off x="7616991" y="393073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62" name="02_predicted_pose_3961">
            <a:extLst>
              <a:ext uri="{FF2B5EF4-FFF2-40B4-BE49-F238E27FC236}">
                <a16:creationId xmlns:a16="http://schemas.microsoft.com/office/drawing/2014/main" id="{CBEE92EC-2AD7-470D-96F4-3CB78C7D6E5F}"/>
              </a:ext>
            </a:extLst>
          </p:cNvPr>
          <p:cNvSpPr>
            <a:spLocks noGrp="1"/>
          </p:cNvSpPr>
          <p:nvPr/>
        </p:nvSpPr>
        <p:spPr>
          <a:xfrm>
            <a:off x="7646159" y="391723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63" name="02_predicted_pose_3962">
            <a:extLst>
              <a:ext uri="{FF2B5EF4-FFF2-40B4-BE49-F238E27FC236}">
                <a16:creationId xmlns:a16="http://schemas.microsoft.com/office/drawing/2014/main" id="{028FD568-503F-4A0A-BF43-4A83457FE038}"/>
              </a:ext>
            </a:extLst>
          </p:cNvPr>
          <p:cNvSpPr>
            <a:spLocks noGrp="1"/>
          </p:cNvSpPr>
          <p:nvPr/>
        </p:nvSpPr>
        <p:spPr>
          <a:xfrm>
            <a:off x="7675326" y="386877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64" name="02_predicted_pose_3963">
            <a:extLst>
              <a:ext uri="{FF2B5EF4-FFF2-40B4-BE49-F238E27FC236}">
                <a16:creationId xmlns:a16="http://schemas.microsoft.com/office/drawing/2014/main" id="{C7D7D3F6-5EEA-4E2E-9B4C-D548F3B43A78}"/>
              </a:ext>
            </a:extLst>
          </p:cNvPr>
          <p:cNvSpPr>
            <a:spLocks noGrp="1"/>
          </p:cNvSpPr>
          <p:nvPr/>
        </p:nvSpPr>
        <p:spPr>
          <a:xfrm>
            <a:off x="7704494" y="388526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65" name="02_predicted_pose_3964">
            <a:extLst>
              <a:ext uri="{FF2B5EF4-FFF2-40B4-BE49-F238E27FC236}">
                <a16:creationId xmlns:a16="http://schemas.microsoft.com/office/drawing/2014/main" id="{FD5D30AC-AD60-4149-B962-6E9891800A55}"/>
              </a:ext>
            </a:extLst>
          </p:cNvPr>
          <p:cNvSpPr>
            <a:spLocks noGrp="1"/>
          </p:cNvSpPr>
          <p:nvPr/>
        </p:nvSpPr>
        <p:spPr>
          <a:xfrm>
            <a:off x="7451100" y="386597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66" name="02_predicted_pose_3965">
            <a:extLst>
              <a:ext uri="{FF2B5EF4-FFF2-40B4-BE49-F238E27FC236}">
                <a16:creationId xmlns:a16="http://schemas.microsoft.com/office/drawing/2014/main" id="{A2D27E2D-81C5-41DF-A123-292F3BE95132}"/>
              </a:ext>
            </a:extLst>
          </p:cNvPr>
          <p:cNvSpPr>
            <a:spLocks noGrp="1"/>
          </p:cNvSpPr>
          <p:nvPr/>
        </p:nvSpPr>
        <p:spPr>
          <a:xfrm>
            <a:off x="7460215" y="403045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67" name="02_predicted_pose_3966">
            <a:extLst>
              <a:ext uri="{FF2B5EF4-FFF2-40B4-BE49-F238E27FC236}">
                <a16:creationId xmlns:a16="http://schemas.microsoft.com/office/drawing/2014/main" id="{FD1B170D-E5E7-413D-AEAD-9393F3C8C8C9}"/>
              </a:ext>
            </a:extLst>
          </p:cNvPr>
          <p:cNvSpPr>
            <a:spLocks noGrp="1"/>
          </p:cNvSpPr>
          <p:nvPr/>
        </p:nvSpPr>
        <p:spPr>
          <a:xfrm>
            <a:off x="7474798" y="396144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68" name="02_predicted_pose_3967">
            <a:extLst>
              <a:ext uri="{FF2B5EF4-FFF2-40B4-BE49-F238E27FC236}">
                <a16:creationId xmlns:a16="http://schemas.microsoft.com/office/drawing/2014/main" id="{8C7AA9CD-8E5E-47AD-897B-4BD9892BF3AC}"/>
              </a:ext>
            </a:extLst>
          </p:cNvPr>
          <p:cNvSpPr>
            <a:spLocks noGrp="1"/>
          </p:cNvSpPr>
          <p:nvPr/>
        </p:nvSpPr>
        <p:spPr>
          <a:xfrm>
            <a:off x="7503967" y="397322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69" name="02_predicted_pose_3968">
            <a:extLst>
              <a:ext uri="{FF2B5EF4-FFF2-40B4-BE49-F238E27FC236}">
                <a16:creationId xmlns:a16="http://schemas.microsoft.com/office/drawing/2014/main" id="{FAAC16F7-8239-4A97-B960-9BA545C5D86A}"/>
              </a:ext>
            </a:extLst>
          </p:cNvPr>
          <p:cNvSpPr>
            <a:spLocks noGrp="1"/>
          </p:cNvSpPr>
          <p:nvPr/>
        </p:nvSpPr>
        <p:spPr>
          <a:xfrm>
            <a:off x="7533134" y="393326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70" name="02_predicted_pose_3969">
            <a:extLst>
              <a:ext uri="{FF2B5EF4-FFF2-40B4-BE49-F238E27FC236}">
                <a16:creationId xmlns:a16="http://schemas.microsoft.com/office/drawing/2014/main" id="{A21AB204-6DA2-4487-A240-DD9957B5ACDD}"/>
              </a:ext>
            </a:extLst>
          </p:cNvPr>
          <p:cNvSpPr>
            <a:spLocks noGrp="1"/>
          </p:cNvSpPr>
          <p:nvPr/>
        </p:nvSpPr>
        <p:spPr>
          <a:xfrm>
            <a:off x="7562301" y="400547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71" name="02_predicted_pose_3970">
            <a:extLst>
              <a:ext uri="{FF2B5EF4-FFF2-40B4-BE49-F238E27FC236}">
                <a16:creationId xmlns:a16="http://schemas.microsoft.com/office/drawing/2014/main" id="{63254328-F1A8-4BC9-8471-C60DFF30A3A3}"/>
              </a:ext>
            </a:extLst>
          </p:cNvPr>
          <p:cNvSpPr>
            <a:spLocks noGrp="1"/>
          </p:cNvSpPr>
          <p:nvPr/>
        </p:nvSpPr>
        <p:spPr>
          <a:xfrm>
            <a:off x="7588553" y="312868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72" name="02_predicted_pose_3971">
            <a:extLst>
              <a:ext uri="{FF2B5EF4-FFF2-40B4-BE49-F238E27FC236}">
                <a16:creationId xmlns:a16="http://schemas.microsoft.com/office/drawing/2014/main" id="{D56971CA-84DA-4030-BAD0-7A4BC91C274A}"/>
              </a:ext>
            </a:extLst>
          </p:cNvPr>
          <p:cNvSpPr>
            <a:spLocks noGrp="1"/>
          </p:cNvSpPr>
          <p:nvPr/>
        </p:nvSpPr>
        <p:spPr>
          <a:xfrm>
            <a:off x="7603136" y="315614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73" name="02_predicted_pose_3972">
            <a:extLst>
              <a:ext uri="{FF2B5EF4-FFF2-40B4-BE49-F238E27FC236}">
                <a16:creationId xmlns:a16="http://schemas.microsoft.com/office/drawing/2014/main" id="{38D5D9CE-D7F7-4092-A1CD-5D726E38E7F6}"/>
              </a:ext>
            </a:extLst>
          </p:cNvPr>
          <p:cNvSpPr>
            <a:spLocks noGrp="1"/>
          </p:cNvSpPr>
          <p:nvPr/>
        </p:nvSpPr>
        <p:spPr>
          <a:xfrm>
            <a:off x="7530217" y="386757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74" name="02_predicted_pose_3973">
            <a:extLst>
              <a:ext uri="{FF2B5EF4-FFF2-40B4-BE49-F238E27FC236}">
                <a16:creationId xmlns:a16="http://schemas.microsoft.com/office/drawing/2014/main" id="{0425C02E-76C1-4939-9427-D3D84A2347A3}"/>
              </a:ext>
            </a:extLst>
          </p:cNvPr>
          <p:cNvSpPr>
            <a:spLocks noGrp="1"/>
          </p:cNvSpPr>
          <p:nvPr/>
        </p:nvSpPr>
        <p:spPr>
          <a:xfrm>
            <a:off x="7474434" y="390594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75" name="02_predicted_pose_3974">
            <a:extLst>
              <a:ext uri="{FF2B5EF4-FFF2-40B4-BE49-F238E27FC236}">
                <a16:creationId xmlns:a16="http://schemas.microsoft.com/office/drawing/2014/main" id="{DAADFB8D-44D0-456B-90AB-54E0F3D87E31}"/>
              </a:ext>
            </a:extLst>
          </p:cNvPr>
          <p:cNvSpPr>
            <a:spLocks noGrp="1"/>
          </p:cNvSpPr>
          <p:nvPr/>
        </p:nvSpPr>
        <p:spPr>
          <a:xfrm>
            <a:off x="7386201" y="375759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76" name="02_predicted_pose_3975">
            <a:extLst>
              <a:ext uri="{FF2B5EF4-FFF2-40B4-BE49-F238E27FC236}">
                <a16:creationId xmlns:a16="http://schemas.microsoft.com/office/drawing/2014/main" id="{69B63FE6-68D3-4627-B76C-80330F5F8F61}"/>
              </a:ext>
            </a:extLst>
          </p:cNvPr>
          <p:cNvSpPr>
            <a:spLocks noGrp="1"/>
          </p:cNvSpPr>
          <p:nvPr/>
        </p:nvSpPr>
        <p:spPr>
          <a:xfrm>
            <a:off x="7644336" y="372170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77" name="02_predicted_pose_3976">
            <a:extLst>
              <a:ext uri="{FF2B5EF4-FFF2-40B4-BE49-F238E27FC236}">
                <a16:creationId xmlns:a16="http://schemas.microsoft.com/office/drawing/2014/main" id="{2D15420B-08E6-461F-B6D2-A0B28A7E127A}"/>
              </a:ext>
            </a:extLst>
          </p:cNvPr>
          <p:cNvSpPr>
            <a:spLocks noGrp="1"/>
          </p:cNvSpPr>
          <p:nvPr/>
        </p:nvSpPr>
        <p:spPr>
          <a:xfrm>
            <a:off x="7598762" y="292635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78" name="02_predicted_pose_3977">
            <a:extLst>
              <a:ext uri="{FF2B5EF4-FFF2-40B4-BE49-F238E27FC236}">
                <a16:creationId xmlns:a16="http://schemas.microsoft.com/office/drawing/2014/main" id="{396FE6EA-FD81-4C3B-84D0-244486946857}"/>
              </a:ext>
            </a:extLst>
          </p:cNvPr>
          <p:cNvSpPr>
            <a:spLocks noGrp="1"/>
          </p:cNvSpPr>
          <p:nvPr/>
        </p:nvSpPr>
        <p:spPr>
          <a:xfrm>
            <a:off x="7613345" y="289056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79" name="02_predicted_pose_3978">
            <a:extLst>
              <a:ext uri="{FF2B5EF4-FFF2-40B4-BE49-F238E27FC236}">
                <a16:creationId xmlns:a16="http://schemas.microsoft.com/office/drawing/2014/main" id="{A40DFA65-1AEE-402D-AAC3-2C332E0B9301}"/>
              </a:ext>
            </a:extLst>
          </p:cNvPr>
          <p:cNvSpPr>
            <a:spLocks noGrp="1"/>
          </p:cNvSpPr>
          <p:nvPr/>
        </p:nvSpPr>
        <p:spPr>
          <a:xfrm>
            <a:off x="7408077" y="380707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80" name="02_predicted_pose_3979">
            <a:extLst>
              <a:ext uri="{FF2B5EF4-FFF2-40B4-BE49-F238E27FC236}">
                <a16:creationId xmlns:a16="http://schemas.microsoft.com/office/drawing/2014/main" id="{F63E6DBE-600F-4EFB-B004-4EF0391440E2}"/>
              </a:ext>
            </a:extLst>
          </p:cNvPr>
          <p:cNvSpPr>
            <a:spLocks noGrp="1"/>
          </p:cNvSpPr>
          <p:nvPr/>
        </p:nvSpPr>
        <p:spPr>
          <a:xfrm>
            <a:off x="7599126" y="375639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81" name="02_predicted_pose_3980">
            <a:extLst>
              <a:ext uri="{FF2B5EF4-FFF2-40B4-BE49-F238E27FC236}">
                <a16:creationId xmlns:a16="http://schemas.microsoft.com/office/drawing/2014/main" id="{2DF952B5-C8D7-47B3-9E0B-43E9ED07E569}"/>
              </a:ext>
            </a:extLst>
          </p:cNvPr>
          <p:cNvSpPr>
            <a:spLocks noGrp="1"/>
          </p:cNvSpPr>
          <p:nvPr/>
        </p:nvSpPr>
        <p:spPr>
          <a:xfrm>
            <a:off x="7613709" y="374536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82" name="02_predicted_pose_3981">
            <a:extLst>
              <a:ext uri="{FF2B5EF4-FFF2-40B4-BE49-F238E27FC236}">
                <a16:creationId xmlns:a16="http://schemas.microsoft.com/office/drawing/2014/main" id="{52156F15-5109-40BB-986F-9998E598E845}"/>
              </a:ext>
            </a:extLst>
          </p:cNvPr>
          <p:cNvSpPr>
            <a:spLocks noGrp="1"/>
          </p:cNvSpPr>
          <p:nvPr/>
        </p:nvSpPr>
        <p:spPr>
          <a:xfrm>
            <a:off x="7628294" y="372075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83" name="02_predicted_pose_3982">
            <a:extLst>
              <a:ext uri="{FF2B5EF4-FFF2-40B4-BE49-F238E27FC236}">
                <a16:creationId xmlns:a16="http://schemas.microsoft.com/office/drawing/2014/main" id="{7705799E-EC82-4AFF-99E2-855D80B066D7}"/>
              </a:ext>
            </a:extLst>
          </p:cNvPr>
          <p:cNvSpPr>
            <a:spLocks noGrp="1"/>
          </p:cNvSpPr>
          <p:nvPr/>
        </p:nvSpPr>
        <p:spPr>
          <a:xfrm>
            <a:off x="7642878" y="341717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84" name="02_predicted_pose_3983">
            <a:extLst>
              <a:ext uri="{FF2B5EF4-FFF2-40B4-BE49-F238E27FC236}">
                <a16:creationId xmlns:a16="http://schemas.microsoft.com/office/drawing/2014/main" id="{290254FA-A7EE-4664-AECA-F612DB82E7E2}"/>
              </a:ext>
            </a:extLst>
          </p:cNvPr>
          <p:cNvSpPr>
            <a:spLocks noGrp="1"/>
          </p:cNvSpPr>
          <p:nvPr/>
        </p:nvSpPr>
        <p:spPr>
          <a:xfrm>
            <a:off x="7657461" y="376197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85" name="02_predicted_pose_3984">
            <a:extLst>
              <a:ext uri="{FF2B5EF4-FFF2-40B4-BE49-F238E27FC236}">
                <a16:creationId xmlns:a16="http://schemas.microsoft.com/office/drawing/2014/main" id="{AFF6EBEF-8D7E-4E8C-BDD1-DB0610F35E48}"/>
              </a:ext>
            </a:extLst>
          </p:cNvPr>
          <p:cNvSpPr>
            <a:spLocks noGrp="1"/>
          </p:cNvSpPr>
          <p:nvPr/>
        </p:nvSpPr>
        <p:spPr>
          <a:xfrm>
            <a:off x="7474069" y="381125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86" name="02_predicted_pose_3985">
            <a:extLst>
              <a:ext uri="{FF2B5EF4-FFF2-40B4-BE49-F238E27FC236}">
                <a16:creationId xmlns:a16="http://schemas.microsoft.com/office/drawing/2014/main" id="{70909FAD-283C-48CF-8850-F107AAAFF01F}"/>
              </a:ext>
            </a:extLst>
          </p:cNvPr>
          <p:cNvSpPr>
            <a:spLocks noGrp="1"/>
          </p:cNvSpPr>
          <p:nvPr/>
        </p:nvSpPr>
        <p:spPr>
          <a:xfrm>
            <a:off x="7562301" y="388700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87" name="02_predicted_pose_3986">
            <a:extLst>
              <a:ext uri="{FF2B5EF4-FFF2-40B4-BE49-F238E27FC236}">
                <a16:creationId xmlns:a16="http://schemas.microsoft.com/office/drawing/2014/main" id="{859D2860-536A-4272-9C69-534451A2F297}"/>
              </a:ext>
            </a:extLst>
          </p:cNvPr>
          <p:cNvSpPr>
            <a:spLocks noGrp="1"/>
          </p:cNvSpPr>
          <p:nvPr/>
        </p:nvSpPr>
        <p:spPr>
          <a:xfrm>
            <a:off x="7591469" y="394782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88" name="02_predicted_pose_3987">
            <a:extLst>
              <a:ext uri="{FF2B5EF4-FFF2-40B4-BE49-F238E27FC236}">
                <a16:creationId xmlns:a16="http://schemas.microsoft.com/office/drawing/2014/main" id="{0C5E6A9C-9753-4694-91DA-63B7C92A13F3}"/>
              </a:ext>
            </a:extLst>
          </p:cNvPr>
          <p:cNvSpPr>
            <a:spLocks noGrp="1"/>
          </p:cNvSpPr>
          <p:nvPr/>
        </p:nvSpPr>
        <p:spPr>
          <a:xfrm>
            <a:off x="7620636" y="391387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89" name="02_predicted_pose_3988">
            <a:extLst>
              <a:ext uri="{FF2B5EF4-FFF2-40B4-BE49-F238E27FC236}">
                <a16:creationId xmlns:a16="http://schemas.microsoft.com/office/drawing/2014/main" id="{F7168F60-13F9-4D49-94CF-D7F23A8DD1A5}"/>
              </a:ext>
            </a:extLst>
          </p:cNvPr>
          <p:cNvSpPr>
            <a:spLocks noGrp="1"/>
          </p:cNvSpPr>
          <p:nvPr/>
        </p:nvSpPr>
        <p:spPr>
          <a:xfrm>
            <a:off x="7649805" y="398737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90" name="02_predicted_pose_3989">
            <a:extLst>
              <a:ext uri="{FF2B5EF4-FFF2-40B4-BE49-F238E27FC236}">
                <a16:creationId xmlns:a16="http://schemas.microsoft.com/office/drawing/2014/main" id="{3487F6A3-4916-4344-93CE-EC9F729E504B}"/>
              </a:ext>
            </a:extLst>
          </p:cNvPr>
          <p:cNvSpPr>
            <a:spLocks noGrp="1"/>
          </p:cNvSpPr>
          <p:nvPr/>
        </p:nvSpPr>
        <p:spPr>
          <a:xfrm>
            <a:off x="7734391" y="383204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91" name="02_predicted_pose_3990">
            <a:extLst>
              <a:ext uri="{FF2B5EF4-FFF2-40B4-BE49-F238E27FC236}">
                <a16:creationId xmlns:a16="http://schemas.microsoft.com/office/drawing/2014/main" id="{8BF2FEEC-6D04-4A5D-ACC2-A07F3B00767B}"/>
              </a:ext>
            </a:extLst>
          </p:cNvPr>
          <p:cNvSpPr>
            <a:spLocks noGrp="1"/>
          </p:cNvSpPr>
          <p:nvPr/>
        </p:nvSpPr>
        <p:spPr>
          <a:xfrm>
            <a:off x="7400056" y="381149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92" name="02_predicted_pose_3991">
            <a:extLst>
              <a:ext uri="{FF2B5EF4-FFF2-40B4-BE49-F238E27FC236}">
                <a16:creationId xmlns:a16="http://schemas.microsoft.com/office/drawing/2014/main" id="{173FD1F0-7DF3-4D0D-8266-508E747A7785}"/>
              </a:ext>
            </a:extLst>
          </p:cNvPr>
          <p:cNvSpPr>
            <a:spLocks noGrp="1"/>
          </p:cNvSpPr>
          <p:nvPr/>
        </p:nvSpPr>
        <p:spPr>
          <a:xfrm>
            <a:off x="7429224" y="376710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93" name="02_predicted_pose_3992">
            <a:extLst>
              <a:ext uri="{FF2B5EF4-FFF2-40B4-BE49-F238E27FC236}">
                <a16:creationId xmlns:a16="http://schemas.microsoft.com/office/drawing/2014/main" id="{57AA00DE-0465-43D3-A0E3-93A4676B1433}"/>
              </a:ext>
            </a:extLst>
          </p:cNvPr>
          <p:cNvSpPr>
            <a:spLocks noGrp="1"/>
          </p:cNvSpPr>
          <p:nvPr/>
        </p:nvSpPr>
        <p:spPr>
          <a:xfrm>
            <a:off x="7458391" y="387988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94" name="02_predicted_pose_3993">
            <a:extLst>
              <a:ext uri="{FF2B5EF4-FFF2-40B4-BE49-F238E27FC236}">
                <a16:creationId xmlns:a16="http://schemas.microsoft.com/office/drawing/2014/main" id="{98DFE57C-B50C-4D3A-A2C4-1097EDD8C30B}"/>
              </a:ext>
            </a:extLst>
          </p:cNvPr>
          <p:cNvSpPr>
            <a:spLocks noGrp="1"/>
          </p:cNvSpPr>
          <p:nvPr/>
        </p:nvSpPr>
        <p:spPr>
          <a:xfrm>
            <a:off x="7487560" y="381379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95" name="02_predicted_pose_3994">
            <a:extLst>
              <a:ext uri="{FF2B5EF4-FFF2-40B4-BE49-F238E27FC236}">
                <a16:creationId xmlns:a16="http://schemas.microsoft.com/office/drawing/2014/main" id="{BE6A40DD-4325-4829-8A4B-176ECB51B5C6}"/>
              </a:ext>
            </a:extLst>
          </p:cNvPr>
          <p:cNvSpPr>
            <a:spLocks noGrp="1"/>
          </p:cNvSpPr>
          <p:nvPr/>
        </p:nvSpPr>
        <p:spPr>
          <a:xfrm>
            <a:off x="7385107" y="382407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96" name="02_predicted_pose_3995">
            <a:extLst>
              <a:ext uri="{FF2B5EF4-FFF2-40B4-BE49-F238E27FC236}">
                <a16:creationId xmlns:a16="http://schemas.microsoft.com/office/drawing/2014/main" id="{AEBE0CD6-3691-4C3B-B25C-66968169110B}"/>
              </a:ext>
            </a:extLst>
          </p:cNvPr>
          <p:cNvSpPr>
            <a:spLocks noGrp="1"/>
          </p:cNvSpPr>
          <p:nvPr/>
        </p:nvSpPr>
        <p:spPr>
          <a:xfrm>
            <a:off x="7437610" y="392292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97" name="02_predicted_pose_3996">
            <a:extLst>
              <a:ext uri="{FF2B5EF4-FFF2-40B4-BE49-F238E27FC236}">
                <a16:creationId xmlns:a16="http://schemas.microsoft.com/office/drawing/2014/main" id="{3790B3A6-89E9-417F-82CC-DEC267BBBA6C}"/>
              </a:ext>
            </a:extLst>
          </p:cNvPr>
          <p:cNvSpPr>
            <a:spLocks noGrp="1"/>
          </p:cNvSpPr>
          <p:nvPr/>
        </p:nvSpPr>
        <p:spPr>
          <a:xfrm>
            <a:off x="7587824" y="405219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98" name="02_predicted_pose_3997">
            <a:extLst>
              <a:ext uri="{FF2B5EF4-FFF2-40B4-BE49-F238E27FC236}">
                <a16:creationId xmlns:a16="http://schemas.microsoft.com/office/drawing/2014/main" id="{3B29EBCC-E820-40C3-B978-985275DC43E8}"/>
              </a:ext>
            </a:extLst>
          </p:cNvPr>
          <p:cNvSpPr>
            <a:spLocks noGrp="1"/>
          </p:cNvSpPr>
          <p:nvPr/>
        </p:nvSpPr>
        <p:spPr>
          <a:xfrm>
            <a:off x="7616991" y="402349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99" name="02_predicted_pose_3998">
            <a:extLst>
              <a:ext uri="{FF2B5EF4-FFF2-40B4-BE49-F238E27FC236}">
                <a16:creationId xmlns:a16="http://schemas.microsoft.com/office/drawing/2014/main" id="{2BB0C227-B076-49A3-B97D-DCDD1557587B}"/>
              </a:ext>
            </a:extLst>
          </p:cNvPr>
          <p:cNvSpPr>
            <a:spLocks noGrp="1"/>
          </p:cNvSpPr>
          <p:nvPr/>
        </p:nvSpPr>
        <p:spPr>
          <a:xfrm>
            <a:off x="7660743" y="399057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00" name="02_predicted_pose_3999">
            <a:extLst>
              <a:ext uri="{FF2B5EF4-FFF2-40B4-BE49-F238E27FC236}">
                <a16:creationId xmlns:a16="http://schemas.microsoft.com/office/drawing/2014/main" id="{E8FDBE43-0A68-4B8F-A284-9422A72A2E7E}"/>
              </a:ext>
            </a:extLst>
          </p:cNvPr>
          <p:cNvSpPr>
            <a:spLocks noGrp="1"/>
          </p:cNvSpPr>
          <p:nvPr/>
        </p:nvSpPr>
        <p:spPr>
          <a:xfrm>
            <a:off x="7689910" y="398097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01" name="02_predicted_pose_4000">
            <a:extLst>
              <a:ext uri="{FF2B5EF4-FFF2-40B4-BE49-F238E27FC236}">
                <a16:creationId xmlns:a16="http://schemas.microsoft.com/office/drawing/2014/main" id="{9A54A5B0-45F1-4C96-BC94-27F3AE95BE1E}"/>
              </a:ext>
            </a:extLst>
          </p:cNvPr>
          <p:cNvSpPr>
            <a:spLocks noGrp="1"/>
          </p:cNvSpPr>
          <p:nvPr/>
        </p:nvSpPr>
        <p:spPr>
          <a:xfrm>
            <a:off x="7719078" y="402835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02" name="02_predicted_pose_4001">
            <a:extLst>
              <a:ext uri="{FF2B5EF4-FFF2-40B4-BE49-F238E27FC236}">
                <a16:creationId xmlns:a16="http://schemas.microsoft.com/office/drawing/2014/main" id="{A4995733-C539-4BF7-9DB5-CDCDE1BF9C52}"/>
              </a:ext>
            </a:extLst>
          </p:cNvPr>
          <p:cNvSpPr>
            <a:spLocks noGrp="1"/>
          </p:cNvSpPr>
          <p:nvPr/>
        </p:nvSpPr>
        <p:spPr>
          <a:xfrm>
            <a:off x="7700484" y="400799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03" name="02_predicted_pose_4002">
            <a:extLst>
              <a:ext uri="{FF2B5EF4-FFF2-40B4-BE49-F238E27FC236}">
                <a16:creationId xmlns:a16="http://schemas.microsoft.com/office/drawing/2014/main" id="{D5692BCD-F853-45AD-AE6F-CC8C636CBD42}"/>
              </a:ext>
            </a:extLst>
          </p:cNvPr>
          <p:cNvSpPr>
            <a:spLocks noGrp="1"/>
          </p:cNvSpPr>
          <p:nvPr/>
        </p:nvSpPr>
        <p:spPr>
          <a:xfrm>
            <a:off x="7435422" y="404684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04" name="02_predicted_pose_4003">
            <a:extLst>
              <a:ext uri="{FF2B5EF4-FFF2-40B4-BE49-F238E27FC236}">
                <a16:creationId xmlns:a16="http://schemas.microsoft.com/office/drawing/2014/main" id="{4720423A-948E-434C-9005-4786784669A0}"/>
              </a:ext>
            </a:extLst>
          </p:cNvPr>
          <p:cNvSpPr>
            <a:spLocks noGrp="1"/>
          </p:cNvSpPr>
          <p:nvPr/>
        </p:nvSpPr>
        <p:spPr>
          <a:xfrm>
            <a:off x="7730745" y="404940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05" name="02_predicted_pose_4004">
            <a:extLst>
              <a:ext uri="{FF2B5EF4-FFF2-40B4-BE49-F238E27FC236}">
                <a16:creationId xmlns:a16="http://schemas.microsoft.com/office/drawing/2014/main" id="{1704EB60-736B-4BE9-94B1-7EA327B91F89}"/>
              </a:ext>
            </a:extLst>
          </p:cNvPr>
          <p:cNvSpPr>
            <a:spLocks noGrp="1"/>
          </p:cNvSpPr>
          <p:nvPr/>
        </p:nvSpPr>
        <p:spPr>
          <a:xfrm>
            <a:off x="7564124" y="400089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06" name="02_predicted_pose_4005">
            <a:extLst>
              <a:ext uri="{FF2B5EF4-FFF2-40B4-BE49-F238E27FC236}">
                <a16:creationId xmlns:a16="http://schemas.microsoft.com/office/drawing/2014/main" id="{82B68A35-9B0F-481F-947A-6A98664F728A}"/>
              </a:ext>
            </a:extLst>
          </p:cNvPr>
          <p:cNvSpPr>
            <a:spLocks noGrp="1"/>
          </p:cNvSpPr>
          <p:nvPr/>
        </p:nvSpPr>
        <p:spPr>
          <a:xfrm>
            <a:off x="7662565" y="405878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07" name="02_predicted_pose_4006">
            <a:extLst>
              <a:ext uri="{FF2B5EF4-FFF2-40B4-BE49-F238E27FC236}">
                <a16:creationId xmlns:a16="http://schemas.microsoft.com/office/drawing/2014/main" id="{B4CD9CD0-C6C5-4FE4-8F43-4FE40A605DE3}"/>
              </a:ext>
            </a:extLst>
          </p:cNvPr>
          <p:cNvSpPr>
            <a:spLocks noGrp="1"/>
          </p:cNvSpPr>
          <p:nvPr/>
        </p:nvSpPr>
        <p:spPr>
          <a:xfrm>
            <a:off x="7392765" y="381384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08" name="02_predicted_pose_4007">
            <a:extLst>
              <a:ext uri="{FF2B5EF4-FFF2-40B4-BE49-F238E27FC236}">
                <a16:creationId xmlns:a16="http://schemas.microsoft.com/office/drawing/2014/main" id="{0215A614-856C-4E67-8A53-CF82715C09BF}"/>
              </a:ext>
            </a:extLst>
          </p:cNvPr>
          <p:cNvSpPr>
            <a:spLocks noGrp="1"/>
          </p:cNvSpPr>
          <p:nvPr/>
        </p:nvSpPr>
        <p:spPr>
          <a:xfrm>
            <a:off x="7407348" y="383338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09" name="02_predicted_pose_4008">
            <a:extLst>
              <a:ext uri="{FF2B5EF4-FFF2-40B4-BE49-F238E27FC236}">
                <a16:creationId xmlns:a16="http://schemas.microsoft.com/office/drawing/2014/main" id="{C059651D-E0AE-4E7B-96A8-3F8C528CF362}"/>
              </a:ext>
            </a:extLst>
          </p:cNvPr>
          <p:cNvSpPr>
            <a:spLocks noGrp="1"/>
          </p:cNvSpPr>
          <p:nvPr/>
        </p:nvSpPr>
        <p:spPr>
          <a:xfrm>
            <a:off x="7421932" y="369977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10" name="02_predicted_pose_4009">
            <a:extLst>
              <a:ext uri="{FF2B5EF4-FFF2-40B4-BE49-F238E27FC236}">
                <a16:creationId xmlns:a16="http://schemas.microsoft.com/office/drawing/2014/main" id="{EB6F529C-6E42-4081-A0E0-2DBEB1877A5C}"/>
              </a:ext>
            </a:extLst>
          </p:cNvPr>
          <p:cNvSpPr>
            <a:spLocks noGrp="1"/>
          </p:cNvSpPr>
          <p:nvPr/>
        </p:nvSpPr>
        <p:spPr>
          <a:xfrm>
            <a:off x="7436515" y="370619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11" name="02_predicted_pose_4010">
            <a:extLst>
              <a:ext uri="{FF2B5EF4-FFF2-40B4-BE49-F238E27FC236}">
                <a16:creationId xmlns:a16="http://schemas.microsoft.com/office/drawing/2014/main" id="{C5A44192-0EBF-4F94-AA81-B2041F195768}"/>
              </a:ext>
            </a:extLst>
          </p:cNvPr>
          <p:cNvSpPr>
            <a:spLocks noGrp="1"/>
          </p:cNvSpPr>
          <p:nvPr/>
        </p:nvSpPr>
        <p:spPr>
          <a:xfrm>
            <a:off x="7389483" y="385794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12" name="02_predicted_pose_4011">
            <a:extLst>
              <a:ext uri="{FF2B5EF4-FFF2-40B4-BE49-F238E27FC236}">
                <a16:creationId xmlns:a16="http://schemas.microsoft.com/office/drawing/2014/main" id="{8B2A6330-6442-445C-9D17-7B47D11B7075}"/>
              </a:ext>
            </a:extLst>
          </p:cNvPr>
          <p:cNvSpPr>
            <a:spLocks noGrp="1"/>
          </p:cNvSpPr>
          <p:nvPr/>
        </p:nvSpPr>
        <p:spPr>
          <a:xfrm>
            <a:off x="7418650" y="377328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13" name="02_predicted_pose_4012">
            <a:extLst>
              <a:ext uri="{FF2B5EF4-FFF2-40B4-BE49-F238E27FC236}">
                <a16:creationId xmlns:a16="http://schemas.microsoft.com/office/drawing/2014/main" id="{868D879C-954B-4130-B4B5-950A34E575D3}"/>
              </a:ext>
            </a:extLst>
          </p:cNvPr>
          <p:cNvSpPr>
            <a:spLocks noGrp="1"/>
          </p:cNvSpPr>
          <p:nvPr/>
        </p:nvSpPr>
        <p:spPr>
          <a:xfrm>
            <a:off x="7507976" y="392339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14" name="02_predicted_pose_4013">
            <a:extLst>
              <a:ext uri="{FF2B5EF4-FFF2-40B4-BE49-F238E27FC236}">
                <a16:creationId xmlns:a16="http://schemas.microsoft.com/office/drawing/2014/main" id="{02A71767-5BC1-4DF2-A33D-11386763078F}"/>
              </a:ext>
            </a:extLst>
          </p:cNvPr>
          <p:cNvSpPr>
            <a:spLocks noGrp="1"/>
          </p:cNvSpPr>
          <p:nvPr/>
        </p:nvSpPr>
        <p:spPr>
          <a:xfrm>
            <a:off x="7452922" y="390758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15" name="02_predicted_pose_4014">
            <a:extLst>
              <a:ext uri="{FF2B5EF4-FFF2-40B4-BE49-F238E27FC236}">
                <a16:creationId xmlns:a16="http://schemas.microsoft.com/office/drawing/2014/main" id="{C9E28D60-D06D-4320-A6F5-2BFFFC973339}"/>
              </a:ext>
            </a:extLst>
          </p:cNvPr>
          <p:cNvSpPr>
            <a:spLocks noGrp="1"/>
          </p:cNvSpPr>
          <p:nvPr/>
        </p:nvSpPr>
        <p:spPr>
          <a:xfrm>
            <a:off x="7467506" y="387507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16" name="02_predicted_pose_4015">
            <a:extLst>
              <a:ext uri="{FF2B5EF4-FFF2-40B4-BE49-F238E27FC236}">
                <a16:creationId xmlns:a16="http://schemas.microsoft.com/office/drawing/2014/main" id="{C7512BA5-B6C7-4D32-82A4-F1C8BAD9138B}"/>
              </a:ext>
            </a:extLst>
          </p:cNvPr>
          <p:cNvSpPr>
            <a:spLocks noGrp="1"/>
          </p:cNvSpPr>
          <p:nvPr/>
        </p:nvSpPr>
        <p:spPr>
          <a:xfrm>
            <a:off x="7482091" y="382442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17" name="02_predicted_pose_4016">
            <a:extLst>
              <a:ext uri="{FF2B5EF4-FFF2-40B4-BE49-F238E27FC236}">
                <a16:creationId xmlns:a16="http://schemas.microsoft.com/office/drawing/2014/main" id="{EBED379B-DEEE-4862-9FAF-8B3BCEFF6714}"/>
              </a:ext>
            </a:extLst>
          </p:cNvPr>
          <p:cNvSpPr>
            <a:spLocks noGrp="1"/>
          </p:cNvSpPr>
          <p:nvPr/>
        </p:nvSpPr>
        <p:spPr>
          <a:xfrm>
            <a:off x="7430682" y="342623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18" name="02_predicted_pose_4017">
            <a:extLst>
              <a:ext uri="{FF2B5EF4-FFF2-40B4-BE49-F238E27FC236}">
                <a16:creationId xmlns:a16="http://schemas.microsoft.com/office/drawing/2014/main" id="{A8EB429C-F59E-44B7-9A17-B131E28AF2E5}"/>
              </a:ext>
            </a:extLst>
          </p:cNvPr>
          <p:cNvSpPr>
            <a:spLocks noGrp="1"/>
          </p:cNvSpPr>
          <p:nvPr/>
        </p:nvSpPr>
        <p:spPr>
          <a:xfrm>
            <a:off x="7445266" y="348005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19" name="02_predicted_pose_4018">
            <a:extLst>
              <a:ext uri="{FF2B5EF4-FFF2-40B4-BE49-F238E27FC236}">
                <a16:creationId xmlns:a16="http://schemas.microsoft.com/office/drawing/2014/main" id="{C33A6BB7-DE98-481C-B317-6F1A74738EF8}"/>
              </a:ext>
            </a:extLst>
          </p:cNvPr>
          <p:cNvSpPr>
            <a:spLocks noGrp="1"/>
          </p:cNvSpPr>
          <p:nvPr/>
        </p:nvSpPr>
        <p:spPr>
          <a:xfrm>
            <a:off x="7459850" y="338608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20" name="02_predicted_pose_4019">
            <a:extLst>
              <a:ext uri="{FF2B5EF4-FFF2-40B4-BE49-F238E27FC236}">
                <a16:creationId xmlns:a16="http://schemas.microsoft.com/office/drawing/2014/main" id="{76067620-1EB4-44A6-89A2-178E9FAFAD5D}"/>
              </a:ext>
            </a:extLst>
          </p:cNvPr>
          <p:cNvSpPr>
            <a:spLocks noGrp="1"/>
          </p:cNvSpPr>
          <p:nvPr/>
        </p:nvSpPr>
        <p:spPr>
          <a:xfrm>
            <a:off x="7480267" y="320471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21" name="02_predicted_pose_4020">
            <a:extLst>
              <a:ext uri="{FF2B5EF4-FFF2-40B4-BE49-F238E27FC236}">
                <a16:creationId xmlns:a16="http://schemas.microsoft.com/office/drawing/2014/main" id="{819096EB-12EF-4648-B059-E1E8DB6B8057}"/>
              </a:ext>
            </a:extLst>
          </p:cNvPr>
          <p:cNvSpPr>
            <a:spLocks noGrp="1"/>
          </p:cNvSpPr>
          <p:nvPr/>
        </p:nvSpPr>
        <p:spPr>
          <a:xfrm>
            <a:off x="7524019" y="331865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22" name="02_predicted_pose_4021">
            <a:extLst>
              <a:ext uri="{FF2B5EF4-FFF2-40B4-BE49-F238E27FC236}">
                <a16:creationId xmlns:a16="http://schemas.microsoft.com/office/drawing/2014/main" id="{48C2B224-AE26-4B8D-A217-60EB293AFC7B}"/>
              </a:ext>
            </a:extLst>
          </p:cNvPr>
          <p:cNvSpPr>
            <a:spLocks noGrp="1"/>
          </p:cNvSpPr>
          <p:nvPr/>
        </p:nvSpPr>
        <p:spPr>
          <a:xfrm>
            <a:off x="7494487" y="321934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23" name="02_predicted_pose_4022">
            <a:extLst>
              <a:ext uri="{FF2B5EF4-FFF2-40B4-BE49-F238E27FC236}">
                <a16:creationId xmlns:a16="http://schemas.microsoft.com/office/drawing/2014/main" id="{1186E5D9-6881-415F-8BCB-FCFE0645183D}"/>
              </a:ext>
            </a:extLst>
          </p:cNvPr>
          <p:cNvSpPr>
            <a:spLocks noGrp="1"/>
          </p:cNvSpPr>
          <p:nvPr/>
        </p:nvSpPr>
        <p:spPr>
          <a:xfrm>
            <a:off x="7592928" y="319664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24" name="02_predicted_pose_4023">
            <a:extLst>
              <a:ext uri="{FF2B5EF4-FFF2-40B4-BE49-F238E27FC236}">
                <a16:creationId xmlns:a16="http://schemas.microsoft.com/office/drawing/2014/main" id="{29992391-E38B-4B8D-A5D2-FC4BE8671C96}"/>
              </a:ext>
            </a:extLst>
          </p:cNvPr>
          <p:cNvSpPr>
            <a:spLocks noGrp="1"/>
          </p:cNvSpPr>
          <p:nvPr/>
        </p:nvSpPr>
        <p:spPr>
          <a:xfrm>
            <a:off x="7721630" y="323253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25" name="02_predicted_pose_4024">
            <a:extLst>
              <a:ext uri="{FF2B5EF4-FFF2-40B4-BE49-F238E27FC236}">
                <a16:creationId xmlns:a16="http://schemas.microsoft.com/office/drawing/2014/main" id="{3FEEFBCB-1F1D-4A53-8997-B79FEB21439B}"/>
              </a:ext>
            </a:extLst>
          </p:cNvPr>
          <p:cNvSpPr>
            <a:spLocks noGrp="1"/>
          </p:cNvSpPr>
          <p:nvPr/>
        </p:nvSpPr>
        <p:spPr>
          <a:xfrm>
            <a:off x="7456569" y="319247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26" name="02_predicted_pose_4025">
            <a:extLst>
              <a:ext uri="{FF2B5EF4-FFF2-40B4-BE49-F238E27FC236}">
                <a16:creationId xmlns:a16="http://schemas.microsoft.com/office/drawing/2014/main" id="{13F82482-1C5E-487D-BFEF-28F021DFDAE2}"/>
              </a:ext>
            </a:extLst>
          </p:cNvPr>
          <p:cNvSpPr>
            <a:spLocks noGrp="1"/>
          </p:cNvSpPr>
          <p:nvPr/>
        </p:nvSpPr>
        <p:spPr>
          <a:xfrm>
            <a:off x="7612251" y="367345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27" name="02_predicted_pose_4026">
            <a:extLst>
              <a:ext uri="{FF2B5EF4-FFF2-40B4-BE49-F238E27FC236}">
                <a16:creationId xmlns:a16="http://schemas.microsoft.com/office/drawing/2014/main" id="{80102DC7-0E25-4AD6-9A41-4A6220C2A178}"/>
              </a:ext>
            </a:extLst>
          </p:cNvPr>
          <p:cNvSpPr>
            <a:spLocks noGrp="1"/>
          </p:cNvSpPr>
          <p:nvPr/>
        </p:nvSpPr>
        <p:spPr>
          <a:xfrm>
            <a:off x="7626835" y="389965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28" name="02_predicted_pose_4027">
            <a:extLst>
              <a:ext uri="{FF2B5EF4-FFF2-40B4-BE49-F238E27FC236}">
                <a16:creationId xmlns:a16="http://schemas.microsoft.com/office/drawing/2014/main" id="{43055FBF-C6E4-4E27-8F76-A1EC7E6CF6AC}"/>
              </a:ext>
            </a:extLst>
          </p:cNvPr>
          <p:cNvSpPr>
            <a:spLocks noGrp="1"/>
          </p:cNvSpPr>
          <p:nvPr/>
        </p:nvSpPr>
        <p:spPr>
          <a:xfrm>
            <a:off x="7584906" y="376729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29" name="02_predicted_pose_4028">
            <a:extLst>
              <a:ext uri="{FF2B5EF4-FFF2-40B4-BE49-F238E27FC236}">
                <a16:creationId xmlns:a16="http://schemas.microsoft.com/office/drawing/2014/main" id="{C8AA2869-48E0-41F3-A0FA-594AB7619E58}"/>
              </a:ext>
            </a:extLst>
          </p:cNvPr>
          <p:cNvSpPr>
            <a:spLocks noGrp="1"/>
          </p:cNvSpPr>
          <p:nvPr/>
        </p:nvSpPr>
        <p:spPr>
          <a:xfrm>
            <a:off x="7599491" y="375888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30" name="02_predicted_pose_4029">
            <a:extLst>
              <a:ext uri="{FF2B5EF4-FFF2-40B4-BE49-F238E27FC236}">
                <a16:creationId xmlns:a16="http://schemas.microsoft.com/office/drawing/2014/main" id="{4231F55C-9641-48CF-96AF-84B2E1BEC793}"/>
              </a:ext>
            </a:extLst>
          </p:cNvPr>
          <p:cNvSpPr>
            <a:spLocks noGrp="1"/>
          </p:cNvSpPr>
          <p:nvPr/>
        </p:nvSpPr>
        <p:spPr>
          <a:xfrm>
            <a:off x="7614074" y="373363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31" name="02_predicted_pose_4030">
            <a:extLst>
              <a:ext uri="{FF2B5EF4-FFF2-40B4-BE49-F238E27FC236}">
                <a16:creationId xmlns:a16="http://schemas.microsoft.com/office/drawing/2014/main" id="{D3D89F5A-15D4-4488-83D7-EC499B35BA37}"/>
              </a:ext>
            </a:extLst>
          </p:cNvPr>
          <p:cNvSpPr>
            <a:spLocks noGrp="1"/>
          </p:cNvSpPr>
          <p:nvPr/>
        </p:nvSpPr>
        <p:spPr>
          <a:xfrm>
            <a:off x="7643242" y="372328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32" name="02_predicted_pose_4031">
            <a:extLst>
              <a:ext uri="{FF2B5EF4-FFF2-40B4-BE49-F238E27FC236}">
                <a16:creationId xmlns:a16="http://schemas.microsoft.com/office/drawing/2014/main" id="{ECAD27CC-C5A2-49AC-9249-2C0B003A104E}"/>
              </a:ext>
            </a:extLst>
          </p:cNvPr>
          <p:cNvSpPr>
            <a:spLocks noGrp="1"/>
          </p:cNvSpPr>
          <p:nvPr/>
        </p:nvSpPr>
        <p:spPr>
          <a:xfrm>
            <a:off x="7657826" y="375196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33" name="02_predicted_pose_4032">
            <a:extLst>
              <a:ext uri="{FF2B5EF4-FFF2-40B4-BE49-F238E27FC236}">
                <a16:creationId xmlns:a16="http://schemas.microsoft.com/office/drawing/2014/main" id="{E1D4821D-952D-4082-B770-741E41054E74}"/>
              </a:ext>
            </a:extLst>
          </p:cNvPr>
          <p:cNvSpPr>
            <a:spLocks noGrp="1"/>
          </p:cNvSpPr>
          <p:nvPr/>
        </p:nvSpPr>
        <p:spPr>
          <a:xfrm>
            <a:off x="7460579" y="394325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34" name="02_predicted_pose_4033">
            <a:extLst>
              <a:ext uri="{FF2B5EF4-FFF2-40B4-BE49-F238E27FC236}">
                <a16:creationId xmlns:a16="http://schemas.microsoft.com/office/drawing/2014/main" id="{48D42A37-7F87-4D8C-976D-B25F65B754A5}"/>
              </a:ext>
            </a:extLst>
          </p:cNvPr>
          <p:cNvSpPr>
            <a:spLocks noGrp="1"/>
          </p:cNvSpPr>
          <p:nvPr/>
        </p:nvSpPr>
        <p:spPr>
          <a:xfrm>
            <a:off x="7569229" y="365852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35" name="02_predicted_pose_4034">
            <a:extLst>
              <a:ext uri="{FF2B5EF4-FFF2-40B4-BE49-F238E27FC236}">
                <a16:creationId xmlns:a16="http://schemas.microsoft.com/office/drawing/2014/main" id="{D01DB5D8-71A3-49F3-8F0A-A27EC53DCFF1}"/>
              </a:ext>
            </a:extLst>
          </p:cNvPr>
          <p:cNvSpPr>
            <a:spLocks noGrp="1"/>
          </p:cNvSpPr>
          <p:nvPr/>
        </p:nvSpPr>
        <p:spPr>
          <a:xfrm>
            <a:off x="7612980" y="369434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36" name="02_predicted_pose_4035">
            <a:extLst>
              <a:ext uri="{FF2B5EF4-FFF2-40B4-BE49-F238E27FC236}">
                <a16:creationId xmlns:a16="http://schemas.microsoft.com/office/drawing/2014/main" id="{82A9F5EB-AF88-4756-B558-4D2E0C4FDBA8}"/>
              </a:ext>
            </a:extLst>
          </p:cNvPr>
          <p:cNvSpPr>
            <a:spLocks noGrp="1"/>
          </p:cNvSpPr>
          <p:nvPr/>
        </p:nvSpPr>
        <p:spPr>
          <a:xfrm>
            <a:off x="7627564" y="360173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37" name="02_predicted_pose_4036">
            <a:extLst>
              <a:ext uri="{FF2B5EF4-FFF2-40B4-BE49-F238E27FC236}">
                <a16:creationId xmlns:a16="http://schemas.microsoft.com/office/drawing/2014/main" id="{849FFA1B-5C9D-4858-8AB0-FD6483BCFB5D}"/>
              </a:ext>
            </a:extLst>
          </p:cNvPr>
          <p:cNvSpPr>
            <a:spLocks noGrp="1"/>
          </p:cNvSpPr>
          <p:nvPr/>
        </p:nvSpPr>
        <p:spPr>
          <a:xfrm>
            <a:off x="7656732" y="361150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38" name="02_predicted_pose_4037">
            <a:extLst>
              <a:ext uri="{FF2B5EF4-FFF2-40B4-BE49-F238E27FC236}">
                <a16:creationId xmlns:a16="http://schemas.microsoft.com/office/drawing/2014/main" id="{EF3FAE48-4DA2-4F20-BDDC-1F2655C72B86}"/>
              </a:ext>
            </a:extLst>
          </p:cNvPr>
          <p:cNvSpPr>
            <a:spLocks noGrp="1"/>
          </p:cNvSpPr>
          <p:nvPr/>
        </p:nvSpPr>
        <p:spPr>
          <a:xfrm>
            <a:off x="7541155" y="386223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39" name="02_predicted_pose_4038">
            <a:extLst>
              <a:ext uri="{FF2B5EF4-FFF2-40B4-BE49-F238E27FC236}">
                <a16:creationId xmlns:a16="http://schemas.microsoft.com/office/drawing/2014/main" id="{B9F3F79C-A49B-4BA8-A981-BE9C3935A539}"/>
              </a:ext>
            </a:extLst>
          </p:cNvPr>
          <p:cNvSpPr>
            <a:spLocks noGrp="1"/>
          </p:cNvSpPr>
          <p:nvPr/>
        </p:nvSpPr>
        <p:spPr>
          <a:xfrm>
            <a:off x="7570322" y="394582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40" name="02_predicted_pose_4039">
            <a:extLst>
              <a:ext uri="{FF2B5EF4-FFF2-40B4-BE49-F238E27FC236}">
                <a16:creationId xmlns:a16="http://schemas.microsoft.com/office/drawing/2014/main" id="{4FF58FB9-B296-45CF-886D-6A0D2F0C88C1}"/>
              </a:ext>
            </a:extLst>
          </p:cNvPr>
          <p:cNvSpPr>
            <a:spLocks noGrp="1"/>
          </p:cNvSpPr>
          <p:nvPr/>
        </p:nvSpPr>
        <p:spPr>
          <a:xfrm>
            <a:off x="7599491" y="383121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41" name="02_predicted_pose_4040">
            <a:extLst>
              <a:ext uri="{FF2B5EF4-FFF2-40B4-BE49-F238E27FC236}">
                <a16:creationId xmlns:a16="http://schemas.microsoft.com/office/drawing/2014/main" id="{EF0D97F0-2AC0-4B8F-A7F0-9D63D7A77A1A}"/>
              </a:ext>
            </a:extLst>
          </p:cNvPr>
          <p:cNvSpPr>
            <a:spLocks noGrp="1"/>
          </p:cNvSpPr>
          <p:nvPr/>
        </p:nvSpPr>
        <p:spPr>
          <a:xfrm>
            <a:off x="7628658" y="386986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42" name="02_predicted_pose_4041">
            <a:extLst>
              <a:ext uri="{FF2B5EF4-FFF2-40B4-BE49-F238E27FC236}">
                <a16:creationId xmlns:a16="http://schemas.microsoft.com/office/drawing/2014/main" id="{36C9A606-3EAD-4A7B-9FEC-66EFE5DD4357}"/>
              </a:ext>
            </a:extLst>
          </p:cNvPr>
          <p:cNvSpPr>
            <a:spLocks noGrp="1"/>
          </p:cNvSpPr>
          <p:nvPr/>
        </p:nvSpPr>
        <p:spPr>
          <a:xfrm>
            <a:off x="7657826" y="395603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43" name="02_predicted_pose_4042">
            <a:extLst>
              <a:ext uri="{FF2B5EF4-FFF2-40B4-BE49-F238E27FC236}">
                <a16:creationId xmlns:a16="http://schemas.microsoft.com/office/drawing/2014/main" id="{B2FE87D8-71A4-45A3-97CE-21C37497A9D4}"/>
              </a:ext>
            </a:extLst>
          </p:cNvPr>
          <p:cNvSpPr>
            <a:spLocks noGrp="1"/>
          </p:cNvSpPr>
          <p:nvPr/>
        </p:nvSpPr>
        <p:spPr>
          <a:xfrm>
            <a:off x="7555374" y="395840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44" name="02_predicted_pose_4043">
            <a:extLst>
              <a:ext uri="{FF2B5EF4-FFF2-40B4-BE49-F238E27FC236}">
                <a16:creationId xmlns:a16="http://schemas.microsoft.com/office/drawing/2014/main" id="{F2EAE1BE-25BA-41F1-BC37-B9DC63C3EBE9}"/>
              </a:ext>
            </a:extLst>
          </p:cNvPr>
          <p:cNvSpPr>
            <a:spLocks noGrp="1"/>
          </p:cNvSpPr>
          <p:nvPr/>
        </p:nvSpPr>
        <p:spPr>
          <a:xfrm>
            <a:off x="7679337" y="359320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45" name="02_predicted_pose_4044">
            <a:extLst>
              <a:ext uri="{FF2B5EF4-FFF2-40B4-BE49-F238E27FC236}">
                <a16:creationId xmlns:a16="http://schemas.microsoft.com/office/drawing/2014/main" id="{7F597714-C49F-4A5A-BCCC-7E6CE7C284BA}"/>
              </a:ext>
            </a:extLst>
          </p:cNvPr>
          <p:cNvSpPr>
            <a:spLocks noGrp="1"/>
          </p:cNvSpPr>
          <p:nvPr/>
        </p:nvSpPr>
        <p:spPr>
          <a:xfrm>
            <a:off x="7693921" y="360467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46" name="02_predicted_pose_4045">
            <a:extLst>
              <a:ext uri="{FF2B5EF4-FFF2-40B4-BE49-F238E27FC236}">
                <a16:creationId xmlns:a16="http://schemas.microsoft.com/office/drawing/2014/main" id="{EF964AD8-F5AF-4EBE-8138-C18790EA3AAA}"/>
              </a:ext>
            </a:extLst>
          </p:cNvPr>
          <p:cNvSpPr>
            <a:spLocks noGrp="1"/>
          </p:cNvSpPr>
          <p:nvPr/>
        </p:nvSpPr>
        <p:spPr>
          <a:xfrm>
            <a:off x="7464225" y="317289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47" name="02_predicted_pose_4046">
            <a:extLst>
              <a:ext uri="{FF2B5EF4-FFF2-40B4-BE49-F238E27FC236}">
                <a16:creationId xmlns:a16="http://schemas.microsoft.com/office/drawing/2014/main" id="{F1329315-6E15-4C92-98BA-0621159E0ABE}"/>
              </a:ext>
            </a:extLst>
          </p:cNvPr>
          <p:cNvSpPr>
            <a:spLocks noGrp="1"/>
          </p:cNvSpPr>
          <p:nvPr/>
        </p:nvSpPr>
        <p:spPr>
          <a:xfrm>
            <a:off x="7477351" y="408964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48" name="02_predicted_pose_4047">
            <a:extLst>
              <a:ext uri="{FF2B5EF4-FFF2-40B4-BE49-F238E27FC236}">
                <a16:creationId xmlns:a16="http://schemas.microsoft.com/office/drawing/2014/main" id="{9A5D2F83-99E6-46E2-B8C5-69DD7B021D43}"/>
              </a:ext>
            </a:extLst>
          </p:cNvPr>
          <p:cNvSpPr>
            <a:spLocks noGrp="1"/>
          </p:cNvSpPr>
          <p:nvPr/>
        </p:nvSpPr>
        <p:spPr>
          <a:xfrm>
            <a:off x="7521467" y="387214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49" name="02_predicted_pose_4048">
            <a:extLst>
              <a:ext uri="{FF2B5EF4-FFF2-40B4-BE49-F238E27FC236}">
                <a16:creationId xmlns:a16="http://schemas.microsoft.com/office/drawing/2014/main" id="{AB7C86CB-1B51-4518-8D0A-921A629010A4}"/>
              </a:ext>
            </a:extLst>
          </p:cNvPr>
          <p:cNvSpPr>
            <a:spLocks noGrp="1"/>
          </p:cNvSpPr>
          <p:nvPr/>
        </p:nvSpPr>
        <p:spPr>
          <a:xfrm>
            <a:off x="7482820" y="392519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50" name="02_predicted_pose_4049">
            <a:extLst>
              <a:ext uri="{FF2B5EF4-FFF2-40B4-BE49-F238E27FC236}">
                <a16:creationId xmlns:a16="http://schemas.microsoft.com/office/drawing/2014/main" id="{1BD8572B-3DC8-4D82-9BB8-585DCFD33EE1}"/>
              </a:ext>
            </a:extLst>
          </p:cNvPr>
          <p:cNvSpPr>
            <a:spLocks noGrp="1"/>
          </p:cNvSpPr>
          <p:nvPr/>
        </p:nvSpPr>
        <p:spPr>
          <a:xfrm>
            <a:off x="7427766" y="387516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51" name="02_predicted_pose_4050">
            <a:extLst>
              <a:ext uri="{FF2B5EF4-FFF2-40B4-BE49-F238E27FC236}">
                <a16:creationId xmlns:a16="http://schemas.microsoft.com/office/drawing/2014/main" id="{D1856710-B74E-4341-BADC-74CBEE9749AD}"/>
              </a:ext>
            </a:extLst>
          </p:cNvPr>
          <p:cNvSpPr>
            <a:spLocks noGrp="1"/>
          </p:cNvSpPr>
          <p:nvPr/>
        </p:nvSpPr>
        <p:spPr>
          <a:xfrm>
            <a:off x="7567770" y="397120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52" name="02_predicted_pose_4051">
            <a:extLst>
              <a:ext uri="{FF2B5EF4-FFF2-40B4-BE49-F238E27FC236}">
                <a16:creationId xmlns:a16="http://schemas.microsoft.com/office/drawing/2014/main" id="{78B1E840-F1B1-416C-912B-13598DC1441B}"/>
              </a:ext>
            </a:extLst>
          </p:cNvPr>
          <p:cNvSpPr>
            <a:spLocks noGrp="1"/>
          </p:cNvSpPr>
          <p:nvPr/>
        </p:nvSpPr>
        <p:spPr>
          <a:xfrm>
            <a:off x="7582355" y="400335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53" name="02_predicted_pose_4052">
            <a:extLst>
              <a:ext uri="{FF2B5EF4-FFF2-40B4-BE49-F238E27FC236}">
                <a16:creationId xmlns:a16="http://schemas.microsoft.com/office/drawing/2014/main" id="{105DE086-700B-4A2F-91DB-9A81B17D8410}"/>
              </a:ext>
            </a:extLst>
          </p:cNvPr>
          <p:cNvSpPr>
            <a:spLocks noGrp="1"/>
          </p:cNvSpPr>
          <p:nvPr/>
        </p:nvSpPr>
        <p:spPr>
          <a:xfrm>
            <a:off x="7596938" y="407754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54" name="02_predicted_pose_4053">
            <a:extLst>
              <a:ext uri="{FF2B5EF4-FFF2-40B4-BE49-F238E27FC236}">
                <a16:creationId xmlns:a16="http://schemas.microsoft.com/office/drawing/2014/main" id="{938B84DE-F6AC-423E-B7C9-3EBA842853E2}"/>
              </a:ext>
            </a:extLst>
          </p:cNvPr>
          <p:cNvSpPr>
            <a:spLocks noGrp="1"/>
          </p:cNvSpPr>
          <p:nvPr/>
        </p:nvSpPr>
        <p:spPr>
          <a:xfrm>
            <a:off x="7611522" y="400145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55" name="02_predicted_pose_4054">
            <a:extLst>
              <a:ext uri="{FF2B5EF4-FFF2-40B4-BE49-F238E27FC236}">
                <a16:creationId xmlns:a16="http://schemas.microsoft.com/office/drawing/2014/main" id="{4A3FCF69-AC44-4569-BB47-86017353E038}"/>
              </a:ext>
            </a:extLst>
          </p:cNvPr>
          <p:cNvSpPr>
            <a:spLocks noGrp="1"/>
          </p:cNvSpPr>
          <p:nvPr/>
        </p:nvSpPr>
        <p:spPr>
          <a:xfrm>
            <a:off x="7394587" y="399934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56" name="02_predicted_pose_4055">
            <a:extLst>
              <a:ext uri="{FF2B5EF4-FFF2-40B4-BE49-F238E27FC236}">
                <a16:creationId xmlns:a16="http://schemas.microsoft.com/office/drawing/2014/main" id="{B3249137-9830-454A-A39F-323F111268D7}"/>
              </a:ext>
            </a:extLst>
          </p:cNvPr>
          <p:cNvSpPr>
            <a:spLocks noGrp="1"/>
          </p:cNvSpPr>
          <p:nvPr/>
        </p:nvSpPr>
        <p:spPr>
          <a:xfrm>
            <a:off x="7423755" y="405126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57" name="02_predicted_pose_4056">
            <a:extLst>
              <a:ext uri="{FF2B5EF4-FFF2-40B4-BE49-F238E27FC236}">
                <a16:creationId xmlns:a16="http://schemas.microsoft.com/office/drawing/2014/main" id="{9B593CBA-6FFC-41C6-ABB2-AC3BD647BA5F}"/>
              </a:ext>
            </a:extLst>
          </p:cNvPr>
          <p:cNvSpPr>
            <a:spLocks noGrp="1"/>
          </p:cNvSpPr>
          <p:nvPr/>
        </p:nvSpPr>
        <p:spPr>
          <a:xfrm>
            <a:off x="7647617" y="347720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58" name="02_predicted_pose_4057">
            <a:extLst>
              <a:ext uri="{FF2B5EF4-FFF2-40B4-BE49-F238E27FC236}">
                <a16:creationId xmlns:a16="http://schemas.microsoft.com/office/drawing/2014/main" id="{5EC326D8-CC26-4235-B28E-0A86F06209CE}"/>
              </a:ext>
            </a:extLst>
          </p:cNvPr>
          <p:cNvSpPr>
            <a:spLocks noGrp="1"/>
          </p:cNvSpPr>
          <p:nvPr/>
        </p:nvSpPr>
        <p:spPr>
          <a:xfrm>
            <a:off x="7684441" y="407134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59" name="02_predicted_pose_4058">
            <a:extLst>
              <a:ext uri="{FF2B5EF4-FFF2-40B4-BE49-F238E27FC236}">
                <a16:creationId xmlns:a16="http://schemas.microsoft.com/office/drawing/2014/main" id="{68A30BA3-C454-4E24-A2A2-69CD82C5B7D6}"/>
              </a:ext>
            </a:extLst>
          </p:cNvPr>
          <p:cNvSpPr>
            <a:spLocks noGrp="1"/>
          </p:cNvSpPr>
          <p:nvPr/>
        </p:nvSpPr>
        <p:spPr>
          <a:xfrm>
            <a:off x="8702030" y="364717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60" name="02_predicted_pose_4059">
            <a:extLst>
              <a:ext uri="{FF2B5EF4-FFF2-40B4-BE49-F238E27FC236}">
                <a16:creationId xmlns:a16="http://schemas.microsoft.com/office/drawing/2014/main" id="{CC225024-37CC-45F5-B661-E64BBCE029B9}"/>
              </a:ext>
            </a:extLst>
          </p:cNvPr>
          <p:cNvSpPr>
            <a:spLocks noGrp="1"/>
          </p:cNvSpPr>
          <p:nvPr/>
        </p:nvSpPr>
        <p:spPr>
          <a:xfrm>
            <a:off x="8716613" y="364247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61" name="02_predicted_pose_4060">
            <a:extLst>
              <a:ext uri="{FF2B5EF4-FFF2-40B4-BE49-F238E27FC236}">
                <a16:creationId xmlns:a16="http://schemas.microsoft.com/office/drawing/2014/main" id="{966A3875-B4AA-47A1-AC50-560B0D436295}"/>
              </a:ext>
            </a:extLst>
          </p:cNvPr>
          <p:cNvSpPr>
            <a:spLocks noGrp="1"/>
          </p:cNvSpPr>
          <p:nvPr/>
        </p:nvSpPr>
        <p:spPr>
          <a:xfrm>
            <a:off x="8731197" y="359649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62" name="02_predicted_pose_4061">
            <a:extLst>
              <a:ext uri="{FF2B5EF4-FFF2-40B4-BE49-F238E27FC236}">
                <a16:creationId xmlns:a16="http://schemas.microsoft.com/office/drawing/2014/main" id="{8F08DB15-3F76-4270-8E17-EC8774B91ED0}"/>
              </a:ext>
            </a:extLst>
          </p:cNvPr>
          <p:cNvSpPr>
            <a:spLocks noGrp="1"/>
          </p:cNvSpPr>
          <p:nvPr/>
        </p:nvSpPr>
        <p:spPr>
          <a:xfrm>
            <a:off x="8745782" y="361325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63" name="02_predicted_pose_4062">
            <a:extLst>
              <a:ext uri="{FF2B5EF4-FFF2-40B4-BE49-F238E27FC236}">
                <a16:creationId xmlns:a16="http://schemas.microsoft.com/office/drawing/2014/main" id="{CE4F623A-3158-4E55-A849-7911355AED23}"/>
              </a:ext>
            </a:extLst>
          </p:cNvPr>
          <p:cNvSpPr>
            <a:spLocks noGrp="1"/>
          </p:cNvSpPr>
          <p:nvPr/>
        </p:nvSpPr>
        <p:spPr>
          <a:xfrm>
            <a:off x="8760365" y="368455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64" name="02_predicted_pose_4063">
            <a:extLst>
              <a:ext uri="{FF2B5EF4-FFF2-40B4-BE49-F238E27FC236}">
                <a16:creationId xmlns:a16="http://schemas.microsoft.com/office/drawing/2014/main" id="{C652A79E-82D9-4791-8DA1-EB1BC9FF4A59}"/>
              </a:ext>
            </a:extLst>
          </p:cNvPr>
          <p:cNvSpPr>
            <a:spLocks noGrp="1"/>
          </p:cNvSpPr>
          <p:nvPr/>
        </p:nvSpPr>
        <p:spPr>
          <a:xfrm>
            <a:off x="8774949" y="366641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65" name="02_predicted_pose_4064">
            <a:extLst>
              <a:ext uri="{FF2B5EF4-FFF2-40B4-BE49-F238E27FC236}">
                <a16:creationId xmlns:a16="http://schemas.microsoft.com/office/drawing/2014/main" id="{EBF2B01F-3494-4C25-AF55-2B3768B3A5D6}"/>
              </a:ext>
            </a:extLst>
          </p:cNvPr>
          <p:cNvSpPr>
            <a:spLocks noGrp="1"/>
          </p:cNvSpPr>
          <p:nvPr/>
        </p:nvSpPr>
        <p:spPr>
          <a:xfrm>
            <a:off x="8789532" y="366611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66" name="02_predicted_pose_4065">
            <a:extLst>
              <a:ext uri="{FF2B5EF4-FFF2-40B4-BE49-F238E27FC236}">
                <a16:creationId xmlns:a16="http://schemas.microsoft.com/office/drawing/2014/main" id="{D3CB3279-75B5-4599-84E1-A3C25A6D11F9}"/>
              </a:ext>
            </a:extLst>
          </p:cNvPr>
          <p:cNvSpPr>
            <a:spLocks noGrp="1"/>
          </p:cNvSpPr>
          <p:nvPr/>
        </p:nvSpPr>
        <p:spPr>
          <a:xfrm>
            <a:off x="8804116" y="371482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67" name="02_predicted_pose_4066">
            <a:extLst>
              <a:ext uri="{FF2B5EF4-FFF2-40B4-BE49-F238E27FC236}">
                <a16:creationId xmlns:a16="http://schemas.microsoft.com/office/drawing/2014/main" id="{8D9A4BA4-DD72-45B3-9540-F143366B326A}"/>
              </a:ext>
            </a:extLst>
          </p:cNvPr>
          <p:cNvSpPr>
            <a:spLocks noGrp="1"/>
          </p:cNvSpPr>
          <p:nvPr/>
        </p:nvSpPr>
        <p:spPr>
          <a:xfrm>
            <a:off x="8818701" y="364972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68" name="02_predicted_pose_4067">
            <a:extLst>
              <a:ext uri="{FF2B5EF4-FFF2-40B4-BE49-F238E27FC236}">
                <a16:creationId xmlns:a16="http://schemas.microsoft.com/office/drawing/2014/main" id="{D04A6096-EE86-4799-83C4-135189ED40C9}"/>
              </a:ext>
            </a:extLst>
          </p:cNvPr>
          <p:cNvSpPr>
            <a:spLocks noGrp="1"/>
          </p:cNvSpPr>
          <p:nvPr/>
        </p:nvSpPr>
        <p:spPr>
          <a:xfrm>
            <a:off x="8833284" y="357550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69" name="02_predicted_pose_4068">
            <a:extLst>
              <a:ext uri="{FF2B5EF4-FFF2-40B4-BE49-F238E27FC236}">
                <a16:creationId xmlns:a16="http://schemas.microsoft.com/office/drawing/2014/main" id="{AA5CACE5-5ACA-43A1-819B-E04E5075C278}"/>
              </a:ext>
            </a:extLst>
          </p:cNvPr>
          <p:cNvSpPr>
            <a:spLocks noGrp="1"/>
          </p:cNvSpPr>
          <p:nvPr/>
        </p:nvSpPr>
        <p:spPr>
          <a:xfrm>
            <a:off x="8716249" y="372864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70" name="02_predicted_pose_4069">
            <a:extLst>
              <a:ext uri="{FF2B5EF4-FFF2-40B4-BE49-F238E27FC236}">
                <a16:creationId xmlns:a16="http://schemas.microsoft.com/office/drawing/2014/main" id="{D38B51FE-B2B9-4F60-8242-85CF8B8715BD}"/>
              </a:ext>
            </a:extLst>
          </p:cNvPr>
          <p:cNvSpPr>
            <a:spLocks noGrp="1"/>
          </p:cNvSpPr>
          <p:nvPr/>
        </p:nvSpPr>
        <p:spPr>
          <a:xfrm>
            <a:off x="8814690" y="351184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71" name="02_predicted_pose_4070">
            <a:extLst>
              <a:ext uri="{FF2B5EF4-FFF2-40B4-BE49-F238E27FC236}">
                <a16:creationId xmlns:a16="http://schemas.microsoft.com/office/drawing/2014/main" id="{7E55D7B0-8476-483C-BEC3-E1779ACED384}"/>
              </a:ext>
            </a:extLst>
          </p:cNvPr>
          <p:cNvSpPr>
            <a:spLocks noGrp="1"/>
          </p:cNvSpPr>
          <p:nvPr/>
        </p:nvSpPr>
        <p:spPr>
          <a:xfrm>
            <a:off x="8913131" y="366855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72" name="02_predicted_pose_4071">
            <a:extLst>
              <a:ext uri="{FF2B5EF4-FFF2-40B4-BE49-F238E27FC236}">
                <a16:creationId xmlns:a16="http://schemas.microsoft.com/office/drawing/2014/main" id="{2A51840B-6915-4FFE-A504-0E4DA5A62AE1}"/>
              </a:ext>
            </a:extLst>
          </p:cNvPr>
          <p:cNvSpPr>
            <a:spLocks noGrp="1"/>
          </p:cNvSpPr>
          <p:nvPr/>
        </p:nvSpPr>
        <p:spPr>
          <a:xfrm>
            <a:off x="8648069" y="369135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73" name="02_predicted_pose_4072">
            <a:extLst>
              <a:ext uri="{FF2B5EF4-FFF2-40B4-BE49-F238E27FC236}">
                <a16:creationId xmlns:a16="http://schemas.microsoft.com/office/drawing/2014/main" id="{17429BD0-6340-4B3B-86DC-54A94443EB72}"/>
              </a:ext>
            </a:extLst>
          </p:cNvPr>
          <p:cNvSpPr>
            <a:spLocks noGrp="1"/>
          </p:cNvSpPr>
          <p:nvPr/>
        </p:nvSpPr>
        <p:spPr>
          <a:xfrm>
            <a:off x="8746511" y="350803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74" name="02_predicted_pose_4073">
            <a:extLst>
              <a:ext uri="{FF2B5EF4-FFF2-40B4-BE49-F238E27FC236}">
                <a16:creationId xmlns:a16="http://schemas.microsoft.com/office/drawing/2014/main" id="{AC6BE8E9-24E3-48C1-B198-3BF26E9661E6}"/>
              </a:ext>
            </a:extLst>
          </p:cNvPr>
          <p:cNvSpPr>
            <a:spLocks noGrp="1"/>
          </p:cNvSpPr>
          <p:nvPr/>
        </p:nvSpPr>
        <p:spPr>
          <a:xfrm>
            <a:off x="8844951" y="359806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75" name="02_predicted_pose_4074">
            <a:extLst>
              <a:ext uri="{FF2B5EF4-FFF2-40B4-BE49-F238E27FC236}">
                <a16:creationId xmlns:a16="http://schemas.microsoft.com/office/drawing/2014/main" id="{9E72774D-9013-4857-B829-AEF1A093A671}"/>
              </a:ext>
            </a:extLst>
          </p:cNvPr>
          <p:cNvSpPr>
            <a:spLocks noGrp="1"/>
          </p:cNvSpPr>
          <p:nvPr/>
        </p:nvSpPr>
        <p:spPr>
          <a:xfrm>
            <a:off x="8943392" y="372978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76" name="02_predicted_pose_4075">
            <a:extLst>
              <a:ext uri="{FF2B5EF4-FFF2-40B4-BE49-F238E27FC236}">
                <a16:creationId xmlns:a16="http://schemas.microsoft.com/office/drawing/2014/main" id="{220D8EB3-EBD0-4460-8932-A80D19AC13D1}"/>
              </a:ext>
            </a:extLst>
          </p:cNvPr>
          <p:cNvSpPr>
            <a:spLocks noGrp="1"/>
          </p:cNvSpPr>
          <p:nvPr/>
        </p:nvSpPr>
        <p:spPr>
          <a:xfrm>
            <a:off x="8678330" y="349272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77" name="02_predicted_pose_4076">
            <a:extLst>
              <a:ext uri="{FF2B5EF4-FFF2-40B4-BE49-F238E27FC236}">
                <a16:creationId xmlns:a16="http://schemas.microsoft.com/office/drawing/2014/main" id="{E83CC221-E8A2-4A68-B022-E4FCBD7EA655}"/>
              </a:ext>
            </a:extLst>
          </p:cNvPr>
          <p:cNvSpPr>
            <a:spLocks noGrp="1"/>
          </p:cNvSpPr>
          <p:nvPr/>
        </p:nvSpPr>
        <p:spPr>
          <a:xfrm>
            <a:off x="8776772" y="359823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78" name="02_predicted_pose_4077">
            <a:extLst>
              <a:ext uri="{FF2B5EF4-FFF2-40B4-BE49-F238E27FC236}">
                <a16:creationId xmlns:a16="http://schemas.microsoft.com/office/drawing/2014/main" id="{AF56A024-2823-4B40-8017-892D5CA503C4}"/>
              </a:ext>
            </a:extLst>
          </p:cNvPr>
          <p:cNvSpPr>
            <a:spLocks noGrp="1"/>
          </p:cNvSpPr>
          <p:nvPr/>
        </p:nvSpPr>
        <p:spPr>
          <a:xfrm>
            <a:off x="8875213" y="365543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79" name="02_predicted_pose_4078">
            <a:extLst>
              <a:ext uri="{FF2B5EF4-FFF2-40B4-BE49-F238E27FC236}">
                <a16:creationId xmlns:a16="http://schemas.microsoft.com/office/drawing/2014/main" id="{92DC9CB8-AFE4-4411-9ACD-543D488F0FE3}"/>
              </a:ext>
            </a:extLst>
          </p:cNvPr>
          <p:cNvSpPr>
            <a:spLocks noGrp="1"/>
          </p:cNvSpPr>
          <p:nvPr/>
        </p:nvSpPr>
        <p:spPr>
          <a:xfrm>
            <a:off x="8730833" y="363866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80" name="02_predicted_pose_4079">
            <a:extLst>
              <a:ext uri="{FF2B5EF4-FFF2-40B4-BE49-F238E27FC236}">
                <a16:creationId xmlns:a16="http://schemas.microsoft.com/office/drawing/2014/main" id="{A3CEF001-D29D-4143-B273-2914F9E991D8}"/>
              </a:ext>
            </a:extLst>
          </p:cNvPr>
          <p:cNvSpPr>
            <a:spLocks noGrp="1"/>
          </p:cNvSpPr>
          <p:nvPr/>
        </p:nvSpPr>
        <p:spPr>
          <a:xfrm>
            <a:off x="8829273" y="364326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81" name="02_predicted_pose_4080">
            <a:extLst>
              <a:ext uri="{FF2B5EF4-FFF2-40B4-BE49-F238E27FC236}">
                <a16:creationId xmlns:a16="http://schemas.microsoft.com/office/drawing/2014/main" id="{5F79A282-2EFA-4C3B-96FD-CF42CFFD25C6}"/>
              </a:ext>
            </a:extLst>
          </p:cNvPr>
          <p:cNvSpPr>
            <a:spLocks noGrp="1"/>
          </p:cNvSpPr>
          <p:nvPr/>
        </p:nvSpPr>
        <p:spPr>
          <a:xfrm>
            <a:off x="8927714" y="358332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82" name="02_predicted_pose_4081">
            <a:extLst>
              <a:ext uri="{FF2B5EF4-FFF2-40B4-BE49-F238E27FC236}">
                <a16:creationId xmlns:a16="http://schemas.microsoft.com/office/drawing/2014/main" id="{AE0D0E45-D4A1-47F4-9F75-997C75FF6665}"/>
              </a:ext>
            </a:extLst>
          </p:cNvPr>
          <p:cNvSpPr>
            <a:spLocks noGrp="1"/>
          </p:cNvSpPr>
          <p:nvPr/>
        </p:nvSpPr>
        <p:spPr>
          <a:xfrm>
            <a:off x="8662654" y="362665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83" name="02_predicted_pose_4082">
            <a:extLst>
              <a:ext uri="{FF2B5EF4-FFF2-40B4-BE49-F238E27FC236}">
                <a16:creationId xmlns:a16="http://schemas.microsoft.com/office/drawing/2014/main" id="{81752142-CD6D-4234-A39F-E17004A10DF2}"/>
              </a:ext>
            </a:extLst>
          </p:cNvPr>
          <p:cNvSpPr>
            <a:spLocks noGrp="1"/>
          </p:cNvSpPr>
          <p:nvPr/>
        </p:nvSpPr>
        <p:spPr>
          <a:xfrm>
            <a:off x="8761094" y="363441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84" name="02_predicted_pose_4083">
            <a:extLst>
              <a:ext uri="{FF2B5EF4-FFF2-40B4-BE49-F238E27FC236}">
                <a16:creationId xmlns:a16="http://schemas.microsoft.com/office/drawing/2014/main" id="{F027F89C-684E-41D7-BFAE-6677C7370531}"/>
              </a:ext>
            </a:extLst>
          </p:cNvPr>
          <p:cNvSpPr>
            <a:spLocks noGrp="1"/>
          </p:cNvSpPr>
          <p:nvPr/>
        </p:nvSpPr>
        <p:spPr>
          <a:xfrm>
            <a:off x="8859535" y="368672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85" name="02_predicted_pose_4084">
            <a:extLst>
              <a:ext uri="{FF2B5EF4-FFF2-40B4-BE49-F238E27FC236}">
                <a16:creationId xmlns:a16="http://schemas.microsoft.com/office/drawing/2014/main" id="{235ED9DB-1351-4596-A5E1-4B610D998013}"/>
              </a:ext>
            </a:extLst>
          </p:cNvPr>
          <p:cNvSpPr>
            <a:spLocks noGrp="1"/>
          </p:cNvSpPr>
          <p:nvPr/>
        </p:nvSpPr>
        <p:spPr>
          <a:xfrm>
            <a:off x="8594473" y="355622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86" name="02_predicted_pose_4085">
            <a:extLst>
              <a:ext uri="{FF2B5EF4-FFF2-40B4-BE49-F238E27FC236}">
                <a16:creationId xmlns:a16="http://schemas.microsoft.com/office/drawing/2014/main" id="{A3CDAA6D-D438-4CBF-873E-BB2322926CC9}"/>
              </a:ext>
            </a:extLst>
          </p:cNvPr>
          <p:cNvSpPr>
            <a:spLocks noGrp="1"/>
          </p:cNvSpPr>
          <p:nvPr/>
        </p:nvSpPr>
        <p:spPr>
          <a:xfrm>
            <a:off x="8692915" y="368768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87" name="02_predicted_pose_4086">
            <a:extLst>
              <a:ext uri="{FF2B5EF4-FFF2-40B4-BE49-F238E27FC236}">
                <a16:creationId xmlns:a16="http://schemas.microsoft.com/office/drawing/2014/main" id="{5BE26CB3-9D1C-45C3-89E2-93714D3D641E}"/>
              </a:ext>
            </a:extLst>
          </p:cNvPr>
          <p:cNvSpPr>
            <a:spLocks noGrp="1"/>
          </p:cNvSpPr>
          <p:nvPr/>
        </p:nvSpPr>
        <p:spPr>
          <a:xfrm>
            <a:off x="8791356" y="366021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88" name="02_predicted_pose_4087">
            <a:extLst>
              <a:ext uri="{FF2B5EF4-FFF2-40B4-BE49-F238E27FC236}">
                <a16:creationId xmlns:a16="http://schemas.microsoft.com/office/drawing/2014/main" id="{13EC82AA-5711-474C-91CC-5C88413E2722}"/>
              </a:ext>
            </a:extLst>
          </p:cNvPr>
          <p:cNvSpPr>
            <a:spLocks noGrp="1"/>
          </p:cNvSpPr>
          <p:nvPr/>
        </p:nvSpPr>
        <p:spPr>
          <a:xfrm>
            <a:off x="8889796" y="353965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89" name="02_predicted_pose_4088">
            <a:extLst>
              <a:ext uri="{FF2B5EF4-FFF2-40B4-BE49-F238E27FC236}">
                <a16:creationId xmlns:a16="http://schemas.microsoft.com/office/drawing/2014/main" id="{29E19FB1-907F-4AF2-9469-9667375AB2A4}"/>
              </a:ext>
            </a:extLst>
          </p:cNvPr>
          <p:cNvSpPr>
            <a:spLocks noGrp="1"/>
          </p:cNvSpPr>
          <p:nvPr/>
        </p:nvSpPr>
        <p:spPr>
          <a:xfrm>
            <a:off x="8745416" y="357582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90" name="02_predicted_pose_4089">
            <a:extLst>
              <a:ext uri="{FF2B5EF4-FFF2-40B4-BE49-F238E27FC236}">
                <a16:creationId xmlns:a16="http://schemas.microsoft.com/office/drawing/2014/main" id="{FD63A8FF-8A00-4C75-AAD7-B2D0FE559736}"/>
              </a:ext>
            </a:extLst>
          </p:cNvPr>
          <p:cNvSpPr>
            <a:spLocks noGrp="1"/>
          </p:cNvSpPr>
          <p:nvPr/>
        </p:nvSpPr>
        <p:spPr>
          <a:xfrm>
            <a:off x="8843857" y="356308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91" name="02_predicted_pose_4090">
            <a:extLst>
              <a:ext uri="{FF2B5EF4-FFF2-40B4-BE49-F238E27FC236}">
                <a16:creationId xmlns:a16="http://schemas.microsoft.com/office/drawing/2014/main" id="{2C256461-6CF5-4F20-B5FB-4831EC902146}"/>
              </a:ext>
            </a:extLst>
          </p:cNvPr>
          <p:cNvSpPr>
            <a:spLocks noGrp="1"/>
          </p:cNvSpPr>
          <p:nvPr/>
        </p:nvSpPr>
        <p:spPr>
          <a:xfrm>
            <a:off x="8942299" y="361573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92" name="02_predicted_pose_4091">
            <a:extLst>
              <a:ext uri="{FF2B5EF4-FFF2-40B4-BE49-F238E27FC236}">
                <a16:creationId xmlns:a16="http://schemas.microsoft.com/office/drawing/2014/main" id="{B88CBFFA-4B55-4E94-8C6E-3E95FDCCA1CF}"/>
              </a:ext>
            </a:extLst>
          </p:cNvPr>
          <p:cNvSpPr>
            <a:spLocks noGrp="1"/>
          </p:cNvSpPr>
          <p:nvPr/>
        </p:nvSpPr>
        <p:spPr>
          <a:xfrm>
            <a:off x="8677237" y="362083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93" name="02_predicted_pose_4092">
            <a:extLst>
              <a:ext uri="{FF2B5EF4-FFF2-40B4-BE49-F238E27FC236}">
                <a16:creationId xmlns:a16="http://schemas.microsoft.com/office/drawing/2014/main" id="{1B78D0C1-C776-4671-B5D8-EF539C86F9F8}"/>
              </a:ext>
            </a:extLst>
          </p:cNvPr>
          <p:cNvSpPr>
            <a:spLocks noGrp="1"/>
          </p:cNvSpPr>
          <p:nvPr/>
        </p:nvSpPr>
        <p:spPr>
          <a:xfrm>
            <a:off x="8775678" y="366237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94" name="02_predicted_pose_4093">
            <a:extLst>
              <a:ext uri="{FF2B5EF4-FFF2-40B4-BE49-F238E27FC236}">
                <a16:creationId xmlns:a16="http://schemas.microsoft.com/office/drawing/2014/main" id="{9DBA17A3-1A88-4C51-9551-643897BF5D7B}"/>
              </a:ext>
            </a:extLst>
          </p:cNvPr>
          <p:cNvSpPr>
            <a:spLocks noGrp="1"/>
          </p:cNvSpPr>
          <p:nvPr/>
        </p:nvSpPr>
        <p:spPr>
          <a:xfrm>
            <a:off x="8874119" y="361027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95" name="02_predicted_pose_4094">
            <a:extLst>
              <a:ext uri="{FF2B5EF4-FFF2-40B4-BE49-F238E27FC236}">
                <a16:creationId xmlns:a16="http://schemas.microsoft.com/office/drawing/2014/main" id="{C1F4FC1D-9F3C-44FF-80C5-B2E4F1E12124}"/>
              </a:ext>
            </a:extLst>
          </p:cNvPr>
          <p:cNvSpPr>
            <a:spLocks noGrp="1"/>
          </p:cNvSpPr>
          <p:nvPr/>
        </p:nvSpPr>
        <p:spPr>
          <a:xfrm>
            <a:off x="8609057" y="353717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96" name="02_predicted_pose_4095">
            <a:extLst>
              <a:ext uri="{FF2B5EF4-FFF2-40B4-BE49-F238E27FC236}">
                <a16:creationId xmlns:a16="http://schemas.microsoft.com/office/drawing/2014/main" id="{E1A89928-6E97-4838-A121-ED7FDC5A783C}"/>
              </a:ext>
            </a:extLst>
          </p:cNvPr>
          <p:cNvSpPr>
            <a:spLocks noGrp="1"/>
          </p:cNvSpPr>
          <p:nvPr/>
        </p:nvSpPr>
        <p:spPr>
          <a:xfrm>
            <a:off x="8707499" y="365297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97" name="02_predicted_pose_4096">
            <a:extLst>
              <a:ext uri="{FF2B5EF4-FFF2-40B4-BE49-F238E27FC236}">
                <a16:creationId xmlns:a16="http://schemas.microsoft.com/office/drawing/2014/main" id="{ACACC745-D961-41F0-9A9A-EA52B1E5DB54}"/>
              </a:ext>
            </a:extLst>
          </p:cNvPr>
          <p:cNvSpPr>
            <a:spLocks noGrp="1"/>
          </p:cNvSpPr>
          <p:nvPr/>
        </p:nvSpPr>
        <p:spPr>
          <a:xfrm>
            <a:off x="8805939" y="364984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98" name="02_predicted_pose_4097">
            <a:extLst>
              <a:ext uri="{FF2B5EF4-FFF2-40B4-BE49-F238E27FC236}">
                <a16:creationId xmlns:a16="http://schemas.microsoft.com/office/drawing/2014/main" id="{D4F2A87A-1847-4496-96BF-56689D3E1FD1}"/>
              </a:ext>
            </a:extLst>
          </p:cNvPr>
          <p:cNvSpPr>
            <a:spLocks noGrp="1"/>
          </p:cNvSpPr>
          <p:nvPr/>
        </p:nvSpPr>
        <p:spPr>
          <a:xfrm>
            <a:off x="8904380" y="368294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99" name="02_predicted_pose_4098">
            <a:extLst>
              <a:ext uri="{FF2B5EF4-FFF2-40B4-BE49-F238E27FC236}">
                <a16:creationId xmlns:a16="http://schemas.microsoft.com/office/drawing/2014/main" id="{A3699973-53A5-4BB1-B95A-595307080902}"/>
              </a:ext>
            </a:extLst>
          </p:cNvPr>
          <p:cNvSpPr>
            <a:spLocks noGrp="1"/>
          </p:cNvSpPr>
          <p:nvPr/>
        </p:nvSpPr>
        <p:spPr>
          <a:xfrm>
            <a:off x="8760000" y="361916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00" name="02_predicted_pose_4099">
            <a:extLst>
              <a:ext uri="{FF2B5EF4-FFF2-40B4-BE49-F238E27FC236}">
                <a16:creationId xmlns:a16="http://schemas.microsoft.com/office/drawing/2014/main" id="{43C152E3-F89E-44E5-97AE-9603D77CA0D8}"/>
              </a:ext>
            </a:extLst>
          </p:cNvPr>
          <p:cNvSpPr>
            <a:spLocks noGrp="1"/>
          </p:cNvSpPr>
          <p:nvPr/>
        </p:nvSpPr>
        <p:spPr>
          <a:xfrm>
            <a:off x="8858442" y="361321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01" name="02_predicted_pose_4100">
            <a:extLst>
              <a:ext uri="{FF2B5EF4-FFF2-40B4-BE49-F238E27FC236}">
                <a16:creationId xmlns:a16="http://schemas.microsoft.com/office/drawing/2014/main" id="{EF225E21-BD25-44F7-BF6B-F84687E156CD}"/>
              </a:ext>
            </a:extLst>
          </p:cNvPr>
          <p:cNvSpPr>
            <a:spLocks noGrp="1"/>
          </p:cNvSpPr>
          <p:nvPr/>
        </p:nvSpPr>
        <p:spPr>
          <a:xfrm>
            <a:off x="8593380" y="356300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02" name="02_predicted_pose_4101">
            <a:extLst>
              <a:ext uri="{FF2B5EF4-FFF2-40B4-BE49-F238E27FC236}">
                <a16:creationId xmlns:a16="http://schemas.microsoft.com/office/drawing/2014/main" id="{311135FD-A6A1-4F65-81E7-6C175370CFCD}"/>
              </a:ext>
            </a:extLst>
          </p:cNvPr>
          <p:cNvSpPr>
            <a:spLocks noGrp="1"/>
          </p:cNvSpPr>
          <p:nvPr/>
        </p:nvSpPr>
        <p:spPr>
          <a:xfrm>
            <a:off x="8691821" y="355009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03" name="02_predicted_pose_4102">
            <a:extLst>
              <a:ext uri="{FF2B5EF4-FFF2-40B4-BE49-F238E27FC236}">
                <a16:creationId xmlns:a16="http://schemas.microsoft.com/office/drawing/2014/main" id="{6352C864-46F6-4D8F-93EF-2E92D6957BEB}"/>
              </a:ext>
            </a:extLst>
          </p:cNvPr>
          <p:cNvSpPr>
            <a:spLocks noGrp="1"/>
          </p:cNvSpPr>
          <p:nvPr/>
        </p:nvSpPr>
        <p:spPr>
          <a:xfrm>
            <a:off x="8790261" y="374837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04" name="02_predicted_pose_4103">
            <a:extLst>
              <a:ext uri="{FF2B5EF4-FFF2-40B4-BE49-F238E27FC236}">
                <a16:creationId xmlns:a16="http://schemas.microsoft.com/office/drawing/2014/main" id="{0C2C620C-EB7C-4515-97C9-671FF031331E}"/>
              </a:ext>
            </a:extLst>
          </p:cNvPr>
          <p:cNvSpPr>
            <a:spLocks noGrp="1"/>
          </p:cNvSpPr>
          <p:nvPr/>
        </p:nvSpPr>
        <p:spPr>
          <a:xfrm>
            <a:off x="8888703" y="368191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05" name="02_predicted_pose_4104">
            <a:extLst>
              <a:ext uri="{FF2B5EF4-FFF2-40B4-BE49-F238E27FC236}">
                <a16:creationId xmlns:a16="http://schemas.microsoft.com/office/drawing/2014/main" id="{6334B3CB-6C38-40A5-B876-389C90D95ECF}"/>
              </a:ext>
            </a:extLst>
          </p:cNvPr>
          <p:cNvSpPr>
            <a:spLocks noGrp="1"/>
          </p:cNvSpPr>
          <p:nvPr/>
        </p:nvSpPr>
        <p:spPr>
          <a:xfrm>
            <a:off x="8623642" y="352883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06" name="02_predicted_pose_4105">
            <a:extLst>
              <a:ext uri="{FF2B5EF4-FFF2-40B4-BE49-F238E27FC236}">
                <a16:creationId xmlns:a16="http://schemas.microsoft.com/office/drawing/2014/main" id="{E0570A16-4F91-49F6-9FB7-886597A50BF9}"/>
              </a:ext>
            </a:extLst>
          </p:cNvPr>
          <p:cNvSpPr>
            <a:spLocks noGrp="1"/>
          </p:cNvSpPr>
          <p:nvPr/>
        </p:nvSpPr>
        <p:spPr>
          <a:xfrm>
            <a:off x="8722082" y="365185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07" name="02_predicted_pose_4106">
            <a:extLst>
              <a:ext uri="{FF2B5EF4-FFF2-40B4-BE49-F238E27FC236}">
                <a16:creationId xmlns:a16="http://schemas.microsoft.com/office/drawing/2014/main" id="{6F8B483F-7026-4667-85D8-E243C71BD747}"/>
              </a:ext>
            </a:extLst>
          </p:cNvPr>
          <p:cNvSpPr>
            <a:spLocks noGrp="1"/>
          </p:cNvSpPr>
          <p:nvPr/>
        </p:nvSpPr>
        <p:spPr>
          <a:xfrm>
            <a:off x="8820523" y="362754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08" name="02_predicted_pose_4107">
            <a:extLst>
              <a:ext uri="{FF2B5EF4-FFF2-40B4-BE49-F238E27FC236}">
                <a16:creationId xmlns:a16="http://schemas.microsoft.com/office/drawing/2014/main" id="{69EDF4E8-DA44-4EE5-9BAD-9D595D861B75}"/>
              </a:ext>
            </a:extLst>
          </p:cNvPr>
          <p:cNvSpPr>
            <a:spLocks noGrp="1"/>
          </p:cNvSpPr>
          <p:nvPr/>
        </p:nvSpPr>
        <p:spPr>
          <a:xfrm>
            <a:off x="8918965" y="354600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09" name="02_predicted_pose_4108">
            <a:extLst>
              <a:ext uri="{FF2B5EF4-FFF2-40B4-BE49-F238E27FC236}">
                <a16:creationId xmlns:a16="http://schemas.microsoft.com/office/drawing/2014/main" id="{226EA260-E26E-4296-B52D-EE469D9C0C7A}"/>
              </a:ext>
            </a:extLst>
          </p:cNvPr>
          <p:cNvSpPr>
            <a:spLocks noGrp="1"/>
          </p:cNvSpPr>
          <p:nvPr/>
        </p:nvSpPr>
        <p:spPr>
          <a:xfrm>
            <a:off x="8774584" y="363755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10" name="02_predicted_pose_4109">
            <a:extLst>
              <a:ext uri="{FF2B5EF4-FFF2-40B4-BE49-F238E27FC236}">
                <a16:creationId xmlns:a16="http://schemas.microsoft.com/office/drawing/2014/main" id="{E96E4DBA-1560-4F5C-BA3A-059FEF51123B}"/>
              </a:ext>
            </a:extLst>
          </p:cNvPr>
          <p:cNvSpPr>
            <a:spLocks noGrp="1"/>
          </p:cNvSpPr>
          <p:nvPr/>
        </p:nvSpPr>
        <p:spPr>
          <a:xfrm>
            <a:off x="8873025" y="361728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11" name="02_predicted_pose_4110">
            <a:extLst>
              <a:ext uri="{FF2B5EF4-FFF2-40B4-BE49-F238E27FC236}">
                <a16:creationId xmlns:a16="http://schemas.microsoft.com/office/drawing/2014/main" id="{247D2270-4B3B-4FF6-A9DC-A09B57AD87B1}"/>
              </a:ext>
            </a:extLst>
          </p:cNvPr>
          <p:cNvSpPr>
            <a:spLocks noGrp="1"/>
          </p:cNvSpPr>
          <p:nvPr/>
        </p:nvSpPr>
        <p:spPr>
          <a:xfrm>
            <a:off x="8607964" y="365685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12" name="02_predicted_pose_4111">
            <a:extLst>
              <a:ext uri="{FF2B5EF4-FFF2-40B4-BE49-F238E27FC236}">
                <a16:creationId xmlns:a16="http://schemas.microsoft.com/office/drawing/2014/main" id="{B01217A3-764B-4561-967E-4CF29DE879A8}"/>
              </a:ext>
            </a:extLst>
          </p:cNvPr>
          <p:cNvSpPr>
            <a:spLocks noGrp="1"/>
          </p:cNvSpPr>
          <p:nvPr/>
        </p:nvSpPr>
        <p:spPr>
          <a:xfrm>
            <a:off x="8706404" y="370630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13" name="02_predicted_pose_4112">
            <a:extLst>
              <a:ext uri="{FF2B5EF4-FFF2-40B4-BE49-F238E27FC236}">
                <a16:creationId xmlns:a16="http://schemas.microsoft.com/office/drawing/2014/main" id="{B884F7D9-7DBE-4626-BA4E-A437ADC2D700}"/>
              </a:ext>
            </a:extLst>
          </p:cNvPr>
          <p:cNvSpPr>
            <a:spLocks noGrp="1"/>
          </p:cNvSpPr>
          <p:nvPr/>
        </p:nvSpPr>
        <p:spPr>
          <a:xfrm>
            <a:off x="8804846" y="366156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14" name="02_predicted_pose_4113">
            <a:extLst>
              <a:ext uri="{FF2B5EF4-FFF2-40B4-BE49-F238E27FC236}">
                <a16:creationId xmlns:a16="http://schemas.microsoft.com/office/drawing/2014/main" id="{C1F65497-ACD7-4964-88B9-918D13D79DBF}"/>
              </a:ext>
            </a:extLst>
          </p:cNvPr>
          <p:cNvSpPr>
            <a:spLocks noGrp="1"/>
          </p:cNvSpPr>
          <p:nvPr/>
        </p:nvSpPr>
        <p:spPr>
          <a:xfrm>
            <a:off x="8903287" y="355940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15" name="02_predicted_pose_4114">
            <a:extLst>
              <a:ext uri="{FF2B5EF4-FFF2-40B4-BE49-F238E27FC236}">
                <a16:creationId xmlns:a16="http://schemas.microsoft.com/office/drawing/2014/main" id="{33DD676C-8201-440C-9F7D-4809988AABFE}"/>
              </a:ext>
            </a:extLst>
          </p:cNvPr>
          <p:cNvSpPr>
            <a:spLocks noGrp="1"/>
          </p:cNvSpPr>
          <p:nvPr/>
        </p:nvSpPr>
        <p:spPr>
          <a:xfrm>
            <a:off x="8638225" y="370284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16" name="02_predicted_pose_4115">
            <a:extLst>
              <a:ext uri="{FF2B5EF4-FFF2-40B4-BE49-F238E27FC236}">
                <a16:creationId xmlns:a16="http://schemas.microsoft.com/office/drawing/2014/main" id="{2649A050-7778-44E1-8ECD-9C4266BE9296}"/>
              </a:ext>
            </a:extLst>
          </p:cNvPr>
          <p:cNvSpPr>
            <a:spLocks noGrp="1"/>
          </p:cNvSpPr>
          <p:nvPr/>
        </p:nvSpPr>
        <p:spPr>
          <a:xfrm>
            <a:off x="8736666" y="363360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17" name="02_predicted_pose_4116">
            <a:extLst>
              <a:ext uri="{FF2B5EF4-FFF2-40B4-BE49-F238E27FC236}">
                <a16:creationId xmlns:a16="http://schemas.microsoft.com/office/drawing/2014/main" id="{D6E0BC4D-EF88-4F86-AC7D-18746FE7F54A}"/>
              </a:ext>
            </a:extLst>
          </p:cNvPr>
          <p:cNvSpPr>
            <a:spLocks noGrp="1"/>
          </p:cNvSpPr>
          <p:nvPr/>
        </p:nvSpPr>
        <p:spPr>
          <a:xfrm>
            <a:off x="8835108" y="355629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18" name="02_predicted_pose_4117">
            <a:extLst>
              <a:ext uri="{FF2B5EF4-FFF2-40B4-BE49-F238E27FC236}">
                <a16:creationId xmlns:a16="http://schemas.microsoft.com/office/drawing/2014/main" id="{CDA78BD3-67F3-471C-A2DD-127E792523F4}"/>
              </a:ext>
            </a:extLst>
          </p:cNvPr>
          <p:cNvSpPr>
            <a:spLocks noGrp="1"/>
          </p:cNvSpPr>
          <p:nvPr/>
        </p:nvSpPr>
        <p:spPr>
          <a:xfrm>
            <a:off x="8933548" y="376587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19" name="02_predicted_pose_4118">
            <a:extLst>
              <a:ext uri="{FF2B5EF4-FFF2-40B4-BE49-F238E27FC236}">
                <a16:creationId xmlns:a16="http://schemas.microsoft.com/office/drawing/2014/main" id="{77E3E4CC-04A1-4B5F-95D6-9A73D93E1A84}"/>
              </a:ext>
            </a:extLst>
          </p:cNvPr>
          <p:cNvSpPr>
            <a:spLocks noGrp="1"/>
          </p:cNvSpPr>
          <p:nvPr/>
        </p:nvSpPr>
        <p:spPr>
          <a:xfrm>
            <a:off x="8887609" y="357611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20" name="02_predicted_pose_4119">
            <a:extLst>
              <a:ext uri="{FF2B5EF4-FFF2-40B4-BE49-F238E27FC236}">
                <a16:creationId xmlns:a16="http://schemas.microsoft.com/office/drawing/2014/main" id="{963CC3F3-7809-47A1-BE3B-9A6E5188A81F}"/>
              </a:ext>
            </a:extLst>
          </p:cNvPr>
          <p:cNvSpPr>
            <a:spLocks noGrp="1"/>
          </p:cNvSpPr>
          <p:nvPr/>
        </p:nvSpPr>
        <p:spPr>
          <a:xfrm>
            <a:off x="8622547" y="364329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21" name="02_predicted_pose_4120">
            <a:extLst>
              <a:ext uri="{FF2B5EF4-FFF2-40B4-BE49-F238E27FC236}">
                <a16:creationId xmlns:a16="http://schemas.microsoft.com/office/drawing/2014/main" id="{6B6F2DE0-4154-4EE4-B88E-7947A8F0CBE6}"/>
              </a:ext>
            </a:extLst>
          </p:cNvPr>
          <p:cNvSpPr>
            <a:spLocks noGrp="1"/>
          </p:cNvSpPr>
          <p:nvPr/>
        </p:nvSpPr>
        <p:spPr>
          <a:xfrm>
            <a:off x="8720988" y="366367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22" name="02_predicted_pose_4121">
            <a:extLst>
              <a:ext uri="{FF2B5EF4-FFF2-40B4-BE49-F238E27FC236}">
                <a16:creationId xmlns:a16="http://schemas.microsoft.com/office/drawing/2014/main" id="{FDA994EE-4F4C-40B6-ACA5-AAA25C48DBDA}"/>
              </a:ext>
            </a:extLst>
          </p:cNvPr>
          <p:cNvSpPr>
            <a:spLocks noGrp="1"/>
          </p:cNvSpPr>
          <p:nvPr/>
        </p:nvSpPr>
        <p:spPr>
          <a:xfrm>
            <a:off x="8819430" y="349095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23" name="02_predicted_pose_4122">
            <a:extLst>
              <a:ext uri="{FF2B5EF4-FFF2-40B4-BE49-F238E27FC236}">
                <a16:creationId xmlns:a16="http://schemas.microsoft.com/office/drawing/2014/main" id="{E5D2897A-E50E-4569-8578-D6BA33569BAF}"/>
              </a:ext>
            </a:extLst>
          </p:cNvPr>
          <p:cNvSpPr>
            <a:spLocks noGrp="1"/>
          </p:cNvSpPr>
          <p:nvPr/>
        </p:nvSpPr>
        <p:spPr>
          <a:xfrm>
            <a:off x="8917870" y="366142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24" name="02_predicted_pose_4123">
            <a:extLst>
              <a:ext uri="{FF2B5EF4-FFF2-40B4-BE49-F238E27FC236}">
                <a16:creationId xmlns:a16="http://schemas.microsoft.com/office/drawing/2014/main" id="{BFC2CE28-F966-4B13-9DFC-15AF6244CBA7}"/>
              </a:ext>
            </a:extLst>
          </p:cNvPr>
          <p:cNvSpPr>
            <a:spLocks noGrp="1"/>
          </p:cNvSpPr>
          <p:nvPr/>
        </p:nvSpPr>
        <p:spPr>
          <a:xfrm>
            <a:off x="8652809" y="364723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25" name="02_predicted_pose_4124">
            <a:extLst>
              <a:ext uri="{FF2B5EF4-FFF2-40B4-BE49-F238E27FC236}">
                <a16:creationId xmlns:a16="http://schemas.microsoft.com/office/drawing/2014/main" id="{D4D16C60-BE99-47B1-AAEB-FA2D40499F5B}"/>
              </a:ext>
            </a:extLst>
          </p:cNvPr>
          <p:cNvSpPr>
            <a:spLocks noGrp="1"/>
          </p:cNvSpPr>
          <p:nvPr/>
        </p:nvSpPr>
        <p:spPr>
          <a:xfrm>
            <a:off x="8751249" y="354028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26" name="02_predicted_pose_4125">
            <a:extLst>
              <a:ext uri="{FF2B5EF4-FFF2-40B4-BE49-F238E27FC236}">
                <a16:creationId xmlns:a16="http://schemas.microsoft.com/office/drawing/2014/main" id="{555E6985-990B-4298-9636-2CF3C6C633F3}"/>
              </a:ext>
            </a:extLst>
          </p:cNvPr>
          <p:cNvSpPr>
            <a:spLocks noGrp="1"/>
          </p:cNvSpPr>
          <p:nvPr/>
        </p:nvSpPr>
        <p:spPr>
          <a:xfrm>
            <a:off x="8849691" y="367162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27" name="02_predicted_pose_4126">
            <a:extLst>
              <a:ext uri="{FF2B5EF4-FFF2-40B4-BE49-F238E27FC236}">
                <a16:creationId xmlns:a16="http://schemas.microsoft.com/office/drawing/2014/main" id="{90ED3BBF-1B62-4197-B095-2DD8ED76BB88}"/>
              </a:ext>
            </a:extLst>
          </p:cNvPr>
          <p:cNvSpPr>
            <a:spLocks noGrp="1"/>
          </p:cNvSpPr>
          <p:nvPr/>
        </p:nvSpPr>
        <p:spPr>
          <a:xfrm>
            <a:off x="8584630" y="366613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28" name="02_predicted_pose_4127">
            <a:extLst>
              <a:ext uri="{FF2B5EF4-FFF2-40B4-BE49-F238E27FC236}">
                <a16:creationId xmlns:a16="http://schemas.microsoft.com/office/drawing/2014/main" id="{283C73AF-4DE2-43B4-A4E2-C053417DE97E}"/>
              </a:ext>
            </a:extLst>
          </p:cNvPr>
          <p:cNvSpPr>
            <a:spLocks noGrp="1"/>
          </p:cNvSpPr>
          <p:nvPr/>
        </p:nvSpPr>
        <p:spPr>
          <a:xfrm>
            <a:off x="8803752" y="357936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29" name="02_predicted_pose_4128">
            <a:extLst>
              <a:ext uri="{FF2B5EF4-FFF2-40B4-BE49-F238E27FC236}">
                <a16:creationId xmlns:a16="http://schemas.microsoft.com/office/drawing/2014/main" id="{4FF31950-ABEE-4F70-B284-2B0E94125076}"/>
              </a:ext>
            </a:extLst>
          </p:cNvPr>
          <p:cNvSpPr>
            <a:spLocks noGrp="1"/>
          </p:cNvSpPr>
          <p:nvPr/>
        </p:nvSpPr>
        <p:spPr>
          <a:xfrm>
            <a:off x="8902193" y="364290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30" name="02_predicted_pose_4129">
            <a:extLst>
              <a:ext uri="{FF2B5EF4-FFF2-40B4-BE49-F238E27FC236}">
                <a16:creationId xmlns:a16="http://schemas.microsoft.com/office/drawing/2014/main" id="{77D5030A-157F-4C91-AA6D-22D6B84D40C7}"/>
              </a:ext>
            </a:extLst>
          </p:cNvPr>
          <p:cNvSpPr>
            <a:spLocks noGrp="1"/>
          </p:cNvSpPr>
          <p:nvPr/>
        </p:nvSpPr>
        <p:spPr>
          <a:xfrm>
            <a:off x="8637131" y="367871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31" name="02_predicted_pose_4130">
            <a:extLst>
              <a:ext uri="{FF2B5EF4-FFF2-40B4-BE49-F238E27FC236}">
                <a16:creationId xmlns:a16="http://schemas.microsoft.com/office/drawing/2014/main" id="{B3244D46-4AC4-4328-B8AB-DB2069725918}"/>
              </a:ext>
            </a:extLst>
          </p:cNvPr>
          <p:cNvSpPr>
            <a:spLocks noGrp="1"/>
          </p:cNvSpPr>
          <p:nvPr/>
        </p:nvSpPr>
        <p:spPr>
          <a:xfrm>
            <a:off x="8735573" y="358617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32" name="02_predicted_pose_4131">
            <a:extLst>
              <a:ext uri="{FF2B5EF4-FFF2-40B4-BE49-F238E27FC236}">
                <a16:creationId xmlns:a16="http://schemas.microsoft.com/office/drawing/2014/main" id="{3F7B98D8-EC32-43C4-B077-2D4C50D56C4B}"/>
              </a:ext>
            </a:extLst>
          </p:cNvPr>
          <p:cNvSpPr>
            <a:spLocks noGrp="1"/>
          </p:cNvSpPr>
          <p:nvPr/>
        </p:nvSpPr>
        <p:spPr>
          <a:xfrm>
            <a:off x="8834013" y="361184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33" name="02_predicted_pose_4132">
            <a:extLst>
              <a:ext uri="{FF2B5EF4-FFF2-40B4-BE49-F238E27FC236}">
                <a16:creationId xmlns:a16="http://schemas.microsoft.com/office/drawing/2014/main" id="{7B9AD3DF-91EB-48A7-9DB0-90198A0B6B76}"/>
              </a:ext>
            </a:extLst>
          </p:cNvPr>
          <p:cNvSpPr>
            <a:spLocks noGrp="1"/>
          </p:cNvSpPr>
          <p:nvPr/>
        </p:nvSpPr>
        <p:spPr>
          <a:xfrm>
            <a:off x="8932454" y="367559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34" name="02_predicted_pose_4133">
            <a:extLst>
              <a:ext uri="{FF2B5EF4-FFF2-40B4-BE49-F238E27FC236}">
                <a16:creationId xmlns:a16="http://schemas.microsoft.com/office/drawing/2014/main" id="{A8EA9196-9A15-4762-9199-2789A3DF858B}"/>
              </a:ext>
            </a:extLst>
          </p:cNvPr>
          <p:cNvSpPr>
            <a:spLocks noGrp="1"/>
          </p:cNvSpPr>
          <p:nvPr/>
        </p:nvSpPr>
        <p:spPr>
          <a:xfrm>
            <a:off x="8667392" y="357382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35" name="02_predicted_pose_4134">
            <a:extLst>
              <a:ext uri="{FF2B5EF4-FFF2-40B4-BE49-F238E27FC236}">
                <a16:creationId xmlns:a16="http://schemas.microsoft.com/office/drawing/2014/main" id="{161FE876-CDD2-401D-8DD3-FA690BC821D2}"/>
              </a:ext>
            </a:extLst>
          </p:cNvPr>
          <p:cNvSpPr>
            <a:spLocks noGrp="1"/>
          </p:cNvSpPr>
          <p:nvPr/>
        </p:nvSpPr>
        <p:spPr>
          <a:xfrm>
            <a:off x="8765834" y="365608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36" name="02_predicted_pose_4135">
            <a:extLst>
              <a:ext uri="{FF2B5EF4-FFF2-40B4-BE49-F238E27FC236}">
                <a16:creationId xmlns:a16="http://schemas.microsoft.com/office/drawing/2014/main" id="{BDEF8875-E24D-4675-B374-3D309CE5C422}"/>
              </a:ext>
            </a:extLst>
          </p:cNvPr>
          <p:cNvSpPr>
            <a:spLocks noGrp="1"/>
          </p:cNvSpPr>
          <p:nvPr/>
        </p:nvSpPr>
        <p:spPr>
          <a:xfrm>
            <a:off x="8727916" y="368903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37" name="02_predicted_pose_4136">
            <a:extLst>
              <a:ext uri="{FF2B5EF4-FFF2-40B4-BE49-F238E27FC236}">
                <a16:creationId xmlns:a16="http://schemas.microsoft.com/office/drawing/2014/main" id="{5B268397-2C54-4381-9D55-687CAD6F5F42}"/>
              </a:ext>
            </a:extLst>
          </p:cNvPr>
          <p:cNvSpPr>
            <a:spLocks noGrp="1"/>
          </p:cNvSpPr>
          <p:nvPr/>
        </p:nvSpPr>
        <p:spPr>
          <a:xfrm>
            <a:off x="8742500" y="368605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38" name="02_predicted_pose_4137">
            <a:extLst>
              <a:ext uri="{FF2B5EF4-FFF2-40B4-BE49-F238E27FC236}">
                <a16:creationId xmlns:a16="http://schemas.microsoft.com/office/drawing/2014/main" id="{BDA3732D-6D2D-4287-9231-1E7A84306C27}"/>
              </a:ext>
            </a:extLst>
          </p:cNvPr>
          <p:cNvSpPr>
            <a:spLocks noGrp="1"/>
          </p:cNvSpPr>
          <p:nvPr/>
        </p:nvSpPr>
        <p:spPr>
          <a:xfrm>
            <a:off x="8719166" y="346590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39" name="02_predicted_pose_4138">
            <a:extLst>
              <a:ext uri="{FF2B5EF4-FFF2-40B4-BE49-F238E27FC236}">
                <a16:creationId xmlns:a16="http://schemas.microsoft.com/office/drawing/2014/main" id="{B6706DCA-1A23-4570-B7E4-78E73E51B70B}"/>
              </a:ext>
            </a:extLst>
          </p:cNvPr>
          <p:cNvSpPr>
            <a:spLocks noGrp="1"/>
          </p:cNvSpPr>
          <p:nvPr/>
        </p:nvSpPr>
        <p:spPr>
          <a:xfrm>
            <a:off x="8748333" y="342750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40" name="02_predicted_pose_4139">
            <a:extLst>
              <a:ext uri="{FF2B5EF4-FFF2-40B4-BE49-F238E27FC236}">
                <a16:creationId xmlns:a16="http://schemas.microsoft.com/office/drawing/2014/main" id="{6F5E4950-E009-4A9C-9E08-FD0E06A89D2D}"/>
              </a:ext>
            </a:extLst>
          </p:cNvPr>
          <p:cNvSpPr>
            <a:spLocks noGrp="1"/>
          </p:cNvSpPr>
          <p:nvPr/>
        </p:nvSpPr>
        <p:spPr>
          <a:xfrm>
            <a:off x="8777501" y="360878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41" name="02_predicted_pose_4140">
            <a:extLst>
              <a:ext uri="{FF2B5EF4-FFF2-40B4-BE49-F238E27FC236}">
                <a16:creationId xmlns:a16="http://schemas.microsoft.com/office/drawing/2014/main" id="{CCA179D9-2579-4288-8964-477349D76A3D}"/>
              </a:ext>
            </a:extLst>
          </p:cNvPr>
          <p:cNvSpPr>
            <a:spLocks noGrp="1"/>
          </p:cNvSpPr>
          <p:nvPr/>
        </p:nvSpPr>
        <p:spPr>
          <a:xfrm>
            <a:off x="8758907" y="366852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42" name="02_predicted_pose_4141">
            <a:extLst>
              <a:ext uri="{FF2B5EF4-FFF2-40B4-BE49-F238E27FC236}">
                <a16:creationId xmlns:a16="http://schemas.microsoft.com/office/drawing/2014/main" id="{F8BD6C5D-B512-47AD-BC8C-CBCF99C36681}"/>
              </a:ext>
            </a:extLst>
          </p:cNvPr>
          <p:cNvSpPr>
            <a:spLocks noGrp="1"/>
          </p:cNvSpPr>
          <p:nvPr/>
        </p:nvSpPr>
        <p:spPr>
          <a:xfrm>
            <a:off x="8592286" y="368105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43" name="02_predicted_pose_4142">
            <a:extLst>
              <a:ext uri="{FF2B5EF4-FFF2-40B4-BE49-F238E27FC236}">
                <a16:creationId xmlns:a16="http://schemas.microsoft.com/office/drawing/2014/main" id="{4246B167-C27C-4B6E-90EB-930C2AF4BD6A}"/>
              </a:ext>
            </a:extLst>
          </p:cNvPr>
          <p:cNvSpPr>
            <a:spLocks noGrp="1"/>
          </p:cNvSpPr>
          <p:nvPr/>
        </p:nvSpPr>
        <p:spPr>
          <a:xfrm>
            <a:off x="8789168" y="371433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44" name="02_predicted_pose_4143">
            <a:extLst>
              <a:ext uri="{FF2B5EF4-FFF2-40B4-BE49-F238E27FC236}">
                <a16:creationId xmlns:a16="http://schemas.microsoft.com/office/drawing/2014/main" id="{EECA4DE6-6F04-4197-AFE3-CBC560F215C3}"/>
              </a:ext>
            </a:extLst>
          </p:cNvPr>
          <p:cNvSpPr>
            <a:spLocks noGrp="1"/>
          </p:cNvSpPr>
          <p:nvPr/>
        </p:nvSpPr>
        <p:spPr>
          <a:xfrm>
            <a:off x="8622547" y="363427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45" name="02_predicted_pose_4144">
            <a:extLst>
              <a:ext uri="{FF2B5EF4-FFF2-40B4-BE49-F238E27FC236}">
                <a16:creationId xmlns:a16="http://schemas.microsoft.com/office/drawing/2014/main" id="{50266F04-31E7-4900-8BF3-4CB5D12EB70F}"/>
              </a:ext>
            </a:extLst>
          </p:cNvPr>
          <p:cNvSpPr>
            <a:spLocks noGrp="1"/>
          </p:cNvSpPr>
          <p:nvPr/>
        </p:nvSpPr>
        <p:spPr>
          <a:xfrm>
            <a:off x="8768386" y="375294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46" name="02_predicted_pose_4145">
            <a:extLst>
              <a:ext uri="{FF2B5EF4-FFF2-40B4-BE49-F238E27FC236}">
                <a16:creationId xmlns:a16="http://schemas.microsoft.com/office/drawing/2014/main" id="{FF05B61C-A213-4AE4-A0E3-2035A82D6D3F}"/>
              </a:ext>
            </a:extLst>
          </p:cNvPr>
          <p:cNvSpPr>
            <a:spLocks noGrp="1"/>
          </p:cNvSpPr>
          <p:nvPr/>
        </p:nvSpPr>
        <p:spPr>
          <a:xfrm>
            <a:off x="8782970" y="363317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47" name="02_predicted_pose_4146">
            <a:extLst>
              <a:ext uri="{FF2B5EF4-FFF2-40B4-BE49-F238E27FC236}">
                <a16:creationId xmlns:a16="http://schemas.microsoft.com/office/drawing/2014/main" id="{8620FCD2-8A04-4A26-981C-1818E83C1B34}"/>
              </a:ext>
            </a:extLst>
          </p:cNvPr>
          <p:cNvSpPr>
            <a:spLocks noGrp="1"/>
          </p:cNvSpPr>
          <p:nvPr/>
        </p:nvSpPr>
        <p:spPr>
          <a:xfrm>
            <a:off x="8826721" y="374357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48" name="02_predicted_pose_4147">
            <a:extLst>
              <a:ext uri="{FF2B5EF4-FFF2-40B4-BE49-F238E27FC236}">
                <a16:creationId xmlns:a16="http://schemas.microsoft.com/office/drawing/2014/main" id="{1D930876-C415-484B-83E8-9427A3E1F23C}"/>
              </a:ext>
            </a:extLst>
          </p:cNvPr>
          <p:cNvSpPr>
            <a:spLocks noGrp="1"/>
          </p:cNvSpPr>
          <p:nvPr/>
        </p:nvSpPr>
        <p:spPr>
          <a:xfrm>
            <a:off x="8841306" y="343337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49" name="02_predicted_pose_4148">
            <a:extLst>
              <a:ext uri="{FF2B5EF4-FFF2-40B4-BE49-F238E27FC236}">
                <a16:creationId xmlns:a16="http://schemas.microsoft.com/office/drawing/2014/main" id="{0B5C29FE-EB25-4558-9CA8-EC8F4907D173}"/>
              </a:ext>
            </a:extLst>
          </p:cNvPr>
          <p:cNvSpPr>
            <a:spLocks noGrp="1"/>
          </p:cNvSpPr>
          <p:nvPr/>
        </p:nvSpPr>
        <p:spPr>
          <a:xfrm>
            <a:off x="8885056" y="343199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50" name="02_predicted_pose_4149">
            <a:extLst>
              <a:ext uri="{FF2B5EF4-FFF2-40B4-BE49-F238E27FC236}">
                <a16:creationId xmlns:a16="http://schemas.microsoft.com/office/drawing/2014/main" id="{9F184985-AAD3-4239-B987-7FA40D274253}"/>
              </a:ext>
            </a:extLst>
          </p:cNvPr>
          <p:cNvSpPr>
            <a:spLocks noGrp="1"/>
          </p:cNvSpPr>
          <p:nvPr/>
        </p:nvSpPr>
        <p:spPr>
          <a:xfrm>
            <a:off x="8899641" y="375072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51" name="02_predicted_pose_4150">
            <a:extLst>
              <a:ext uri="{FF2B5EF4-FFF2-40B4-BE49-F238E27FC236}">
                <a16:creationId xmlns:a16="http://schemas.microsoft.com/office/drawing/2014/main" id="{E6A1824D-25A9-4E8C-A554-3972E2BC15C2}"/>
              </a:ext>
            </a:extLst>
          </p:cNvPr>
          <p:cNvSpPr>
            <a:spLocks noGrp="1"/>
          </p:cNvSpPr>
          <p:nvPr/>
        </p:nvSpPr>
        <p:spPr>
          <a:xfrm>
            <a:off x="8615985" y="380032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52" name="02_predicted_pose_4151">
            <a:extLst>
              <a:ext uri="{FF2B5EF4-FFF2-40B4-BE49-F238E27FC236}">
                <a16:creationId xmlns:a16="http://schemas.microsoft.com/office/drawing/2014/main" id="{72F69EC9-5554-4747-9D58-1568AB0C9D93}"/>
              </a:ext>
            </a:extLst>
          </p:cNvPr>
          <p:cNvSpPr>
            <a:spLocks noGrp="1"/>
          </p:cNvSpPr>
          <p:nvPr/>
        </p:nvSpPr>
        <p:spPr>
          <a:xfrm>
            <a:off x="8714426" y="374816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53" name="02_predicted_pose_4152">
            <a:extLst>
              <a:ext uri="{FF2B5EF4-FFF2-40B4-BE49-F238E27FC236}">
                <a16:creationId xmlns:a16="http://schemas.microsoft.com/office/drawing/2014/main" id="{78FEE9BB-6371-45DB-AA2D-89BEA0DB5DAF}"/>
              </a:ext>
            </a:extLst>
          </p:cNvPr>
          <p:cNvSpPr>
            <a:spLocks noGrp="1"/>
          </p:cNvSpPr>
          <p:nvPr/>
        </p:nvSpPr>
        <p:spPr>
          <a:xfrm>
            <a:off x="8646247" y="327645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54" name="02_predicted_pose_4153">
            <a:extLst>
              <a:ext uri="{FF2B5EF4-FFF2-40B4-BE49-F238E27FC236}">
                <a16:creationId xmlns:a16="http://schemas.microsoft.com/office/drawing/2014/main" id="{97EDD6A1-702B-478A-8939-6F8C0DC93606}"/>
              </a:ext>
            </a:extLst>
          </p:cNvPr>
          <p:cNvSpPr>
            <a:spLocks noGrp="1"/>
          </p:cNvSpPr>
          <p:nvPr/>
        </p:nvSpPr>
        <p:spPr>
          <a:xfrm>
            <a:off x="8744687" y="347318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55" name="02_predicted_pose_4154">
            <a:extLst>
              <a:ext uri="{FF2B5EF4-FFF2-40B4-BE49-F238E27FC236}">
                <a16:creationId xmlns:a16="http://schemas.microsoft.com/office/drawing/2014/main" id="{869744F6-3F27-41E6-B6F5-92E1252A4238}"/>
              </a:ext>
            </a:extLst>
          </p:cNvPr>
          <p:cNvSpPr>
            <a:spLocks noGrp="1"/>
          </p:cNvSpPr>
          <p:nvPr/>
        </p:nvSpPr>
        <p:spPr>
          <a:xfrm>
            <a:off x="8796825" y="338748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56" name="02_predicted_pose_4155">
            <a:extLst>
              <a:ext uri="{FF2B5EF4-FFF2-40B4-BE49-F238E27FC236}">
                <a16:creationId xmlns:a16="http://schemas.microsoft.com/office/drawing/2014/main" id="{9A9A78FA-6D6C-4E57-9F79-B3FEF275FA41}"/>
              </a:ext>
            </a:extLst>
          </p:cNvPr>
          <p:cNvSpPr>
            <a:spLocks noGrp="1"/>
          </p:cNvSpPr>
          <p:nvPr/>
        </p:nvSpPr>
        <p:spPr>
          <a:xfrm>
            <a:off x="8624735" y="371728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57" name="02_predicted_pose_4156">
            <a:extLst>
              <a:ext uri="{FF2B5EF4-FFF2-40B4-BE49-F238E27FC236}">
                <a16:creationId xmlns:a16="http://schemas.microsoft.com/office/drawing/2014/main" id="{0D147E47-25BF-4D84-BE70-094DB09E4287}"/>
              </a:ext>
            </a:extLst>
          </p:cNvPr>
          <p:cNvSpPr>
            <a:spLocks noGrp="1"/>
          </p:cNvSpPr>
          <p:nvPr/>
        </p:nvSpPr>
        <p:spPr>
          <a:xfrm>
            <a:off x="8653903" y="368325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58" name="02_predicted_pose_4157">
            <a:extLst>
              <a:ext uri="{FF2B5EF4-FFF2-40B4-BE49-F238E27FC236}">
                <a16:creationId xmlns:a16="http://schemas.microsoft.com/office/drawing/2014/main" id="{6E9FE269-A273-49B3-BD3E-3C27341BB51A}"/>
              </a:ext>
            </a:extLst>
          </p:cNvPr>
          <p:cNvSpPr>
            <a:spLocks noGrp="1"/>
          </p:cNvSpPr>
          <p:nvPr/>
        </p:nvSpPr>
        <p:spPr>
          <a:xfrm>
            <a:off x="8893078" y="363424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59" name="02_predicted_pose_4158">
            <a:extLst>
              <a:ext uri="{FF2B5EF4-FFF2-40B4-BE49-F238E27FC236}">
                <a16:creationId xmlns:a16="http://schemas.microsoft.com/office/drawing/2014/main" id="{2936439D-D338-49F6-8CC1-FA2585C57DE2}"/>
              </a:ext>
            </a:extLst>
          </p:cNvPr>
          <p:cNvSpPr>
            <a:spLocks noGrp="1"/>
          </p:cNvSpPr>
          <p:nvPr/>
        </p:nvSpPr>
        <p:spPr>
          <a:xfrm>
            <a:off x="8760000" y="367308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60" name="02_predicted_pose_4159">
            <a:extLst>
              <a:ext uri="{FF2B5EF4-FFF2-40B4-BE49-F238E27FC236}">
                <a16:creationId xmlns:a16="http://schemas.microsoft.com/office/drawing/2014/main" id="{194C3544-701D-4A55-8F3E-54918CD39F0B}"/>
              </a:ext>
            </a:extLst>
          </p:cNvPr>
          <p:cNvSpPr>
            <a:spLocks noGrp="1"/>
          </p:cNvSpPr>
          <p:nvPr/>
        </p:nvSpPr>
        <p:spPr>
          <a:xfrm>
            <a:off x="8631298" y="357460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61" name="02_predicted_pose_4160">
            <a:extLst>
              <a:ext uri="{FF2B5EF4-FFF2-40B4-BE49-F238E27FC236}">
                <a16:creationId xmlns:a16="http://schemas.microsoft.com/office/drawing/2014/main" id="{65315155-B43D-4916-8ADC-F74AA89165D9}"/>
              </a:ext>
            </a:extLst>
          </p:cNvPr>
          <p:cNvSpPr>
            <a:spLocks noGrp="1"/>
          </p:cNvSpPr>
          <p:nvPr/>
        </p:nvSpPr>
        <p:spPr>
          <a:xfrm>
            <a:off x="8675050" y="353297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62" name="02_predicted_pose_4161">
            <a:extLst>
              <a:ext uri="{FF2B5EF4-FFF2-40B4-BE49-F238E27FC236}">
                <a16:creationId xmlns:a16="http://schemas.microsoft.com/office/drawing/2014/main" id="{89A11F0C-FBCE-4B53-8A00-4C5F6BF47145}"/>
              </a:ext>
            </a:extLst>
          </p:cNvPr>
          <p:cNvSpPr>
            <a:spLocks noGrp="1"/>
          </p:cNvSpPr>
          <p:nvPr/>
        </p:nvSpPr>
        <p:spPr>
          <a:xfrm>
            <a:off x="8718801" y="381186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63" name="02_predicted_pose_4162">
            <a:extLst>
              <a:ext uri="{FF2B5EF4-FFF2-40B4-BE49-F238E27FC236}">
                <a16:creationId xmlns:a16="http://schemas.microsoft.com/office/drawing/2014/main" id="{3B5B6885-3C41-4703-BAB6-04B43997F556}"/>
              </a:ext>
            </a:extLst>
          </p:cNvPr>
          <p:cNvSpPr>
            <a:spLocks noGrp="1"/>
          </p:cNvSpPr>
          <p:nvPr/>
        </p:nvSpPr>
        <p:spPr>
          <a:xfrm>
            <a:off x="8903287" y="37105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64" name="02_predicted_pose_4163">
            <a:extLst>
              <a:ext uri="{FF2B5EF4-FFF2-40B4-BE49-F238E27FC236}">
                <a16:creationId xmlns:a16="http://schemas.microsoft.com/office/drawing/2014/main" id="{5928ACAE-1FB6-4B00-B216-6784D2A0C63C}"/>
              </a:ext>
            </a:extLst>
          </p:cNvPr>
          <p:cNvSpPr>
            <a:spLocks noGrp="1"/>
          </p:cNvSpPr>
          <p:nvPr/>
        </p:nvSpPr>
        <p:spPr>
          <a:xfrm>
            <a:off x="8583535" y="36327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65" name="02_predicted_pose_4164">
            <a:extLst>
              <a:ext uri="{FF2B5EF4-FFF2-40B4-BE49-F238E27FC236}">
                <a16:creationId xmlns:a16="http://schemas.microsoft.com/office/drawing/2014/main" id="{6F934D16-013C-423D-90CC-65C3E6AC6FB7}"/>
              </a:ext>
            </a:extLst>
          </p:cNvPr>
          <p:cNvSpPr>
            <a:spLocks noGrp="1"/>
          </p:cNvSpPr>
          <p:nvPr/>
        </p:nvSpPr>
        <p:spPr>
          <a:xfrm>
            <a:off x="8805575" y="373121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66" name="02_predicted_pose_4165">
            <a:extLst>
              <a:ext uri="{FF2B5EF4-FFF2-40B4-BE49-F238E27FC236}">
                <a16:creationId xmlns:a16="http://schemas.microsoft.com/office/drawing/2014/main" id="{19CFCEE6-37F8-460D-9C46-D2B630704AB6}"/>
              </a:ext>
            </a:extLst>
          </p:cNvPr>
          <p:cNvSpPr>
            <a:spLocks noGrp="1"/>
          </p:cNvSpPr>
          <p:nvPr/>
        </p:nvSpPr>
        <p:spPr>
          <a:xfrm>
            <a:off x="8904016" y="362220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67" name="02_predicted_pose_4166">
            <a:extLst>
              <a:ext uri="{FF2B5EF4-FFF2-40B4-BE49-F238E27FC236}">
                <a16:creationId xmlns:a16="http://schemas.microsoft.com/office/drawing/2014/main" id="{4F155325-4786-43EA-97D3-4559C48DBCB9}"/>
              </a:ext>
            </a:extLst>
          </p:cNvPr>
          <p:cNvSpPr>
            <a:spLocks noGrp="1"/>
          </p:cNvSpPr>
          <p:nvPr/>
        </p:nvSpPr>
        <p:spPr>
          <a:xfrm>
            <a:off x="8724999" y="330092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68" name="02_predicted_pose_4167">
            <a:extLst>
              <a:ext uri="{FF2B5EF4-FFF2-40B4-BE49-F238E27FC236}">
                <a16:creationId xmlns:a16="http://schemas.microsoft.com/office/drawing/2014/main" id="{78C2903E-A38B-4B62-8F60-CE64F63B5D7B}"/>
              </a:ext>
            </a:extLst>
          </p:cNvPr>
          <p:cNvSpPr>
            <a:spLocks noGrp="1"/>
          </p:cNvSpPr>
          <p:nvPr/>
        </p:nvSpPr>
        <p:spPr>
          <a:xfrm>
            <a:off x="8739583" y="346297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69" name="02_predicted_pose_4168">
            <a:extLst>
              <a:ext uri="{FF2B5EF4-FFF2-40B4-BE49-F238E27FC236}">
                <a16:creationId xmlns:a16="http://schemas.microsoft.com/office/drawing/2014/main" id="{9577CA11-437D-44B7-90A3-63C3036B7FCD}"/>
              </a:ext>
            </a:extLst>
          </p:cNvPr>
          <p:cNvSpPr>
            <a:spLocks noGrp="1"/>
          </p:cNvSpPr>
          <p:nvPr/>
        </p:nvSpPr>
        <p:spPr>
          <a:xfrm>
            <a:off x="8656820" y="353225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70" name="02_predicted_pose_4169">
            <a:extLst>
              <a:ext uri="{FF2B5EF4-FFF2-40B4-BE49-F238E27FC236}">
                <a16:creationId xmlns:a16="http://schemas.microsoft.com/office/drawing/2014/main" id="{66D87297-632F-4E56-BAAA-92FCBA996EBE}"/>
              </a:ext>
            </a:extLst>
          </p:cNvPr>
          <p:cNvSpPr>
            <a:spLocks noGrp="1"/>
          </p:cNvSpPr>
          <p:nvPr/>
        </p:nvSpPr>
        <p:spPr>
          <a:xfrm>
            <a:off x="8671403" y="357034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71" name="02_predicted_pose_4170">
            <a:extLst>
              <a:ext uri="{FF2B5EF4-FFF2-40B4-BE49-F238E27FC236}">
                <a16:creationId xmlns:a16="http://schemas.microsoft.com/office/drawing/2014/main" id="{3C922677-E771-4B26-A242-41E499CFB869}"/>
              </a:ext>
            </a:extLst>
          </p:cNvPr>
          <p:cNvSpPr>
            <a:spLocks noGrp="1"/>
          </p:cNvSpPr>
          <p:nvPr/>
        </p:nvSpPr>
        <p:spPr>
          <a:xfrm>
            <a:off x="8685987" y="355433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72" name="02_predicted_pose_4171">
            <a:extLst>
              <a:ext uri="{FF2B5EF4-FFF2-40B4-BE49-F238E27FC236}">
                <a16:creationId xmlns:a16="http://schemas.microsoft.com/office/drawing/2014/main" id="{8DD1059D-8CD0-4C83-9050-B5F883290862}"/>
              </a:ext>
            </a:extLst>
          </p:cNvPr>
          <p:cNvSpPr>
            <a:spLocks noGrp="1"/>
          </p:cNvSpPr>
          <p:nvPr/>
        </p:nvSpPr>
        <p:spPr>
          <a:xfrm>
            <a:off x="8700571" y="354999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73" name="02_predicted_pose_4172">
            <a:extLst>
              <a:ext uri="{FF2B5EF4-FFF2-40B4-BE49-F238E27FC236}">
                <a16:creationId xmlns:a16="http://schemas.microsoft.com/office/drawing/2014/main" id="{F60BB84E-5D8E-4A25-A9A8-27355AF730D0}"/>
              </a:ext>
            </a:extLst>
          </p:cNvPr>
          <p:cNvSpPr>
            <a:spLocks noGrp="1"/>
          </p:cNvSpPr>
          <p:nvPr/>
        </p:nvSpPr>
        <p:spPr>
          <a:xfrm>
            <a:off x="8715155" y="351668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74" name="02_predicted_pose_4173">
            <a:extLst>
              <a:ext uri="{FF2B5EF4-FFF2-40B4-BE49-F238E27FC236}">
                <a16:creationId xmlns:a16="http://schemas.microsoft.com/office/drawing/2014/main" id="{88EB442B-E4BC-44D0-AF4C-CC3EDA61B5A7}"/>
              </a:ext>
            </a:extLst>
          </p:cNvPr>
          <p:cNvSpPr>
            <a:spLocks noGrp="1"/>
          </p:cNvSpPr>
          <p:nvPr/>
        </p:nvSpPr>
        <p:spPr>
          <a:xfrm>
            <a:off x="8729739" y="36128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75" name="02_predicted_pose_4174">
            <a:extLst>
              <a:ext uri="{FF2B5EF4-FFF2-40B4-BE49-F238E27FC236}">
                <a16:creationId xmlns:a16="http://schemas.microsoft.com/office/drawing/2014/main" id="{084E8743-8D76-4B76-806B-E01FBE5F1D98}"/>
              </a:ext>
            </a:extLst>
          </p:cNvPr>
          <p:cNvSpPr>
            <a:spLocks noGrp="1"/>
          </p:cNvSpPr>
          <p:nvPr/>
        </p:nvSpPr>
        <p:spPr>
          <a:xfrm>
            <a:off x="8744322" y="367143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76" name="02_predicted_pose_4175">
            <a:extLst>
              <a:ext uri="{FF2B5EF4-FFF2-40B4-BE49-F238E27FC236}">
                <a16:creationId xmlns:a16="http://schemas.microsoft.com/office/drawing/2014/main" id="{ACC04C1A-5FA0-47FF-82F9-8F739E453789}"/>
              </a:ext>
            </a:extLst>
          </p:cNvPr>
          <p:cNvSpPr>
            <a:spLocks noGrp="1"/>
          </p:cNvSpPr>
          <p:nvPr/>
        </p:nvSpPr>
        <p:spPr>
          <a:xfrm>
            <a:off x="8758907" y="359077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77" name="02_predicted_pose_4176">
            <a:extLst>
              <a:ext uri="{FF2B5EF4-FFF2-40B4-BE49-F238E27FC236}">
                <a16:creationId xmlns:a16="http://schemas.microsoft.com/office/drawing/2014/main" id="{D4B60EC5-1E8F-4FE3-9E2E-36B2439B6FFA}"/>
              </a:ext>
            </a:extLst>
          </p:cNvPr>
          <p:cNvSpPr>
            <a:spLocks noGrp="1"/>
          </p:cNvSpPr>
          <p:nvPr/>
        </p:nvSpPr>
        <p:spPr>
          <a:xfrm>
            <a:off x="8773490" y="364866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78" name="02_predicted_pose_4177">
            <a:extLst>
              <a:ext uri="{FF2B5EF4-FFF2-40B4-BE49-F238E27FC236}">
                <a16:creationId xmlns:a16="http://schemas.microsoft.com/office/drawing/2014/main" id="{A533494E-AEAA-4A7F-9259-79F4B76F4F66}"/>
              </a:ext>
            </a:extLst>
          </p:cNvPr>
          <p:cNvSpPr>
            <a:spLocks noGrp="1"/>
          </p:cNvSpPr>
          <p:nvPr/>
        </p:nvSpPr>
        <p:spPr>
          <a:xfrm>
            <a:off x="8788074" y="357606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79" name="02_predicted_pose_4178">
            <a:extLst>
              <a:ext uri="{FF2B5EF4-FFF2-40B4-BE49-F238E27FC236}">
                <a16:creationId xmlns:a16="http://schemas.microsoft.com/office/drawing/2014/main" id="{359F08FF-841A-4EF9-AEE2-ABD81BBCBCFD}"/>
              </a:ext>
            </a:extLst>
          </p:cNvPr>
          <p:cNvSpPr>
            <a:spLocks noGrp="1"/>
          </p:cNvSpPr>
          <p:nvPr/>
        </p:nvSpPr>
        <p:spPr>
          <a:xfrm>
            <a:off x="8671039" y="355191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80" name="02_predicted_pose_4179">
            <a:extLst>
              <a:ext uri="{FF2B5EF4-FFF2-40B4-BE49-F238E27FC236}">
                <a16:creationId xmlns:a16="http://schemas.microsoft.com/office/drawing/2014/main" id="{01615E0A-4145-4D61-B270-C6B0B89CD19C}"/>
              </a:ext>
            </a:extLst>
          </p:cNvPr>
          <p:cNvSpPr>
            <a:spLocks noGrp="1"/>
          </p:cNvSpPr>
          <p:nvPr/>
        </p:nvSpPr>
        <p:spPr>
          <a:xfrm>
            <a:off x="8873389" y="380394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81" name="02_predicted_pose_4180">
            <a:extLst>
              <a:ext uri="{FF2B5EF4-FFF2-40B4-BE49-F238E27FC236}">
                <a16:creationId xmlns:a16="http://schemas.microsoft.com/office/drawing/2014/main" id="{189A12BF-65F5-4E84-9523-64B29DF0B3E1}"/>
              </a:ext>
            </a:extLst>
          </p:cNvPr>
          <p:cNvSpPr>
            <a:spLocks noGrp="1"/>
          </p:cNvSpPr>
          <p:nvPr/>
        </p:nvSpPr>
        <p:spPr>
          <a:xfrm>
            <a:off x="8737031" y="380063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82" name="02_predicted_pose_4181">
            <a:extLst>
              <a:ext uri="{FF2B5EF4-FFF2-40B4-BE49-F238E27FC236}">
                <a16:creationId xmlns:a16="http://schemas.microsoft.com/office/drawing/2014/main" id="{7F5CEAA0-F957-4FA9-A616-586698956446}"/>
              </a:ext>
            </a:extLst>
          </p:cNvPr>
          <p:cNvSpPr>
            <a:spLocks noGrp="1"/>
          </p:cNvSpPr>
          <p:nvPr/>
        </p:nvSpPr>
        <p:spPr>
          <a:xfrm>
            <a:off x="8622912" y="35447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83" name="02_predicted_pose_4182">
            <a:extLst>
              <a:ext uri="{FF2B5EF4-FFF2-40B4-BE49-F238E27FC236}">
                <a16:creationId xmlns:a16="http://schemas.microsoft.com/office/drawing/2014/main" id="{75289785-CB48-4CCD-B5D9-67C801CE022A}"/>
              </a:ext>
            </a:extLst>
          </p:cNvPr>
          <p:cNvSpPr>
            <a:spLocks noGrp="1"/>
          </p:cNvSpPr>
          <p:nvPr/>
        </p:nvSpPr>
        <p:spPr>
          <a:xfrm>
            <a:off x="8751615" y="377367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84" name="02_predicted_pose_4183">
            <a:extLst>
              <a:ext uri="{FF2B5EF4-FFF2-40B4-BE49-F238E27FC236}">
                <a16:creationId xmlns:a16="http://schemas.microsoft.com/office/drawing/2014/main" id="{04ACC170-EDDA-461E-80B1-889C0318CBCB}"/>
              </a:ext>
            </a:extLst>
          </p:cNvPr>
          <p:cNvSpPr>
            <a:spLocks noGrp="1"/>
          </p:cNvSpPr>
          <p:nvPr/>
        </p:nvSpPr>
        <p:spPr>
          <a:xfrm>
            <a:off x="8865004" y="343239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85" name="02_predicted_pose_4184">
            <a:extLst>
              <a:ext uri="{FF2B5EF4-FFF2-40B4-BE49-F238E27FC236}">
                <a16:creationId xmlns:a16="http://schemas.microsoft.com/office/drawing/2014/main" id="{AC6866D0-5FB9-4204-912B-DD0A559138D5}"/>
              </a:ext>
            </a:extLst>
          </p:cNvPr>
          <p:cNvSpPr>
            <a:spLocks noGrp="1"/>
          </p:cNvSpPr>
          <p:nvPr/>
        </p:nvSpPr>
        <p:spPr>
          <a:xfrm>
            <a:off x="8923339" y="366434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86" name="02_predicted_pose_4185">
            <a:extLst>
              <a:ext uri="{FF2B5EF4-FFF2-40B4-BE49-F238E27FC236}">
                <a16:creationId xmlns:a16="http://schemas.microsoft.com/office/drawing/2014/main" id="{295F8103-37EB-4537-A94E-AFB408F58688}"/>
              </a:ext>
            </a:extLst>
          </p:cNvPr>
          <p:cNvSpPr>
            <a:spLocks noGrp="1"/>
          </p:cNvSpPr>
          <p:nvPr/>
        </p:nvSpPr>
        <p:spPr>
          <a:xfrm>
            <a:off x="8704582" y="352120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87" name="02_predicted_pose_4186">
            <a:extLst>
              <a:ext uri="{FF2B5EF4-FFF2-40B4-BE49-F238E27FC236}">
                <a16:creationId xmlns:a16="http://schemas.microsoft.com/office/drawing/2014/main" id="{2CB54A80-114C-461B-9217-0A759DB187DB}"/>
              </a:ext>
            </a:extLst>
          </p:cNvPr>
          <p:cNvSpPr>
            <a:spLocks noGrp="1"/>
          </p:cNvSpPr>
          <p:nvPr/>
        </p:nvSpPr>
        <p:spPr>
          <a:xfrm>
            <a:off x="8733749" y="358775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88" name="02_predicted_pose_4187">
            <a:extLst>
              <a:ext uri="{FF2B5EF4-FFF2-40B4-BE49-F238E27FC236}">
                <a16:creationId xmlns:a16="http://schemas.microsoft.com/office/drawing/2014/main" id="{98DCA682-4E08-47B8-ACAF-80221691AEC7}"/>
              </a:ext>
            </a:extLst>
          </p:cNvPr>
          <p:cNvSpPr>
            <a:spLocks noGrp="1"/>
          </p:cNvSpPr>
          <p:nvPr/>
        </p:nvSpPr>
        <p:spPr>
          <a:xfrm>
            <a:off x="8777501" y="348427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89" name="02_predicted_pose_4188">
            <a:extLst>
              <a:ext uri="{FF2B5EF4-FFF2-40B4-BE49-F238E27FC236}">
                <a16:creationId xmlns:a16="http://schemas.microsoft.com/office/drawing/2014/main" id="{7432E320-B392-4234-9A2B-8B456725D0E1}"/>
              </a:ext>
            </a:extLst>
          </p:cNvPr>
          <p:cNvSpPr>
            <a:spLocks noGrp="1"/>
          </p:cNvSpPr>
          <p:nvPr/>
        </p:nvSpPr>
        <p:spPr>
          <a:xfrm>
            <a:off x="8806668" y="351832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90" name="02_predicted_pose_4189">
            <a:extLst>
              <a:ext uri="{FF2B5EF4-FFF2-40B4-BE49-F238E27FC236}">
                <a16:creationId xmlns:a16="http://schemas.microsoft.com/office/drawing/2014/main" id="{7C220680-D448-42DA-8BC6-B0B80DF7C08F}"/>
              </a:ext>
            </a:extLst>
          </p:cNvPr>
          <p:cNvSpPr>
            <a:spLocks noGrp="1"/>
          </p:cNvSpPr>
          <p:nvPr/>
        </p:nvSpPr>
        <p:spPr>
          <a:xfrm>
            <a:off x="8821252" y="356376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91" name="02_predicted_pose_4190">
            <a:extLst>
              <a:ext uri="{FF2B5EF4-FFF2-40B4-BE49-F238E27FC236}">
                <a16:creationId xmlns:a16="http://schemas.microsoft.com/office/drawing/2014/main" id="{CE83E11D-394B-4180-A8D0-8F9ADCE04927}"/>
              </a:ext>
            </a:extLst>
          </p:cNvPr>
          <p:cNvSpPr>
            <a:spLocks noGrp="1"/>
          </p:cNvSpPr>
          <p:nvPr/>
        </p:nvSpPr>
        <p:spPr>
          <a:xfrm>
            <a:off x="8718801" y="352511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92" name="02_predicted_pose_4191">
            <a:extLst>
              <a:ext uri="{FF2B5EF4-FFF2-40B4-BE49-F238E27FC236}">
                <a16:creationId xmlns:a16="http://schemas.microsoft.com/office/drawing/2014/main" id="{76C89071-BD46-4086-BE8C-BC5F4621220F}"/>
              </a:ext>
            </a:extLst>
          </p:cNvPr>
          <p:cNvSpPr>
            <a:spLocks noGrp="1"/>
          </p:cNvSpPr>
          <p:nvPr/>
        </p:nvSpPr>
        <p:spPr>
          <a:xfrm>
            <a:off x="8827450" y="372868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93" name="02_predicted_pose_4192">
            <a:extLst>
              <a:ext uri="{FF2B5EF4-FFF2-40B4-BE49-F238E27FC236}">
                <a16:creationId xmlns:a16="http://schemas.microsoft.com/office/drawing/2014/main" id="{6D8106D5-50BB-450A-86E9-0BD1DC37C280}"/>
              </a:ext>
            </a:extLst>
          </p:cNvPr>
          <p:cNvSpPr>
            <a:spLocks noGrp="1"/>
          </p:cNvSpPr>
          <p:nvPr/>
        </p:nvSpPr>
        <p:spPr>
          <a:xfrm>
            <a:off x="8856618" y="378432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94" name="02_predicted_pose_4193">
            <a:extLst>
              <a:ext uri="{FF2B5EF4-FFF2-40B4-BE49-F238E27FC236}">
                <a16:creationId xmlns:a16="http://schemas.microsoft.com/office/drawing/2014/main" id="{0616DC7C-29C8-4647-AD69-FBF41C3FE20B}"/>
              </a:ext>
            </a:extLst>
          </p:cNvPr>
          <p:cNvSpPr>
            <a:spLocks noGrp="1"/>
          </p:cNvSpPr>
          <p:nvPr/>
        </p:nvSpPr>
        <p:spPr>
          <a:xfrm>
            <a:off x="8885786" y="373308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95" name="02_predicted_pose_4194">
            <a:extLst>
              <a:ext uri="{FF2B5EF4-FFF2-40B4-BE49-F238E27FC236}">
                <a16:creationId xmlns:a16="http://schemas.microsoft.com/office/drawing/2014/main" id="{8C783612-8455-4467-96E0-B10C5D459D80}"/>
              </a:ext>
            </a:extLst>
          </p:cNvPr>
          <p:cNvSpPr>
            <a:spLocks noGrp="1"/>
          </p:cNvSpPr>
          <p:nvPr/>
        </p:nvSpPr>
        <p:spPr>
          <a:xfrm>
            <a:off x="8914954" y="372686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96" name="02_predicted_pose_4195">
            <a:extLst>
              <a:ext uri="{FF2B5EF4-FFF2-40B4-BE49-F238E27FC236}">
                <a16:creationId xmlns:a16="http://schemas.microsoft.com/office/drawing/2014/main" id="{D7EC2D14-B1E4-4AD6-86DE-28805FF5BCDD}"/>
              </a:ext>
            </a:extLst>
          </p:cNvPr>
          <p:cNvSpPr>
            <a:spLocks noGrp="1"/>
          </p:cNvSpPr>
          <p:nvPr/>
        </p:nvSpPr>
        <p:spPr>
          <a:xfrm>
            <a:off x="8661559" y="371897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97" name="02_predicted_pose_4196">
            <a:extLst>
              <a:ext uri="{FF2B5EF4-FFF2-40B4-BE49-F238E27FC236}">
                <a16:creationId xmlns:a16="http://schemas.microsoft.com/office/drawing/2014/main" id="{7E6192C2-1A8B-4636-A4A1-479678D955B1}"/>
              </a:ext>
            </a:extLst>
          </p:cNvPr>
          <p:cNvSpPr>
            <a:spLocks noGrp="1"/>
          </p:cNvSpPr>
          <p:nvPr/>
        </p:nvSpPr>
        <p:spPr>
          <a:xfrm>
            <a:off x="8670674" y="373073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98" name="02_predicted_pose_4197">
            <a:extLst>
              <a:ext uri="{FF2B5EF4-FFF2-40B4-BE49-F238E27FC236}">
                <a16:creationId xmlns:a16="http://schemas.microsoft.com/office/drawing/2014/main" id="{AA89C2A0-F490-4B8D-B180-0ACD2ABE098D}"/>
              </a:ext>
            </a:extLst>
          </p:cNvPr>
          <p:cNvSpPr>
            <a:spLocks noGrp="1"/>
          </p:cNvSpPr>
          <p:nvPr/>
        </p:nvSpPr>
        <p:spPr>
          <a:xfrm>
            <a:off x="8685258" y="378195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99" name="02_predicted_pose_4198">
            <a:extLst>
              <a:ext uri="{FF2B5EF4-FFF2-40B4-BE49-F238E27FC236}">
                <a16:creationId xmlns:a16="http://schemas.microsoft.com/office/drawing/2014/main" id="{9429FB70-9775-43EB-9391-53A366EF24B4}"/>
              </a:ext>
            </a:extLst>
          </p:cNvPr>
          <p:cNvSpPr>
            <a:spLocks noGrp="1"/>
          </p:cNvSpPr>
          <p:nvPr/>
        </p:nvSpPr>
        <p:spPr>
          <a:xfrm>
            <a:off x="8714426" y="377974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00" name="02_predicted_pose_4199">
            <a:extLst>
              <a:ext uri="{FF2B5EF4-FFF2-40B4-BE49-F238E27FC236}">
                <a16:creationId xmlns:a16="http://schemas.microsoft.com/office/drawing/2014/main" id="{97754304-AA51-4773-8FA9-1E69D39D605A}"/>
              </a:ext>
            </a:extLst>
          </p:cNvPr>
          <p:cNvSpPr>
            <a:spLocks noGrp="1"/>
          </p:cNvSpPr>
          <p:nvPr/>
        </p:nvSpPr>
        <p:spPr>
          <a:xfrm>
            <a:off x="8743593" y="368040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01" name="02_predicted_pose_4200">
            <a:extLst>
              <a:ext uri="{FF2B5EF4-FFF2-40B4-BE49-F238E27FC236}">
                <a16:creationId xmlns:a16="http://schemas.microsoft.com/office/drawing/2014/main" id="{65C8879A-D6D9-44B0-84EA-45AC2E9FDCF1}"/>
              </a:ext>
            </a:extLst>
          </p:cNvPr>
          <p:cNvSpPr>
            <a:spLocks noGrp="1"/>
          </p:cNvSpPr>
          <p:nvPr/>
        </p:nvSpPr>
        <p:spPr>
          <a:xfrm>
            <a:off x="8772761" y="371649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02" name="02_predicted_pose_4201">
            <a:extLst>
              <a:ext uri="{FF2B5EF4-FFF2-40B4-BE49-F238E27FC236}">
                <a16:creationId xmlns:a16="http://schemas.microsoft.com/office/drawing/2014/main" id="{E2692476-8073-4E3D-B45C-A44CBC14DC20}"/>
              </a:ext>
            </a:extLst>
          </p:cNvPr>
          <p:cNvSpPr>
            <a:spLocks noGrp="1"/>
          </p:cNvSpPr>
          <p:nvPr/>
        </p:nvSpPr>
        <p:spPr>
          <a:xfrm>
            <a:off x="8799012" y="319942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03" name="02_predicted_pose_4202">
            <a:extLst>
              <a:ext uri="{FF2B5EF4-FFF2-40B4-BE49-F238E27FC236}">
                <a16:creationId xmlns:a16="http://schemas.microsoft.com/office/drawing/2014/main" id="{F16DE11C-38D7-438A-A13F-C227758A5075}"/>
              </a:ext>
            </a:extLst>
          </p:cNvPr>
          <p:cNvSpPr>
            <a:spLocks noGrp="1"/>
          </p:cNvSpPr>
          <p:nvPr/>
        </p:nvSpPr>
        <p:spPr>
          <a:xfrm>
            <a:off x="8813596" y="336204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04" name="02_predicted_pose_4203">
            <a:extLst>
              <a:ext uri="{FF2B5EF4-FFF2-40B4-BE49-F238E27FC236}">
                <a16:creationId xmlns:a16="http://schemas.microsoft.com/office/drawing/2014/main" id="{A27C8E52-7C00-40EE-BEC4-AB13C91E597B}"/>
              </a:ext>
            </a:extLst>
          </p:cNvPr>
          <p:cNvSpPr>
            <a:spLocks noGrp="1"/>
          </p:cNvSpPr>
          <p:nvPr/>
        </p:nvSpPr>
        <p:spPr>
          <a:xfrm>
            <a:off x="8740677" y="349135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05" name="02_predicted_pose_4204">
            <a:extLst>
              <a:ext uri="{FF2B5EF4-FFF2-40B4-BE49-F238E27FC236}">
                <a16:creationId xmlns:a16="http://schemas.microsoft.com/office/drawing/2014/main" id="{CDCDCD46-1114-43CC-A39D-19A2D1B53750}"/>
              </a:ext>
            </a:extLst>
          </p:cNvPr>
          <p:cNvSpPr>
            <a:spLocks noGrp="1"/>
          </p:cNvSpPr>
          <p:nvPr/>
        </p:nvSpPr>
        <p:spPr>
          <a:xfrm>
            <a:off x="8684894" y="375281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06" name="02_predicted_pose_4205">
            <a:extLst>
              <a:ext uri="{FF2B5EF4-FFF2-40B4-BE49-F238E27FC236}">
                <a16:creationId xmlns:a16="http://schemas.microsoft.com/office/drawing/2014/main" id="{28A93582-5439-484C-AC54-5A1FA98C58D4}"/>
              </a:ext>
            </a:extLst>
          </p:cNvPr>
          <p:cNvSpPr>
            <a:spLocks noGrp="1"/>
          </p:cNvSpPr>
          <p:nvPr/>
        </p:nvSpPr>
        <p:spPr>
          <a:xfrm>
            <a:off x="8596661" y="371099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07" name="02_predicted_pose_4206">
            <a:extLst>
              <a:ext uri="{FF2B5EF4-FFF2-40B4-BE49-F238E27FC236}">
                <a16:creationId xmlns:a16="http://schemas.microsoft.com/office/drawing/2014/main" id="{33246756-76A7-4836-B22E-C71BBC92D686}"/>
              </a:ext>
            </a:extLst>
          </p:cNvPr>
          <p:cNvSpPr>
            <a:spLocks noGrp="1"/>
          </p:cNvSpPr>
          <p:nvPr/>
        </p:nvSpPr>
        <p:spPr>
          <a:xfrm>
            <a:off x="8854795" y="332480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08" name="02_predicted_pose_4207">
            <a:extLst>
              <a:ext uri="{FF2B5EF4-FFF2-40B4-BE49-F238E27FC236}">
                <a16:creationId xmlns:a16="http://schemas.microsoft.com/office/drawing/2014/main" id="{2E540A46-7FB6-43BB-AD67-2B4F9A5D8131}"/>
              </a:ext>
            </a:extLst>
          </p:cNvPr>
          <p:cNvSpPr>
            <a:spLocks noGrp="1"/>
          </p:cNvSpPr>
          <p:nvPr/>
        </p:nvSpPr>
        <p:spPr>
          <a:xfrm>
            <a:off x="8809221" y="292545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09" name="02_predicted_pose_4208">
            <a:extLst>
              <a:ext uri="{FF2B5EF4-FFF2-40B4-BE49-F238E27FC236}">
                <a16:creationId xmlns:a16="http://schemas.microsoft.com/office/drawing/2014/main" id="{D227BDCE-C679-4600-8750-8877EE8F1FCA}"/>
              </a:ext>
            </a:extLst>
          </p:cNvPr>
          <p:cNvSpPr>
            <a:spLocks noGrp="1"/>
          </p:cNvSpPr>
          <p:nvPr/>
        </p:nvSpPr>
        <p:spPr>
          <a:xfrm>
            <a:off x="8823805" y="301193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10" name="02_predicted_pose_4209">
            <a:extLst>
              <a:ext uri="{FF2B5EF4-FFF2-40B4-BE49-F238E27FC236}">
                <a16:creationId xmlns:a16="http://schemas.microsoft.com/office/drawing/2014/main" id="{D88EF945-2072-4CAE-864C-0DB7DEC91739}"/>
              </a:ext>
            </a:extLst>
          </p:cNvPr>
          <p:cNvSpPr>
            <a:spLocks noGrp="1"/>
          </p:cNvSpPr>
          <p:nvPr/>
        </p:nvSpPr>
        <p:spPr>
          <a:xfrm>
            <a:off x="8618537" y="368338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11" name="02_predicted_pose_4210">
            <a:extLst>
              <a:ext uri="{FF2B5EF4-FFF2-40B4-BE49-F238E27FC236}">
                <a16:creationId xmlns:a16="http://schemas.microsoft.com/office/drawing/2014/main" id="{6CF41DCC-19F2-4B74-BBE1-D686BA6B65FF}"/>
              </a:ext>
            </a:extLst>
          </p:cNvPr>
          <p:cNvSpPr>
            <a:spLocks noGrp="1"/>
          </p:cNvSpPr>
          <p:nvPr/>
        </p:nvSpPr>
        <p:spPr>
          <a:xfrm>
            <a:off x="8809585" y="380696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12" name="02_predicted_pose_4211">
            <a:extLst>
              <a:ext uri="{FF2B5EF4-FFF2-40B4-BE49-F238E27FC236}">
                <a16:creationId xmlns:a16="http://schemas.microsoft.com/office/drawing/2014/main" id="{DD3D00C4-C6B0-4A4A-83AD-C63A25F08492}"/>
              </a:ext>
            </a:extLst>
          </p:cNvPr>
          <p:cNvSpPr>
            <a:spLocks noGrp="1"/>
          </p:cNvSpPr>
          <p:nvPr/>
        </p:nvSpPr>
        <p:spPr>
          <a:xfrm>
            <a:off x="8824170" y="377395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13" name="02_predicted_pose_4212">
            <a:extLst>
              <a:ext uri="{FF2B5EF4-FFF2-40B4-BE49-F238E27FC236}">
                <a16:creationId xmlns:a16="http://schemas.microsoft.com/office/drawing/2014/main" id="{F2109813-A63A-4EF0-8278-92F49B255359}"/>
              </a:ext>
            </a:extLst>
          </p:cNvPr>
          <p:cNvSpPr>
            <a:spLocks noGrp="1"/>
          </p:cNvSpPr>
          <p:nvPr/>
        </p:nvSpPr>
        <p:spPr>
          <a:xfrm>
            <a:off x="8838753" y="381236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14" name="02_predicted_pose_4213">
            <a:extLst>
              <a:ext uri="{FF2B5EF4-FFF2-40B4-BE49-F238E27FC236}">
                <a16:creationId xmlns:a16="http://schemas.microsoft.com/office/drawing/2014/main" id="{3B513D4E-4547-48E0-8450-C02434F40F25}"/>
              </a:ext>
            </a:extLst>
          </p:cNvPr>
          <p:cNvSpPr>
            <a:spLocks noGrp="1"/>
          </p:cNvSpPr>
          <p:nvPr/>
        </p:nvSpPr>
        <p:spPr>
          <a:xfrm>
            <a:off x="8853337" y="342578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15" name="02_predicted_pose_4214">
            <a:extLst>
              <a:ext uri="{FF2B5EF4-FFF2-40B4-BE49-F238E27FC236}">
                <a16:creationId xmlns:a16="http://schemas.microsoft.com/office/drawing/2014/main" id="{740D5AA3-1B5E-4A73-A237-80B805B010E9}"/>
              </a:ext>
            </a:extLst>
          </p:cNvPr>
          <p:cNvSpPr>
            <a:spLocks noGrp="1"/>
          </p:cNvSpPr>
          <p:nvPr/>
        </p:nvSpPr>
        <p:spPr>
          <a:xfrm>
            <a:off x="8867920" y="381102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16" name="02_predicted_pose_4215">
            <a:extLst>
              <a:ext uri="{FF2B5EF4-FFF2-40B4-BE49-F238E27FC236}">
                <a16:creationId xmlns:a16="http://schemas.microsoft.com/office/drawing/2014/main" id="{AF42D1CC-2B78-4032-86F6-894F493E4767}"/>
              </a:ext>
            </a:extLst>
          </p:cNvPr>
          <p:cNvSpPr>
            <a:spLocks noGrp="1"/>
          </p:cNvSpPr>
          <p:nvPr/>
        </p:nvSpPr>
        <p:spPr>
          <a:xfrm>
            <a:off x="8684528" y="308709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17" name="02_predicted_pose_4216">
            <a:extLst>
              <a:ext uri="{FF2B5EF4-FFF2-40B4-BE49-F238E27FC236}">
                <a16:creationId xmlns:a16="http://schemas.microsoft.com/office/drawing/2014/main" id="{41FFE1AB-ED6B-478D-ABFF-B1C5B1ABCD69}"/>
              </a:ext>
            </a:extLst>
          </p:cNvPr>
          <p:cNvSpPr>
            <a:spLocks noGrp="1"/>
          </p:cNvSpPr>
          <p:nvPr/>
        </p:nvSpPr>
        <p:spPr>
          <a:xfrm>
            <a:off x="8772761" y="351139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18" name="02_predicted_pose_4217">
            <a:extLst>
              <a:ext uri="{FF2B5EF4-FFF2-40B4-BE49-F238E27FC236}">
                <a16:creationId xmlns:a16="http://schemas.microsoft.com/office/drawing/2014/main" id="{7E6E4ED6-4894-4AF0-AA8A-2EAC4737415B}"/>
              </a:ext>
            </a:extLst>
          </p:cNvPr>
          <p:cNvSpPr>
            <a:spLocks noGrp="1"/>
          </p:cNvSpPr>
          <p:nvPr/>
        </p:nvSpPr>
        <p:spPr>
          <a:xfrm>
            <a:off x="8801929" y="353582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19" name="02_predicted_pose_4218">
            <a:extLst>
              <a:ext uri="{FF2B5EF4-FFF2-40B4-BE49-F238E27FC236}">
                <a16:creationId xmlns:a16="http://schemas.microsoft.com/office/drawing/2014/main" id="{0697B754-BF20-4C03-8617-2B87A4BF09F1}"/>
              </a:ext>
            </a:extLst>
          </p:cNvPr>
          <p:cNvSpPr>
            <a:spLocks noGrp="1"/>
          </p:cNvSpPr>
          <p:nvPr/>
        </p:nvSpPr>
        <p:spPr>
          <a:xfrm>
            <a:off x="8831097" y="353544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20" name="02_predicted_pose_4219">
            <a:extLst>
              <a:ext uri="{FF2B5EF4-FFF2-40B4-BE49-F238E27FC236}">
                <a16:creationId xmlns:a16="http://schemas.microsoft.com/office/drawing/2014/main" id="{E9FB8739-9E03-4AB8-93D3-6016A3D54F20}"/>
              </a:ext>
            </a:extLst>
          </p:cNvPr>
          <p:cNvSpPr>
            <a:spLocks noGrp="1"/>
          </p:cNvSpPr>
          <p:nvPr/>
        </p:nvSpPr>
        <p:spPr>
          <a:xfrm>
            <a:off x="8860264" y="350124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21" name="02_predicted_pose_4220">
            <a:extLst>
              <a:ext uri="{FF2B5EF4-FFF2-40B4-BE49-F238E27FC236}">
                <a16:creationId xmlns:a16="http://schemas.microsoft.com/office/drawing/2014/main" id="{FF83ADDE-FD99-41EB-A87D-E9C054E19CD1}"/>
              </a:ext>
            </a:extLst>
          </p:cNvPr>
          <p:cNvSpPr>
            <a:spLocks noGrp="1"/>
          </p:cNvSpPr>
          <p:nvPr/>
        </p:nvSpPr>
        <p:spPr>
          <a:xfrm>
            <a:off x="8944850" y="361137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22" name="02_predicted_pose_4221">
            <a:extLst>
              <a:ext uri="{FF2B5EF4-FFF2-40B4-BE49-F238E27FC236}">
                <a16:creationId xmlns:a16="http://schemas.microsoft.com/office/drawing/2014/main" id="{09B12DB6-5E51-4407-98E9-CE985D42CEB0}"/>
              </a:ext>
            </a:extLst>
          </p:cNvPr>
          <p:cNvSpPr>
            <a:spLocks noGrp="1"/>
          </p:cNvSpPr>
          <p:nvPr/>
        </p:nvSpPr>
        <p:spPr>
          <a:xfrm>
            <a:off x="8610516" y="363513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23" name="02_predicted_pose_4222">
            <a:extLst>
              <a:ext uri="{FF2B5EF4-FFF2-40B4-BE49-F238E27FC236}">
                <a16:creationId xmlns:a16="http://schemas.microsoft.com/office/drawing/2014/main" id="{371A2B39-E3FA-4B2E-92E2-80EDB885C972}"/>
              </a:ext>
            </a:extLst>
          </p:cNvPr>
          <p:cNvSpPr>
            <a:spLocks noGrp="1"/>
          </p:cNvSpPr>
          <p:nvPr/>
        </p:nvSpPr>
        <p:spPr>
          <a:xfrm>
            <a:off x="8639683" y="341535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24" name="02_predicted_pose_4223">
            <a:extLst>
              <a:ext uri="{FF2B5EF4-FFF2-40B4-BE49-F238E27FC236}">
                <a16:creationId xmlns:a16="http://schemas.microsoft.com/office/drawing/2014/main" id="{4868511E-95DE-44EF-95F6-130227EF8448}"/>
              </a:ext>
            </a:extLst>
          </p:cNvPr>
          <p:cNvSpPr>
            <a:spLocks noGrp="1"/>
          </p:cNvSpPr>
          <p:nvPr/>
        </p:nvSpPr>
        <p:spPr>
          <a:xfrm>
            <a:off x="8668852" y="356489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25" name="02_predicted_pose_4224">
            <a:extLst>
              <a:ext uri="{FF2B5EF4-FFF2-40B4-BE49-F238E27FC236}">
                <a16:creationId xmlns:a16="http://schemas.microsoft.com/office/drawing/2014/main" id="{6DA96012-E729-4C3F-8565-800689383242}"/>
              </a:ext>
            </a:extLst>
          </p:cNvPr>
          <p:cNvSpPr>
            <a:spLocks noGrp="1"/>
          </p:cNvSpPr>
          <p:nvPr/>
        </p:nvSpPr>
        <p:spPr>
          <a:xfrm>
            <a:off x="8698019" y="360612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26" name="02_predicted_pose_4225">
            <a:extLst>
              <a:ext uri="{FF2B5EF4-FFF2-40B4-BE49-F238E27FC236}">
                <a16:creationId xmlns:a16="http://schemas.microsoft.com/office/drawing/2014/main" id="{7CE3460E-A39C-42B8-B1C8-414C46AD61B8}"/>
              </a:ext>
            </a:extLst>
          </p:cNvPr>
          <p:cNvSpPr>
            <a:spLocks noGrp="1"/>
          </p:cNvSpPr>
          <p:nvPr/>
        </p:nvSpPr>
        <p:spPr>
          <a:xfrm>
            <a:off x="8595568" y="356869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27" name="02_predicted_pose_4226">
            <a:extLst>
              <a:ext uri="{FF2B5EF4-FFF2-40B4-BE49-F238E27FC236}">
                <a16:creationId xmlns:a16="http://schemas.microsoft.com/office/drawing/2014/main" id="{66B80F56-8445-4311-B8A8-7F5BA5AFA932}"/>
              </a:ext>
            </a:extLst>
          </p:cNvPr>
          <p:cNvSpPr>
            <a:spLocks noGrp="1"/>
          </p:cNvSpPr>
          <p:nvPr/>
        </p:nvSpPr>
        <p:spPr>
          <a:xfrm>
            <a:off x="8648069" y="390219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28" name="02_predicted_pose_4227">
            <a:extLst>
              <a:ext uri="{FF2B5EF4-FFF2-40B4-BE49-F238E27FC236}">
                <a16:creationId xmlns:a16="http://schemas.microsoft.com/office/drawing/2014/main" id="{3C950E44-6DF3-4487-8A16-BFF880107382}"/>
              </a:ext>
            </a:extLst>
          </p:cNvPr>
          <p:cNvSpPr>
            <a:spLocks noGrp="1"/>
          </p:cNvSpPr>
          <p:nvPr/>
        </p:nvSpPr>
        <p:spPr>
          <a:xfrm>
            <a:off x="8798283" y="362512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29" name="02_predicted_pose_4228">
            <a:extLst>
              <a:ext uri="{FF2B5EF4-FFF2-40B4-BE49-F238E27FC236}">
                <a16:creationId xmlns:a16="http://schemas.microsoft.com/office/drawing/2014/main" id="{6DC0EE85-C6D6-43EC-8004-EE7009D2CC25}"/>
              </a:ext>
            </a:extLst>
          </p:cNvPr>
          <p:cNvSpPr>
            <a:spLocks noGrp="1"/>
          </p:cNvSpPr>
          <p:nvPr/>
        </p:nvSpPr>
        <p:spPr>
          <a:xfrm>
            <a:off x="8827450" y="360495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30" name="02_predicted_pose_4229">
            <a:extLst>
              <a:ext uri="{FF2B5EF4-FFF2-40B4-BE49-F238E27FC236}">
                <a16:creationId xmlns:a16="http://schemas.microsoft.com/office/drawing/2014/main" id="{78C97FB8-25F2-4D83-8DDD-7214920BB35F}"/>
              </a:ext>
            </a:extLst>
          </p:cNvPr>
          <p:cNvSpPr>
            <a:spLocks noGrp="1"/>
          </p:cNvSpPr>
          <p:nvPr/>
        </p:nvSpPr>
        <p:spPr>
          <a:xfrm>
            <a:off x="8871202" y="344074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31" name="02_predicted_pose_4230">
            <a:extLst>
              <a:ext uri="{FF2B5EF4-FFF2-40B4-BE49-F238E27FC236}">
                <a16:creationId xmlns:a16="http://schemas.microsoft.com/office/drawing/2014/main" id="{996BA413-3A6C-4EC7-8EB2-7F034C60D260}"/>
              </a:ext>
            </a:extLst>
          </p:cNvPr>
          <p:cNvSpPr>
            <a:spLocks noGrp="1"/>
          </p:cNvSpPr>
          <p:nvPr/>
        </p:nvSpPr>
        <p:spPr>
          <a:xfrm>
            <a:off x="8900370" y="346248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32" name="02_predicted_pose_4231">
            <a:extLst>
              <a:ext uri="{FF2B5EF4-FFF2-40B4-BE49-F238E27FC236}">
                <a16:creationId xmlns:a16="http://schemas.microsoft.com/office/drawing/2014/main" id="{2C4B9CE7-00DC-4505-BC38-F7CECF42CCCD}"/>
              </a:ext>
            </a:extLst>
          </p:cNvPr>
          <p:cNvSpPr>
            <a:spLocks noGrp="1"/>
          </p:cNvSpPr>
          <p:nvPr/>
        </p:nvSpPr>
        <p:spPr>
          <a:xfrm>
            <a:off x="8929537" y="355409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33" name="02_predicted_pose_4232">
            <a:extLst>
              <a:ext uri="{FF2B5EF4-FFF2-40B4-BE49-F238E27FC236}">
                <a16:creationId xmlns:a16="http://schemas.microsoft.com/office/drawing/2014/main" id="{BAEB4A64-C2A2-4198-9738-E44AA44951DA}"/>
              </a:ext>
            </a:extLst>
          </p:cNvPr>
          <p:cNvSpPr>
            <a:spLocks noGrp="1"/>
          </p:cNvSpPr>
          <p:nvPr/>
        </p:nvSpPr>
        <p:spPr>
          <a:xfrm>
            <a:off x="8910943" y="368467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34" name="02_predicted_pose_4233">
            <a:extLst>
              <a:ext uri="{FF2B5EF4-FFF2-40B4-BE49-F238E27FC236}">
                <a16:creationId xmlns:a16="http://schemas.microsoft.com/office/drawing/2014/main" id="{1C519C4E-9F80-4C73-8493-799B06BF6762}"/>
              </a:ext>
            </a:extLst>
          </p:cNvPr>
          <p:cNvSpPr>
            <a:spLocks noGrp="1"/>
          </p:cNvSpPr>
          <p:nvPr/>
        </p:nvSpPr>
        <p:spPr>
          <a:xfrm>
            <a:off x="8645882" y="343981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35" name="02_predicted_pose_4234">
            <a:extLst>
              <a:ext uri="{FF2B5EF4-FFF2-40B4-BE49-F238E27FC236}">
                <a16:creationId xmlns:a16="http://schemas.microsoft.com/office/drawing/2014/main" id="{0B05EE66-46B8-43B5-BBE9-413FDB69DBB0}"/>
              </a:ext>
            </a:extLst>
          </p:cNvPr>
          <p:cNvSpPr>
            <a:spLocks noGrp="1"/>
          </p:cNvSpPr>
          <p:nvPr/>
        </p:nvSpPr>
        <p:spPr>
          <a:xfrm>
            <a:off x="8941205" y="369133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36" name="02_predicted_pose_4235">
            <a:extLst>
              <a:ext uri="{FF2B5EF4-FFF2-40B4-BE49-F238E27FC236}">
                <a16:creationId xmlns:a16="http://schemas.microsoft.com/office/drawing/2014/main" id="{A9B250CB-AD8C-4546-9591-6B200AD94D6C}"/>
              </a:ext>
            </a:extLst>
          </p:cNvPr>
          <p:cNvSpPr>
            <a:spLocks noGrp="1"/>
          </p:cNvSpPr>
          <p:nvPr/>
        </p:nvSpPr>
        <p:spPr>
          <a:xfrm>
            <a:off x="8774584" y="357598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37" name="02_predicted_pose_4236">
            <a:extLst>
              <a:ext uri="{FF2B5EF4-FFF2-40B4-BE49-F238E27FC236}">
                <a16:creationId xmlns:a16="http://schemas.microsoft.com/office/drawing/2014/main" id="{6B225931-C89E-462C-B9DE-DC4ADE0C1049}"/>
              </a:ext>
            </a:extLst>
          </p:cNvPr>
          <p:cNvSpPr>
            <a:spLocks noGrp="1"/>
          </p:cNvSpPr>
          <p:nvPr/>
        </p:nvSpPr>
        <p:spPr>
          <a:xfrm>
            <a:off x="8873025" y="353792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38" name="02_predicted_pose_4237">
            <a:extLst>
              <a:ext uri="{FF2B5EF4-FFF2-40B4-BE49-F238E27FC236}">
                <a16:creationId xmlns:a16="http://schemas.microsoft.com/office/drawing/2014/main" id="{3CAC6F26-3C08-496C-BE0F-E7686D4B41A1}"/>
              </a:ext>
            </a:extLst>
          </p:cNvPr>
          <p:cNvSpPr>
            <a:spLocks noGrp="1"/>
          </p:cNvSpPr>
          <p:nvPr/>
        </p:nvSpPr>
        <p:spPr>
          <a:xfrm>
            <a:off x="8603224" y="363147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39" name="02_predicted_pose_4238">
            <a:extLst>
              <a:ext uri="{FF2B5EF4-FFF2-40B4-BE49-F238E27FC236}">
                <a16:creationId xmlns:a16="http://schemas.microsoft.com/office/drawing/2014/main" id="{7EF00E90-47C5-4478-9E76-0D67D6B63BFC}"/>
              </a:ext>
            </a:extLst>
          </p:cNvPr>
          <p:cNvSpPr>
            <a:spLocks noGrp="1"/>
          </p:cNvSpPr>
          <p:nvPr/>
        </p:nvSpPr>
        <p:spPr>
          <a:xfrm>
            <a:off x="8617808" y="372482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40" name="02_predicted_pose_4239">
            <a:extLst>
              <a:ext uri="{FF2B5EF4-FFF2-40B4-BE49-F238E27FC236}">
                <a16:creationId xmlns:a16="http://schemas.microsoft.com/office/drawing/2014/main" id="{1C0BA1B3-3A24-491A-AF99-082012CA74BE}"/>
              </a:ext>
            </a:extLst>
          </p:cNvPr>
          <p:cNvSpPr>
            <a:spLocks noGrp="1"/>
          </p:cNvSpPr>
          <p:nvPr/>
        </p:nvSpPr>
        <p:spPr>
          <a:xfrm>
            <a:off x="8632391" y="361647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41" name="02_predicted_pose_4240">
            <a:extLst>
              <a:ext uri="{FF2B5EF4-FFF2-40B4-BE49-F238E27FC236}">
                <a16:creationId xmlns:a16="http://schemas.microsoft.com/office/drawing/2014/main" id="{225B94FB-47A4-4C7F-A318-FDFAC89B1258}"/>
              </a:ext>
            </a:extLst>
          </p:cNvPr>
          <p:cNvSpPr>
            <a:spLocks noGrp="1"/>
          </p:cNvSpPr>
          <p:nvPr/>
        </p:nvSpPr>
        <p:spPr>
          <a:xfrm>
            <a:off x="8646976" y="35042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42" name="02_predicted_pose_4241">
            <a:extLst>
              <a:ext uri="{FF2B5EF4-FFF2-40B4-BE49-F238E27FC236}">
                <a16:creationId xmlns:a16="http://schemas.microsoft.com/office/drawing/2014/main" id="{BEEE4C57-6513-4A88-8511-3FBECD901227}"/>
              </a:ext>
            </a:extLst>
          </p:cNvPr>
          <p:cNvSpPr>
            <a:spLocks noGrp="1"/>
          </p:cNvSpPr>
          <p:nvPr/>
        </p:nvSpPr>
        <p:spPr>
          <a:xfrm>
            <a:off x="8599942" y="349269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43" name="02_predicted_pose_4242">
            <a:extLst>
              <a:ext uri="{FF2B5EF4-FFF2-40B4-BE49-F238E27FC236}">
                <a16:creationId xmlns:a16="http://schemas.microsoft.com/office/drawing/2014/main" id="{3540D73E-DE13-45BF-A953-81F39C5FCE6C}"/>
              </a:ext>
            </a:extLst>
          </p:cNvPr>
          <p:cNvSpPr>
            <a:spLocks noGrp="1"/>
          </p:cNvSpPr>
          <p:nvPr/>
        </p:nvSpPr>
        <p:spPr>
          <a:xfrm>
            <a:off x="8629111" y="364360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44" name="02_predicted_pose_4243">
            <a:extLst>
              <a:ext uri="{FF2B5EF4-FFF2-40B4-BE49-F238E27FC236}">
                <a16:creationId xmlns:a16="http://schemas.microsoft.com/office/drawing/2014/main" id="{BAF7A624-73A0-473C-86C9-89B69D651076}"/>
              </a:ext>
            </a:extLst>
          </p:cNvPr>
          <p:cNvSpPr>
            <a:spLocks noGrp="1"/>
          </p:cNvSpPr>
          <p:nvPr/>
        </p:nvSpPr>
        <p:spPr>
          <a:xfrm>
            <a:off x="8718437" y="347216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45" name="02_predicted_pose_4244">
            <a:extLst>
              <a:ext uri="{FF2B5EF4-FFF2-40B4-BE49-F238E27FC236}">
                <a16:creationId xmlns:a16="http://schemas.microsoft.com/office/drawing/2014/main" id="{DFFC34FE-EB25-4DD7-A568-0A9BFEAF8941}"/>
              </a:ext>
            </a:extLst>
          </p:cNvPr>
          <p:cNvSpPr>
            <a:spLocks noGrp="1"/>
          </p:cNvSpPr>
          <p:nvPr/>
        </p:nvSpPr>
        <p:spPr>
          <a:xfrm>
            <a:off x="8663383" y="358912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46" name="02_predicted_pose_4245">
            <a:extLst>
              <a:ext uri="{FF2B5EF4-FFF2-40B4-BE49-F238E27FC236}">
                <a16:creationId xmlns:a16="http://schemas.microsoft.com/office/drawing/2014/main" id="{18B69B03-F5A3-49E5-96BD-E62EC147DC74}"/>
              </a:ext>
            </a:extLst>
          </p:cNvPr>
          <p:cNvSpPr>
            <a:spLocks noGrp="1"/>
          </p:cNvSpPr>
          <p:nvPr/>
        </p:nvSpPr>
        <p:spPr>
          <a:xfrm>
            <a:off x="8677966" y="400287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47" name="02_predicted_pose_4246">
            <a:extLst>
              <a:ext uri="{FF2B5EF4-FFF2-40B4-BE49-F238E27FC236}">
                <a16:creationId xmlns:a16="http://schemas.microsoft.com/office/drawing/2014/main" id="{B002568F-E175-48F8-AE78-27A114B323D6}"/>
              </a:ext>
            </a:extLst>
          </p:cNvPr>
          <p:cNvSpPr>
            <a:spLocks noGrp="1"/>
          </p:cNvSpPr>
          <p:nvPr/>
        </p:nvSpPr>
        <p:spPr>
          <a:xfrm>
            <a:off x="8692550" y="369013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48" name="02_predicted_pose_4247">
            <a:extLst>
              <a:ext uri="{FF2B5EF4-FFF2-40B4-BE49-F238E27FC236}">
                <a16:creationId xmlns:a16="http://schemas.microsoft.com/office/drawing/2014/main" id="{60165D03-DFA5-4976-98BE-B7107B346998}"/>
              </a:ext>
            </a:extLst>
          </p:cNvPr>
          <p:cNvSpPr>
            <a:spLocks noGrp="1"/>
          </p:cNvSpPr>
          <p:nvPr/>
        </p:nvSpPr>
        <p:spPr>
          <a:xfrm>
            <a:off x="8641142" y="340291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49" name="02_predicted_pose_4248">
            <a:extLst>
              <a:ext uri="{FF2B5EF4-FFF2-40B4-BE49-F238E27FC236}">
                <a16:creationId xmlns:a16="http://schemas.microsoft.com/office/drawing/2014/main" id="{503E3887-9ADC-4679-88C2-5F2A5B21C65C}"/>
              </a:ext>
            </a:extLst>
          </p:cNvPr>
          <p:cNvSpPr>
            <a:spLocks noGrp="1"/>
          </p:cNvSpPr>
          <p:nvPr/>
        </p:nvSpPr>
        <p:spPr>
          <a:xfrm>
            <a:off x="8655725" y="343286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50" name="02_predicted_pose_4249">
            <a:extLst>
              <a:ext uri="{FF2B5EF4-FFF2-40B4-BE49-F238E27FC236}">
                <a16:creationId xmlns:a16="http://schemas.microsoft.com/office/drawing/2014/main" id="{1214F129-D43A-4281-BC0F-242577AECB6E}"/>
              </a:ext>
            </a:extLst>
          </p:cNvPr>
          <p:cNvSpPr>
            <a:spLocks noGrp="1"/>
          </p:cNvSpPr>
          <p:nvPr/>
        </p:nvSpPr>
        <p:spPr>
          <a:xfrm>
            <a:off x="8670310" y="33845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51" name="02_predicted_pose_4250">
            <a:extLst>
              <a:ext uri="{FF2B5EF4-FFF2-40B4-BE49-F238E27FC236}">
                <a16:creationId xmlns:a16="http://schemas.microsoft.com/office/drawing/2014/main" id="{F6C86215-EDCC-415E-A220-C883FAF7B593}"/>
              </a:ext>
            </a:extLst>
          </p:cNvPr>
          <p:cNvSpPr>
            <a:spLocks noGrp="1"/>
          </p:cNvSpPr>
          <p:nvPr/>
        </p:nvSpPr>
        <p:spPr>
          <a:xfrm>
            <a:off x="8690727" y="309971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52" name="02_predicted_pose_4251">
            <a:extLst>
              <a:ext uri="{FF2B5EF4-FFF2-40B4-BE49-F238E27FC236}">
                <a16:creationId xmlns:a16="http://schemas.microsoft.com/office/drawing/2014/main" id="{CC196618-A468-4B91-8B8D-203DDA17DE94}"/>
              </a:ext>
            </a:extLst>
          </p:cNvPr>
          <p:cNvSpPr>
            <a:spLocks noGrp="1"/>
          </p:cNvSpPr>
          <p:nvPr/>
        </p:nvSpPr>
        <p:spPr>
          <a:xfrm>
            <a:off x="8734478" y="343627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53" name="02_predicted_pose_4252">
            <a:extLst>
              <a:ext uri="{FF2B5EF4-FFF2-40B4-BE49-F238E27FC236}">
                <a16:creationId xmlns:a16="http://schemas.microsoft.com/office/drawing/2014/main" id="{3D41A514-3E18-4B61-B7CD-6463DCF370E9}"/>
              </a:ext>
            </a:extLst>
          </p:cNvPr>
          <p:cNvSpPr>
            <a:spLocks noGrp="1"/>
          </p:cNvSpPr>
          <p:nvPr/>
        </p:nvSpPr>
        <p:spPr>
          <a:xfrm>
            <a:off x="8704946" y="331277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54" name="02_predicted_pose_4253">
            <a:extLst>
              <a:ext uri="{FF2B5EF4-FFF2-40B4-BE49-F238E27FC236}">
                <a16:creationId xmlns:a16="http://schemas.microsoft.com/office/drawing/2014/main" id="{C329584E-7959-4099-849A-986149891A40}"/>
              </a:ext>
            </a:extLst>
          </p:cNvPr>
          <p:cNvSpPr>
            <a:spLocks noGrp="1"/>
          </p:cNvSpPr>
          <p:nvPr/>
        </p:nvSpPr>
        <p:spPr>
          <a:xfrm>
            <a:off x="8803387" y="313542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55" name="02_predicted_pose_4254">
            <a:extLst>
              <a:ext uri="{FF2B5EF4-FFF2-40B4-BE49-F238E27FC236}">
                <a16:creationId xmlns:a16="http://schemas.microsoft.com/office/drawing/2014/main" id="{51D64FDC-C16A-49F1-B627-FA40D3D3EA78}"/>
              </a:ext>
            </a:extLst>
          </p:cNvPr>
          <p:cNvSpPr>
            <a:spLocks noGrp="1"/>
          </p:cNvSpPr>
          <p:nvPr/>
        </p:nvSpPr>
        <p:spPr>
          <a:xfrm>
            <a:off x="8932090" y="33298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56" name="02_predicted_pose_4255">
            <a:extLst>
              <a:ext uri="{FF2B5EF4-FFF2-40B4-BE49-F238E27FC236}">
                <a16:creationId xmlns:a16="http://schemas.microsoft.com/office/drawing/2014/main" id="{7759884C-4729-48A9-B871-D9B35A17F6BA}"/>
              </a:ext>
            </a:extLst>
          </p:cNvPr>
          <p:cNvSpPr>
            <a:spLocks noGrp="1"/>
          </p:cNvSpPr>
          <p:nvPr/>
        </p:nvSpPr>
        <p:spPr>
          <a:xfrm>
            <a:off x="8667028" y="307861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57" name="02_predicted_pose_4256">
            <a:extLst>
              <a:ext uri="{FF2B5EF4-FFF2-40B4-BE49-F238E27FC236}">
                <a16:creationId xmlns:a16="http://schemas.microsoft.com/office/drawing/2014/main" id="{895E772C-EA3A-4EFA-9C18-B562F47791C0}"/>
              </a:ext>
            </a:extLst>
          </p:cNvPr>
          <p:cNvSpPr>
            <a:spLocks noGrp="1"/>
          </p:cNvSpPr>
          <p:nvPr/>
        </p:nvSpPr>
        <p:spPr>
          <a:xfrm>
            <a:off x="8822711" y="357259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58" name="02_predicted_pose_4257">
            <a:extLst>
              <a:ext uri="{FF2B5EF4-FFF2-40B4-BE49-F238E27FC236}">
                <a16:creationId xmlns:a16="http://schemas.microsoft.com/office/drawing/2014/main" id="{9AF20289-02DF-4B38-A7A8-6006FAF54278}"/>
              </a:ext>
            </a:extLst>
          </p:cNvPr>
          <p:cNvSpPr>
            <a:spLocks noGrp="1"/>
          </p:cNvSpPr>
          <p:nvPr/>
        </p:nvSpPr>
        <p:spPr>
          <a:xfrm>
            <a:off x="8837295" y="364174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59" name="02_predicted_pose_4258">
            <a:extLst>
              <a:ext uri="{FF2B5EF4-FFF2-40B4-BE49-F238E27FC236}">
                <a16:creationId xmlns:a16="http://schemas.microsoft.com/office/drawing/2014/main" id="{AF5BE3A9-9F8F-4642-80A3-541F8BB69A32}"/>
              </a:ext>
            </a:extLst>
          </p:cNvPr>
          <p:cNvSpPr>
            <a:spLocks noGrp="1"/>
          </p:cNvSpPr>
          <p:nvPr/>
        </p:nvSpPr>
        <p:spPr>
          <a:xfrm>
            <a:off x="8795366" y="329699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60" name="02_predicted_pose_4259">
            <a:extLst>
              <a:ext uri="{FF2B5EF4-FFF2-40B4-BE49-F238E27FC236}">
                <a16:creationId xmlns:a16="http://schemas.microsoft.com/office/drawing/2014/main" id="{C9BD2374-BD56-4403-AB09-44DF15162F41}"/>
              </a:ext>
            </a:extLst>
          </p:cNvPr>
          <p:cNvSpPr>
            <a:spLocks noGrp="1"/>
          </p:cNvSpPr>
          <p:nvPr/>
        </p:nvSpPr>
        <p:spPr>
          <a:xfrm>
            <a:off x="8809950" y="346397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61" name="02_predicted_pose_4260">
            <a:extLst>
              <a:ext uri="{FF2B5EF4-FFF2-40B4-BE49-F238E27FC236}">
                <a16:creationId xmlns:a16="http://schemas.microsoft.com/office/drawing/2014/main" id="{2ECC2499-06DE-4020-9E7A-23D084117F54}"/>
              </a:ext>
            </a:extLst>
          </p:cNvPr>
          <p:cNvSpPr>
            <a:spLocks noGrp="1"/>
          </p:cNvSpPr>
          <p:nvPr/>
        </p:nvSpPr>
        <p:spPr>
          <a:xfrm>
            <a:off x="8824534" y="345544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62" name="02_predicted_pose_4261">
            <a:extLst>
              <a:ext uri="{FF2B5EF4-FFF2-40B4-BE49-F238E27FC236}">
                <a16:creationId xmlns:a16="http://schemas.microsoft.com/office/drawing/2014/main" id="{EAD9AEA5-1A21-4F85-B811-4F4F396FB634}"/>
              </a:ext>
            </a:extLst>
          </p:cNvPr>
          <p:cNvSpPr>
            <a:spLocks noGrp="1"/>
          </p:cNvSpPr>
          <p:nvPr/>
        </p:nvSpPr>
        <p:spPr>
          <a:xfrm>
            <a:off x="8853702" y="351214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63" name="02_predicted_pose_4262">
            <a:extLst>
              <a:ext uri="{FF2B5EF4-FFF2-40B4-BE49-F238E27FC236}">
                <a16:creationId xmlns:a16="http://schemas.microsoft.com/office/drawing/2014/main" id="{3BED2A15-5F70-41B7-959E-CBBFA56F052A}"/>
              </a:ext>
            </a:extLst>
          </p:cNvPr>
          <p:cNvSpPr>
            <a:spLocks noGrp="1"/>
          </p:cNvSpPr>
          <p:nvPr/>
        </p:nvSpPr>
        <p:spPr>
          <a:xfrm>
            <a:off x="8868286" y="353558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64" name="02_predicted_pose_4263">
            <a:extLst>
              <a:ext uri="{FF2B5EF4-FFF2-40B4-BE49-F238E27FC236}">
                <a16:creationId xmlns:a16="http://schemas.microsoft.com/office/drawing/2014/main" id="{D88EB959-C774-4AF4-AB39-FD84A55C95BF}"/>
              </a:ext>
            </a:extLst>
          </p:cNvPr>
          <p:cNvSpPr>
            <a:spLocks noGrp="1"/>
          </p:cNvSpPr>
          <p:nvPr/>
        </p:nvSpPr>
        <p:spPr>
          <a:xfrm>
            <a:off x="8671039" y="356815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65" name="02_predicted_pose_4264">
            <a:extLst>
              <a:ext uri="{FF2B5EF4-FFF2-40B4-BE49-F238E27FC236}">
                <a16:creationId xmlns:a16="http://schemas.microsoft.com/office/drawing/2014/main" id="{DAC1D065-5C0C-4BCF-8296-E95F805EC77D}"/>
              </a:ext>
            </a:extLst>
          </p:cNvPr>
          <p:cNvSpPr>
            <a:spLocks noGrp="1"/>
          </p:cNvSpPr>
          <p:nvPr/>
        </p:nvSpPr>
        <p:spPr>
          <a:xfrm>
            <a:off x="8779689" y="350176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66" name="02_predicted_pose_4265">
            <a:extLst>
              <a:ext uri="{FF2B5EF4-FFF2-40B4-BE49-F238E27FC236}">
                <a16:creationId xmlns:a16="http://schemas.microsoft.com/office/drawing/2014/main" id="{883E9838-F801-4E52-93A5-139B8FA639F9}"/>
              </a:ext>
            </a:extLst>
          </p:cNvPr>
          <p:cNvSpPr>
            <a:spLocks noGrp="1"/>
          </p:cNvSpPr>
          <p:nvPr/>
        </p:nvSpPr>
        <p:spPr>
          <a:xfrm>
            <a:off x="8823440" y="332213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67" name="02_predicted_pose_4266">
            <a:extLst>
              <a:ext uri="{FF2B5EF4-FFF2-40B4-BE49-F238E27FC236}">
                <a16:creationId xmlns:a16="http://schemas.microsoft.com/office/drawing/2014/main" id="{49DBE4DC-D063-44FD-8A13-AC520C89BD0D}"/>
              </a:ext>
            </a:extLst>
          </p:cNvPr>
          <p:cNvSpPr>
            <a:spLocks noGrp="1"/>
          </p:cNvSpPr>
          <p:nvPr/>
        </p:nvSpPr>
        <p:spPr>
          <a:xfrm>
            <a:off x="8838024" y="346496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68" name="02_predicted_pose_4267">
            <a:extLst>
              <a:ext uri="{FF2B5EF4-FFF2-40B4-BE49-F238E27FC236}">
                <a16:creationId xmlns:a16="http://schemas.microsoft.com/office/drawing/2014/main" id="{2207DE17-1B6D-42E0-BEF6-C1D8B1508D18}"/>
              </a:ext>
            </a:extLst>
          </p:cNvPr>
          <p:cNvSpPr>
            <a:spLocks noGrp="1"/>
          </p:cNvSpPr>
          <p:nvPr/>
        </p:nvSpPr>
        <p:spPr>
          <a:xfrm>
            <a:off x="8867191" y="330295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69" name="02_predicted_pose_4268">
            <a:extLst>
              <a:ext uri="{FF2B5EF4-FFF2-40B4-BE49-F238E27FC236}">
                <a16:creationId xmlns:a16="http://schemas.microsoft.com/office/drawing/2014/main" id="{814AE8B1-E4B3-4D1D-9BC4-3BE3134DE285}"/>
              </a:ext>
            </a:extLst>
          </p:cNvPr>
          <p:cNvSpPr>
            <a:spLocks noGrp="1"/>
          </p:cNvSpPr>
          <p:nvPr/>
        </p:nvSpPr>
        <p:spPr>
          <a:xfrm>
            <a:off x="8751615" y="367184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70" name="02_predicted_pose_4269">
            <a:extLst>
              <a:ext uri="{FF2B5EF4-FFF2-40B4-BE49-F238E27FC236}">
                <a16:creationId xmlns:a16="http://schemas.microsoft.com/office/drawing/2014/main" id="{9EE2F7DD-A111-4DE2-8AAB-E46C34F6B471}"/>
              </a:ext>
            </a:extLst>
          </p:cNvPr>
          <p:cNvSpPr>
            <a:spLocks noGrp="1"/>
          </p:cNvSpPr>
          <p:nvPr/>
        </p:nvSpPr>
        <p:spPr>
          <a:xfrm>
            <a:off x="8780782" y="36624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71" name="02_predicted_pose_4270">
            <a:extLst>
              <a:ext uri="{FF2B5EF4-FFF2-40B4-BE49-F238E27FC236}">
                <a16:creationId xmlns:a16="http://schemas.microsoft.com/office/drawing/2014/main" id="{AD920B10-D5ED-4F15-A951-2E2721D07224}"/>
              </a:ext>
            </a:extLst>
          </p:cNvPr>
          <p:cNvSpPr>
            <a:spLocks noGrp="1"/>
          </p:cNvSpPr>
          <p:nvPr/>
        </p:nvSpPr>
        <p:spPr>
          <a:xfrm>
            <a:off x="8809950" y="365476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72" name="02_predicted_pose_4271">
            <a:extLst>
              <a:ext uri="{FF2B5EF4-FFF2-40B4-BE49-F238E27FC236}">
                <a16:creationId xmlns:a16="http://schemas.microsoft.com/office/drawing/2014/main" id="{FBC0CE0F-659C-4E48-B93D-351EF49C9B15}"/>
              </a:ext>
            </a:extLst>
          </p:cNvPr>
          <p:cNvSpPr>
            <a:spLocks noGrp="1"/>
          </p:cNvSpPr>
          <p:nvPr/>
        </p:nvSpPr>
        <p:spPr>
          <a:xfrm>
            <a:off x="8839117" y="377882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73" name="02_predicted_pose_4272">
            <a:extLst>
              <a:ext uri="{FF2B5EF4-FFF2-40B4-BE49-F238E27FC236}">
                <a16:creationId xmlns:a16="http://schemas.microsoft.com/office/drawing/2014/main" id="{5ADDE6D3-5D12-40C0-A4A5-538B92DEE72E}"/>
              </a:ext>
            </a:extLst>
          </p:cNvPr>
          <p:cNvSpPr>
            <a:spLocks noGrp="1"/>
          </p:cNvSpPr>
          <p:nvPr/>
        </p:nvSpPr>
        <p:spPr>
          <a:xfrm>
            <a:off x="8868286" y="375632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74" name="02_predicted_pose_4273">
            <a:extLst>
              <a:ext uri="{FF2B5EF4-FFF2-40B4-BE49-F238E27FC236}">
                <a16:creationId xmlns:a16="http://schemas.microsoft.com/office/drawing/2014/main" id="{57736348-88AC-4357-9B5C-AB408830BE0A}"/>
              </a:ext>
            </a:extLst>
          </p:cNvPr>
          <p:cNvSpPr>
            <a:spLocks noGrp="1"/>
          </p:cNvSpPr>
          <p:nvPr/>
        </p:nvSpPr>
        <p:spPr>
          <a:xfrm>
            <a:off x="8765834" y="373002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75" name="02_predicted_pose_4274">
            <a:extLst>
              <a:ext uri="{FF2B5EF4-FFF2-40B4-BE49-F238E27FC236}">
                <a16:creationId xmlns:a16="http://schemas.microsoft.com/office/drawing/2014/main" id="{20BC0060-4667-44AD-8464-B2B653AE875B}"/>
              </a:ext>
            </a:extLst>
          </p:cNvPr>
          <p:cNvSpPr>
            <a:spLocks noGrp="1"/>
          </p:cNvSpPr>
          <p:nvPr/>
        </p:nvSpPr>
        <p:spPr>
          <a:xfrm>
            <a:off x="8889796" y="333690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76" name="02_predicted_pose_4275">
            <a:extLst>
              <a:ext uri="{FF2B5EF4-FFF2-40B4-BE49-F238E27FC236}">
                <a16:creationId xmlns:a16="http://schemas.microsoft.com/office/drawing/2014/main" id="{8BDDE4C8-2858-48F1-9646-80F920312EFA}"/>
              </a:ext>
            </a:extLst>
          </p:cNvPr>
          <p:cNvSpPr>
            <a:spLocks noGrp="1"/>
          </p:cNvSpPr>
          <p:nvPr/>
        </p:nvSpPr>
        <p:spPr>
          <a:xfrm>
            <a:off x="8904380" y="331432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77" name="02_predicted_pose_4276">
            <a:extLst>
              <a:ext uri="{FF2B5EF4-FFF2-40B4-BE49-F238E27FC236}">
                <a16:creationId xmlns:a16="http://schemas.microsoft.com/office/drawing/2014/main" id="{E1041038-1044-4C48-9930-1E411A994C42}"/>
              </a:ext>
            </a:extLst>
          </p:cNvPr>
          <p:cNvSpPr>
            <a:spLocks noGrp="1"/>
          </p:cNvSpPr>
          <p:nvPr/>
        </p:nvSpPr>
        <p:spPr>
          <a:xfrm>
            <a:off x="8674685" y="358552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78" name="02_predicted_pose_4277">
            <a:extLst>
              <a:ext uri="{FF2B5EF4-FFF2-40B4-BE49-F238E27FC236}">
                <a16:creationId xmlns:a16="http://schemas.microsoft.com/office/drawing/2014/main" id="{E3C3E95D-D9B9-44F0-884D-F16C3D1F6F01}"/>
              </a:ext>
            </a:extLst>
          </p:cNvPr>
          <p:cNvSpPr>
            <a:spLocks noGrp="1"/>
          </p:cNvSpPr>
          <p:nvPr/>
        </p:nvSpPr>
        <p:spPr>
          <a:xfrm>
            <a:off x="8687810" y="365464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79" name="02_predicted_pose_4278">
            <a:extLst>
              <a:ext uri="{FF2B5EF4-FFF2-40B4-BE49-F238E27FC236}">
                <a16:creationId xmlns:a16="http://schemas.microsoft.com/office/drawing/2014/main" id="{409A25A4-DF38-47F9-B3A8-15651035714A}"/>
              </a:ext>
            </a:extLst>
          </p:cNvPr>
          <p:cNvSpPr>
            <a:spLocks noGrp="1"/>
          </p:cNvSpPr>
          <p:nvPr/>
        </p:nvSpPr>
        <p:spPr>
          <a:xfrm>
            <a:off x="8731926" y="370743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80" name="02_predicted_pose_4279">
            <a:extLst>
              <a:ext uri="{FF2B5EF4-FFF2-40B4-BE49-F238E27FC236}">
                <a16:creationId xmlns:a16="http://schemas.microsoft.com/office/drawing/2014/main" id="{B4B0A6F4-AF08-4321-B506-0E31CD8A795C}"/>
              </a:ext>
            </a:extLst>
          </p:cNvPr>
          <p:cNvSpPr>
            <a:spLocks noGrp="1"/>
          </p:cNvSpPr>
          <p:nvPr/>
        </p:nvSpPr>
        <p:spPr>
          <a:xfrm>
            <a:off x="8693279" y="363592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81" name="02_predicted_pose_4280">
            <a:extLst>
              <a:ext uri="{FF2B5EF4-FFF2-40B4-BE49-F238E27FC236}">
                <a16:creationId xmlns:a16="http://schemas.microsoft.com/office/drawing/2014/main" id="{F7CF39B9-5846-449D-AEC1-E1469194E9AE}"/>
              </a:ext>
            </a:extLst>
          </p:cNvPr>
          <p:cNvSpPr>
            <a:spLocks noGrp="1"/>
          </p:cNvSpPr>
          <p:nvPr/>
        </p:nvSpPr>
        <p:spPr>
          <a:xfrm>
            <a:off x="8638225" y="345220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82" name="02_predicted_pose_4281">
            <a:extLst>
              <a:ext uri="{FF2B5EF4-FFF2-40B4-BE49-F238E27FC236}">
                <a16:creationId xmlns:a16="http://schemas.microsoft.com/office/drawing/2014/main" id="{7FA8C98A-2945-45D5-B895-76C0F2C9CDDE}"/>
              </a:ext>
            </a:extLst>
          </p:cNvPr>
          <p:cNvSpPr>
            <a:spLocks noGrp="1"/>
          </p:cNvSpPr>
          <p:nvPr/>
        </p:nvSpPr>
        <p:spPr>
          <a:xfrm>
            <a:off x="8778230" y="380156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83" name="02_predicted_pose_4282">
            <a:extLst>
              <a:ext uri="{FF2B5EF4-FFF2-40B4-BE49-F238E27FC236}">
                <a16:creationId xmlns:a16="http://schemas.microsoft.com/office/drawing/2014/main" id="{06C0D5F7-0BFA-4671-A288-BE16765474EF}"/>
              </a:ext>
            </a:extLst>
          </p:cNvPr>
          <p:cNvSpPr>
            <a:spLocks noGrp="1"/>
          </p:cNvSpPr>
          <p:nvPr/>
        </p:nvSpPr>
        <p:spPr>
          <a:xfrm>
            <a:off x="8792814" y="385289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84" name="02_predicted_pose_4283">
            <a:extLst>
              <a:ext uri="{FF2B5EF4-FFF2-40B4-BE49-F238E27FC236}">
                <a16:creationId xmlns:a16="http://schemas.microsoft.com/office/drawing/2014/main" id="{ECA8D5CB-D504-4C88-B65C-67B675C344BA}"/>
              </a:ext>
            </a:extLst>
          </p:cNvPr>
          <p:cNvSpPr>
            <a:spLocks noGrp="1"/>
          </p:cNvSpPr>
          <p:nvPr/>
        </p:nvSpPr>
        <p:spPr>
          <a:xfrm>
            <a:off x="8807398" y="378609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85" name="02_predicted_pose_4284">
            <a:extLst>
              <a:ext uri="{FF2B5EF4-FFF2-40B4-BE49-F238E27FC236}">
                <a16:creationId xmlns:a16="http://schemas.microsoft.com/office/drawing/2014/main" id="{C42D775F-0662-4858-859B-04CA62E1F73C}"/>
              </a:ext>
            </a:extLst>
          </p:cNvPr>
          <p:cNvSpPr>
            <a:spLocks noGrp="1"/>
          </p:cNvSpPr>
          <p:nvPr/>
        </p:nvSpPr>
        <p:spPr>
          <a:xfrm>
            <a:off x="8821981" y="380126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86" name="02_predicted_pose_4285">
            <a:extLst>
              <a:ext uri="{FF2B5EF4-FFF2-40B4-BE49-F238E27FC236}">
                <a16:creationId xmlns:a16="http://schemas.microsoft.com/office/drawing/2014/main" id="{38129238-B742-4B20-BDC9-C0246E0F7D65}"/>
              </a:ext>
            </a:extLst>
          </p:cNvPr>
          <p:cNvSpPr>
            <a:spLocks noGrp="1"/>
          </p:cNvSpPr>
          <p:nvPr/>
        </p:nvSpPr>
        <p:spPr>
          <a:xfrm>
            <a:off x="8605047" y="376397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87" name="02_predicted_pose_4286">
            <a:extLst>
              <a:ext uri="{FF2B5EF4-FFF2-40B4-BE49-F238E27FC236}">
                <a16:creationId xmlns:a16="http://schemas.microsoft.com/office/drawing/2014/main" id="{4B687ACC-6EBC-408C-A50B-9E945353710F}"/>
              </a:ext>
            </a:extLst>
          </p:cNvPr>
          <p:cNvSpPr>
            <a:spLocks noGrp="1"/>
          </p:cNvSpPr>
          <p:nvPr/>
        </p:nvSpPr>
        <p:spPr>
          <a:xfrm>
            <a:off x="8634214" y="377615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88" name="02_predicted_pose_4287">
            <a:extLst>
              <a:ext uri="{FF2B5EF4-FFF2-40B4-BE49-F238E27FC236}">
                <a16:creationId xmlns:a16="http://schemas.microsoft.com/office/drawing/2014/main" id="{1E8CCAE1-EFD9-49D1-84BC-9A65492AE1E8}"/>
              </a:ext>
            </a:extLst>
          </p:cNvPr>
          <p:cNvSpPr>
            <a:spLocks noGrp="1"/>
          </p:cNvSpPr>
          <p:nvPr/>
        </p:nvSpPr>
        <p:spPr>
          <a:xfrm>
            <a:off x="8858077" y="348460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89" name="02_predicted_pose_4288">
            <a:extLst>
              <a:ext uri="{FF2B5EF4-FFF2-40B4-BE49-F238E27FC236}">
                <a16:creationId xmlns:a16="http://schemas.microsoft.com/office/drawing/2014/main" id="{218E2F82-FD68-4080-8806-2456A03718A1}"/>
              </a:ext>
            </a:extLst>
          </p:cNvPr>
          <p:cNvSpPr>
            <a:spLocks noGrp="1"/>
          </p:cNvSpPr>
          <p:nvPr/>
        </p:nvSpPr>
        <p:spPr>
          <a:xfrm>
            <a:off x="8894901" y="339389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90" name="02_predicted_pose_4289">
            <a:extLst>
              <a:ext uri="{FF2B5EF4-FFF2-40B4-BE49-F238E27FC236}">
                <a16:creationId xmlns:a16="http://schemas.microsoft.com/office/drawing/2014/main" id="{013D64FB-AE3E-401D-A396-5644776F1AD8}"/>
              </a:ext>
            </a:extLst>
          </p:cNvPr>
          <p:cNvSpPr>
            <a:spLocks noGrp="1"/>
          </p:cNvSpPr>
          <p:nvPr/>
        </p:nvSpPr>
        <p:spPr>
          <a:xfrm>
            <a:off x="6903919" y="2638192"/>
            <a:ext cx="202" cy="1635108"/>
          </a:xfrm>
          <a:custGeom>
            <a:avLst/>
            <a:gdLst/>
            <a:ahLst/>
            <a:cxnLst/>
            <a:rect l="0" t="0" r="0" b="0"/>
            <a:pathLst>
              <a:path w="191" h="1545120">
                <a:moveTo>
                  <a:pt x="0" y="1545120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991" name="02_predicted_pose_4290">
            <a:extLst>
              <a:ext uri="{FF2B5EF4-FFF2-40B4-BE49-F238E27FC236}">
                <a16:creationId xmlns:a16="http://schemas.microsoft.com/office/drawing/2014/main" id="{EF7BE3A2-BAB9-4BFA-B0D5-1E9BE9B5E2A7}"/>
              </a:ext>
            </a:extLst>
          </p:cNvPr>
          <p:cNvSpPr>
            <a:spLocks noGrp="1"/>
          </p:cNvSpPr>
          <p:nvPr/>
        </p:nvSpPr>
        <p:spPr>
          <a:xfrm>
            <a:off x="6903919" y="4273301"/>
            <a:ext cx="2541965" cy="202"/>
          </a:xfrm>
          <a:custGeom>
            <a:avLst/>
            <a:gdLst/>
            <a:ahLst/>
            <a:cxnLst/>
            <a:rect l="0" t="0" r="0" b="0"/>
            <a:pathLst>
              <a:path w="2402069" h="191">
                <a:moveTo>
                  <a:pt x="0" y="0"/>
                </a:moveTo>
                <a:lnTo>
                  <a:pt x="2402069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992" name="02_predicted_pose_4291">
            <a:extLst>
              <a:ext uri="{FF2B5EF4-FFF2-40B4-BE49-F238E27FC236}">
                <a16:creationId xmlns:a16="http://schemas.microsoft.com/office/drawing/2014/main" id="{5B3F8DAF-8B79-4BFD-864F-84A0BB743D5F}"/>
              </a:ext>
            </a:extLst>
          </p:cNvPr>
          <p:cNvSpPr>
            <a:spLocks noGrp="1"/>
          </p:cNvSpPr>
          <p:nvPr/>
        </p:nvSpPr>
        <p:spPr>
          <a:xfrm>
            <a:off x="7418364" y="3782227"/>
            <a:ext cx="302615" cy="155959"/>
          </a:xfrm>
          <a:custGeom>
            <a:avLst/>
            <a:gdLst/>
            <a:ahLst/>
            <a:cxnLst/>
            <a:rect l="0" t="0" r="0" b="0"/>
            <a:pathLst>
              <a:path w="285961" h="147376">
                <a:moveTo>
                  <a:pt x="0" y="147376"/>
                </a:moveTo>
                <a:lnTo>
                  <a:pt x="285961" y="147376"/>
                </a:lnTo>
                <a:lnTo>
                  <a:pt x="285961" y="0"/>
                </a:lnTo>
                <a:lnTo>
                  <a:pt x="0" y="0"/>
                </a:lnTo>
                <a:lnTo>
                  <a:pt x="0" y="147376"/>
                </a:lnTo>
                <a:lnTo>
                  <a:pt x="0" y="147376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2D887E"/>
            </a:solidFill>
            <a:prstDash val="solid"/>
          </a:ln>
        </p:spPr>
      </p:sp>
      <p:sp>
        <p:nvSpPr>
          <p:cNvPr id="993" name="02_predicted_pose_4292">
            <a:extLst>
              <a:ext uri="{FF2B5EF4-FFF2-40B4-BE49-F238E27FC236}">
                <a16:creationId xmlns:a16="http://schemas.microsoft.com/office/drawing/2014/main" id="{4B139D52-E266-43C8-82B6-08A3A074EA07}"/>
              </a:ext>
            </a:extLst>
          </p:cNvPr>
          <p:cNvSpPr>
            <a:spLocks noGrp="1"/>
          </p:cNvSpPr>
          <p:nvPr/>
        </p:nvSpPr>
        <p:spPr>
          <a:xfrm>
            <a:off x="7569671" y="3938187"/>
            <a:ext cx="202" cy="124960"/>
          </a:xfrm>
          <a:custGeom>
            <a:avLst/>
            <a:gdLst/>
            <a:ahLst/>
            <a:cxnLst/>
            <a:rect l="0" t="0" r="0" b="0"/>
            <a:pathLst>
              <a:path w="191" h="118083">
                <a:moveTo>
                  <a:pt x="0" y="0"/>
                </a:moveTo>
                <a:lnTo>
                  <a:pt x="0" y="118083"/>
                </a:lnTo>
              </a:path>
            </a:pathLst>
          </a:custGeom>
          <a:noFill/>
          <a:ln w="8890">
            <a:solidFill>
              <a:srgbClr val="2D887E"/>
            </a:solidFill>
            <a:prstDash val="solid"/>
          </a:ln>
        </p:spPr>
      </p:sp>
      <p:sp>
        <p:nvSpPr>
          <p:cNvPr id="994" name="02_predicted_pose_4293">
            <a:extLst>
              <a:ext uri="{FF2B5EF4-FFF2-40B4-BE49-F238E27FC236}">
                <a16:creationId xmlns:a16="http://schemas.microsoft.com/office/drawing/2014/main" id="{4D3AEE81-29E9-4BE3-BC4E-C328859E6584}"/>
              </a:ext>
            </a:extLst>
          </p:cNvPr>
          <p:cNvSpPr>
            <a:spLocks noGrp="1"/>
          </p:cNvSpPr>
          <p:nvPr/>
        </p:nvSpPr>
        <p:spPr>
          <a:xfrm>
            <a:off x="7569671" y="3305676"/>
            <a:ext cx="202" cy="476552"/>
          </a:xfrm>
          <a:custGeom>
            <a:avLst/>
            <a:gdLst/>
            <a:ahLst/>
            <a:cxnLst/>
            <a:rect l="0" t="0" r="0" b="0"/>
            <a:pathLst>
              <a:path w="191" h="450325">
                <a:moveTo>
                  <a:pt x="0" y="450325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2D887E"/>
            </a:solidFill>
            <a:prstDash val="solid"/>
          </a:ln>
        </p:spPr>
      </p:sp>
      <p:sp>
        <p:nvSpPr>
          <p:cNvPr id="995" name="02_predicted_pose_4294">
            <a:extLst>
              <a:ext uri="{FF2B5EF4-FFF2-40B4-BE49-F238E27FC236}">
                <a16:creationId xmlns:a16="http://schemas.microsoft.com/office/drawing/2014/main" id="{356407CE-55D7-42AC-8F99-3BF8315FF203}"/>
              </a:ext>
            </a:extLst>
          </p:cNvPr>
          <p:cNvSpPr>
            <a:spLocks noGrp="1"/>
          </p:cNvSpPr>
          <p:nvPr/>
        </p:nvSpPr>
        <p:spPr>
          <a:xfrm>
            <a:off x="7494017" y="4063147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2D887E"/>
            </a:solidFill>
            <a:prstDash val="solid"/>
          </a:ln>
        </p:spPr>
      </p:sp>
      <p:sp>
        <p:nvSpPr>
          <p:cNvPr id="996" name="02_predicted_pose_4295">
            <a:extLst>
              <a:ext uri="{FF2B5EF4-FFF2-40B4-BE49-F238E27FC236}">
                <a16:creationId xmlns:a16="http://schemas.microsoft.com/office/drawing/2014/main" id="{87BF5973-0E4B-4377-AE85-6159E607EC80}"/>
              </a:ext>
            </a:extLst>
          </p:cNvPr>
          <p:cNvSpPr>
            <a:spLocks noGrp="1"/>
          </p:cNvSpPr>
          <p:nvPr/>
        </p:nvSpPr>
        <p:spPr>
          <a:xfrm>
            <a:off x="7494017" y="3305676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2D887E"/>
            </a:solidFill>
            <a:prstDash val="solid"/>
          </a:ln>
        </p:spPr>
      </p:sp>
      <p:sp>
        <p:nvSpPr>
          <p:cNvPr id="997" name="02_predicted_pose_4296">
            <a:extLst>
              <a:ext uri="{FF2B5EF4-FFF2-40B4-BE49-F238E27FC236}">
                <a16:creationId xmlns:a16="http://schemas.microsoft.com/office/drawing/2014/main" id="{225CB562-7516-4525-B1BE-FF7FA0A22C86}"/>
              </a:ext>
            </a:extLst>
          </p:cNvPr>
          <p:cNvSpPr>
            <a:spLocks noGrp="1"/>
          </p:cNvSpPr>
          <p:nvPr/>
        </p:nvSpPr>
        <p:spPr>
          <a:xfrm>
            <a:off x="8628823" y="3541996"/>
            <a:ext cx="302615" cy="156352"/>
          </a:xfrm>
          <a:custGeom>
            <a:avLst/>
            <a:gdLst/>
            <a:ahLst/>
            <a:cxnLst/>
            <a:rect l="0" t="0" r="0" b="0"/>
            <a:pathLst>
              <a:path w="285961" h="147747">
                <a:moveTo>
                  <a:pt x="0" y="147747"/>
                </a:moveTo>
                <a:lnTo>
                  <a:pt x="285961" y="147747"/>
                </a:lnTo>
                <a:lnTo>
                  <a:pt x="285961" y="0"/>
                </a:lnTo>
                <a:lnTo>
                  <a:pt x="0" y="0"/>
                </a:lnTo>
                <a:lnTo>
                  <a:pt x="0" y="147747"/>
                </a:lnTo>
                <a:lnTo>
                  <a:pt x="0" y="147747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B57442"/>
            </a:solidFill>
            <a:prstDash val="solid"/>
          </a:ln>
        </p:spPr>
      </p:sp>
      <p:sp>
        <p:nvSpPr>
          <p:cNvPr id="998" name="02_predicted_pose_4297">
            <a:extLst>
              <a:ext uri="{FF2B5EF4-FFF2-40B4-BE49-F238E27FC236}">
                <a16:creationId xmlns:a16="http://schemas.microsoft.com/office/drawing/2014/main" id="{18F5E0D7-1520-443F-A63B-8463CEB6269D}"/>
              </a:ext>
            </a:extLst>
          </p:cNvPr>
          <p:cNvSpPr>
            <a:spLocks noGrp="1"/>
          </p:cNvSpPr>
          <p:nvPr/>
        </p:nvSpPr>
        <p:spPr>
          <a:xfrm>
            <a:off x="8780132" y="3698347"/>
            <a:ext cx="202" cy="109817"/>
          </a:xfrm>
          <a:custGeom>
            <a:avLst/>
            <a:gdLst/>
            <a:ahLst/>
            <a:cxnLst/>
            <a:rect l="0" t="0" r="0" b="0"/>
            <a:pathLst>
              <a:path w="191" h="103773">
                <a:moveTo>
                  <a:pt x="0" y="0"/>
                </a:moveTo>
                <a:lnTo>
                  <a:pt x="0" y="103773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999" name="02_predicted_pose_4298">
            <a:extLst>
              <a:ext uri="{FF2B5EF4-FFF2-40B4-BE49-F238E27FC236}">
                <a16:creationId xmlns:a16="http://schemas.microsoft.com/office/drawing/2014/main" id="{21F3A757-81C0-4505-859D-8A4896E22D94}"/>
              </a:ext>
            </a:extLst>
          </p:cNvPr>
          <p:cNvSpPr>
            <a:spLocks noGrp="1"/>
          </p:cNvSpPr>
          <p:nvPr/>
        </p:nvSpPr>
        <p:spPr>
          <a:xfrm>
            <a:off x="8780132" y="3328575"/>
            <a:ext cx="202" cy="213421"/>
          </a:xfrm>
          <a:custGeom>
            <a:avLst/>
            <a:gdLst/>
            <a:ahLst/>
            <a:cxnLst/>
            <a:rect l="0" t="0" r="0" b="0"/>
            <a:pathLst>
              <a:path w="191" h="201675">
                <a:moveTo>
                  <a:pt x="0" y="201675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1000" name="02_predicted_pose_4299">
            <a:extLst>
              <a:ext uri="{FF2B5EF4-FFF2-40B4-BE49-F238E27FC236}">
                <a16:creationId xmlns:a16="http://schemas.microsoft.com/office/drawing/2014/main" id="{6DEDC636-D0DA-446A-9E83-6AFADD90D33B}"/>
              </a:ext>
            </a:extLst>
          </p:cNvPr>
          <p:cNvSpPr>
            <a:spLocks noGrp="1"/>
          </p:cNvSpPr>
          <p:nvPr/>
        </p:nvSpPr>
        <p:spPr>
          <a:xfrm>
            <a:off x="8704477" y="3808164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1001" name="02_predicted_pose_4300">
            <a:extLst>
              <a:ext uri="{FF2B5EF4-FFF2-40B4-BE49-F238E27FC236}">
                <a16:creationId xmlns:a16="http://schemas.microsoft.com/office/drawing/2014/main" id="{FC4ED2F1-36BC-4BEF-8F73-8870FDA4D910}"/>
              </a:ext>
            </a:extLst>
          </p:cNvPr>
          <p:cNvSpPr>
            <a:spLocks noGrp="1"/>
          </p:cNvSpPr>
          <p:nvPr/>
        </p:nvSpPr>
        <p:spPr>
          <a:xfrm>
            <a:off x="8704477" y="3328575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1002" name="text_4301">
            <a:extLst>
              <a:ext uri="{FF2B5EF4-FFF2-40B4-BE49-F238E27FC236}">
                <a16:creationId xmlns:a16="http://schemas.microsoft.com/office/drawing/2014/main" id="{58E7F807-53FF-4EAE-92F0-0BD13638B227}"/>
              </a:ext>
            </a:extLst>
          </p:cNvPr>
          <p:cNvSpPr>
            <a:spLocks noGrp="1"/>
          </p:cNvSpPr>
          <p:nvPr/>
        </p:nvSpPr>
        <p:spPr>
          <a:xfrm>
            <a:off x="6446365" y="2464706"/>
            <a:ext cx="95556" cy="1679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58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1003" name="text_4302">
            <a:extLst>
              <a:ext uri="{FF2B5EF4-FFF2-40B4-BE49-F238E27FC236}">
                <a16:creationId xmlns:a16="http://schemas.microsoft.com/office/drawing/2014/main" id="{22ACB5BD-9C8F-4EAE-9AF9-EDAD61DD261C}"/>
              </a:ext>
            </a:extLst>
          </p:cNvPr>
          <p:cNvSpPr>
            <a:spLocks noGrp="1"/>
          </p:cNvSpPr>
          <p:nvPr/>
        </p:nvSpPr>
        <p:spPr>
          <a:xfrm>
            <a:off x="6903918" y="2413548"/>
            <a:ext cx="749841" cy="1427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99">
                <a:solidFill>
                  <a:srgbClr val="273744"/>
                </a:solidFill>
                <a:latin typeface="Arial"/>
                <a:ea typeface="Arial"/>
                <a:cs typeface="Arial"/>
              </a:rPr>
              <a:t>GT, Best of 50</a:t>
            </a:r>
          </a:p>
        </p:txBody>
      </p:sp>
      <p:sp>
        <p:nvSpPr>
          <p:cNvPr id="1004" name="02_predicted_pose_4303">
            <a:extLst>
              <a:ext uri="{FF2B5EF4-FFF2-40B4-BE49-F238E27FC236}">
                <a16:creationId xmlns:a16="http://schemas.microsoft.com/office/drawing/2014/main" id="{85D44C3F-03A1-4EB7-A5A7-27463D2B0503}"/>
              </a:ext>
            </a:extLst>
          </p:cNvPr>
          <p:cNvSpPr>
            <a:spLocks noGrp="1"/>
          </p:cNvSpPr>
          <p:nvPr/>
        </p:nvSpPr>
        <p:spPr>
          <a:xfrm>
            <a:off x="7418364" y="3882602"/>
            <a:ext cx="302615" cy="202"/>
          </a:xfrm>
          <a:custGeom>
            <a:avLst/>
            <a:gdLst/>
            <a:ahLst/>
            <a:cxnLst/>
            <a:rect l="0" t="0" r="0" b="0"/>
            <a:pathLst>
              <a:path w="285961" h="191">
                <a:moveTo>
                  <a:pt x="0" y="0"/>
                </a:moveTo>
                <a:lnTo>
                  <a:pt x="285961" y="0"/>
                </a:lnTo>
              </a:path>
            </a:pathLst>
          </a:custGeom>
          <a:noFill/>
          <a:ln w="19050">
            <a:solidFill>
              <a:srgbClr val="2D887E"/>
            </a:solidFill>
            <a:prstDash val="solid"/>
          </a:ln>
        </p:spPr>
      </p:sp>
      <p:sp>
        <p:nvSpPr>
          <p:cNvPr id="1005" name="02_predicted_pose_4304">
            <a:extLst>
              <a:ext uri="{FF2B5EF4-FFF2-40B4-BE49-F238E27FC236}">
                <a16:creationId xmlns:a16="http://schemas.microsoft.com/office/drawing/2014/main" id="{35E7B4EA-13C5-43A8-8BBC-F782C138A89F}"/>
              </a:ext>
            </a:extLst>
          </p:cNvPr>
          <p:cNvSpPr>
            <a:spLocks noGrp="1"/>
          </p:cNvSpPr>
          <p:nvPr/>
        </p:nvSpPr>
        <p:spPr>
          <a:xfrm>
            <a:off x="8628823" y="3634196"/>
            <a:ext cx="302615" cy="202"/>
          </a:xfrm>
          <a:custGeom>
            <a:avLst/>
            <a:gdLst/>
            <a:ahLst/>
            <a:cxnLst/>
            <a:rect l="0" t="0" r="0" b="0"/>
            <a:pathLst>
              <a:path w="285961" h="191">
                <a:moveTo>
                  <a:pt x="0" y="0"/>
                </a:moveTo>
                <a:lnTo>
                  <a:pt x="285961" y="0"/>
                </a:lnTo>
              </a:path>
            </a:pathLst>
          </a:custGeom>
          <a:noFill/>
          <a:ln w="19050">
            <a:solidFill>
              <a:srgbClr val="B57442"/>
            </a:solidFill>
            <a:prstDash val="solid"/>
          </a:ln>
        </p:spPr>
      </p:sp>
      <p:sp>
        <p:nvSpPr>
          <p:cNvPr id="1006" name="02_predicted_pose_4305">
            <a:extLst>
              <a:ext uri="{FF2B5EF4-FFF2-40B4-BE49-F238E27FC236}">
                <a16:creationId xmlns:a16="http://schemas.microsoft.com/office/drawing/2014/main" id="{E4F2EDAB-F37C-4098-B11A-570D67CA796E}"/>
              </a:ext>
            </a:extLst>
          </p:cNvPr>
          <p:cNvSpPr>
            <a:spLocks noGrp="1"/>
          </p:cNvSpPr>
          <p:nvPr/>
        </p:nvSpPr>
        <p:spPr>
          <a:xfrm>
            <a:off x="3548525" y="5090854"/>
            <a:ext cx="2541965" cy="1635108"/>
          </a:xfrm>
          <a:custGeom>
            <a:avLst/>
            <a:gdLst/>
            <a:ahLst/>
            <a:cxnLst/>
            <a:rect l="0" t="0" r="0" b="0"/>
            <a:pathLst>
              <a:path w="2402069" h="1545120">
                <a:moveTo>
                  <a:pt x="0" y="1545120"/>
                </a:moveTo>
                <a:lnTo>
                  <a:pt x="2402069" y="1545120"/>
                </a:lnTo>
                <a:lnTo>
                  <a:pt x="2402069" y="0"/>
                </a:lnTo>
                <a:lnTo>
                  <a:pt x="0" y="0"/>
                </a:lnTo>
                <a:lnTo>
                  <a:pt x="0" y="154512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007" name="02_predicted_pose_4306">
            <a:extLst>
              <a:ext uri="{FF2B5EF4-FFF2-40B4-BE49-F238E27FC236}">
                <a16:creationId xmlns:a16="http://schemas.microsoft.com/office/drawing/2014/main" id="{E9BBF15F-47CC-4C35-B691-AB99C256AFD1}"/>
              </a:ext>
            </a:extLst>
          </p:cNvPr>
          <p:cNvSpPr>
            <a:spLocks noGrp="1"/>
          </p:cNvSpPr>
          <p:nvPr/>
        </p:nvSpPr>
        <p:spPr>
          <a:xfrm>
            <a:off x="3548525" y="5946192"/>
            <a:ext cx="2541965" cy="202"/>
          </a:xfrm>
          <a:custGeom>
            <a:avLst/>
            <a:gdLst/>
            <a:ahLst/>
            <a:cxnLst/>
            <a:rect l="0" t="0" r="0" b="0"/>
            <a:pathLst>
              <a:path w="2402069" h="191">
                <a:moveTo>
                  <a:pt x="0" y="0"/>
                </a:moveTo>
                <a:lnTo>
                  <a:pt x="2402069" y="0"/>
                </a:lnTo>
              </a:path>
            </a:pathLst>
          </a:custGeom>
          <a:noFill/>
          <a:ln w="7620">
            <a:solidFill>
              <a:srgbClr val="BCC5CB"/>
            </a:solidFill>
            <a:prstDash val="dash"/>
          </a:ln>
        </p:spPr>
      </p:sp>
      <p:sp>
        <p:nvSpPr>
          <p:cNvPr id="1008" name="02_predicted_pose_4307">
            <a:extLst>
              <a:ext uri="{FF2B5EF4-FFF2-40B4-BE49-F238E27FC236}">
                <a16:creationId xmlns:a16="http://schemas.microsoft.com/office/drawing/2014/main" id="{219477B0-2F6B-44A4-AFA3-FFC1DD4EDA96}"/>
              </a:ext>
            </a:extLst>
          </p:cNvPr>
          <p:cNvSpPr>
            <a:spLocks noGrp="1"/>
          </p:cNvSpPr>
          <p:nvPr/>
        </p:nvSpPr>
        <p:spPr>
          <a:xfrm>
            <a:off x="3548525" y="5808882"/>
            <a:ext cx="2541965" cy="202"/>
          </a:xfrm>
          <a:custGeom>
            <a:avLst/>
            <a:gdLst/>
            <a:ahLst/>
            <a:cxnLst/>
            <a:rect l="0" t="0" r="0" b="0"/>
            <a:pathLst>
              <a:path w="2402069" h="191">
                <a:moveTo>
                  <a:pt x="0" y="0"/>
                </a:moveTo>
                <a:lnTo>
                  <a:pt x="2402069" y="0"/>
                </a:lnTo>
              </a:path>
            </a:pathLst>
          </a:custGeom>
          <a:noFill/>
          <a:ln w="7620">
            <a:solidFill>
              <a:srgbClr val="BCC5CB"/>
            </a:solidFill>
            <a:prstDash val="dash"/>
          </a:ln>
        </p:spPr>
      </p:sp>
      <p:sp>
        <p:nvSpPr>
          <p:cNvPr id="1009" name="02_predicted_pose_4308">
            <a:extLst>
              <a:ext uri="{FF2B5EF4-FFF2-40B4-BE49-F238E27FC236}">
                <a16:creationId xmlns:a16="http://schemas.microsoft.com/office/drawing/2014/main" id="{A61B98D4-6695-40C0-88D5-BA555E88C657}"/>
              </a:ext>
            </a:extLst>
          </p:cNvPr>
          <p:cNvSpPr>
            <a:spLocks noGrp="1"/>
          </p:cNvSpPr>
          <p:nvPr/>
        </p:nvSpPr>
        <p:spPr>
          <a:xfrm>
            <a:off x="4214277" y="6725962"/>
            <a:ext cx="202" cy="40319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010" name="text_4309">
            <a:extLst>
              <a:ext uri="{FF2B5EF4-FFF2-40B4-BE49-F238E27FC236}">
                <a16:creationId xmlns:a16="http://schemas.microsoft.com/office/drawing/2014/main" id="{5D0320C7-AA45-4D9E-9833-5F444238DA8A}"/>
              </a:ext>
            </a:extLst>
          </p:cNvPr>
          <p:cNvSpPr>
            <a:spLocks noGrp="1"/>
          </p:cNvSpPr>
          <p:nvPr/>
        </p:nvSpPr>
        <p:spPr>
          <a:xfrm>
            <a:off x="3829971" y="6799618"/>
            <a:ext cx="782053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PocketXMol-tuned</a:t>
            </a:r>
          </a:p>
        </p:txBody>
      </p:sp>
      <p:sp>
        <p:nvSpPr>
          <p:cNvPr id="1011" name="02_predicted_pose_4310">
            <a:extLst>
              <a:ext uri="{FF2B5EF4-FFF2-40B4-BE49-F238E27FC236}">
                <a16:creationId xmlns:a16="http://schemas.microsoft.com/office/drawing/2014/main" id="{DE05B401-0FA7-491A-B5DA-77D6B2F83EAB}"/>
              </a:ext>
            </a:extLst>
          </p:cNvPr>
          <p:cNvSpPr>
            <a:spLocks noGrp="1"/>
          </p:cNvSpPr>
          <p:nvPr/>
        </p:nvSpPr>
        <p:spPr>
          <a:xfrm>
            <a:off x="5424737" y="6725962"/>
            <a:ext cx="202" cy="40319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012" name="text_4311">
            <a:extLst>
              <a:ext uri="{FF2B5EF4-FFF2-40B4-BE49-F238E27FC236}">
                <a16:creationId xmlns:a16="http://schemas.microsoft.com/office/drawing/2014/main" id="{7A73F797-A2FF-42EE-A7F0-231FF0BCC643}"/>
              </a:ext>
            </a:extLst>
          </p:cNvPr>
          <p:cNvSpPr>
            <a:spLocks noGrp="1"/>
          </p:cNvSpPr>
          <p:nvPr/>
        </p:nvSpPr>
        <p:spPr>
          <a:xfrm>
            <a:off x="5108448" y="6799897"/>
            <a:ext cx="646017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Emap2lig-Build</a:t>
            </a:r>
          </a:p>
        </p:txBody>
      </p:sp>
      <p:sp>
        <p:nvSpPr>
          <p:cNvPr id="1013" name="02_predicted_pose_4312">
            <a:extLst>
              <a:ext uri="{FF2B5EF4-FFF2-40B4-BE49-F238E27FC236}">
                <a16:creationId xmlns:a16="http://schemas.microsoft.com/office/drawing/2014/main" id="{17E555CC-DA5A-4694-93C9-85C9190C0300}"/>
              </a:ext>
            </a:extLst>
          </p:cNvPr>
          <p:cNvSpPr>
            <a:spLocks noGrp="1"/>
          </p:cNvSpPr>
          <p:nvPr/>
        </p:nvSpPr>
        <p:spPr>
          <a:xfrm>
            <a:off x="3508205" y="6725962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014" name="text_4313">
            <a:extLst>
              <a:ext uri="{FF2B5EF4-FFF2-40B4-BE49-F238E27FC236}">
                <a16:creationId xmlns:a16="http://schemas.microsoft.com/office/drawing/2014/main" id="{18814B31-693D-4C36-BE09-5AA1962EE665}"/>
              </a:ext>
            </a:extLst>
          </p:cNvPr>
          <p:cNvSpPr>
            <a:spLocks noGrp="1"/>
          </p:cNvSpPr>
          <p:nvPr/>
        </p:nvSpPr>
        <p:spPr>
          <a:xfrm>
            <a:off x="3337119" y="6685310"/>
            <a:ext cx="144207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1015" name="02_predicted_pose_4314">
            <a:extLst>
              <a:ext uri="{FF2B5EF4-FFF2-40B4-BE49-F238E27FC236}">
                <a16:creationId xmlns:a16="http://schemas.microsoft.com/office/drawing/2014/main" id="{9CD13B2B-FE21-4391-B390-911B3219DB0E}"/>
              </a:ext>
            </a:extLst>
          </p:cNvPr>
          <p:cNvSpPr>
            <a:spLocks noGrp="1"/>
          </p:cNvSpPr>
          <p:nvPr/>
        </p:nvSpPr>
        <p:spPr>
          <a:xfrm>
            <a:off x="3508205" y="6415661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016" name="text_4315">
            <a:extLst>
              <a:ext uri="{FF2B5EF4-FFF2-40B4-BE49-F238E27FC236}">
                <a16:creationId xmlns:a16="http://schemas.microsoft.com/office/drawing/2014/main" id="{4CBD9523-4115-4C2A-BEA2-3D0BF439AFD5}"/>
              </a:ext>
            </a:extLst>
          </p:cNvPr>
          <p:cNvSpPr>
            <a:spLocks noGrp="1"/>
          </p:cNvSpPr>
          <p:nvPr/>
        </p:nvSpPr>
        <p:spPr>
          <a:xfrm>
            <a:off x="3337119" y="6375009"/>
            <a:ext cx="144207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017" name="02_predicted_pose_4316">
            <a:extLst>
              <a:ext uri="{FF2B5EF4-FFF2-40B4-BE49-F238E27FC236}">
                <a16:creationId xmlns:a16="http://schemas.microsoft.com/office/drawing/2014/main" id="{DE7C6C3D-EE9D-4E9B-99EA-8BB817D42D2F}"/>
              </a:ext>
            </a:extLst>
          </p:cNvPr>
          <p:cNvSpPr>
            <a:spLocks noGrp="1"/>
          </p:cNvSpPr>
          <p:nvPr/>
        </p:nvSpPr>
        <p:spPr>
          <a:xfrm>
            <a:off x="3508205" y="6180926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018" name="text_4317">
            <a:extLst>
              <a:ext uri="{FF2B5EF4-FFF2-40B4-BE49-F238E27FC236}">
                <a16:creationId xmlns:a16="http://schemas.microsoft.com/office/drawing/2014/main" id="{13B60655-C93D-47F5-A367-2BC333BBD574}"/>
              </a:ext>
            </a:extLst>
          </p:cNvPr>
          <p:cNvSpPr>
            <a:spLocks noGrp="1"/>
          </p:cNvSpPr>
          <p:nvPr/>
        </p:nvSpPr>
        <p:spPr>
          <a:xfrm>
            <a:off x="3415580" y="6140274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019" name="02_predicted_pose_4318">
            <a:extLst>
              <a:ext uri="{FF2B5EF4-FFF2-40B4-BE49-F238E27FC236}">
                <a16:creationId xmlns:a16="http://schemas.microsoft.com/office/drawing/2014/main" id="{81BADABD-5076-4223-A04D-EA6EAE38E1E0}"/>
              </a:ext>
            </a:extLst>
          </p:cNvPr>
          <p:cNvSpPr>
            <a:spLocks noGrp="1"/>
          </p:cNvSpPr>
          <p:nvPr/>
        </p:nvSpPr>
        <p:spPr>
          <a:xfrm>
            <a:off x="3508205" y="5946192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020" name="text_4319">
            <a:extLst>
              <a:ext uri="{FF2B5EF4-FFF2-40B4-BE49-F238E27FC236}">
                <a16:creationId xmlns:a16="http://schemas.microsoft.com/office/drawing/2014/main" id="{628BC34B-92BA-4ECF-B9D2-D9ADD86FCA52}"/>
              </a:ext>
            </a:extLst>
          </p:cNvPr>
          <p:cNvSpPr>
            <a:spLocks noGrp="1"/>
          </p:cNvSpPr>
          <p:nvPr/>
        </p:nvSpPr>
        <p:spPr>
          <a:xfrm>
            <a:off x="3415580" y="5905540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21" name="02_predicted_pose_4320">
            <a:extLst>
              <a:ext uri="{FF2B5EF4-FFF2-40B4-BE49-F238E27FC236}">
                <a16:creationId xmlns:a16="http://schemas.microsoft.com/office/drawing/2014/main" id="{AF2177A5-A932-4434-A49B-EEF1D632FB50}"/>
              </a:ext>
            </a:extLst>
          </p:cNvPr>
          <p:cNvSpPr>
            <a:spLocks noGrp="1"/>
          </p:cNvSpPr>
          <p:nvPr/>
        </p:nvSpPr>
        <p:spPr>
          <a:xfrm>
            <a:off x="3508205" y="5808882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022" name="text_4321">
            <a:extLst>
              <a:ext uri="{FF2B5EF4-FFF2-40B4-BE49-F238E27FC236}">
                <a16:creationId xmlns:a16="http://schemas.microsoft.com/office/drawing/2014/main" id="{871CCB8F-8AD6-40E8-8193-2C7AB6989B4E}"/>
              </a:ext>
            </a:extLst>
          </p:cNvPr>
          <p:cNvSpPr>
            <a:spLocks noGrp="1"/>
          </p:cNvSpPr>
          <p:nvPr/>
        </p:nvSpPr>
        <p:spPr>
          <a:xfrm>
            <a:off x="3415580" y="5768230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023" name="02_predicted_pose_4322">
            <a:extLst>
              <a:ext uri="{FF2B5EF4-FFF2-40B4-BE49-F238E27FC236}">
                <a16:creationId xmlns:a16="http://schemas.microsoft.com/office/drawing/2014/main" id="{11668B6C-A94C-4587-81C0-4B0E3E2A206B}"/>
              </a:ext>
            </a:extLst>
          </p:cNvPr>
          <p:cNvSpPr>
            <a:spLocks noGrp="1"/>
          </p:cNvSpPr>
          <p:nvPr/>
        </p:nvSpPr>
        <p:spPr>
          <a:xfrm>
            <a:off x="3508205" y="5635890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024" name="text_4323">
            <a:extLst>
              <a:ext uri="{FF2B5EF4-FFF2-40B4-BE49-F238E27FC236}">
                <a16:creationId xmlns:a16="http://schemas.microsoft.com/office/drawing/2014/main" id="{0D863A48-B21B-46FF-93E4-B653B5A63725}"/>
              </a:ext>
            </a:extLst>
          </p:cNvPr>
          <p:cNvSpPr>
            <a:spLocks noGrp="1"/>
          </p:cNvSpPr>
          <p:nvPr/>
        </p:nvSpPr>
        <p:spPr>
          <a:xfrm>
            <a:off x="3415580" y="5595238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025" name="02_predicted_pose_4324">
            <a:extLst>
              <a:ext uri="{FF2B5EF4-FFF2-40B4-BE49-F238E27FC236}">
                <a16:creationId xmlns:a16="http://schemas.microsoft.com/office/drawing/2014/main" id="{23AB3C29-D179-436A-ACC0-FF2CD0448C5A}"/>
              </a:ext>
            </a:extLst>
          </p:cNvPr>
          <p:cNvSpPr>
            <a:spLocks noGrp="1"/>
          </p:cNvSpPr>
          <p:nvPr/>
        </p:nvSpPr>
        <p:spPr>
          <a:xfrm>
            <a:off x="3508205" y="5401156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026" name="text_4325">
            <a:extLst>
              <a:ext uri="{FF2B5EF4-FFF2-40B4-BE49-F238E27FC236}">
                <a16:creationId xmlns:a16="http://schemas.microsoft.com/office/drawing/2014/main" id="{6A6BD090-0ABC-4477-BE23-1EEB9AD189ED}"/>
              </a:ext>
            </a:extLst>
          </p:cNvPr>
          <p:cNvSpPr>
            <a:spLocks noGrp="1"/>
          </p:cNvSpPr>
          <p:nvPr/>
        </p:nvSpPr>
        <p:spPr>
          <a:xfrm>
            <a:off x="3363272" y="5360505"/>
            <a:ext cx="118054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027" name="02_predicted_pose_4326">
            <a:extLst>
              <a:ext uri="{FF2B5EF4-FFF2-40B4-BE49-F238E27FC236}">
                <a16:creationId xmlns:a16="http://schemas.microsoft.com/office/drawing/2014/main" id="{9D04FBD0-0C64-410F-B50D-DAA5DE19A023}"/>
              </a:ext>
            </a:extLst>
          </p:cNvPr>
          <p:cNvSpPr>
            <a:spLocks noGrp="1"/>
          </p:cNvSpPr>
          <p:nvPr/>
        </p:nvSpPr>
        <p:spPr>
          <a:xfrm>
            <a:off x="3508205" y="5166422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028" name="text_4327">
            <a:extLst>
              <a:ext uri="{FF2B5EF4-FFF2-40B4-BE49-F238E27FC236}">
                <a16:creationId xmlns:a16="http://schemas.microsoft.com/office/drawing/2014/main" id="{7DD4371D-10D3-4659-B5AB-3CBADB944C24}"/>
              </a:ext>
            </a:extLst>
          </p:cNvPr>
          <p:cNvSpPr>
            <a:spLocks noGrp="1"/>
          </p:cNvSpPr>
          <p:nvPr/>
        </p:nvSpPr>
        <p:spPr>
          <a:xfrm>
            <a:off x="3363272" y="5125770"/>
            <a:ext cx="118054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029" name="text_4328">
            <a:extLst>
              <a:ext uri="{FF2B5EF4-FFF2-40B4-BE49-F238E27FC236}">
                <a16:creationId xmlns:a16="http://schemas.microsoft.com/office/drawing/2014/main" id="{FB436558-2B69-4F17-9B6E-EAD38585A6C9}"/>
              </a:ext>
            </a:extLst>
          </p:cNvPr>
          <p:cNvSpPr>
            <a:spLocks noGrp="1"/>
          </p:cNvSpPr>
          <p:nvPr/>
        </p:nvSpPr>
        <p:spPr>
          <a:xfrm rot="-5400000">
            <a:off x="2998120" y="5841210"/>
            <a:ext cx="503180" cy="1343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47">
                <a:solidFill>
                  <a:srgbClr val="273744"/>
                </a:solidFill>
                <a:latin typeface="Arial"/>
                <a:ea typeface="Arial"/>
                <a:cs typeface="Arial"/>
              </a:rPr>
              <a:t>RMSD (Å)</a:t>
            </a:r>
          </a:p>
        </p:txBody>
      </p:sp>
      <p:sp>
        <p:nvSpPr>
          <p:cNvPr id="1030" name="02_predicted_pose_4329">
            <a:extLst>
              <a:ext uri="{FF2B5EF4-FFF2-40B4-BE49-F238E27FC236}">
                <a16:creationId xmlns:a16="http://schemas.microsoft.com/office/drawing/2014/main" id="{7FA75350-F2B8-45FE-97E8-A2FD5D44515E}"/>
              </a:ext>
            </a:extLst>
          </p:cNvPr>
          <p:cNvSpPr>
            <a:spLocks noGrp="1"/>
          </p:cNvSpPr>
          <p:nvPr/>
        </p:nvSpPr>
        <p:spPr>
          <a:xfrm>
            <a:off x="4136175" y="623894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31" name="02_predicted_pose_4330">
            <a:extLst>
              <a:ext uri="{FF2B5EF4-FFF2-40B4-BE49-F238E27FC236}">
                <a16:creationId xmlns:a16="http://schemas.microsoft.com/office/drawing/2014/main" id="{288BB7DC-F11B-4BEC-A2BF-67D21632FFC7}"/>
              </a:ext>
            </a:extLst>
          </p:cNvPr>
          <p:cNvSpPr>
            <a:spLocks noGrp="1"/>
          </p:cNvSpPr>
          <p:nvPr/>
        </p:nvSpPr>
        <p:spPr>
          <a:xfrm>
            <a:off x="4150760" y="602125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32" name="02_predicted_pose_4331">
            <a:extLst>
              <a:ext uri="{FF2B5EF4-FFF2-40B4-BE49-F238E27FC236}">
                <a16:creationId xmlns:a16="http://schemas.microsoft.com/office/drawing/2014/main" id="{AFDBCA2A-E357-435E-9443-74DE6E820DB0}"/>
              </a:ext>
            </a:extLst>
          </p:cNvPr>
          <p:cNvSpPr>
            <a:spLocks noGrp="1"/>
          </p:cNvSpPr>
          <p:nvPr/>
        </p:nvSpPr>
        <p:spPr>
          <a:xfrm>
            <a:off x="4165343" y="616814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33" name="02_predicted_pose_4332">
            <a:extLst>
              <a:ext uri="{FF2B5EF4-FFF2-40B4-BE49-F238E27FC236}">
                <a16:creationId xmlns:a16="http://schemas.microsoft.com/office/drawing/2014/main" id="{43875E7F-5352-429B-AF2C-B5584D194792}"/>
              </a:ext>
            </a:extLst>
          </p:cNvPr>
          <p:cNvSpPr>
            <a:spLocks noGrp="1"/>
          </p:cNvSpPr>
          <p:nvPr/>
        </p:nvSpPr>
        <p:spPr>
          <a:xfrm>
            <a:off x="4179927" y="620201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34" name="02_predicted_pose_4333">
            <a:extLst>
              <a:ext uri="{FF2B5EF4-FFF2-40B4-BE49-F238E27FC236}">
                <a16:creationId xmlns:a16="http://schemas.microsoft.com/office/drawing/2014/main" id="{9DC7BF10-3A58-4614-950E-34330509D1F0}"/>
              </a:ext>
            </a:extLst>
          </p:cNvPr>
          <p:cNvSpPr>
            <a:spLocks noGrp="1"/>
          </p:cNvSpPr>
          <p:nvPr/>
        </p:nvSpPr>
        <p:spPr>
          <a:xfrm>
            <a:off x="4194511" y="624479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35" name="02_predicted_pose_4334">
            <a:extLst>
              <a:ext uri="{FF2B5EF4-FFF2-40B4-BE49-F238E27FC236}">
                <a16:creationId xmlns:a16="http://schemas.microsoft.com/office/drawing/2014/main" id="{43A940CF-CFDB-439E-BCE2-74B09362CBB9}"/>
              </a:ext>
            </a:extLst>
          </p:cNvPr>
          <p:cNvSpPr>
            <a:spLocks noGrp="1"/>
          </p:cNvSpPr>
          <p:nvPr/>
        </p:nvSpPr>
        <p:spPr>
          <a:xfrm>
            <a:off x="4209095" y="599936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36" name="02_predicted_pose_4335">
            <a:extLst>
              <a:ext uri="{FF2B5EF4-FFF2-40B4-BE49-F238E27FC236}">
                <a16:creationId xmlns:a16="http://schemas.microsoft.com/office/drawing/2014/main" id="{C5D6B0F4-7A59-45C4-8436-181F005B0458}"/>
              </a:ext>
            </a:extLst>
          </p:cNvPr>
          <p:cNvSpPr>
            <a:spLocks noGrp="1"/>
          </p:cNvSpPr>
          <p:nvPr/>
        </p:nvSpPr>
        <p:spPr>
          <a:xfrm>
            <a:off x="4223679" y="620932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37" name="02_predicted_pose_4336">
            <a:extLst>
              <a:ext uri="{FF2B5EF4-FFF2-40B4-BE49-F238E27FC236}">
                <a16:creationId xmlns:a16="http://schemas.microsoft.com/office/drawing/2014/main" id="{9D8B1A12-C4B4-4E11-8C11-579F15E65B9F}"/>
              </a:ext>
            </a:extLst>
          </p:cNvPr>
          <p:cNvSpPr>
            <a:spLocks noGrp="1"/>
          </p:cNvSpPr>
          <p:nvPr/>
        </p:nvSpPr>
        <p:spPr>
          <a:xfrm>
            <a:off x="4238262" y="603162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38" name="02_predicted_pose_4337">
            <a:extLst>
              <a:ext uri="{FF2B5EF4-FFF2-40B4-BE49-F238E27FC236}">
                <a16:creationId xmlns:a16="http://schemas.microsoft.com/office/drawing/2014/main" id="{537E1B97-EB39-4A2D-8886-B07EBAAA2B09}"/>
              </a:ext>
            </a:extLst>
          </p:cNvPr>
          <p:cNvSpPr>
            <a:spLocks noGrp="1"/>
          </p:cNvSpPr>
          <p:nvPr/>
        </p:nvSpPr>
        <p:spPr>
          <a:xfrm>
            <a:off x="4252846" y="609393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39" name="02_predicted_pose_4338">
            <a:extLst>
              <a:ext uri="{FF2B5EF4-FFF2-40B4-BE49-F238E27FC236}">
                <a16:creationId xmlns:a16="http://schemas.microsoft.com/office/drawing/2014/main" id="{DCD8E705-C277-4F7C-9720-57CE0A811AFB}"/>
              </a:ext>
            </a:extLst>
          </p:cNvPr>
          <p:cNvSpPr>
            <a:spLocks noGrp="1"/>
          </p:cNvSpPr>
          <p:nvPr/>
        </p:nvSpPr>
        <p:spPr>
          <a:xfrm>
            <a:off x="4267431" y="616089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40" name="02_predicted_pose_4339">
            <a:extLst>
              <a:ext uri="{FF2B5EF4-FFF2-40B4-BE49-F238E27FC236}">
                <a16:creationId xmlns:a16="http://schemas.microsoft.com/office/drawing/2014/main" id="{722FB887-161C-41A2-936C-A3BCF3673963}"/>
              </a:ext>
            </a:extLst>
          </p:cNvPr>
          <p:cNvSpPr>
            <a:spLocks noGrp="1"/>
          </p:cNvSpPr>
          <p:nvPr/>
        </p:nvSpPr>
        <p:spPr>
          <a:xfrm>
            <a:off x="4150395" y="617359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41" name="02_predicted_pose_4340">
            <a:extLst>
              <a:ext uri="{FF2B5EF4-FFF2-40B4-BE49-F238E27FC236}">
                <a16:creationId xmlns:a16="http://schemas.microsoft.com/office/drawing/2014/main" id="{49592AA6-571D-4065-AD1C-75FC8BE0EB70}"/>
              </a:ext>
            </a:extLst>
          </p:cNvPr>
          <p:cNvSpPr>
            <a:spLocks noGrp="1"/>
          </p:cNvSpPr>
          <p:nvPr/>
        </p:nvSpPr>
        <p:spPr>
          <a:xfrm>
            <a:off x="4248835" y="627022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42" name="02_predicted_pose_4341">
            <a:extLst>
              <a:ext uri="{FF2B5EF4-FFF2-40B4-BE49-F238E27FC236}">
                <a16:creationId xmlns:a16="http://schemas.microsoft.com/office/drawing/2014/main" id="{20C7D279-B548-4B63-A3CB-E891E7CA2AC5}"/>
              </a:ext>
            </a:extLst>
          </p:cNvPr>
          <p:cNvSpPr>
            <a:spLocks noGrp="1"/>
          </p:cNvSpPr>
          <p:nvPr/>
        </p:nvSpPr>
        <p:spPr>
          <a:xfrm>
            <a:off x="4347277" y="616760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43" name="02_predicted_pose_4342">
            <a:extLst>
              <a:ext uri="{FF2B5EF4-FFF2-40B4-BE49-F238E27FC236}">
                <a16:creationId xmlns:a16="http://schemas.microsoft.com/office/drawing/2014/main" id="{355566CA-05B0-44A2-8586-88797CB9C685}"/>
              </a:ext>
            </a:extLst>
          </p:cNvPr>
          <p:cNvSpPr>
            <a:spLocks noGrp="1"/>
          </p:cNvSpPr>
          <p:nvPr/>
        </p:nvSpPr>
        <p:spPr>
          <a:xfrm>
            <a:off x="4082215" y="617711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44" name="02_predicted_pose_4343">
            <a:extLst>
              <a:ext uri="{FF2B5EF4-FFF2-40B4-BE49-F238E27FC236}">
                <a16:creationId xmlns:a16="http://schemas.microsoft.com/office/drawing/2014/main" id="{1AD66A3D-1FEF-4522-B223-4169C4C54641}"/>
              </a:ext>
            </a:extLst>
          </p:cNvPr>
          <p:cNvSpPr>
            <a:spLocks noGrp="1"/>
          </p:cNvSpPr>
          <p:nvPr/>
        </p:nvSpPr>
        <p:spPr>
          <a:xfrm>
            <a:off x="4180656" y="544132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45" name="02_predicted_pose_4344">
            <a:extLst>
              <a:ext uri="{FF2B5EF4-FFF2-40B4-BE49-F238E27FC236}">
                <a16:creationId xmlns:a16="http://schemas.microsoft.com/office/drawing/2014/main" id="{026DA7DA-4144-47A2-B37A-CABC3363C700}"/>
              </a:ext>
            </a:extLst>
          </p:cNvPr>
          <p:cNvSpPr>
            <a:spLocks noGrp="1"/>
          </p:cNvSpPr>
          <p:nvPr/>
        </p:nvSpPr>
        <p:spPr>
          <a:xfrm>
            <a:off x="4279098" y="616943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46" name="02_predicted_pose_4345">
            <a:extLst>
              <a:ext uri="{FF2B5EF4-FFF2-40B4-BE49-F238E27FC236}">
                <a16:creationId xmlns:a16="http://schemas.microsoft.com/office/drawing/2014/main" id="{16CC652F-2444-4E0C-BE62-B53B88ABDE8B}"/>
              </a:ext>
            </a:extLst>
          </p:cNvPr>
          <p:cNvSpPr>
            <a:spLocks noGrp="1"/>
          </p:cNvSpPr>
          <p:nvPr/>
        </p:nvSpPr>
        <p:spPr>
          <a:xfrm>
            <a:off x="4377538" y="603782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47" name="02_predicted_pose_4346">
            <a:extLst>
              <a:ext uri="{FF2B5EF4-FFF2-40B4-BE49-F238E27FC236}">
                <a16:creationId xmlns:a16="http://schemas.microsoft.com/office/drawing/2014/main" id="{B76E28B4-466C-4E2E-8186-6B5EECE40A25}"/>
              </a:ext>
            </a:extLst>
          </p:cNvPr>
          <p:cNvSpPr>
            <a:spLocks noGrp="1"/>
          </p:cNvSpPr>
          <p:nvPr/>
        </p:nvSpPr>
        <p:spPr>
          <a:xfrm>
            <a:off x="4112477" y="617704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48" name="02_predicted_pose_4347">
            <a:extLst>
              <a:ext uri="{FF2B5EF4-FFF2-40B4-BE49-F238E27FC236}">
                <a16:creationId xmlns:a16="http://schemas.microsoft.com/office/drawing/2014/main" id="{F6175A72-B92A-435F-9F21-B8D65EBD77CA}"/>
              </a:ext>
            </a:extLst>
          </p:cNvPr>
          <p:cNvSpPr>
            <a:spLocks noGrp="1"/>
          </p:cNvSpPr>
          <p:nvPr/>
        </p:nvSpPr>
        <p:spPr>
          <a:xfrm>
            <a:off x="4210918" y="621700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49" name="02_predicted_pose_4348">
            <a:extLst>
              <a:ext uri="{FF2B5EF4-FFF2-40B4-BE49-F238E27FC236}">
                <a16:creationId xmlns:a16="http://schemas.microsoft.com/office/drawing/2014/main" id="{8A4A4331-3824-4787-B86E-326F8DEAC8E0}"/>
              </a:ext>
            </a:extLst>
          </p:cNvPr>
          <p:cNvSpPr>
            <a:spLocks noGrp="1"/>
          </p:cNvSpPr>
          <p:nvPr/>
        </p:nvSpPr>
        <p:spPr>
          <a:xfrm>
            <a:off x="4309359" y="613540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50" name="02_predicted_pose_4349">
            <a:extLst>
              <a:ext uri="{FF2B5EF4-FFF2-40B4-BE49-F238E27FC236}">
                <a16:creationId xmlns:a16="http://schemas.microsoft.com/office/drawing/2014/main" id="{749B7722-C443-4BC0-A2D9-9200A85F7FCB}"/>
              </a:ext>
            </a:extLst>
          </p:cNvPr>
          <p:cNvSpPr>
            <a:spLocks noGrp="1"/>
          </p:cNvSpPr>
          <p:nvPr/>
        </p:nvSpPr>
        <p:spPr>
          <a:xfrm>
            <a:off x="4164978" y="614842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51" name="02_predicted_pose_4350">
            <a:extLst>
              <a:ext uri="{FF2B5EF4-FFF2-40B4-BE49-F238E27FC236}">
                <a16:creationId xmlns:a16="http://schemas.microsoft.com/office/drawing/2014/main" id="{77336DC9-BE49-480C-B99C-E6DBDF5BDBAB}"/>
              </a:ext>
            </a:extLst>
          </p:cNvPr>
          <p:cNvSpPr>
            <a:spLocks noGrp="1"/>
          </p:cNvSpPr>
          <p:nvPr/>
        </p:nvSpPr>
        <p:spPr>
          <a:xfrm>
            <a:off x="4263420" y="620851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52" name="02_predicted_pose_4351">
            <a:extLst>
              <a:ext uri="{FF2B5EF4-FFF2-40B4-BE49-F238E27FC236}">
                <a16:creationId xmlns:a16="http://schemas.microsoft.com/office/drawing/2014/main" id="{F0AD83E0-50A9-48F3-B4E9-0675F7137CD1}"/>
              </a:ext>
            </a:extLst>
          </p:cNvPr>
          <p:cNvSpPr>
            <a:spLocks noGrp="1"/>
          </p:cNvSpPr>
          <p:nvPr/>
        </p:nvSpPr>
        <p:spPr>
          <a:xfrm>
            <a:off x="4361861" y="623242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53" name="02_predicted_pose_4352">
            <a:extLst>
              <a:ext uri="{FF2B5EF4-FFF2-40B4-BE49-F238E27FC236}">
                <a16:creationId xmlns:a16="http://schemas.microsoft.com/office/drawing/2014/main" id="{52DBAA6E-71AB-4AEF-AA73-D81BEA195447}"/>
              </a:ext>
            </a:extLst>
          </p:cNvPr>
          <p:cNvSpPr>
            <a:spLocks noGrp="1"/>
          </p:cNvSpPr>
          <p:nvPr/>
        </p:nvSpPr>
        <p:spPr>
          <a:xfrm>
            <a:off x="4096799" y="602235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54" name="02_predicted_pose_4353">
            <a:extLst>
              <a:ext uri="{FF2B5EF4-FFF2-40B4-BE49-F238E27FC236}">
                <a16:creationId xmlns:a16="http://schemas.microsoft.com/office/drawing/2014/main" id="{D7FAAE00-BF9E-45B3-8FEB-668F63F9ECB6}"/>
              </a:ext>
            </a:extLst>
          </p:cNvPr>
          <p:cNvSpPr>
            <a:spLocks noGrp="1"/>
          </p:cNvSpPr>
          <p:nvPr/>
        </p:nvSpPr>
        <p:spPr>
          <a:xfrm>
            <a:off x="4195240" y="617202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55" name="02_predicted_pose_4354">
            <a:extLst>
              <a:ext uri="{FF2B5EF4-FFF2-40B4-BE49-F238E27FC236}">
                <a16:creationId xmlns:a16="http://schemas.microsoft.com/office/drawing/2014/main" id="{207E75ED-6B38-47EB-B2ED-75280DADFEA8}"/>
              </a:ext>
            </a:extLst>
          </p:cNvPr>
          <p:cNvSpPr>
            <a:spLocks noGrp="1"/>
          </p:cNvSpPr>
          <p:nvPr/>
        </p:nvSpPr>
        <p:spPr>
          <a:xfrm>
            <a:off x="4293681" y="615308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56" name="02_predicted_pose_4355">
            <a:extLst>
              <a:ext uri="{FF2B5EF4-FFF2-40B4-BE49-F238E27FC236}">
                <a16:creationId xmlns:a16="http://schemas.microsoft.com/office/drawing/2014/main" id="{FAB148A5-3790-4F89-8F6E-78FD4F256574}"/>
              </a:ext>
            </a:extLst>
          </p:cNvPr>
          <p:cNvSpPr>
            <a:spLocks noGrp="1"/>
          </p:cNvSpPr>
          <p:nvPr/>
        </p:nvSpPr>
        <p:spPr>
          <a:xfrm>
            <a:off x="4028620" y="625605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57" name="02_predicted_pose_4356">
            <a:extLst>
              <a:ext uri="{FF2B5EF4-FFF2-40B4-BE49-F238E27FC236}">
                <a16:creationId xmlns:a16="http://schemas.microsoft.com/office/drawing/2014/main" id="{63FC798F-540E-4234-B110-C407D6BF25AF}"/>
              </a:ext>
            </a:extLst>
          </p:cNvPr>
          <p:cNvSpPr>
            <a:spLocks noGrp="1"/>
          </p:cNvSpPr>
          <p:nvPr/>
        </p:nvSpPr>
        <p:spPr>
          <a:xfrm>
            <a:off x="4127061" y="604185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58" name="02_predicted_pose_4357">
            <a:extLst>
              <a:ext uri="{FF2B5EF4-FFF2-40B4-BE49-F238E27FC236}">
                <a16:creationId xmlns:a16="http://schemas.microsoft.com/office/drawing/2014/main" id="{5AE3457F-D3DD-49E4-85BA-DA7E6C1C8DDD}"/>
              </a:ext>
            </a:extLst>
          </p:cNvPr>
          <p:cNvSpPr>
            <a:spLocks noGrp="1"/>
          </p:cNvSpPr>
          <p:nvPr/>
        </p:nvSpPr>
        <p:spPr>
          <a:xfrm>
            <a:off x="4225501" y="615721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59" name="02_predicted_pose_4358">
            <a:extLst>
              <a:ext uri="{FF2B5EF4-FFF2-40B4-BE49-F238E27FC236}">
                <a16:creationId xmlns:a16="http://schemas.microsoft.com/office/drawing/2014/main" id="{808C8BBB-3CB9-492F-8F94-8AF5801DEEA7}"/>
              </a:ext>
            </a:extLst>
          </p:cNvPr>
          <p:cNvSpPr>
            <a:spLocks noGrp="1"/>
          </p:cNvSpPr>
          <p:nvPr/>
        </p:nvSpPr>
        <p:spPr>
          <a:xfrm>
            <a:off x="4323943" y="606499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60" name="02_predicted_pose_4359">
            <a:extLst>
              <a:ext uri="{FF2B5EF4-FFF2-40B4-BE49-F238E27FC236}">
                <a16:creationId xmlns:a16="http://schemas.microsoft.com/office/drawing/2014/main" id="{D73C6855-D26D-4C6F-8CA8-8CBD9D7D1F21}"/>
              </a:ext>
            </a:extLst>
          </p:cNvPr>
          <p:cNvSpPr>
            <a:spLocks noGrp="1"/>
          </p:cNvSpPr>
          <p:nvPr/>
        </p:nvSpPr>
        <p:spPr>
          <a:xfrm>
            <a:off x="4179563" y="602605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61" name="02_predicted_pose_4360">
            <a:extLst>
              <a:ext uri="{FF2B5EF4-FFF2-40B4-BE49-F238E27FC236}">
                <a16:creationId xmlns:a16="http://schemas.microsoft.com/office/drawing/2014/main" id="{8CCEAB96-74D1-4BDA-9207-D306C091DDC3}"/>
              </a:ext>
            </a:extLst>
          </p:cNvPr>
          <p:cNvSpPr>
            <a:spLocks noGrp="1"/>
          </p:cNvSpPr>
          <p:nvPr/>
        </p:nvSpPr>
        <p:spPr>
          <a:xfrm>
            <a:off x="4278004" y="546738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62" name="02_predicted_pose_4361">
            <a:extLst>
              <a:ext uri="{FF2B5EF4-FFF2-40B4-BE49-F238E27FC236}">
                <a16:creationId xmlns:a16="http://schemas.microsoft.com/office/drawing/2014/main" id="{C7BAA86B-D9FD-481D-8372-C44A7466D4A8}"/>
              </a:ext>
            </a:extLst>
          </p:cNvPr>
          <p:cNvSpPr>
            <a:spLocks noGrp="1"/>
          </p:cNvSpPr>
          <p:nvPr/>
        </p:nvSpPr>
        <p:spPr>
          <a:xfrm>
            <a:off x="4376444" y="620918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63" name="02_predicted_pose_4362">
            <a:extLst>
              <a:ext uri="{FF2B5EF4-FFF2-40B4-BE49-F238E27FC236}">
                <a16:creationId xmlns:a16="http://schemas.microsoft.com/office/drawing/2014/main" id="{6A17D345-C5C1-492B-98A0-CD04877C7124}"/>
              </a:ext>
            </a:extLst>
          </p:cNvPr>
          <p:cNvSpPr>
            <a:spLocks noGrp="1"/>
          </p:cNvSpPr>
          <p:nvPr/>
        </p:nvSpPr>
        <p:spPr>
          <a:xfrm>
            <a:off x="4111383" y="622326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64" name="02_predicted_pose_4363">
            <a:extLst>
              <a:ext uri="{FF2B5EF4-FFF2-40B4-BE49-F238E27FC236}">
                <a16:creationId xmlns:a16="http://schemas.microsoft.com/office/drawing/2014/main" id="{B534FEBC-8AD0-4B2D-BF5E-305116182939}"/>
              </a:ext>
            </a:extLst>
          </p:cNvPr>
          <p:cNvSpPr>
            <a:spLocks noGrp="1"/>
          </p:cNvSpPr>
          <p:nvPr/>
        </p:nvSpPr>
        <p:spPr>
          <a:xfrm>
            <a:off x="4209824" y="610672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65" name="02_predicted_pose_4364">
            <a:extLst>
              <a:ext uri="{FF2B5EF4-FFF2-40B4-BE49-F238E27FC236}">
                <a16:creationId xmlns:a16="http://schemas.microsoft.com/office/drawing/2014/main" id="{6C614BAB-A626-46B2-A984-95BD01302E44}"/>
              </a:ext>
            </a:extLst>
          </p:cNvPr>
          <p:cNvSpPr>
            <a:spLocks noGrp="1"/>
          </p:cNvSpPr>
          <p:nvPr/>
        </p:nvSpPr>
        <p:spPr>
          <a:xfrm>
            <a:off x="4308265" y="605539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66" name="02_predicted_pose_4365">
            <a:extLst>
              <a:ext uri="{FF2B5EF4-FFF2-40B4-BE49-F238E27FC236}">
                <a16:creationId xmlns:a16="http://schemas.microsoft.com/office/drawing/2014/main" id="{A2BEBE55-E83F-4C4C-A108-6A40112C1326}"/>
              </a:ext>
            </a:extLst>
          </p:cNvPr>
          <p:cNvSpPr>
            <a:spLocks noGrp="1"/>
          </p:cNvSpPr>
          <p:nvPr/>
        </p:nvSpPr>
        <p:spPr>
          <a:xfrm>
            <a:off x="4043203" y="616463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67" name="02_predicted_pose_4366">
            <a:extLst>
              <a:ext uri="{FF2B5EF4-FFF2-40B4-BE49-F238E27FC236}">
                <a16:creationId xmlns:a16="http://schemas.microsoft.com/office/drawing/2014/main" id="{49066784-F7AA-42FE-9011-31DE179D4122}"/>
              </a:ext>
            </a:extLst>
          </p:cNvPr>
          <p:cNvSpPr>
            <a:spLocks noGrp="1"/>
          </p:cNvSpPr>
          <p:nvPr/>
        </p:nvSpPr>
        <p:spPr>
          <a:xfrm>
            <a:off x="4141644" y="600991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68" name="02_predicted_pose_4367">
            <a:extLst>
              <a:ext uri="{FF2B5EF4-FFF2-40B4-BE49-F238E27FC236}">
                <a16:creationId xmlns:a16="http://schemas.microsoft.com/office/drawing/2014/main" id="{16D03BED-E80E-4F9E-A2CA-270347E99F1A}"/>
              </a:ext>
            </a:extLst>
          </p:cNvPr>
          <p:cNvSpPr>
            <a:spLocks noGrp="1"/>
          </p:cNvSpPr>
          <p:nvPr/>
        </p:nvSpPr>
        <p:spPr>
          <a:xfrm>
            <a:off x="4240086" y="620971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69" name="02_predicted_pose_4368">
            <a:extLst>
              <a:ext uri="{FF2B5EF4-FFF2-40B4-BE49-F238E27FC236}">
                <a16:creationId xmlns:a16="http://schemas.microsoft.com/office/drawing/2014/main" id="{9903F93E-5CB5-443E-8859-5BE6BBE1558E}"/>
              </a:ext>
            </a:extLst>
          </p:cNvPr>
          <p:cNvSpPr>
            <a:spLocks noGrp="1"/>
          </p:cNvSpPr>
          <p:nvPr/>
        </p:nvSpPr>
        <p:spPr>
          <a:xfrm>
            <a:off x="4338526" y="616205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70" name="02_predicted_pose_4369">
            <a:extLst>
              <a:ext uri="{FF2B5EF4-FFF2-40B4-BE49-F238E27FC236}">
                <a16:creationId xmlns:a16="http://schemas.microsoft.com/office/drawing/2014/main" id="{1B632895-A24C-4DD4-9B69-5F7D74C46854}"/>
              </a:ext>
            </a:extLst>
          </p:cNvPr>
          <p:cNvSpPr>
            <a:spLocks noGrp="1"/>
          </p:cNvSpPr>
          <p:nvPr/>
        </p:nvSpPr>
        <p:spPr>
          <a:xfrm>
            <a:off x="4194147" y="615751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71" name="02_predicted_pose_4370">
            <a:extLst>
              <a:ext uri="{FF2B5EF4-FFF2-40B4-BE49-F238E27FC236}">
                <a16:creationId xmlns:a16="http://schemas.microsoft.com/office/drawing/2014/main" id="{2710C53F-7D62-46C5-8867-DA7B3D203E11}"/>
              </a:ext>
            </a:extLst>
          </p:cNvPr>
          <p:cNvSpPr>
            <a:spLocks noGrp="1"/>
          </p:cNvSpPr>
          <p:nvPr/>
        </p:nvSpPr>
        <p:spPr>
          <a:xfrm>
            <a:off x="4292587" y="623729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72" name="02_predicted_pose_4371">
            <a:extLst>
              <a:ext uri="{FF2B5EF4-FFF2-40B4-BE49-F238E27FC236}">
                <a16:creationId xmlns:a16="http://schemas.microsoft.com/office/drawing/2014/main" id="{4A1E6DE4-11B9-470B-826A-0B8D334AFBD8}"/>
              </a:ext>
            </a:extLst>
          </p:cNvPr>
          <p:cNvSpPr>
            <a:spLocks noGrp="1"/>
          </p:cNvSpPr>
          <p:nvPr/>
        </p:nvSpPr>
        <p:spPr>
          <a:xfrm>
            <a:off x="4027526" y="604945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73" name="02_predicted_pose_4372">
            <a:extLst>
              <a:ext uri="{FF2B5EF4-FFF2-40B4-BE49-F238E27FC236}">
                <a16:creationId xmlns:a16="http://schemas.microsoft.com/office/drawing/2014/main" id="{9324BC88-8064-44F7-8455-9ED06F88A54E}"/>
              </a:ext>
            </a:extLst>
          </p:cNvPr>
          <p:cNvSpPr>
            <a:spLocks noGrp="1"/>
          </p:cNvSpPr>
          <p:nvPr/>
        </p:nvSpPr>
        <p:spPr>
          <a:xfrm>
            <a:off x="4125967" y="626245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74" name="02_predicted_pose_4373">
            <a:extLst>
              <a:ext uri="{FF2B5EF4-FFF2-40B4-BE49-F238E27FC236}">
                <a16:creationId xmlns:a16="http://schemas.microsoft.com/office/drawing/2014/main" id="{C86E433C-E636-47EE-996F-1334282ADCDB}"/>
              </a:ext>
            </a:extLst>
          </p:cNvPr>
          <p:cNvSpPr>
            <a:spLocks noGrp="1"/>
          </p:cNvSpPr>
          <p:nvPr/>
        </p:nvSpPr>
        <p:spPr>
          <a:xfrm>
            <a:off x="4224408" y="613420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75" name="02_predicted_pose_4374">
            <a:extLst>
              <a:ext uri="{FF2B5EF4-FFF2-40B4-BE49-F238E27FC236}">
                <a16:creationId xmlns:a16="http://schemas.microsoft.com/office/drawing/2014/main" id="{188A23D9-21E9-4149-A61A-AA5BC596A129}"/>
              </a:ext>
            </a:extLst>
          </p:cNvPr>
          <p:cNvSpPr>
            <a:spLocks noGrp="1"/>
          </p:cNvSpPr>
          <p:nvPr/>
        </p:nvSpPr>
        <p:spPr>
          <a:xfrm>
            <a:off x="4322849" y="599228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76" name="02_predicted_pose_4375">
            <a:extLst>
              <a:ext uri="{FF2B5EF4-FFF2-40B4-BE49-F238E27FC236}">
                <a16:creationId xmlns:a16="http://schemas.microsoft.com/office/drawing/2014/main" id="{00EA1530-6F5A-4763-B3AA-197A5BC842C7}"/>
              </a:ext>
            </a:extLst>
          </p:cNvPr>
          <p:cNvSpPr>
            <a:spLocks noGrp="1"/>
          </p:cNvSpPr>
          <p:nvPr/>
        </p:nvSpPr>
        <p:spPr>
          <a:xfrm>
            <a:off x="4057787" y="613743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77" name="02_predicted_pose_4376">
            <a:extLst>
              <a:ext uri="{FF2B5EF4-FFF2-40B4-BE49-F238E27FC236}">
                <a16:creationId xmlns:a16="http://schemas.microsoft.com/office/drawing/2014/main" id="{4AF0BEF0-AD51-4453-BB9A-599FE02DDEEB}"/>
              </a:ext>
            </a:extLst>
          </p:cNvPr>
          <p:cNvSpPr>
            <a:spLocks noGrp="1"/>
          </p:cNvSpPr>
          <p:nvPr/>
        </p:nvSpPr>
        <p:spPr>
          <a:xfrm>
            <a:off x="4156229" y="624605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78" name="02_predicted_pose_4377">
            <a:extLst>
              <a:ext uri="{FF2B5EF4-FFF2-40B4-BE49-F238E27FC236}">
                <a16:creationId xmlns:a16="http://schemas.microsoft.com/office/drawing/2014/main" id="{C83A4E88-80A3-4EB9-BC60-3733ABB44137}"/>
              </a:ext>
            </a:extLst>
          </p:cNvPr>
          <p:cNvSpPr>
            <a:spLocks noGrp="1"/>
          </p:cNvSpPr>
          <p:nvPr/>
        </p:nvSpPr>
        <p:spPr>
          <a:xfrm>
            <a:off x="4254669" y="600065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79" name="02_predicted_pose_4378">
            <a:extLst>
              <a:ext uri="{FF2B5EF4-FFF2-40B4-BE49-F238E27FC236}">
                <a16:creationId xmlns:a16="http://schemas.microsoft.com/office/drawing/2014/main" id="{CAE3AD77-AE49-4374-BD03-AB7AFCF1CFCB}"/>
              </a:ext>
            </a:extLst>
          </p:cNvPr>
          <p:cNvSpPr>
            <a:spLocks noGrp="1"/>
          </p:cNvSpPr>
          <p:nvPr/>
        </p:nvSpPr>
        <p:spPr>
          <a:xfrm>
            <a:off x="4353110" y="625150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80" name="02_predicted_pose_4379">
            <a:extLst>
              <a:ext uri="{FF2B5EF4-FFF2-40B4-BE49-F238E27FC236}">
                <a16:creationId xmlns:a16="http://schemas.microsoft.com/office/drawing/2014/main" id="{FEEA7F47-75CD-47A8-8999-D4D08ABED240}"/>
              </a:ext>
            </a:extLst>
          </p:cNvPr>
          <p:cNvSpPr>
            <a:spLocks noGrp="1"/>
          </p:cNvSpPr>
          <p:nvPr/>
        </p:nvSpPr>
        <p:spPr>
          <a:xfrm>
            <a:off x="4208730" y="623225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81" name="02_predicted_pose_4380">
            <a:extLst>
              <a:ext uri="{FF2B5EF4-FFF2-40B4-BE49-F238E27FC236}">
                <a16:creationId xmlns:a16="http://schemas.microsoft.com/office/drawing/2014/main" id="{502B4EAF-1F4F-4169-B3AA-8F5213D5FF88}"/>
              </a:ext>
            </a:extLst>
          </p:cNvPr>
          <p:cNvSpPr>
            <a:spLocks noGrp="1"/>
          </p:cNvSpPr>
          <p:nvPr/>
        </p:nvSpPr>
        <p:spPr>
          <a:xfrm>
            <a:off x="4307171" y="614782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82" name="02_predicted_pose_4381">
            <a:extLst>
              <a:ext uri="{FF2B5EF4-FFF2-40B4-BE49-F238E27FC236}">
                <a16:creationId xmlns:a16="http://schemas.microsoft.com/office/drawing/2014/main" id="{77CEF246-ABE0-4103-B447-CF30F6E5A6D4}"/>
              </a:ext>
            </a:extLst>
          </p:cNvPr>
          <p:cNvSpPr>
            <a:spLocks noGrp="1"/>
          </p:cNvSpPr>
          <p:nvPr/>
        </p:nvSpPr>
        <p:spPr>
          <a:xfrm>
            <a:off x="4042109" y="623125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83" name="02_predicted_pose_4382">
            <a:extLst>
              <a:ext uri="{FF2B5EF4-FFF2-40B4-BE49-F238E27FC236}">
                <a16:creationId xmlns:a16="http://schemas.microsoft.com/office/drawing/2014/main" id="{11238E33-0B46-4713-B185-CF61B877EA27}"/>
              </a:ext>
            </a:extLst>
          </p:cNvPr>
          <p:cNvSpPr>
            <a:spLocks noGrp="1"/>
          </p:cNvSpPr>
          <p:nvPr/>
        </p:nvSpPr>
        <p:spPr>
          <a:xfrm>
            <a:off x="4140551" y="614223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84" name="02_predicted_pose_4383">
            <a:extLst>
              <a:ext uri="{FF2B5EF4-FFF2-40B4-BE49-F238E27FC236}">
                <a16:creationId xmlns:a16="http://schemas.microsoft.com/office/drawing/2014/main" id="{4F973DE3-C6D1-4681-ADD0-62B239D657FF}"/>
              </a:ext>
            </a:extLst>
          </p:cNvPr>
          <p:cNvSpPr>
            <a:spLocks noGrp="1"/>
          </p:cNvSpPr>
          <p:nvPr/>
        </p:nvSpPr>
        <p:spPr>
          <a:xfrm>
            <a:off x="4238992" y="621303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85" name="02_predicted_pose_4384">
            <a:extLst>
              <a:ext uri="{FF2B5EF4-FFF2-40B4-BE49-F238E27FC236}">
                <a16:creationId xmlns:a16="http://schemas.microsoft.com/office/drawing/2014/main" id="{3545E21A-5C53-46BC-96D7-B3945B0EB119}"/>
              </a:ext>
            </a:extLst>
          </p:cNvPr>
          <p:cNvSpPr>
            <a:spLocks noGrp="1"/>
          </p:cNvSpPr>
          <p:nvPr/>
        </p:nvSpPr>
        <p:spPr>
          <a:xfrm>
            <a:off x="4337432" y="619608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86" name="02_predicted_pose_4385">
            <a:extLst>
              <a:ext uri="{FF2B5EF4-FFF2-40B4-BE49-F238E27FC236}">
                <a16:creationId xmlns:a16="http://schemas.microsoft.com/office/drawing/2014/main" id="{90496A8B-83AE-4316-B907-06D6FF1E2DB8}"/>
              </a:ext>
            </a:extLst>
          </p:cNvPr>
          <p:cNvSpPr>
            <a:spLocks noGrp="1"/>
          </p:cNvSpPr>
          <p:nvPr/>
        </p:nvSpPr>
        <p:spPr>
          <a:xfrm>
            <a:off x="4072372" y="617355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87" name="02_predicted_pose_4386">
            <a:extLst>
              <a:ext uri="{FF2B5EF4-FFF2-40B4-BE49-F238E27FC236}">
                <a16:creationId xmlns:a16="http://schemas.microsoft.com/office/drawing/2014/main" id="{1A474FD0-93ED-4689-A063-0484A53D8467}"/>
              </a:ext>
            </a:extLst>
          </p:cNvPr>
          <p:cNvSpPr>
            <a:spLocks noGrp="1"/>
          </p:cNvSpPr>
          <p:nvPr/>
        </p:nvSpPr>
        <p:spPr>
          <a:xfrm>
            <a:off x="4170812" y="619483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88" name="02_predicted_pose_4387">
            <a:extLst>
              <a:ext uri="{FF2B5EF4-FFF2-40B4-BE49-F238E27FC236}">
                <a16:creationId xmlns:a16="http://schemas.microsoft.com/office/drawing/2014/main" id="{4EA56A8A-6A0A-45EA-93A9-08A737C41385}"/>
              </a:ext>
            </a:extLst>
          </p:cNvPr>
          <p:cNvSpPr>
            <a:spLocks noGrp="1"/>
          </p:cNvSpPr>
          <p:nvPr/>
        </p:nvSpPr>
        <p:spPr>
          <a:xfrm>
            <a:off x="4269253" y="601789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89" name="02_predicted_pose_4388">
            <a:extLst>
              <a:ext uri="{FF2B5EF4-FFF2-40B4-BE49-F238E27FC236}">
                <a16:creationId xmlns:a16="http://schemas.microsoft.com/office/drawing/2014/main" id="{4806FABC-EB4F-40C6-8C39-779CC0BA5503}"/>
              </a:ext>
            </a:extLst>
          </p:cNvPr>
          <p:cNvSpPr>
            <a:spLocks noGrp="1"/>
          </p:cNvSpPr>
          <p:nvPr/>
        </p:nvSpPr>
        <p:spPr>
          <a:xfrm>
            <a:off x="4367695" y="629522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90" name="02_predicted_pose_4389">
            <a:extLst>
              <a:ext uri="{FF2B5EF4-FFF2-40B4-BE49-F238E27FC236}">
                <a16:creationId xmlns:a16="http://schemas.microsoft.com/office/drawing/2014/main" id="{DC50C21C-1054-47FE-ABDF-ED8B52481843}"/>
              </a:ext>
            </a:extLst>
          </p:cNvPr>
          <p:cNvSpPr>
            <a:spLocks noGrp="1"/>
          </p:cNvSpPr>
          <p:nvPr/>
        </p:nvSpPr>
        <p:spPr>
          <a:xfrm>
            <a:off x="4321755" y="630606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91" name="02_predicted_pose_4390">
            <a:extLst>
              <a:ext uri="{FF2B5EF4-FFF2-40B4-BE49-F238E27FC236}">
                <a16:creationId xmlns:a16="http://schemas.microsoft.com/office/drawing/2014/main" id="{A0B6FD4C-E832-4F4A-B5B6-C86F268BD0D5}"/>
              </a:ext>
            </a:extLst>
          </p:cNvPr>
          <p:cNvSpPr>
            <a:spLocks noGrp="1"/>
          </p:cNvSpPr>
          <p:nvPr/>
        </p:nvSpPr>
        <p:spPr>
          <a:xfrm>
            <a:off x="4056694" y="615474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92" name="02_predicted_pose_4391">
            <a:extLst>
              <a:ext uri="{FF2B5EF4-FFF2-40B4-BE49-F238E27FC236}">
                <a16:creationId xmlns:a16="http://schemas.microsoft.com/office/drawing/2014/main" id="{6BC63C80-55AD-448F-90A0-C5C5CE04E5FD}"/>
              </a:ext>
            </a:extLst>
          </p:cNvPr>
          <p:cNvSpPr>
            <a:spLocks noGrp="1"/>
          </p:cNvSpPr>
          <p:nvPr/>
        </p:nvSpPr>
        <p:spPr>
          <a:xfrm>
            <a:off x="4155135" y="631071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93" name="02_predicted_pose_4392">
            <a:extLst>
              <a:ext uri="{FF2B5EF4-FFF2-40B4-BE49-F238E27FC236}">
                <a16:creationId xmlns:a16="http://schemas.microsoft.com/office/drawing/2014/main" id="{6378C073-847F-4063-9BEA-7F94FB5FD7A7}"/>
              </a:ext>
            </a:extLst>
          </p:cNvPr>
          <p:cNvSpPr>
            <a:spLocks noGrp="1"/>
          </p:cNvSpPr>
          <p:nvPr/>
        </p:nvSpPr>
        <p:spPr>
          <a:xfrm>
            <a:off x="4253575" y="609404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94" name="02_predicted_pose_4393">
            <a:extLst>
              <a:ext uri="{FF2B5EF4-FFF2-40B4-BE49-F238E27FC236}">
                <a16:creationId xmlns:a16="http://schemas.microsoft.com/office/drawing/2014/main" id="{A57B3587-4EA0-452B-9BBE-A3DD98B249A5}"/>
              </a:ext>
            </a:extLst>
          </p:cNvPr>
          <p:cNvSpPr>
            <a:spLocks noGrp="1"/>
          </p:cNvSpPr>
          <p:nvPr/>
        </p:nvSpPr>
        <p:spPr>
          <a:xfrm>
            <a:off x="4352017" y="624158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95" name="02_predicted_pose_4394">
            <a:extLst>
              <a:ext uri="{FF2B5EF4-FFF2-40B4-BE49-F238E27FC236}">
                <a16:creationId xmlns:a16="http://schemas.microsoft.com/office/drawing/2014/main" id="{E738018F-6892-4A2D-A1E7-B2CFC3BA9403}"/>
              </a:ext>
            </a:extLst>
          </p:cNvPr>
          <p:cNvSpPr>
            <a:spLocks noGrp="1"/>
          </p:cNvSpPr>
          <p:nvPr/>
        </p:nvSpPr>
        <p:spPr>
          <a:xfrm>
            <a:off x="4086955" y="597720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96" name="02_predicted_pose_4395">
            <a:extLst>
              <a:ext uri="{FF2B5EF4-FFF2-40B4-BE49-F238E27FC236}">
                <a16:creationId xmlns:a16="http://schemas.microsoft.com/office/drawing/2014/main" id="{678CB509-B1B1-4939-8F40-257D2B9D46B6}"/>
              </a:ext>
            </a:extLst>
          </p:cNvPr>
          <p:cNvSpPr>
            <a:spLocks noGrp="1"/>
          </p:cNvSpPr>
          <p:nvPr/>
        </p:nvSpPr>
        <p:spPr>
          <a:xfrm>
            <a:off x="4185396" y="619141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97" name="02_predicted_pose_4396">
            <a:extLst>
              <a:ext uri="{FF2B5EF4-FFF2-40B4-BE49-F238E27FC236}">
                <a16:creationId xmlns:a16="http://schemas.microsoft.com/office/drawing/2014/main" id="{F686D77B-2C0F-4F63-9074-AEA517D17AFA}"/>
              </a:ext>
            </a:extLst>
          </p:cNvPr>
          <p:cNvSpPr>
            <a:spLocks noGrp="1"/>
          </p:cNvSpPr>
          <p:nvPr/>
        </p:nvSpPr>
        <p:spPr>
          <a:xfrm>
            <a:off x="4283837" y="624758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98" name="02_predicted_pose_4397">
            <a:extLst>
              <a:ext uri="{FF2B5EF4-FFF2-40B4-BE49-F238E27FC236}">
                <a16:creationId xmlns:a16="http://schemas.microsoft.com/office/drawing/2014/main" id="{7A64ACCD-9C5F-4BD3-AB76-E564695D1EA9}"/>
              </a:ext>
            </a:extLst>
          </p:cNvPr>
          <p:cNvSpPr>
            <a:spLocks noGrp="1"/>
          </p:cNvSpPr>
          <p:nvPr/>
        </p:nvSpPr>
        <p:spPr>
          <a:xfrm>
            <a:off x="4018776" y="610023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99" name="02_predicted_pose_4398">
            <a:extLst>
              <a:ext uri="{FF2B5EF4-FFF2-40B4-BE49-F238E27FC236}">
                <a16:creationId xmlns:a16="http://schemas.microsoft.com/office/drawing/2014/main" id="{BA3E09D4-7664-4711-A5C2-827DF4A3FE86}"/>
              </a:ext>
            </a:extLst>
          </p:cNvPr>
          <p:cNvSpPr>
            <a:spLocks noGrp="1"/>
          </p:cNvSpPr>
          <p:nvPr/>
        </p:nvSpPr>
        <p:spPr>
          <a:xfrm>
            <a:off x="4237898" y="603046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00" name="02_predicted_pose_4399">
            <a:extLst>
              <a:ext uri="{FF2B5EF4-FFF2-40B4-BE49-F238E27FC236}">
                <a16:creationId xmlns:a16="http://schemas.microsoft.com/office/drawing/2014/main" id="{15EEB57F-C73F-47A4-9280-CCE5720F5614}"/>
              </a:ext>
            </a:extLst>
          </p:cNvPr>
          <p:cNvSpPr>
            <a:spLocks noGrp="1"/>
          </p:cNvSpPr>
          <p:nvPr/>
        </p:nvSpPr>
        <p:spPr>
          <a:xfrm>
            <a:off x="4336339" y="601511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01" name="02_predicted_pose_4400">
            <a:extLst>
              <a:ext uri="{FF2B5EF4-FFF2-40B4-BE49-F238E27FC236}">
                <a16:creationId xmlns:a16="http://schemas.microsoft.com/office/drawing/2014/main" id="{27E5429C-7BC4-41A1-A8D8-78DA812B6986}"/>
              </a:ext>
            </a:extLst>
          </p:cNvPr>
          <p:cNvSpPr>
            <a:spLocks noGrp="1"/>
          </p:cNvSpPr>
          <p:nvPr/>
        </p:nvSpPr>
        <p:spPr>
          <a:xfrm>
            <a:off x="4071278" y="624186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02" name="02_predicted_pose_4401">
            <a:extLst>
              <a:ext uri="{FF2B5EF4-FFF2-40B4-BE49-F238E27FC236}">
                <a16:creationId xmlns:a16="http://schemas.microsoft.com/office/drawing/2014/main" id="{2F92BC6D-7525-4930-AFF9-88032F2F684C}"/>
              </a:ext>
            </a:extLst>
          </p:cNvPr>
          <p:cNvSpPr>
            <a:spLocks noGrp="1"/>
          </p:cNvSpPr>
          <p:nvPr/>
        </p:nvSpPr>
        <p:spPr>
          <a:xfrm>
            <a:off x="4169718" y="625319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03" name="02_predicted_pose_4402">
            <a:extLst>
              <a:ext uri="{FF2B5EF4-FFF2-40B4-BE49-F238E27FC236}">
                <a16:creationId xmlns:a16="http://schemas.microsoft.com/office/drawing/2014/main" id="{16E84ADD-939C-4DF2-A57F-AF4644B5C210}"/>
              </a:ext>
            </a:extLst>
          </p:cNvPr>
          <p:cNvSpPr>
            <a:spLocks noGrp="1"/>
          </p:cNvSpPr>
          <p:nvPr/>
        </p:nvSpPr>
        <p:spPr>
          <a:xfrm>
            <a:off x="4268160" y="620736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04" name="02_predicted_pose_4403">
            <a:extLst>
              <a:ext uri="{FF2B5EF4-FFF2-40B4-BE49-F238E27FC236}">
                <a16:creationId xmlns:a16="http://schemas.microsoft.com/office/drawing/2014/main" id="{3894E3AB-A17E-4692-9961-B993ADDF534C}"/>
              </a:ext>
            </a:extLst>
          </p:cNvPr>
          <p:cNvSpPr>
            <a:spLocks noGrp="1"/>
          </p:cNvSpPr>
          <p:nvPr/>
        </p:nvSpPr>
        <p:spPr>
          <a:xfrm>
            <a:off x="4366601" y="616133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05" name="02_predicted_pose_4404">
            <a:extLst>
              <a:ext uri="{FF2B5EF4-FFF2-40B4-BE49-F238E27FC236}">
                <a16:creationId xmlns:a16="http://schemas.microsoft.com/office/drawing/2014/main" id="{0B442263-9E0D-434B-85EC-9F831B669CA7}"/>
              </a:ext>
            </a:extLst>
          </p:cNvPr>
          <p:cNvSpPr>
            <a:spLocks noGrp="1"/>
          </p:cNvSpPr>
          <p:nvPr/>
        </p:nvSpPr>
        <p:spPr>
          <a:xfrm>
            <a:off x="4101539" y="598763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06" name="02_predicted_pose_4405">
            <a:extLst>
              <a:ext uri="{FF2B5EF4-FFF2-40B4-BE49-F238E27FC236}">
                <a16:creationId xmlns:a16="http://schemas.microsoft.com/office/drawing/2014/main" id="{78339FA7-FC2B-46A0-835F-30A0C97E0100}"/>
              </a:ext>
            </a:extLst>
          </p:cNvPr>
          <p:cNvSpPr>
            <a:spLocks noGrp="1"/>
          </p:cNvSpPr>
          <p:nvPr/>
        </p:nvSpPr>
        <p:spPr>
          <a:xfrm>
            <a:off x="4199980" y="619695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07" name="02_predicted_pose_4406">
            <a:extLst>
              <a:ext uri="{FF2B5EF4-FFF2-40B4-BE49-F238E27FC236}">
                <a16:creationId xmlns:a16="http://schemas.microsoft.com/office/drawing/2014/main" id="{FB494F34-263D-4DBC-AE9D-01E257491C08}"/>
              </a:ext>
            </a:extLst>
          </p:cNvPr>
          <p:cNvSpPr>
            <a:spLocks noGrp="1"/>
          </p:cNvSpPr>
          <p:nvPr/>
        </p:nvSpPr>
        <p:spPr>
          <a:xfrm>
            <a:off x="4162062" y="626077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08" name="02_predicted_pose_4407">
            <a:extLst>
              <a:ext uri="{FF2B5EF4-FFF2-40B4-BE49-F238E27FC236}">
                <a16:creationId xmlns:a16="http://schemas.microsoft.com/office/drawing/2014/main" id="{3D719B06-605E-408E-B6F7-08FDE22332B3}"/>
              </a:ext>
            </a:extLst>
          </p:cNvPr>
          <p:cNvSpPr>
            <a:spLocks noGrp="1"/>
          </p:cNvSpPr>
          <p:nvPr/>
        </p:nvSpPr>
        <p:spPr>
          <a:xfrm>
            <a:off x="4176645" y="618017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09" name="02_predicted_pose_4408">
            <a:extLst>
              <a:ext uri="{FF2B5EF4-FFF2-40B4-BE49-F238E27FC236}">
                <a16:creationId xmlns:a16="http://schemas.microsoft.com/office/drawing/2014/main" id="{1BB8FC17-6DA9-41E7-98A0-BF48573AC328}"/>
              </a:ext>
            </a:extLst>
          </p:cNvPr>
          <p:cNvSpPr>
            <a:spLocks noGrp="1"/>
          </p:cNvSpPr>
          <p:nvPr/>
        </p:nvSpPr>
        <p:spPr>
          <a:xfrm>
            <a:off x="4153311" y="614264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10" name="02_predicted_pose_4409">
            <a:extLst>
              <a:ext uri="{FF2B5EF4-FFF2-40B4-BE49-F238E27FC236}">
                <a16:creationId xmlns:a16="http://schemas.microsoft.com/office/drawing/2014/main" id="{29DF3C4C-BC84-4038-8350-BC94BF76D4A9}"/>
              </a:ext>
            </a:extLst>
          </p:cNvPr>
          <p:cNvSpPr>
            <a:spLocks noGrp="1"/>
          </p:cNvSpPr>
          <p:nvPr/>
        </p:nvSpPr>
        <p:spPr>
          <a:xfrm>
            <a:off x="4182479" y="623985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11" name="02_predicted_pose_4410">
            <a:extLst>
              <a:ext uri="{FF2B5EF4-FFF2-40B4-BE49-F238E27FC236}">
                <a16:creationId xmlns:a16="http://schemas.microsoft.com/office/drawing/2014/main" id="{7C169135-2AD9-49CA-8F2C-388C04252A2B}"/>
              </a:ext>
            </a:extLst>
          </p:cNvPr>
          <p:cNvSpPr>
            <a:spLocks noGrp="1"/>
          </p:cNvSpPr>
          <p:nvPr/>
        </p:nvSpPr>
        <p:spPr>
          <a:xfrm>
            <a:off x="4211647" y="624251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12" name="02_predicted_pose_4411">
            <a:extLst>
              <a:ext uri="{FF2B5EF4-FFF2-40B4-BE49-F238E27FC236}">
                <a16:creationId xmlns:a16="http://schemas.microsoft.com/office/drawing/2014/main" id="{FC44E605-908D-4801-AE7F-1D1271598A43}"/>
              </a:ext>
            </a:extLst>
          </p:cNvPr>
          <p:cNvSpPr>
            <a:spLocks noGrp="1"/>
          </p:cNvSpPr>
          <p:nvPr/>
        </p:nvSpPr>
        <p:spPr>
          <a:xfrm>
            <a:off x="4193052" y="615404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13" name="02_predicted_pose_4412">
            <a:extLst>
              <a:ext uri="{FF2B5EF4-FFF2-40B4-BE49-F238E27FC236}">
                <a16:creationId xmlns:a16="http://schemas.microsoft.com/office/drawing/2014/main" id="{66E6B1EE-1340-4EAC-A454-8E6D96EC9601}"/>
              </a:ext>
            </a:extLst>
          </p:cNvPr>
          <p:cNvSpPr>
            <a:spLocks noGrp="1"/>
          </p:cNvSpPr>
          <p:nvPr/>
        </p:nvSpPr>
        <p:spPr>
          <a:xfrm>
            <a:off x="4026432" y="624096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14" name="02_predicted_pose_4413">
            <a:extLst>
              <a:ext uri="{FF2B5EF4-FFF2-40B4-BE49-F238E27FC236}">
                <a16:creationId xmlns:a16="http://schemas.microsoft.com/office/drawing/2014/main" id="{26F1B7C1-70D2-4FB9-835C-8490D6E0CCEB}"/>
              </a:ext>
            </a:extLst>
          </p:cNvPr>
          <p:cNvSpPr>
            <a:spLocks noGrp="1"/>
          </p:cNvSpPr>
          <p:nvPr/>
        </p:nvSpPr>
        <p:spPr>
          <a:xfrm>
            <a:off x="4223314" y="617017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15" name="02_predicted_pose_4414">
            <a:extLst>
              <a:ext uri="{FF2B5EF4-FFF2-40B4-BE49-F238E27FC236}">
                <a16:creationId xmlns:a16="http://schemas.microsoft.com/office/drawing/2014/main" id="{E071199F-71C1-4EEB-8FA1-EF70EB5575F7}"/>
              </a:ext>
            </a:extLst>
          </p:cNvPr>
          <p:cNvSpPr>
            <a:spLocks noGrp="1"/>
          </p:cNvSpPr>
          <p:nvPr/>
        </p:nvSpPr>
        <p:spPr>
          <a:xfrm>
            <a:off x="4056694" y="618174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16" name="02_predicted_pose_4415">
            <a:extLst>
              <a:ext uri="{FF2B5EF4-FFF2-40B4-BE49-F238E27FC236}">
                <a16:creationId xmlns:a16="http://schemas.microsoft.com/office/drawing/2014/main" id="{B39A017A-5024-49F5-9E3F-3F8E64B68DE6}"/>
              </a:ext>
            </a:extLst>
          </p:cNvPr>
          <p:cNvSpPr>
            <a:spLocks noGrp="1"/>
          </p:cNvSpPr>
          <p:nvPr/>
        </p:nvSpPr>
        <p:spPr>
          <a:xfrm>
            <a:off x="4202532" y="633139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17" name="02_predicted_pose_4416">
            <a:extLst>
              <a:ext uri="{FF2B5EF4-FFF2-40B4-BE49-F238E27FC236}">
                <a16:creationId xmlns:a16="http://schemas.microsoft.com/office/drawing/2014/main" id="{2954F8B2-715E-40BD-8408-E5FFBE729218}"/>
              </a:ext>
            </a:extLst>
          </p:cNvPr>
          <p:cNvSpPr>
            <a:spLocks noGrp="1"/>
          </p:cNvSpPr>
          <p:nvPr/>
        </p:nvSpPr>
        <p:spPr>
          <a:xfrm>
            <a:off x="4217116" y="635454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18" name="02_predicted_pose_4417">
            <a:extLst>
              <a:ext uri="{FF2B5EF4-FFF2-40B4-BE49-F238E27FC236}">
                <a16:creationId xmlns:a16="http://schemas.microsoft.com/office/drawing/2014/main" id="{A0FFF1FA-7D8A-4EDB-BD0E-5A5A67D7E391}"/>
              </a:ext>
            </a:extLst>
          </p:cNvPr>
          <p:cNvSpPr>
            <a:spLocks noGrp="1"/>
          </p:cNvSpPr>
          <p:nvPr/>
        </p:nvSpPr>
        <p:spPr>
          <a:xfrm>
            <a:off x="4260868" y="623955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19" name="02_predicted_pose_4418">
            <a:extLst>
              <a:ext uri="{FF2B5EF4-FFF2-40B4-BE49-F238E27FC236}">
                <a16:creationId xmlns:a16="http://schemas.microsoft.com/office/drawing/2014/main" id="{35650A0A-3D63-4617-94DB-4744808D69C8}"/>
              </a:ext>
            </a:extLst>
          </p:cNvPr>
          <p:cNvSpPr>
            <a:spLocks noGrp="1"/>
          </p:cNvSpPr>
          <p:nvPr/>
        </p:nvSpPr>
        <p:spPr>
          <a:xfrm>
            <a:off x="4275451" y="636058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20" name="02_predicted_pose_4419">
            <a:extLst>
              <a:ext uri="{FF2B5EF4-FFF2-40B4-BE49-F238E27FC236}">
                <a16:creationId xmlns:a16="http://schemas.microsoft.com/office/drawing/2014/main" id="{D303F597-D5B8-45D7-A142-2080441F41CB}"/>
              </a:ext>
            </a:extLst>
          </p:cNvPr>
          <p:cNvSpPr>
            <a:spLocks noGrp="1"/>
          </p:cNvSpPr>
          <p:nvPr/>
        </p:nvSpPr>
        <p:spPr>
          <a:xfrm>
            <a:off x="4319203" y="636743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21" name="02_predicted_pose_4420">
            <a:extLst>
              <a:ext uri="{FF2B5EF4-FFF2-40B4-BE49-F238E27FC236}">
                <a16:creationId xmlns:a16="http://schemas.microsoft.com/office/drawing/2014/main" id="{31A5B853-BE9F-4F5F-BF67-3AB398DCD4C0}"/>
              </a:ext>
            </a:extLst>
          </p:cNvPr>
          <p:cNvSpPr>
            <a:spLocks noGrp="1"/>
          </p:cNvSpPr>
          <p:nvPr/>
        </p:nvSpPr>
        <p:spPr>
          <a:xfrm>
            <a:off x="4333787" y="636635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22" name="02_predicted_pose_4421">
            <a:extLst>
              <a:ext uri="{FF2B5EF4-FFF2-40B4-BE49-F238E27FC236}">
                <a16:creationId xmlns:a16="http://schemas.microsoft.com/office/drawing/2014/main" id="{29EE08BB-6A4A-4EE9-81E0-2B47BF70923E}"/>
              </a:ext>
            </a:extLst>
          </p:cNvPr>
          <p:cNvSpPr>
            <a:spLocks noGrp="1"/>
          </p:cNvSpPr>
          <p:nvPr/>
        </p:nvSpPr>
        <p:spPr>
          <a:xfrm>
            <a:off x="4050131" y="639829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23" name="02_predicted_pose_4422">
            <a:extLst>
              <a:ext uri="{FF2B5EF4-FFF2-40B4-BE49-F238E27FC236}">
                <a16:creationId xmlns:a16="http://schemas.microsoft.com/office/drawing/2014/main" id="{093F633A-8B36-4CB8-ADBD-3316B141093C}"/>
              </a:ext>
            </a:extLst>
          </p:cNvPr>
          <p:cNvSpPr>
            <a:spLocks noGrp="1"/>
          </p:cNvSpPr>
          <p:nvPr/>
        </p:nvSpPr>
        <p:spPr>
          <a:xfrm>
            <a:off x="4148571" y="631149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24" name="02_predicted_pose_4423">
            <a:extLst>
              <a:ext uri="{FF2B5EF4-FFF2-40B4-BE49-F238E27FC236}">
                <a16:creationId xmlns:a16="http://schemas.microsoft.com/office/drawing/2014/main" id="{B2918AF0-3861-4199-9C03-6D25A3A90AFA}"/>
              </a:ext>
            </a:extLst>
          </p:cNvPr>
          <p:cNvSpPr>
            <a:spLocks noGrp="1"/>
          </p:cNvSpPr>
          <p:nvPr/>
        </p:nvSpPr>
        <p:spPr>
          <a:xfrm>
            <a:off x="4080392" y="614678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25" name="02_predicted_pose_4424">
            <a:extLst>
              <a:ext uri="{FF2B5EF4-FFF2-40B4-BE49-F238E27FC236}">
                <a16:creationId xmlns:a16="http://schemas.microsoft.com/office/drawing/2014/main" id="{C54253C3-C5DF-44C7-B874-4CDBF9C3A4F6}"/>
              </a:ext>
            </a:extLst>
          </p:cNvPr>
          <p:cNvSpPr>
            <a:spLocks noGrp="1"/>
          </p:cNvSpPr>
          <p:nvPr/>
        </p:nvSpPr>
        <p:spPr>
          <a:xfrm>
            <a:off x="4178834" y="612870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26" name="02_predicted_pose_4425">
            <a:extLst>
              <a:ext uri="{FF2B5EF4-FFF2-40B4-BE49-F238E27FC236}">
                <a16:creationId xmlns:a16="http://schemas.microsoft.com/office/drawing/2014/main" id="{55D6B90D-C706-47C7-8B18-FA45749BDF90}"/>
              </a:ext>
            </a:extLst>
          </p:cNvPr>
          <p:cNvSpPr>
            <a:spLocks noGrp="1"/>
          </p:cNvSpPr>
          <p:nvPr/>
        </p:nvSpPr>
        <p:spPr>
          <a:xfrm>
            <a:off x="4230970" y="609513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27" name="02_predicted_pose_4426">
            <a:extLst>
              <a:ext uri="{FF2B5EF4-FFF2-40B4-BE49-F238E27FC236}">
                <a16:creationId xmlns:a16="http://schemas.microsoft.com/office/drawing/2014/main" id="{645BB5DE-49C3-48A8-A875-FEEF15904C4D}"/>
              </a:ext>
            </a:extLst>
          </p:cNvPr>
          <p:cNvSpPr>
            <a:spLocks noGrp="1"/>
          </p:cNvSpPr>
          <p:nvPr/>
        </p:nvSpPr>
        <p:spPr>
          <a:xfrm>
            <a:off x="4058881" y="624757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28" name="02_predicted_pose_4427">
            <a:extLst>
              <a:ext uri="{FF2B5EF4-FFF2-40B4-BE49-F238E27FC236}">
                <a16:creationId xmlns:a16="http://schemas.microsoft.com/office/drawing/2014/main" id="{E2018B94-D9D9-4F9C-82A2-24D6D3FD1882}"/>
              </a:ext>
            </a:extLst>
          </p:cNvPr>
          <p:cNvSpPr>
            <a:spLocks noGrp="1"/>
          </p:cNvSpPr>
          <p:nvPr/>
        </p:nvSpPr>
        <p:spPr>
          <a:xfrm>
            <a:off x="4327224" y="533420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29" name="02_predicted_pose_4428">
            <a:extLst>
              <a:ext uri="{FF2B5EF4-FFF2-40B4-BE49-F238E27FC236}">
                <a16:creationId xmlns:a16="http://schemas.microsoft.com/office/drawing/2014/main" id="{C9889F41-88A5-4C82-983A-E0FCBCE3CBA7}"/>
              </a:ext>
            </a:extLst>
          </p:cNvPr>
          <p:cNvSpPr>
            <a:spLocks noGrp="1"/>
          </p:cNvSpPr>
          <p:nvPr/>
        </p:nvSpPr>
        <p:spPr>
          <a:xfrm>
            <a:off x="4194147" y="620976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30" name="02_predicted_pose_4429">
            <a:extLst>
              <a:ext uri="{FF2B5EF4-FFF2-40B4-BE49-F238E27FC236}">
                <a16:creationId xmlns:a16="http://schemas.microsoft.com/office/drawing/2014/main" id="{ECD3103E-BF82-46B5-9C3F-8D9CF849509B}"/>
              </a:ext>
            </a:extLst>
          </p:cNvPr>
          <p:cNvSpPr>
            <a:spLocks noGrp="1"/>
          </p:cNvSpPr>
          <p:nvPr/>
        </p:nvSpPr>
        <p:spPr>
          <a:xfrm>
            <a:off x="4065443" y="617580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31" name="02_predicted_pose_4430">
            <a:extLst>
              <a:ext uri="{FF2B5EF4-FFF2-40B4-BE49-F238E27FC236}">
                <a16:creationId xmlns:a16="http://schemas.microsoft.com/office/drawing/2014/main" id="{81139130-A8C2-4261-A84F-97AB496F0874}"/>
              </a:ext>
            </a:extLst>
          </p:cNvPr>
          <p:cNvSpPr>
            <a:spLocks noGrp="1"/>
          </p:cNvSpPr>
          <p:nvPr/>
        </p:nvSpPr>
        <p:spPr>
          <a:xfrm>
            <a:off x="4109195" y="613650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32" name="02_predicted_pose_4431">
            <a:extLst>
              <a:ext uri="{FF2B5EF4-FFF2-40B4-BE49-F238E27FC236}">
                <a16:creationId xmlns:a16="http://schemas.microsoft.com/office/drawing/2014/main" id="{F0F7F47E-B39E-4DD2-9894-38BDC047C2F9}"/>
              </a:ext>
            </a:extLst>
          </p:cNvPr>
          <p:cNvSpPr>
            <a:spLocks noGrp="1"/>
          </p:cNvSpPr>
          <p:nvPr/>
        </p:nvSpPr>
        <p:spPr>
          <a:xfrm>
            <a:off x="4152947" y="607919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33" name="02_predicted_pose_4432">
            <a:extLst>
              <a:ext uri="{FF2B5EF4-FFF2-40B4-BE49-F238E27FC236}">
                <a16:creationId xmlns:a16="http://schemas.microsoft.com/office/drawing/2014/main" id="{C9A7843A-C48E-4A14-AC31-F453C592770B}"/>
              </a:ext>
            </a:extLst>
          </p:cNvPr>
          <p:cNvSpPr>
            <a:spLocks noGrp="1"/>
          </p:cNvSpPr>
          <p:nvPr/>
        </p:nvSpPr>
        <p:spPr>
          <a:xfrm>
            <a:off x="4337432" y="601039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34" name="02_predicted_pose_4433">
            <a:extLst>
              <a:ext uri="{FF2B5EF4-FFF2-40B4-BE49-F238E27FC236}">
                <a16:creationId xmlns:a16="http://schemas.microsoft.com/office/drawing/2014/main" id="{B81E0A4E-CEDC-4D44-AC1E-2A5079A7CEFC}"/>
              </a:ext>
            </a:extLst>
          </p:cNvPr>
          <p:cNvSpPr>
            <a:spLocks noGrp="1"/>
          </p:cNvSpPr>
          <p:nvPr/>
        </p:nvSpPr>
        <p:spPr>
          <a:xfrm>
            <a:off x="4017682" y="594518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35" name="02_predicted_pose_4434">
            <a:extLst>
              <a:ext uri="{FF2B5EF4-FFF2-40B4-BE49-F238E27FC236}">
                <a16:creationId xmlns:a16="http://schemas.microsoft.com/office/drawing/2014/main" id="{6845E3C4-7A5E-4CA0-B3E3-67C2A7D6F9FE}"/>
              </a:ext>
            </a:extLst>
          </p:cNvPr>
          <p:cNvSpPr>
            <a:spLocks noGrp="1"/>
          </p:cNvSpPr>
          <p:nvPr/>
        </p:nvSpPr>
        <p:spPr>
          <a:xfrm>
            <a:off x="4239721" y="587086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36" name="02_predicted_pose_4435">
            <a:extLst>
              <a:ext uri="{FF2B5EF4-FFF2-40B4-BE49-F238E27FC236}">
                <a16:creationId xmlns:a16="http://schemas.microsoft.com/office/drawing/2014/main" id="{030874FD-7B00-4F08-B9FD-DCA85FA08D43}"/>
              </a:ext>
            </a:extLst>
          </p:cNvPr>
          <p:cNvSpPr>
            <a:spLocks noGrp="1"/>
          </p:cNvSpPr>
          <p:nvPr/>
        </p:nvSpPr>
        <p:spPr>
          <a:xfrm>
            <a:off x="4338162" y="564482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37" name="02_predicted_pose_4436">
            <a:extLst>
              <a:ext uri="{FF2B5EF4-FFF2-40B4-BE49-F238E27FC236}">
                <a16:creationId xmlns:a16="http://schemas.microsoft.com/office/drawing/2014/main" id="{622C96C7-823E-44BA-8447-9D4EA9EB16C9}"/>
              </a:ext>
            </a:extLst>
          </p:cNvPr>
          <p:cNvSpPr>
            <a:spLocks noGrp="1"/>
          </p:cNvSpPr>
          <p:nvPr/>
        </p:nvSpPr>
        <p:spPr>
          <a:xfrm>
            <a:off x="4159145" y="558096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38" name="02_predicted_pose_4437">
            <a:extLst>
              <a:ext uri="{FF2B5EF4-FFF2-40B4-BE49-F238E27FC236}">
                <a16:creationId xmlns:a16="http://schemas.microsoft.com/office/drawing/2014/main" id="{BDB67721-8C63-4023-ABCE-5A336A70B9BA}"/>
              </a:ext>
            </a:extLst>
          </p:cNvPr>
          <p:cNvSpPr>
            <a:spLocks noGrp="1"/>
          </p:cNvSpPr>
          <p:nvPr/>
        </p:nvSpPr>
        <p:spPr>
          <a:xfrm>
            <a:off x="4173729" y="587869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39" name="02_predicted_pose_4438">
            <a:extLst>
              <a:ext uri="{FF2B5EF4-FFF2-40B4-BE49-F238E27FC236}">
                <a16:creationId xmlns:a16="http://schemas.microsoft.com/office/drawing/2014/main" id="{620AF767-A3F4-44A3-8C95-3AFF8BB2C5F6}"/>
              </a:ext>
            </a:extLst>
          </p:cNvPr>
          <p:cNvSpPr>
            <a:spLocks noGrp="1"/>
          </p:cNvSpPr>
          <p:nvPr/>
        </p:nvSpPr>
        <p:spPr>
          <a:xfrm>
            <a:off x="4090966" y="594996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40" name="02_predicted_pose_4439">
            <a:extLst>
              <a:ext uri="{FF2B5EF4-FFF2-40B4-BE49-F238E27FC236}">
                <a16:creationId xmlns:a16="http://schemas.microsoft.com/office/drawing/2014/main" id="{F027C108-CA3F-4523-AEDB-CB2034353B13}"/>
              </a:ext>
            </a:extLst>
          </p:cNvPr>
          <p:cNvSpPr>
            <a:spLocks noGrp="1"/>
          </p:cNvSpPr>
          <p:nvPr/>
        </p:nvSpPr>
        <p:spPr>
          <a:xfrm>
            <a:off x="4105550" y="590872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41" name="02_predicted_pose_4440">
            <a:extLst>
              <a:ext uri="{FF2B5EF4-FFF2-40B4-BE49-F238E27FC236}">
                <a16:creationId xmlns:a16="http://schemas.microsoft.com/office/drawing/2014/main" id="{092DD004-D3AD-4908-96C3-07EF4BCBAA2B}"/>
              </a:ext>
            </a:extLst>
          </p:cNvPr>
          <p:cNvSpPr>
            <a:spLocks noGrp="1"/>
          </p:cNvSpPr>
          <p:nvPr/>
        </p:nvSpPr>
        <p:spPr>
          <a:xfrm>
            <a:off x="4120133" y="594710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42" name="02_predicted_pose_4441">
            <a:extLst>
              <a:ext uri="{FF2B5EF4-FFF2-40B4-BE49-F238E27FC236}">
                <a16:creationId xmlns:a16="http://schemas.microsoft.com/office/drawing/2014/main" id="{C2DB5938-0AD1-4456-9A89-85E55885E36E}"/>
              </a:ext>
            </a:extLst>
          </p:cNvPr>
          <p:cNvSpPr>
            <a:spLocks noGrp="1"/>
          </p:cNvSpPr>
          <p:nvPr/>
        </p:nvSpPr>
        <p:spPr>
          <a:xfrm>
            <a:off x="4134717" y="588865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43" name="02_predicted_pose_4442">
            <a:extLst>
              <a:ext uri="{FF2B5EF4-FFF2-40B4-BE49-F238E27FC236}">
                <a16:creationId xmlns:a16="http://schemas.microsoft.com/office/drawing/2014/main" id="{05AC0872-272C-45A9-B37D-843D24B2D96D}"/>
              </a:ext>
            </a:extLst>
          </p:cNvPr>
          <p:cNvSpPr>
            <a:spLocks noGrp="1"/>
          </p:cNvSpPr>
          <p:nvPr/>
        </p:nvSpPr>
        <p:spPr>
          <a:xfrm>
            <a:off x="4149302" y="594931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44" name="02_predicted_pose_4443">
            <a:extLst>
              <a:ext uri="{FF2B5EF4-FFF2-40B4-BE49-F238E27FC236}">
                <a16:creationId xmlns:a16="http://schemas.microsoft.com/office/drawing/2014/main" id="{FE795651-C6A4-4F37-AD36-8E2FF6E6BE31}"/>
              </a:ext>
            </a:extLst>
          </p:cNvPr>
          <p:cNvSpPr>
            <a:spLocks noGrp="1"/>
          </p:cNvSpPr>
          <p:nvPr/>
        </p:nvSpPr>
        <p:spPr>
          <a:xfrm>
            <a:off x="4163885" y="592512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45" name="02_predicted_pose_4444">
            <a:extLst>
              <a:ext uri="{FF2B5EF4-FFF2-40B4-BE49-F238E27FC236}">
                <a16:creationId xmlns:a16="http://schemas.microsoft.com/office/drawing/2014/main" id="{5B85E340-DD70-4931-B582-7BDB5D56F506}"/>
              </a:ext>
            </a:extLst>
          </p:cNvPr>
          <p:cNvSpPr>
            <a:spLocks noGrp="1"/>
          </p:cNvSpPr>
          <p:nvPr/>
        </p:nvSpPr>
        <p:spPr>
          <a:xfrm>
            <a:off x="4178469" y="595165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46" name="02_predicted_pose_4445">
            <a:extLst>
              <a:ext uri="{FF2B5EF4-FFF2-40B4-BE49-F238E27FC236}">
                <a16:creationId xmlns:a16="http://schemas.microsoft.com/office/drawing/2014/main" id="{761DE5D5-BA28-4D1D-B3BB-9D036C1EB5A8}"/>
              </a:ext>
            </a:extLst>
          </p:cNvPr>
          <p:cNvSpPr>
            <a:spLocks noGrp="1"/>
          </p:cNvSpPr>
          <p:nvPr/>
        </p:nvSpPr>
        <p:spPr>
          <a:xfrm>
            <a:off x="4193052" y="594621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47" name="02_predicted_pose_4446">
            <a:extLst>
              <a:ext uri="{FF2B5EF4-FFF2-40B4-BE49-F238E27FC236}">
                <a16:creationId xmlns:a16="http://schemas.microsoft.com/office/drawing/2014/main" id="{A5885854-E9F6-452F-ADAE-86A055EF6731}"/>
              </a:ext>
            </a:extLst>
          </p:cNvPr>
          <p:cNvSpPr>
            <a:spLocks noGrp="1"/>
          </p:cNvSpPr>
          <p:nvPr/>
        </p:nvSpPr>
        <p:spPr>
          <a:xfrm>
            <a:off x="4207636" y="594121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48" name="02_predicted_pose_4447">
            <a:extLst>
              <a:ext uri="{FF2B5EF4-FFF2-40B4-BE49-F238E27FC236}">
                <a16:creationId xmlns:a16="http://schemas.microsoft.com/office/drawing/2014/main" id="{B16F4F27-C924-4BE6-A4F0-7E583176B89B}"/>
              </a:ext>
            </a:extLst>
          </p:cNvPr>
          <p:cNvSpPr>
            <a:spLocks noGrp="1"/>
          </p:cNvSpPr>
          <p:nvPr/>
        </p:nvSpPr>
        <p:spPr>
          <a:xfrm>
            <a:off x="4222221" y="595919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49" name="02_predicted_pose_4448">
            <a:extLst>
              <a:ext uri="{FF2B5EF4-FFF2-40B4-BE49-F238E27FC236}">
                <a16:creationId xmlns:a16="http://schemas.microsoft.com/office/drawing/2014/main" id="{02E96080-27B8-49E8-84CE-19BF205D0539}"/>
              </a:ext>
            </a:extLst>
          </p:cNvPr>
          <p:cNvSpPr>
            <a:spLocks noGrp="1"/>
          </p:cNvSpPr>
          <p:nvPr/>
        </p:nvSpPr>
        <p:spPr>
          <a:xfrm>
            <a:off x="4105185" y="594481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50" name="02_predicted_pose_4449">
            <a:extLst>
              <a:ext uri="{FF2B5EF4-FFF2-40B4-BE49-F238E27FC236}">
                <a16:creationId xmlns:a16="http://schemas.microsoft.com/office/drawing/2014/main" id="{6C827527-4EC5-44D8-B077-2586C1C2BFFF}"/>
              </a:ext>
            </a:extLst>
          </p:cNvPr>
          <p:cNvSpPr>
            <a:spLocks noGrp="1"/>
          </p:cNvSpPr>
          <p:nvPr/>
        </p:nvSpPr>
        <p:spPr>
          <a:xfrm>
            <a:off x="4307536" y="639831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51" name="02_predicted_pose_4450">
            <a:extLst>
              <a:ext uri="{FF2B5EF4-FFF2-40B4-BE49-F238E27FC236}">
                <a16:creationId xmlns:a16="http://schemas.microsoft.com/office/drawing/2014/main" id="{2E4A511F-ECDC-4273-BB8C-6DB6552CFBBB}"/>
              </a:ext>
            </a:extLst>
          </p:cNvPr>
          <p:cNvSpPr>
            <a:spLocks noGrp="1"/>
          </p:cNvSpPr>
          <p:nvPr/>
        </p:nvSpPr>
        <p:spPr>
          <a:xfrm>
            <a:off x="4171176" y="636345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52" name="02_predicted_pose_4451">
            <a:extLst>
              <a:ext uri="{FF2B5EF4-FFF2-40B4-BE49-F238E27FC236}">
                <a16:creationId xmlns:a16="http://schemas.microsoft.com/office/drawing/2014/main" id="{7B2F60E6-C14A-46EE-9669-254E11E674E5}"/>
              </a:ext>
            </a:extLst>
          </p:cNvPr>
          <p:cNvSpPr>
            <a:spLocks noGrp="1"/>
          </p:cNvSpPr>
          <p:nvPr/>
        </p:nvSpPr>
        <p:spPr>
          <a:xfrm>
            <a:off x="4057058" y="633886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53" name="02_predicted_pose_4452">
            <a:extLst>
              <a:ext uri="{FF2B5EF4-FFF2-40B4-BE49-F238E27FC236}">
                <a16:creationId xmlns:a16="http://schemas.microsoft.com/office/drawing/2014/main" id="{39ABABC6-F27E-4AF9-8895-1360A62DE6B1}"/>
              </a:ext>
            </a:extLst>
          </p:cNvPr>
          <p:cNvSpPr>
            <a:spLocks noGrp="1"/>
          </p:cNvSpPr>
          <p:nvPr/>
        </p:nvSpPr>
        <p:spPr>
          <a:xfrm>
            <a:off x="4185761" y="641111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54" name="02_predicted_pose_4453">
            <a:extLst>
              <a:ext uri="{FF2B5EF4-FFF2-40B4-BE49-F238E27FC236}">
                <a16:creationId xmlns:a16="http://schemas.microsoft.com/office/drawing/2014/main" id="{7F0485EF-CD58-4F50-9E99-CABF812D7846}"/>
              </a:ext>
            </a:extLst>
          </p:cNvPr>
          <p:cNvSpPr>
            <a:spLocks noGrp="1"/>
          </p:cNvSpPr>
          <p:nvPr/>
        </p:nvSpPr>
        <p:spPr>
          <a:xfrm>
            <a:off x="4299150" y="613978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55" name="02_predicted_pose_4454">
            <a:extLst>
              <a:ext uri="{FF2B5EF4-FFF2-40B4-BE49-F238E27FC236}">
                <a16:creationId xmlns:a16="http://schemas.microsoft.com/office/drawing/2014/main" id="{232B4D21-C97F-472B-B1B7-1D584D85C200}"/>
              </a:ext>
            </a:extLst>
          </p:cNvPr>
          <p:cNvSpPr>
            <a:spLocks noGrp="1"/>
          </p:cNvSpPr>
          <p:nvPr/>
        </p:nvSpPr>
        <p:spPr>
          <a:xfrm>
            <a:off x="4357486" y="620603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56" name="02_predicted_pose_4455">
            <a:extLst>
              <a:ext uri="{FF2B5EF4-FFF2-40B4-BE49-F238E27FC236}">
                <a16:creationId xmlns:a16="http://schemas.microsoft.com/office/drawing/2014/main" id="{EA8738D1-EB39-4D8D-80D2-65B20896545C}"/>
              </a:ext>
            </a:extLst>
          </p:cNvPr>
          <p:cNvSpPr>
            <a:spLocks noGrp="1"/>
          </p:cNvSpPr>
          <p:nvPr/>
        </p:nvSpPr>
        <p:spPr>
          <a:xfrm>
            <a:off x="4138728" y="599103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57" name="02_predicted_pose_4456">
            <a:extLst>
              <a:ext uri="{FF2B5EF4-FFF2-40B4-BE49-F238E27FC236}">
                <a16:creationId xmlns:a16="http://schemas.microsoft.com/office/drawing/2014/main" id="{57C84FF2-AA66-40E9-A4FA-35C2112E9C94}"/>
              </a:ext>
            </a:extLst>
          </p:cNvPr>
          <p:cNvSpPr>
            <a:spLocks noGrp="1"/>
          </p:cNvSpPr>
          <p:nvPr/>
        </p:nvSpPr>
        <p:spPr>
          <a:xfrm>
            <a:off x="4167896" y="596425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58" name="02_predicted_pose_4457">
            <a:extLst>
              <a:ext uri="{FF2B5EF4-FFF2-40B4-BE49-F238E27FC236}">
                <a16:creationId xmlns:a16="http://schemas.microsoft.com/office/drawing/2014/main" id="{236ACA74-DD34-49E3-9B3F-0DD486F86B97}"/>
              </a:ext>
            </a:extLst>
          </p:cNvPr>
          <p:cNvSpPr>
            <a:spLocks noGrp="1"/>
          </p:cNvSpPr>
          <p:nvPr/>
        </p:nvSpPr>
        <p:spPr>
          <a:xfrm>
            <a:off x="4211647" y="599639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59" name="02_predicted_pose_4458">
            <a:extLst>
              <a:ext uri="{FF2B5EF4-FFF2-40B4-BE49-F238E27FC236}">
                <a16:creationId xmlns:a16="http://schemas.microsoft.com/office/drawing/2014/main" id="{315AEEAD-CF34-4274-84B2-9C1AD24B2563}"/>
              </a:ext>
            </a:extLst>
          </p:cNvPr>
          <p:cNvSpPr>
            <a:spLocks noGrp="1"/>
          </p:cNvSpPr>
          <p:nvPr/>
        </p:nvSpPr>
        <p:spPr>
          <a:xfrm>
            <a:off x="4240815" y="595745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60" name="02_predicted_pose_4459">
            <a:extLst>
              <a:ext uri="{FF2B5EF4-FFF2-40B4-BE49-F238E27FC236}">
                <a16:creationId xmlns:a16="http://schemas.microsoft.com/office/drawing/2014/main" id="{DE39EF98-DC38-417F-A5A0-17F4FFD95574}"/>
              </a:ext>
            </a:extLst>
          </p:cNvPr>
          <p:cNvSpPr>
            <a:spLocks noGrp="1"/>
          </p:cNvSpPr>
          <p:nvPr/>
        </p:nvSpPr>
        <p:spPr>
          <a:xfrm>
            <a:off x="4255399" y="597979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61" name="02_predicted_pose_4460">
            <a:extLst>
              <a:ext uri="{FF2B5EF4-FFF2-40B4-BE49-F238E27FC236}">
                <a16:creationId xmlns:a16="http://schemas.microsoft.com/office/drawing/2014/main" id="{E5D9EC89-2A2E-4E3F-8D03-F305F1A11B8F}"/>
              </a:ext>
            </a:extLst>
          </p:cNvPr>
          <p:cNvSpPr>
            <a:spLocks noGrp="1"/>
          </p:cNvSpPr>
          <p:nvPr/>
        </p:nvSpPr>
        <p:spPr>
          <a:xfrm>
            <a:off x="4152947" y="597641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62" name="02_predicted_pose_4461">
            <a:extLst>
              <a:ext uri="{FF2B5EF4-FFF2-40B4-BE49-F238E27FC236}">
                <a16:creationId xmlns:a16="http://schemas.microsoft.com/office/drawing/2014/main" id="{AF2944CF-F4DA-4E16-B345-7CAA2F04662F}"/>
              </a:ext>
            </a:extLst>
          </p:cNvPr>
          <p:cNvSpPr>
            <a:spLocks noGrp="1"/>
          </p:cNvSpPr>
          <p:nvPr/>
        </p:nvSpPr>
        <p:spPr>
          <a:xfrm>
            <a:off x="4261597" y="540812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63" name="02_predicted_pose_4462">
            <a:extLst>
              <a:ext uri="{FF2B5EF4-FFF2-40B4-BE49-F238E27FC236}">
                <a16:creationId xmlns:a16="http://schemas.microsoft.com/office/drawing/2014/main" id="{9CCCF688-7649-438F-848C-0474E53B5F1B}"/>
              </a:ext>
            </a:extLst>
          </p:cNvPr>
          <p:cNvSpPr>
            <a:spLocks noGrp="1"/>
          </p:cNvSpPr>
          <p:nvPr/>
        </p:nvSpPr>
        <p:spPr>
          <a:xfrm>
            <a:off x="4290765" y="620785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64" name="02_predicted_pose_4463">
            <a:extLst>
              <a:ext uri="{FF2B5EF4-FFF2-40B4-BE49-F238E27FC236}">
                <a16:creationId xmlns:a16="http://schemas.microsoft.com/office/drawing/2014/main" id="{E082274C-3869-473D-B8AB-4C24EF4BF4E7}"/>
              </a:ext>
            </a:extLst>
          </p:cNvPr>
          <p:cNvSpPr>
            <a:spLocks noGrp="1"/>
          </p:cNvSpPr>
          <p:nvPr/>
        </p:nvSpPr>
        <p:spPr>
          <a:xfrm>
            <a:off x="4319932" y="540362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65" name="02_predicted_pose_4464">
            <a:extLst>
              <a:ext uri="{FF2B5EF4-FFF2-40B4-BE49-F238E27FC236}">
                <a16:creationId xmlns:a16="http://schemas.microsoft.com/office/drawing/2014/main" id="{8B7BBCAC-C05A-4E42-8834-B6D73BE7832A}"/>
              </a:ext>
            </a:extLst>
          </p:cNvPr>
          <p:cNvSpPr>
            <a:spLocks noGrp="1"/>
          </p:cNvSpPr>
          <p:nvPr/>
        </p:nvSpPr>
        <p:spPr>
          <a:xfrm>
            <a:off x="4349099" y="541881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66" name="02_predicted_pose_4465">
            <a:extLst>
              <a:ext uri="{FF2B5EF4-FFF2-40B4-BE49-F238E27FC236}">
                <a16:creationId xmlns:a16="http://schemas.microsoft.com/office/drawing/2014/main" id="{4325BD77-769C-47B1-B021-962E51DD06C1}"/>
              </a:ext>
            </a:extLst>
          </p:cNvPr>
          <p:cNvSpPr>
            <a:spLocks noGrp="1"/>
          </p:cNvSpPr>
          <p:nvPr/>
        </p:nvSpPr>
        <p:spPr>
          <a:xfrm>
            <a:off x="4104821" y="620857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67" name="02_predicted_pose_4466">
            <a:extLst>
              <a:ext uri="{FF2B5EF4-FFF2-40B4-BE49-F238E27FC236}">
                <a16:creationId xmlns:a16="http://schemas.microsoft.com/office/drawing/2014/main" id="{77102D13-AB20-4F9D-A15F-A9E8DF15D9BA}"/>
              </a:ext>
            </a:extLst>
          </p:cNvPr>
          <p:cNvSpPr>
            <a:spLocks noGrp="1"/>
          </p:cNvSpPr>
          <p:nvPr/>
        </p:nvSpPr>
        <p:spPr>
          <a:xfrm>
            <a:off x="4119404" y="630728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68" name="02_predicted_pose_4467">
            <a:extLst>
              <a:ext uri="{FF2B5EF4-FFF2-40B4-BE49-F238E27FC236}">
                <a16:creationId xmlns:a16="http://schemas.microsoft.com/office/drawing/2014/main" id="{C5B44C8D-1620-42E9-8687-0FE2EA2E8E22}"/>
              </a:ext>
            </a:extLst>
          </p:cNvPr>
          <p:cNvSpPr>
            <a:spLocks noGrp="1"/>
          </p:cNvSpPr>
          <p:nvPr/>
        </p:nvSpPr>
        <p:spPr>
          <a:xfrm>
            <a:off x="4148571" y="635013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69" name="02_predicted_pose_4468">
            <a:extLst>
              <a:ext uri="{FF2B5EF4-FFF2-40B4-BE49-F238E27FC236}">
                <a16:creationId xmlns:a16="http://schemas.microsoft.com/office/drawing/2014/main" id="{3E1CE7E5-58EC-40CB-9B65-BFE744B03E2F}"/>
              </a:ext>
            </a:extLst>
          </p:cNvPr>
          <p:cNvSpPr>
            <a:spLocks noGrp="1"/>
          </p:cNvSpPr>
          <p:nvPr/>
        </p:nvSpPr>
        <p:spPr>
          <a:xfrm>
            <a:off x="4177740" y="630688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70" name="02_predicted_pose_4469">
            <a:extLst>
              <a:ext uri="{FF2B5EF4-FFF2-40B4-BE49-F238E27FC236}">
                <a16:creationId xmlns:a16="http://schemas.microsoft.com/office/drawing/2014/main" id="{80BBCF81-488F-4C37-A776-0A77ED37A1B7}"/>
              </a:ext>
            </a:extLst>
          </p:cNvPr>
          <p:cNvSpPr>
            <a:spLocks noGrp="1"/>
          </p:cNvSpPr>
          <p:nvPr/>
        </p:nvSpPr>
        <p:spPr>
          <a:xfrm>
            <a:off x="4206907" y="626197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71" name="02_predicted_pose_4470">
            <a:extLst>
              <a:ext uri="{FF2B5EF4-FFF2-40B4-BE49-F238E27FC236}">
                <a16:creationId xmlns:a16="http://schemas.microsoft.com/office/drawing/2014/main" id="{3F2C550E-6D44-4299-8EED-F7DCA627995A}"/>
              </a:ext>
            </a:extLst>
          </p:cNvPr>
          <p:cNvSpPr>
            <a:spLocks noGrp="1"/>
          </p:cNvSpPr>
          <p:nvPr/>
        </p:nvSpPr>
        <p:spPr>
          <a:xfrm>
            <a:off x="4233159" y="522745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72" name="02_predicted_pose_4471">
            <a:extLst>
              <a:ext uri="{FF2B5EF4-FFF2-40B4-BE49-F238E27FC236}">
                <a16:creationId xmlns:a16="http://schemas.microsoft.com/office/drawing/2014/main" id="{EE3D2539-CE5E-477A-ACBB-049BE78D083E}"/>
              </a:ext>
            </a:extLst>
          </p:cNvPr>
          <p:cNvSpPr>
            <a:spLocks noGrp="1"/>
          </p:cNvSpPr>
          <p:nvPr/>
        </p:nvSpPr>
        <p:spPr>
          <a:xfrm>
            <a:off x="4247742" y="528872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73" name="02_predicted_pose_4472">
            <a:extLst>
              <a:ext uri="{FF2B5EF4-FFF2-40B4-BE49-F238E27FC236}">
                <a16:creationId xmlns:a16="http://schemas.microsoft.com/office/drawing/2014/main" id="{2D2E59FE-C534-408E-B320-51695F8C55FB}"/>
              </a:ext>
            </a:extLst>
          </p:cNvPr>
          <p:cNvSpPr>
            <a:spLocks noGrp="1"/>
          </p:cNvSpPr>
          <p:nvPr/>
        </p:nvSpPr>
        <p:spPr>
          <a:xfrm>
            <a:off x="4174823" y="627038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74" name="02_predicted_pose_4473">
            <a:extLst>
              <a:ext uri="{FF2B5EF4-FFF2-40B4-BE49-F238E27FC236}">
                <a16:creationId xmlns:a16="http://schemas.microsoft.com/office/drawing/2014/main" id="{8BEB871B-17CE-425B-809C-0623DDB17007}"/>
              </a:ext>
            </a:extLst>
          </p:cNvPr>
          <p:cNvSpPr>
            <a:spLocks noGrp="1"/>
          </p:cNvSpPr>
          <p:nvPr/>
        </p:nvSpPr>
        <p:spPr>
          <a:xfrm>
            <a:off x="4119039" y="612505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75" name="02_predicted_pose_4474">
            <a:extLst>
              <a:ext uri="{FF2B5EF4-FFF2-40B4-BE49-F238E27FC236}">
                <a16:creationId xmlns:a16="http://schemas.microsoft.com/office/drawing/2014/main" id="{C446C085-A7E4-48F5-8F74-39CD067318FA}"/>
              </a:ext>
            </a:extLst>
          </p:cNvPr>
          <p:cNvSpPr>
            <a:spLocks noGrp="1"/>
          </p:cNvSpPr>
          <p:nvPr/>
        </p:nvSpPr>
        <p:spPr>
          <a:xfrm>
            <a:off x="4030807" y="632058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76" name="02_predicted_pose_4475">
            <a:extLst>
              <a:ext uri="{FF2B5EF4-FFF2-40B4-BE49-F238E27FC236}">
                <a16:creationId xmlns:a16="http://schemas.microsoft.com/office/drawing/2014/main" id="{F0A25695-75B8-48EF-A3B2-39197F29FC5D}"/>
              </a:ext>
            </a:extLst>
          </p:cNvPr>
          <p:cNvSpPr>
            <a:spLocks noGrp="1"/>
          </p:cNvSpPr>
          <p:nvPr/>
        </p:nvSpPr>
        <p:spPr>
          <a:xfrm>
            <a:off x="4288942" y="534748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77" name="02_predicted_pose_4476">
            <a:extLst>
              <a:ext uri="{FF2B5EF4-FFF2-40B4-BE49-F238E27FC236}">
                <a16:creationId xmlns:a16="http://schemas.microsoft.com/office/drawing/2014/main" id="{78D4EC98-4A12-495A-BEC6-40D9E82AE54B}"/>
              </a:ext>
            </a:extLst>
          </p:cNvPr>
          <p:cNvSpPr>
            <a:spLocks noGrp="1"/>
          </p:cNvSpPr>
          <p:nvPr/>
        </p:nvSpPr>
        <p:spPr>
          <a:xfrm>
            <a:off x="4243366" y="533403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78" name="02_predicted_pose_4477">
            <a:extLst>
              <a:ext uri="{FF2B5EF4-FFF2-40B4-BE49-F238E27FC236}">
                <a16:creationId xmlns:a16="http://schemas.microsoft.com/office/drawing/2014/main" id="{DDFAC964-79B1-4EC8-8A54-C1715EEFCA40}"/>
              </a:ext>
            </a:extLst>
          </p:cNvPr>
          <p:cNvSpPr>
            <a:spLocks noGrp="1"/>
          </p:cNvSpPr>
          <p:nvPr/>
        </p:nvSpPr>
        <p:spPr>
          <a:xfrm>
            <a:off x="4257951" y="523209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79" name="02_predicted_pose_4478">
            <a:extLst>
              <a:ext uri="{FF2B5EF4-FFF2-40B4-BE49-F238E27FC236}">
                <a16:creationId xmlns:a16="http://schemas.microsoft.com/office/drawing/2014/main" id="{5D0BA2D2-59BC-4864-A9D3-F4F6E52B646F}"/>
              </a:ext>
            </a:extLst>
          </p:cNvPr>
          <p:cNvSpPr>
            <a:spLocks noGrp="1"/>
          </p:cNvSpPr>
          <p:nvPr/>
        </p:nvSpPr>
        <p:spPr>
          <a:xfrm>
            <a:off x="4052683" y="568069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80" name="02_predicted_pose_4479">
            <a:extLst>
              <a:ext uri="{FF2B5EF4-FFF2-40B4-BE49-F238E27FC236}">
                <a16:creationId xmlns:a16="http://schemas.microsoft.com/office/drawing/2014/main" id="{2616DFB6-AD5B-4623-A0A9-523605F51F12}"/>
              </a:ext>
            </a:extLst>
          </p:cNvPr>
          <p:cNvSpPr>
            <a:spLocks noGrp="1"/>
          </p:cNvSpPr>
          <p:nvPr/>
        </p:nvSpPr>
        <p:spPr>
          <a:xfrm>
            <a:off x="4243731" y="568123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81" name="02_predicted_pose_4480">
            <a:extLst>
              <a:ext uri="{FF2B5EF4-FFF2-40B4-BE49-F238E27FC236}">
                <a16:creationId xmlns:a16="http://schemas.microsoft.com/office/drawing/2014/main" id="{8073E9D9-F234-44BE-B52D-4DE037EBBECF}"/>
              </a:ext>
            </a:extLst>
          </p:cNvPr>
          <p:cNvSpPr>
            <a:spLocks noGrp="1"/>
          </p:cNvSpPr>
          <p:nvPr/>
        </p:nvSpPr>
        <p:spPr>
          <a:xfrm>
            <a:off x="4258315" y="558525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82" name="02_predicted_pose_4481">
            <a:extLst>
              <a:ext uri="{FF2B5EF4-FFF2-40B4-BE49-F238E27FC236}">
                <a16:creationId xmlns:a16="http://schemas.microsoft.com/office/drawing/2014/main" id="{DC632D3B-D71E-424E-A709-D258888318E7}"/>
              </a:ext>
            </a:extLst>
          </p:cNvPr>
          <p:cNvSpPr>
            <a:spLocks noGrp="1"/>
          </p:cNvSpPr>
          <p:nvPr/>
        </p:nvSpPr>
        <p:spPr>
          <a:xfrm>
            <a:off x="4272899" y="612339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83" name="02_predicted_pose_4482">
            <a:extLst>
              <a:ext uri="{FF2B5EF4-FFF2-40B4-BE49-F238E27FC236}">
                <a16:creationId xmlns:a16="http://schemas.microsoft.com/office/drawing/2014/main" id="{94D87176-8818-49C5-AA38-41FA1965E146}"/>
              </a:ext>
            </a:extLst>
          </p:cNvPr>
          <p:cNvSpPr>
            <a:spLocks noGrp="1"/>
          </p:cNvSpPr>
          <p:nvPr/>
        </p:nvSpPr>
        <p:spPr>
          <a:xfrm>
            <a:off x="4287483" y="569358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84" name="02_predicted_pose_4483">
            <a:extLst>
              <a:ext uri="{FF2B5EF4-FFF2-40B4-BE49-F238E27FC236}">
                <a16:creationId xmlns:a16="http://schemas.microsoft.com/office/drawing/2014/main" id="{523BB54C-FD44-4C00-941E-C767133338C9}"/>
              </a:ext>
            </a:extLst>
          </p:cNvPr>
          <p:cNvSpPr>
            <a:spLocks noGrp="1"/>
          </p:cNvSpPr>
          <p:nvPr/>
        </p:nvSpPr>
        <p:spPr>
          <a:xfrm>
            <a:off x="4302067" y="561486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85" name="02_predicted_pose_4484">
            <a:extLst>
              <a:ext uri="{FF2B5EF4-FFF2-40B4-BE49-F238E27FC236}">
                <a16:creationId xmlns:a16="http://schemas.microsoft.com/office/drawing/2014/main" id="{2859F94E-AEC5-4EEC-8F4B-4138EECBE05E}"/>
              </a:ext>
            </a:extLst>
          </p:cNvPr>
          <p:cNvSpPr>
            <a:spLocks noGrp="1"/>
          </p:cNvSpPr>
          <p:nvPr/>
        </p:nvSpPr>
        <p:spPr>
          <a:xfrm>
            <a:off x="4118675" y="562744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86" name="02_predicted_pose_4485">
            <a:extLst>
              <a:ext uri="{FF2B5EF4-FFF2-40B4-BE49-F238E27FC236}">
                <a16:creationId xmlns:a16="http://schemas.microsoft.com/office/drawing/2014/main" id="{75CCF526-BDA3-4C50-A179-262360828421}"/>
              </a:ext>
            </a:extLst>
          </p:cNvPr>
          <p:cNvSpPr>
            <a:spLocks noGrp="1"/>
          </p:cNvSpPr>
          <p:nvPr/>
        </p:nvSpPr>
        <p:spPr>
          <a:xfrm>
            <a:off x="4206907" y="629218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87" name="02_predicted_pose_4486">
            <a:extLst>
              <a:ext uri="{FF2B5EF4-FFF2-40B4-BE49-F238E27FC236}">
                <a16:creationId xmlns:a16="http://schemas.microsoft.com/office/drawing/2014/main" id="{9F795619-FF1D-45BD-B27A-DEB1D3712EBD}"/>
              </a:ext>
            </a:extLst>
          </p:cNvPr>
          <p:cNvSpPr>
            <a:spLocks noGrp="1"/>
          </p:cNvSpPr>
          <p:nvPr/>
        </p:nvSpPr>
        <p:spPr>
          <a:xfrm>
            <a:off x="4236075" y="629665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88" name="02_predicted_pose_4487">
            <a:extLst>
              <a:ext uri="{FF2B5EF4-FFF2-40B4-BE49-F238E27FC236}">
                <a16:creationId xmlns:a16="http://schemas.microsoft.com/office/drawing/2014/main" id="{6992380E-41C5-4109-8F56-5599267A1A2D}"/>
              </a:ext>
            </a:extLst>
          </p:cNvPr>
          <p:cNvSpPr>
            <a:spLocks noGrp="1"/>
          </p:cNvSpPr>
          <p:nvPr/>
        </p:nvSpPr>
        <p:spPr>
          <a:xfrm>
            <a:off x="4265242" y="625296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89" name="02_predicted_pose_4488">
            <a:extLst>
              <a:ext uri="{FF2B5EF4-FFF2-40B4-BE49-F238E27FC236}">
                <a16:creationId xmlns:a16="http://schemas.microsoft.com/office/drawing/2014/main" id="{75EC906E-B413-4931-94ED-6D0961199D94}"/>
              </a:ext>
            </a:extLst>
          </p:cNvPr>
          <p:cNvSpPr>
            <a:spLocks noGrp="1"/>
          </p:cNvSpPr>
          <p:nvPr/>
        </p:nvSpPr>
        <p:spPr>
          <a:xfrm>
            <a:off x="4294411" y="632617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90" name="02_predicted_pose_4489">
            <a:extLst>
              <a:ext uri="{FF2B5EF4-FFF2-40B4-BE49-F238E27FC236}">
                <a16:creationId xmlns:a16="http://schemas.microsoft.com/office/drawing/2014/main" id="{3FF68A61-E29B-46D0-A986-2655FCB3E1F9}"/>
              </a:ext>
            </a:extLst>
          </p:cNvPr>
          <p:cNvSpPr>
            <a:spLocks noGrp="1"/>
          </p:cNvSpPr>
          <p:nvPr/>
        </p:nvSpPr>
        <p:spPr>
          <a:xfrm>
            <a:off x="4378997" y="626997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91" name="02_predicted_pose_4490">
            <a:extLst>
              <a:ext uri="{FF2B5EF4-FFF2-40B4-BE49-F238E27FC236}">
                <a16:creationId xmlns:a16="http://schemas.microsoft.com/office/drawing/2014/main" id="{EF5017E2-269A-4B23-95F9-15281622345F}"/>
              </a:ext>
            </a:extLst>
          </p:cNvPr>
          <p:cNvSpPr>
            <a:spLocks noGrp="1"/>
          </p:cNvSpPr>
          <p:nvPr/>
        </p:nvSpPr>
        <p:spPr>
          <a:xfrm>
            <a:off x="4044662" y="622886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92" name="02_predicted_pose_4491">
            <a:extLst>
              <a:ext uri="{FF2B5EF4-FFF2-40B4-BE49-F238E27FC236}">
                <a16:creationId xmlns:a16="http://schemas.microsoft.com/office/drawing/2014/main" id="{250F8960-271B-4BE6-86CC-410B6CCE7DDF}"/>
              </a:ext>
            </a:extLst>
          </p:cNvPr>
          <p:cNvSpPr>
            <a:spLocks noGrp="1"/>
          </p:cNvSpPr>
          <p:nvPr/>
        </p:nvSpPr>
        <p:spPr>
          <a:xfrm>
            <a:off x="4073830" y="619791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93" name="02_predicted_pose_4492">
            <a:extLst>
              <a:ext uri="{FF2B5EF4-FFF2-40B4-BE49-F238E27FC236}">
                <a16:creationId xmlns:a16="http://schemas.microsoft.com/office/drawing/2014/main" id="{1ECD5AAB-EC7F-4BE6-ADB4-0BDEE6B02850}"/>
              </a:ext>
            </a:extLst>
          </p:cNvPr>
          <p:cNvSpPr>
            <a:spLocks noGrp="1"/>
          </p:cNvSpPr>
          <p:nvPr/>
        </p:nvSpPr>
        <p:spPr>
          <a:xfrm>
            <a:off x="4102997" y="614351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94" name="02_predicted_pose_4493">
            <a:extLst>
              <a:ext uri="{FF2B5EF4-FFF2-40B4-BE49-F238E27FC236}">
                <a16:creationId xmlns:a16="http://schemas.microsoft.com/office/drawing/2014/main" id="{662D7EC4-7940-4B47-9103-197947E871BD}"/>
              </a:ext>
            </a:extLst>
          </p:cNvPr>
          <p:cNvSpPr>
            <a:spLocks noGrp="1"/>
          </p:cNvSpPr>
          <p:nvPr/>
        </p:nvSpPr>
        <p:spPr>
          <a:xfrm>
            <a:off x="4132165" y="622456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95" name="02_predicted_pose_4494">
            <a:extLst>
              <a:ext uri="{FF2B5EF4-FFF2-40B4-BE49-F238E27FC236}">
                <a16:creationId xmlns:a16="http://schemas.microsoft.com/office/drawing/2014/main" id="{4A5E007E-6DDE-416A-8427-5232E88B20BF}"/>
              </a:ext>
            </a:extLst>
          </p:cNvPr>
          <p:cNvSpPr>
            <a:spLocks noGrp="1"/>
          </p:cNvSpPr>
          <p:nvPr/>
        </p:nvSpPr>
        <p:spPr>
          <a:xfrm>
            <a:off x="4029713" y="625818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96" name="02_predicted_pose_4495">
            <a:extLst>
              <a:ext uri="{FF2B5EF4-FFF2-40B4-BE49-F238E27FC236}">
                <a16:creationId xmlns:a16="http://schemas.microsoft.com/office/drawing/2014/main" id="{94FB3D29-D4DA-462E-8A08-7B17AB0396E9}"/>
              </a:ext>
            </a:extLst>
          </p:cNvPr>
          <p:cNvSpPr>
            <a:spLocks noGrp="1"/>
          </p:cNvSpPr>
          <p:nvPr/>
        </p:nvSpPr>
        <p:spPr>
          <a:xfrm>
            <a:off x="4082215" y="593947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97" name="02_predicted_pose_4496">
            <a:extLst>
              <a:ext uri="{FF2B5EF4-FFF2-40B4-BE49-F238E27FC236}">
                <a16:creationId xmlns:a16="http://schemas.microsoft.com/office/drawing/2014/main" id="{D5D269A3-EE5C-4EA0-9528-A8BD1AB0D6C1}"/>
              </a:ext>
            </a:extLst>
          </p:cNvPr>
          <p:cNvSpPr>
            <a:spLocks noGrp="1"/>
          </p:cNvSpPr>
          <p:nvPr/>
        </p:nvSpPr>
        <p:spPr>
          <a:xfrm>
            <a:off x="4232429" y="625330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98" name="02_predicted_pose_4497">
            <a:extLst>
              <a:ext uri="{FF2B5EF4-FFF2-40B4-BE49-F238E27FC236}">
                <a16:creationId xmlns:a16="http://schemas.microsoft.com/office/drawing/2014/main" id="{FE2164F1-F73D-46CA-8550-998D338EB306}"/>
              </a:ext>
            </a:extLst>
          </p:cNvPr>
          <p:cNvSpPr>
            <a:spLocks noGrp="1"/>
          </p:cNvSpPr>
          <p:nvPr/>
        </p:nvSpPr>
        <p:spPr>
          <a:xfrm>
            <a:off x="4261597" y="629182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99" name="02_predicted_pose_4498">
            <a:extLst>
              <a:ext uri="{FF2B5EF4-FFF2-40B4-BE49-F238E27FC236}">
                <a16:creationId xmlns:a16="http://schemas.microsoft.com/office/drawing/2014/main" id="{A7222AE4-6EFB-4540-8517-E2BAB36119D2}"/>
              </a:ext>
            </a:extLst>
          </p:cNvPr>
          <p:cNvSpPr>
            <a:spLocks noGrp="1"/>
          </p:cNvSpPr>
          <p:nvPr/>
        </p:nvSpPr>
        <p:spPr>
          <a:xfrm>
            <a:off x="4305349" y="628036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00" name="02_predicted_pose_4499">
            <a:extLst>
              <a:ext uri="{FF2B5EF4-FFF2-40B4-BE49-F238E27FC236}">
                <a16:creationId xmlns:a16="http://schemas.microsoft.com/office/drawing/2014/main" id="{4954D544-8034-47B5-9321-6772E7541C0A}"/>
              </a:ext>
            </a:extLst>
          </p:cNvPr>
          <p:cNvSpPr>
            <a:spLocks noGrp="1"/>
          </p:cNvSpPr>
          <p:nvPr/>
        </p:nvSpPr>
        <p:spPr>
          <a:xfrm>
            <a:off x="4334516" y="627036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01" name="02_predicted_pose_4500">
            <a:extLst>
              <a:ext uri="{FF2B5EF4-FFF2-40B4-BE49-F238E27FC236}">
                <a16:creationId xmlns:a16="http://schemas.microsoft.com/office/drawing/2014/main" id="{98A6EA3E-944B-458D-97EC-EF15A16BE1A1}"/>
              </a:ext>
            </a:extLst>
          </p:cNvPr>
          <p:cNvSpPr>
            <a:spLocks noGrp="1"/>
          </p:cNvSpPr>
          <p:nvPr/>
        </p:nvSpPr>
        <p:spPr>
          <a:xfrm>
            <a:off x="4363684" y="627773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02" name="02_predicted_pose_4501">
            <a:extLst>
              <a:ext uri="{FF2B5EF4-FFF2-40B4-BE49-F238E27FC236}">
                <a16:creationId xmlns:a16="http://schemas.microsoft.com/office/drawing/2014/main" id="{C751D5A4-BFB7-4353-B469-D073AA20CB31}"/>
              </a:ext>
            </a:extLst>
          </p:cNvPr>
          <p:cNvSpPr>
            <a:spLocks noGrp="1"/>
          </p:cNvSpPr>
          <p:nvPr/>
        </p:nvSpPr>
        <p:spPr>
          <a:xfrm>
            <a:off x="4345090" y="631912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03" name="02_predicted_pose_4502">
            <a:extLst>
              <a:ext uri="{FF2B5EF4-FFF2-40B4-BE49-F238E27FC236}">
                <a16:creationId xmlns:a16="http://schemas.microsoft.com/office/drawing/2014/main" id="{B2412E22-FDAD-4C5A-8718-ADDDF93A9737}"/>
              </a:ext>
            </a:extLst>
          </p:cNvPr>
          <p:cNvSpPr>
            <a:spLocks noGrp="1"/>
          </p:cNvSpPr>
          <p:nvPr/>
        </p:nvSpPr>
        <p:spPr>
          <a:xfrm>
            <a:off x="4080028" y="632962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04" name="02_predicted_pose_4503">
            <a:extLst>
              <a:ext uri="{FF2B5EF4-FFF2-40B4-BE49-F238E27FC236}">
                <a16:creationId xmlns:a16="http://schemas.microsoft.com/office/drawing/2014/main" id="{901297F2-F775-4EF8-9026-0BCD6254BB20}"/>
              </a:ext>
            </a:extLst>
          </p:cNvPr>
          <p:cNvSpPr>
            <a:spLocks noGrp="1"/>
          </p:cNvSpPr>
          <p:nvPr/>
        </p:nvSpPr>
        <p:spPr>
          <a:xfrm>
            <a:off x="4375351" y="630363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05" name="02_predicted_pose_4504">
            <a:extLst>
              <a:ext uri="{FF2B5EF4-FFF2-40B4-BE49-F238E27FC236}">
                <a16:creationId xmlns:a16="http://schemas.microsoft.com/office/drawing/2014/main" id="{97158E30-EA23-4F17-8214-84BAC67BCA5A}"/>
              </a:ext>
            </a:extLst>
          </p:cNvPr>
          <p:cNvSpPr>
            <a:spLocks noGrp="1"/>
          </p:cNvSpPr>
          <p:nvPr/>
        </p:nvSpPr>
        <p:spPr>
          <a:xfrm>
            <a:off x="4208730" y="623942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06" name="02_predicted_pose_4505">
            <a:extLst>
              <a:ext uri="{FF2B5EF4-FFF2-40B4-BE49-F238E27FC236}">
                <a16:creationId xmlns:a16="http://schemas.microsoft.com/office/drawing/2014/main" id="{5E6FD058-52D3-4CA9-8821-6BDE54A84ACE}"/>
              </a:ext>
            </a:extLst>
          </p:cNvPr>
          <p:cNvSpPr>
            <a:spLocks noGrp="1"/>
          </p:cNvSpPr>
          <p:nvPr/>
        </p:nvSpPr>
        <p:spPr>
          <a:xfrm>
            <a:off x="4307171" y="637682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07" name="02_predicted_pose_4506">
            <a:extLst>
              <a:ext uri="{FF2B5EF4-FFF2-40B4-BE49-F238E27FC236}">
                <a16:creationId xmlns:a16="http://schemas.microsoft.com/office/drawing/2014/main" id="{8CDB2ABD-D65B-4BDC-B491-0301076AC811}"/>
              </a:ext>
            </a:extLst>
          </p:cNvPr>
          <p:cNvSpPr>
            <a:spLocks noGrp="1"/>
          </p:cNvSpPr>
          <p:nvPr/>
        </p:nvSpPr>
        <p:spPr>
          <a:xfrm>
            <a:off x="4037370" y="596078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08" name="02_predicted_pose_4507">
            <a:extLst>
              <a:ext uri="{FF2B5EF4-FFF2-40B4-BE49-F238E27FC236}">
                <a16:creationId xmlns:a16="http://schemas.microsoft.com/office/drawing/2014/main" id="{08B2B731-2979-455C-B9DC-A0FF95F20677}"/>
              </a:ext>
            </a:extLst>
          </p:cNvPr>
          <p:cNvSpPr>
            <a:spLocks noGrp="1"/>
          </p:cNvSpPr>
          <p:nvPr/>
        </p:nvSpPr>
        <p:spPr>
          <a:xfrm>
            <a:off x="4051954" y="598926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09" name="02_predicted_pose_4508">
            <a:extLst>
              <a:ext uri="{FF2B5EF4-FFF2-40B4-BE49-F238E27FC236}">
                <a16:creationId xmlns:a16="http://schemas.microsoft.com/office/drawing/2014/main" id="{36601D30-57E4-4B03-88D5-1C68DB9407E4}"/>
              </a:ext>
            </a:extLst>
          </p:cNvPr>
          <p:cNvSpPr>
            <a:spLocks noGrp="1"/>
          </p:cNvSpPr>
          <p:nvPr/>
        </p:nvSpPr>
        <p:spPr>
          <a:xfrm>
            <a:off x="4066538" y="604419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10" name="02_predicted_pose_4509">
            <a:extLst>
              <a:ext uri="{FF2B5EF4-FFF2-40B4-BE49-F238E27FC236}">
                <a16:creationId xmlns:a16="http://schemas.microsoft.com/office/drawing/2014/main" id="{8DD5CF7B-E3CF-44E1-92D0-C9DD27C44233}"/>
              </a:ext>
            </a:extLst>
          </p:cNvPr>
          <p:cNvSpPr>
            <a:spLocks noGrp="1"/>
          </p:cNvSpPr>
          <p:nvPr/>
        </p:nvSpPr>
        <p:spPr>
          <a:xfrm>
            <a:off x="4081121" y="606584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11" name="02_predicted_pose_4510">
            <a:extLst>
              <a:ext uri="{FF2B5EF4-FFF2-40B4-BE49-F238E27FC236}">
                <a16:creationId xmlns:a16="http://schemas.microsoft.com/office/drawing/2014/main" id="{AF3117D8-3B62-4F92-A268-4535E5757FDF}"/>
              </a:ext>
            </a:extLst>
          </p:cNvPr>
          <p:cNvSpPr>
            <a:spLocks noGrp="1"/>
          </p:cNvSpPr>
          <p:nvPr/>
        </p:nvSpPr>
        <p:spPr>
          <a:xfrm>
            <a:off x="4034089" y="586021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12" name="02_predicted_pose_4511">
            <a:extLst>
              <a:ext uri="{FF2B5EF4-FFF2-40B4-BE49-F238E27FC236}">
                <a16:creationId xmlns:a16="http://schemas.microsoft.com/office/drawing/2014/main" id="{EEFAFCC7-EBCE-4CF0-9123-5707175B9907}"/>
              </a:ext>
            </a:extLst>
          </p:cNvPr>
          <p:cNvSpPr>
            <a:spLocks noGrp="1"/>
          </p:cNvSpPr>
          <p:nvPr/>
        </p:nvSpPr>
        <p:spPr>
          <a:xfrm>
            <a:off x="4063256" y="579954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13" name="02_predicted_pose_4512">
            <a:extLst>
              <a:ext uri="{FF2B5EF4-FFF2-40B4-BE49-F238E27FC236}">
                <a16:creationId xmlns:a16="http://schemas.microsoft.com/office/drawing/2014/main" id="{AA942EBB-0A1F-4B6D-9665-FE59FAFF70C8}"/>
              </a:ext>
            </a:extLst>
          </p:cNvPr>
          <p:cNvSpPr>
            <a:spLocks noGrp="1"/>
          </p:cNvSpPr>
          <p:nvPr/>
        </p:nvSpPr>
        <p:spPr>
          <a:xfrm>
            <a:off x="4152582" y="624302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14" name="02_predicted_pose_4513">
            <a:extLst>
              <a:ext uri="{FF2B5EF4-FFF2-40B4-BE49-F238E27FC236}">
                <a16:creationId xmlns:a16="http://schemas.microsoft.com/office/drawing/2014/main" id="{240606B4-B63A-45D5-9F0F-70B69D55418A}"/>
              </a:ext>
            </a:extLst>
          </p:cNvPr>
          <p:cNvSpPr>
            <a:spLocks noGrp="1"/>
          </p:cNvSpPr>
          <p:nvPr/>
        </p:nvSpPr>
        <p:spPr>
          <a:xfrm>
            <a:off x="4097528" y="585648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15" name="02_predicted_pose_4514">
            <a:extLst>
              <a:ext uri="{FF2B5EF4-FFF2-40B4-BE49-F238E27FC236}">
                <a16:creationId xmlns:a16="http://schemas.microsoft.com/office/drawing/2014/main" id="{8A4572FE-078B-4D85-B22A-BEC1D024F47F}"/>
              </a:ext>
            </a:extLst>
          </p:cNvPr>
          <p:cNvSpPr>
            <a:spLocks noGrp="1"/>
          </p:cNvSpPr>
          <p:nvPr/>
        </p:nvSpPr>
        <p:spPr>
          <a:xfrm>
            <a:off x="4112112" y="628661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16" name="02_predicted_pose_4515">
            <a:extLst>
              <a:ext uri="{FF2B5EF4-FFF2-40B4-BE49-F238E27FC236}">
                <a16:creationId xmlns:a16="http://schemas.microsoft.com/office/drawing/2014/main" id="{EA7B401F-2E24-440D-ACB0-D6F7CC21097D}"/>
              </a:ext>
            </a:extLst>
          </p:cNvPr>
          <p:cNvSpPr>
            <a:spLocks noGrp="1"/>
          </p:cNvSpPr>
          <p:nvPr/>
        </p:nvSpPr>
        <p:spPr>
          <a:xfrm>
            <a:off x="4126696" y="586454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17" name="02_predicted_pose_4516">
            <a:extLst>
              <a:ext uri="{FF2B5EF4-FFF2-40B4-BE49-F238E27FC236}">
                <a16:creationId xmlns:a16="http://schemas.microsoft.com/office/drawing/2014/main" id="{9B201ADC-B5A5-4DC9-A852-5B10586251BC}"/>
              </a:ext>
            </a:extLst>
          </p:cNvPr>
          <p:cNvSpPr>
            <a:spLocks noGrp="1"/>
          </p:cNvSpPr>
          <p:nvPr/>
        </p:nvSpPr>
        <p:spPr>
          <a:xfrm>
            <a:off x="4075288" y="538299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18" name="02_predicted_pose_4517">
            <a:extLst>
              <a:ext uri="{FF2B5EF4-FFF2-40B4-BE49-F238E27FC236}">
                <a16:creationId xmlns:a16="http://schemas.microsoft.com/office/drawing/2014/main" id="{E6A478E4-8C70-49A7-B887-46DE40524716}"/>
              </a:ext>
            </a:extLst>
          </p:cNvPr>
          <p:cNvSpPr>
            <a:spLocks noGrp="1"/>
          </p:cNvSpPr>
          <p:nvPr/>
        </p:nvSpPr>
        <p:spPr>
          <a:xfrm>
            <a:off x="4089872" y="579512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19" name="02_predicted_pose_4518">
            <a:extLst>
              <a:ext uri="{FF2B5EF4-FFF2-40B4-BE49-F238E27FC236}">
                <a16:creationId xmlns:a16="http://schemas.microsoft.com/office/drawing/2014/main" id="{048196A1-A525-47E2-B48A-9FFE5BCE5BED}"/>
              </a:ext>
            </a:extLst>
          </p:cNvPr>
          <p:cNvSpPr>
            <a:spLocks noGrp="1"/>
          </p:cNvSpPr>
          <p:nvPr/>
        </p:nvSpPr>
        <p:spPr>
          <a:xfrm>
            <a:off x="4104455" y="576817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20" name="02_predicted_pose_4519">
            <a:extLst>
              <a:ext uri="{FF2B5EF4-FFF2-40B4-BE49-F238E27FC236}">
                <a16:creationId xmlns:a16="http://schemas.microsoft.com/office/drawing/2014/main" id="{2B3696C3-21B5-404E-9D4B-C9C97B619F86}"/>
              </a:ext>
            </a:extLst>
          </p:cNvPr>
          <p:cNvSpPr>
            <a:spLocks noGrp="1"/>
          </p:cNvSpPr>
          <p:nvPr/>
        </p:nvSpPr>
        <p:spPr>
          <a:xfrm>
            <a:off x="4124873" y="553026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21" name="02_predicted_pose_4520">
            <a:extLst>
              <a:ext uri="{FF2B5EF4-FFF2-40B4-BE49-F238E27FC236}">
                <a16:creationId xmlns:a16="http://schemas.microsoft.com/office/drawing/2014/main" id="{197F6CC8-D8DE-4CEF-961E-11D5A03E80FE}"/>
              </a:ext>
            </a:extLst>
          </p:cNvPr>
          <p:cNvSpPr>
            <a:spLocks noGrp="1"/>
          </p:cNvSpPr>
          <p:nvPr/>
        </p:nvSpPr>
        <p:spPr>
          <a:xfrm>
            <a:off x="4168625" y="537103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22" name="02_predicted_pose_4521">
            <a:extLst>
              <a:ext uri="{FF2B5EF4-FFF2-40B4-BE49-F238E27FC236}">
                <a16:creationId xmlns:a16="http://schemas.microsoft.com/office/drawing/2014/main" id="{46E731C3-CE55-4B7C-8722-28D0EB5B1BF4}"/>
              </a:ext>
            </a:extLst>
          </p:cNvPr>
          <p:cNvSpPr>
            <a:spLocks noGrp="1"/>
          </p:cNvSpPr>
          <p:nvPr/>
        </p:nvSpPr>
        <p:spPr>
          <a:xfrm>
            <a:off x="4237533" y="549383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23" name="02_predicted_pose_4522">
            <a:extLst>
              <a:ext uri="{FF2B5EF4-FFF2-40B4-BE49-F238E27FC236}">
                <a16:creationId xmlns:a16="http://schemas.microsoft.com/office/drawing/2014/main" id="{A0393079-14B9-4567-B700-C3D24F2B2168}"/>
              </a:ext>
            </a:extLst>
          </p:cNvPr>
          <p:cNvSpPr>
            <a:spLocks noGrp="1"/>
          </p:cNvSpPr>
          <p:nvPr/>
        </p:nvSpPr>
        <p:spPr>
          <a:xfrm>
            <a:off x="4366235" y="538432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24" name="02_predicted_pose_4523">
            <a:extLst>
              <a:ext uri="{FF2B5EF4-FFF2-40B4-BE49-F238E27FC236}">
                <a16:creationId xmlns:a16="http://schemas.microsoft.com/office/drawing/2014/main" id="{4926349B-1298-446D-8657-6945BDE1001C}"/>
              </a:ext>
            </a:extLst>
          </p:cNvPr>
          <p:cNvSpPr>
            <a:spLocks noGrp="1"/>
          </p:cNvSpPr>
          <p:nvPr/>
        </p:nvSpPr>
        <p:spPr>
          <a:xfrm>
            <a:off x="4101174" y="553205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25" name="02_predicted_pose_4524">
            <a:extLst>
              <a:ext uri="{FF2B5EF4-FFF2-40B4-BE49-F238E27FC236}">
                <a16:creationId xmlns:a16="http://schemas.microsoft.com/office/drawing/2014/main" id="{3AD06278-7FFE-4A74-9721-B40F6230F8E0}"/>
              </a:ext>
            </a:extLst>
          </p:cNvPr>
          <p:cNvSpPr>
            <a:spLocks noGrp="1"/>
          </p:cNvSpPr>
          <p:nvPr/>
        </p:nvSpPr>
        <p:spPr>
          <a:xfrm>
            <a:off x="4256857" y="602658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26" name="02_predicted_pose_4525">
            <a:extLst>
              <a:ext uri="{FF2B5EF4-FFF2-40B4-BE49-F238E27FC236}">
                <a16:creationId xmlns:a16="http://schemas.microsoft.com/office/drawing/2014/main" id="{602F9D94-7041-4129-B867-CA911D979077}"/>
              </a:ext>
            </a:extLst>
          </p:cNvPr>
          <p:cNvSpPr>
            <a:spLocks noGrp="1"/>
          </p:cNvSpPr>
          <p:nvPr/>
        </p:nvSpPr>
        <p:spPr>
          <a:xfrm>
            <a:off x="4271440" y="624614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27" name="02_predicted_pose_4526">
            <a:extLst>
              <a:ext uri="{FF2B5EF4-FFF2-40B4-BE49-F238E27FC236}">
                <a16:creationId xmlns:a16="http://schemas.microsoft.com/office/drawing/2014/main" id="{A209EFA9-AD91-439F-8D93-B3BE9AC314FF}"/>
              </a:ext>
            </a:extLst>
          </p:cNvPr>
          <p:cNvSpPr>
            <a:spLocks noGrp="1"/>
          </p:cNvSpPr>
          <p:nvPr/>
        </p:nvSpPr>
        <p:spPr>
          <a:xfrm>
            <a:off x="4229512" y="601735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28" name="02_predicted_pose_4527">
            <a:extLst>
              <a:ext uri="{FF2B5EF4-FFF2-40B4-BE49-F238E27FC236}">
                <a16:creationId xmlns:a16="http://schemas.microsoft.com/office/drawing/2014/main" id="{C70F7ADA-A67D-4484-8936-AD3F1739A56A}"/>
              </a:ext>
            </a:extLst>
          </p:cNvPr>
          <p:cNvSpPr>
            <a:spLocks noGrp="1"/>
          </p:cNvSpPr>
          <p:nvPr/>
        </p:nvSpPr>
        <p:spPr>
          <a:xfrm>
            <a:off x="4244097" y="602461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29" name="02_predicted_pose_4528">
            <a:extLst>
              <a:ext uri="{FF2B5EF4-FFF2-40B4-BE49-F238E27FC236}">
                <a16:creationId xmlns:a16="http://schemas.microsoft.com/office/drawing/2014/main" id="{8BEEAC61-9A61-4A66-B610-7FCD1685205A}"/>
              </a:ext>
            </a:extLst>
          </p:cNvPr>
          <p:cNvSpPr>
            <a:spLocks noGrp="1"/>
          </p:cNvSpPr>
          <p:nvPr/>
        </p:nvSpPr>
        <p:spPr>
          <a:xfrm>
            <a:off x="4258680" y="616065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30" name="02_predicted_pose_4529">
            <a:extLst>
              <a:ext uri="{FF2B5EF4-FFF2-40B4-BE49-F238E27FC236}">
                <a16:creationId xmlns:a16="http://schemas.microsoft.com/office/drawing/2014/main" id="{AF298B2E-7DE0-4F95-B82C-BE447B1BEAAC}"/>
              </a:ext>
            </a:extLst>
          </p:cNvPr>
          <p:cNvSpPr>
            <a:spLocks noGrp="1"/>
          </p:cNvSpPr>
          <p:nvPr/>
        </p:nvSpPr>
        <p:spPr>
          <a:xfrm>
            <a:off x="4287847" y="589571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31" name="02_predicted_pose_4530">
            <a:extLst>
              <a:ext uri="{FF2B5EF4-FFF2-40B4-BE49-F238E27FC236}">
                <a16:creationId xmlns:a16="http://schemas.microsoft.com/office/drawing/2014/main" id="{D35AE671-BABA-4F32-A371-105B4F29DD5C}"/>
              </a:ext>
            </a:extLst>
          </p:cNvPr>
          <p:cNvSpPr>
            <a:spLocks noGrp="1"/>
          </p:cNvSpPr>
          <p:nvPr/>
        </p:nvSpPr>
        <p:spPr>
          <a:xfrm>
            <a:off x="4302431" y="589502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32" name="02_predicted_pose_4531">
            <a:extLst>
              <a:ext uri="{FF2B5EF4-FFF2-40B4-BE49-F238E27FC236}">
                <a16:creationId xmlns:a16="http://schemas.microsoft.com/office/drawing/2014/main" id="{3C7D86A6-BD71-4ABE-80CD-2BC0F2F79262}"/>
              </a:ext>
            </a:extLst>
          </p:cNvPr>
          <p:cNvSpPr>
            <a:spLocks noGrp="1"/>
          </p:cNvSpPr>
          <p:nvPr/>
        </p:nvSpPr>
        <p:spPr>
          <a:xfrm>
            <a:off x="4105185" y="632294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33" name="02_predicted_pose_4532">
            <a:extLst>
              <a:ext uri="{FF2B5EF4-FFF2-40B4-BE49-F238E27FC236}">
                <a16:creationId xmlns:a16="http://schemas.microsoft.com/office/drawing/2014/main" id="{75DE790C-B94A-417C-AE6E-85EE5C6EDF7D}"/>
              </a:ext>
            </a:extLst>
          </p:cNvPr>
          <p:cNvSpPr>
            <a:spLocks noGrp="1"/>
          </p:cNvSpPr>
          <p:nvPr/>
        </p:nvSpPr>
        <p:spPr>
          <a:xfrm>
            <a:off x="4213835" y="537981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34" name="02_predicted_pose_4533">
            <a:extLst>
              <a:ext uri="{FF2B5EF4-FFF2-40B4-BE49-F238E27FC236}">
                <a16:creationId xmlns:a16="http://schemas.microsoft.com/office/drawing/2014/main" id="{B6F74FE4-C23E-402D-920F-4CC357DE9BEF}"/>
              </a:ext>
            </a:extLst>
          </p:cNvPr>
          <p:cNvSpPr>
            <a:spLocks noGrp="1"/>
          </p:cNvSpPr>
          <p:nvPr/>
        </p:nvSpPr>
        <p:spPr>
          <a:xfrm>
            <a:off x="4257586" y="536005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35" name="02_predicted_pose_4534">
            <a:extLst>
              <a:ext uri="{FF2B5EF4-FFF2-40B4-BE49-F238E27FC236}">
                <a16:creationId xmlns:a16="http://schemas.microsoft.com/office/drawing/2014/main" id="{31585602-88C3-492B-A6B5-93B4EE716845}"/>
              </a:ext>
            </a:extLst>
          </p:cNvPr>
          <p:cNvSpPr>
            <a:spLocks noGrp="1"/>
          </p:cNvSpPr>
          <p:nvPr/>
        </p:nvSpPr>
        <p:spPr>
          <a:xfrm>
            <a:off x="4272170" y="601872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36" name="02_predicted_pose_4535">
            <a:extLst>
              <a:ext uri="{FF2B5EF4-FFF2-40B4-BE49-F238E27FC236}">
                <a16:creationId xmlns:a16="http://schemas.microsoft.com/office/drawing/2014/main" id="{36A0F959-2A0A-48A2-9CD4-F2089EEE81A7}"/>
              </a:ext>
            </a:extLst>
          </p:cNvPr>
          <p:cNvSpPr>
            <a:spLocks noGrp="1"/>
          </p:cNvSpPr>
          <p:nvPr/>
        </p:nvSpPr>
        <p:spPr>
          <a:xfrm>
            <a:off x="4301338" y="606869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37" name="02_predicted_pose_4536">
            <a:extLst>
              <a:ext uri="{FF2B5EF4-FFF2-40B4-BE49-F238E27FC236}">
                <a16:creationId xmlns:a16="http://schemas.microsoft.com/office/drawing/2014/main" id="{0A50ACA0-6495-42EF-AFD1-A82F01F333BB}"/>
              </a:ext>
            </a:extLst>
          </p:cNvPr>
          <p:cNvSpPr>
            <a:spLocks noGrp="1"/>
          </p:cNvSpPr>
          <p:nvPr/>
        </p:nvSpPr>
        <p:spPr>
          <a:xfrm>
            <a:off x="4185761" y="622249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38" name="02_predicted_pose_4537">
            <a:extLst>
              <a:ext uri="{FF2B5EF4-FFF2-40B4-BE49-F238E27FC236}">
                <a16:creationId xmlns:a16="http://schemas.microsoft.com/office/drawing/2014/main" id="{92E93420-451C-4616-A032-A2B332F54242}"/>
              </a:ext>
            </a:extLst>
          </p:cNvPr>
          <p:cNvSpPr>
            <a:spLocks noGrp="1"/>
          </p:cNvSpPr>
          <p:nvPr/>
        </p:nvSpPr>
        <p:spPr>
          <a:xfrm>
            <a:off x="4214928" y="617775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39" name="02_predicted_pose_4538">
            <a:extLst>
              <a:ext uri="{FF2B5EF4-FFF2-40B4-BE49-F238E27FC236}">
                <a16:creationId xmlns:a16="http://schemas.microsoft.com/office/drawing/2014/main" id="{93D04BB2-685F-4342-8566-3C4887DE9394}"/>
              </a:ext>
            </a:extLst>
          </p:cNvPr>
          <p:cNvSpPr>
            <a:spLocks noGrp="1"/>
          </p:cNvSpPr>
          <p:nvPr/>
        </p:nvSpPr>
        <p:spPr>
          <a:xfrm>
            <a:off x="4244097" y="617119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40" name="02_predicted_pose_4539">
            <a:extLst>
              <a:ext uri="{FF2B5EF4-FFF2-40B4-BE49-F238E27FC236}">
                <a16:creationId xmlns:a16="http://schemas.microsoft.com/office/drawing/2014/main" id="{DBC7F398-A251-4DBF-9B65-F30356F114D1}"/>
              </a:ext>
            </a:extLst>
          </p:cNvPr>
          <p:cNvSpPr>
            <a:spLocks noGrp="1"/>
          </p:cNvSpPr>
          <p:nvPr/>
        </p:nvSpPr>
        <p:spPr>
          <a:xfrm>
            <a:off x="4273264" y="620966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41" name="02_predicted_pose_4540">
            <a:extLst>
              <a:ext uri="{FF2B5EF4-FFF2-40B4-BE49-F238E27FC236}">
                <a16:creationId xmlns:a16="http://schemas.microsoft.com/office/drawing/2014/main" id="{6DA99690-D962-4998-9704-EB1D5A94BB67}"/>
              </a:ext>
            </a:extLst>
          </p:cNvPr>
          <p:cNvSpPr>
            <a:spLocks noGrp="1"/>
          </p:cNvSpPr>
          <p:nvPr/>
        </p:nvSpPr>
        <p:spPr>
          <a:xfrm>
            <a:off x="4302431" y="634526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42" name="02_predicted_pose_4541">
            <a:extLst>
              <a:ext uri="{FF2B5EF4-FFF2-40B4-BE49-F238E27FC236}">
                <a16:creationId xmlns:a16="http://schemas.microsoft.com/office/drawing/2014/main" id="{59FD5886-4D0A-4437-AC19-81B3A1B4AE9D}"/>
              </a:ext>
            </a:extLst>
          </p:cNvPr>
          <p:cNvSpPr>
            <a:spLocks noGrp="1"/>
          </p:cNvSpPr>
          <p:nvPr/>
        </p:nvSpPr>
        <p:spPr>
          <a:xfrm>
            <a:off x="4199980" y="617958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43" name="02_predicted_pose_4542">
            <a:extLst>
              <a:ext uri="{FF2B5EF4-FFF2-40B4-BE49-F238E27FC236}">
                <a16:creationId xmlns:a16="http://schemas.microsoft.com/office/drawing/2014/main" id="{0DDEE623-3055-4477-9A45-E8E86837AF5A}"/>
              </a:ext>
            </a:extLst>
          </p:cNvPr>
          <p:cNvSpPr>
            <a:spLocks noGrp="1"/>
          </p:cNvSpPr>
          <p:nvPr/>
        </p:nvSpPr>
        <p:spPr>
          <a:xfrm>
            <a:off x="4323943" y="589623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44" name="02_predicted_pose_4543">
            <a:extLst>
              <a:ext uri="{FF2B5EF4-FFF2-40B4-BE49-F238E27FC236}">
                <a16:creationId xmlns:a16="http://schemas.microsoft.com/office/drawing/2014/main" id="{7FA1C788-6D1A-4402-A9E3-826CFDF25FC7}"/>
              </a:ext>
            </a:extLst>
          </p:cNvPr>
          <p:cNvSpPr>
            <a:spLocks noGrp="1"/>
          </p:cNvSpPr>
          <p:nvPr/>
        </p:nvSpPr>
        <p:spPr>
          <a:xfrm>
            <a:off x="4338526" y="597209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45" name="02_predicted_pose_4544">
            <a:extLst>
              <a:ext uri="{FF2B5EF4-FFF2-40B4-BE49-F238E27FC236}">
                <a16:creationId xmlns:a16="http://schemas.microsoft.com/office/drawing/2014/main" id="{1AEAEC39-FB79-4122-B09A-38A6F9DC6283}"/>
              </a:ext>
            </a:extLst>
          </p:cNvPr>
          <p:cNvSpPr>
            <a:spLocks noGrp="1"/>
          </p:cNvSpPr>
          <p:nvPr/>
        </p:nvSpPr>
        <p:spPr>
          <a:xfrm>
            <a:off x="4108831" y="551411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46" name="02_predicted_pose_4545">
            <a:extLst>
              <a:ext uri="{FF2B5EF4-FFF2-40B4-BE49-F238E27FC236}">
                <a16:creationId xmlns:a16="http://schemas.microsoft.com/office/drawing/2014/main" id="{17ACBC83-874E-4C9F-A908-4DD7671C35E9}"/>
              </a:ext>
            </a:extLst>
          </p:cNvPr>
          <p:cNvSpPr>
            <a:spLocks noGrp="1"/>
          </p:cNvSpPr>
          <p:nvPr/>
        </p:nvSpPr>
        <p:spPr>
          <a:xfrm>
            <a:off x="4121957" y="619716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47" name="02_predicted_pose_4546">
            <a:extLst>
              <a:ext uri="{FF2B5EF4-FFF2-40B4-BE49-F238E27FC236}">
                <a16:creationId xmlns:a16="http://schemas.microsoft.com/office/drawing/2014/main" id="{AD6CBF46-B13A-402D-9B3E-A39C9EF87136}"/>
              </a:ext>
            </a:extLst>
          </p:cNvPr>
          <p:cNvSpPr>
            <a:spLocks noGrp="1"/>
          </p:cNvSpPr>
          <p:nvPr/>
        </p:nvSpPr>
        <p:spPr>
          <a:xfrm>
            <a:off x="4166073" y="617323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48" name="02_predicted_pose_4547">
            <a:extLst>
              <a:ext uri="{FF2B5EF4-FFF2-40B4-BE49-F238E27FC236}">
                <a16:creationId xmlns:a16="http://schemas.microsoft.com/office/drawing/2014/main" id="{A7B3541E-92F5-40FC-8043-0EE7459D4DEC}"/>
              </a:ext>
            </a:extLst>
          </p:cNvPr>
          <p:cNvSpPr>
            <a:spLocks noGrp="1"/>
          </p:cNvSpPr>
          <p:nvPr/>
        </p:nvSpPr>
        <p:spPr>
          <a:xfrm>
            <a:off x="4127426" y="612803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49" name="02_predicted_pose_4548">
            <a:extLst>
              <a:ext uri="{FF2B5EF4-FFF2-40B4-BE49-F238E27FC236}">
                <a16:creationId xmlns:a16="http://schemas.microsoft.com/office/drawing/2014/main" id="{07EB4D69-A57F-4FF5-A883-E22F8ED96FDD}"/>
              </a:ext>
            </a:extLst>
          </p:cNvPr>
          <p:cNvSpPr>
            <a:spLocks noGrp="1"/>
          </p:cNvSpPr>
          <p:nvPr/>
        </p:nvSpPr>
        <p:spPr>
          <a:xfrm>
            <a:off x="4072372" y="632061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50" name="02_predicted_pose_4549">
            <a:extLst>
              <a:ext uri="{FF2B5EF4-FFF2-40B4-BE49-F238E27FC236}">
                <a16:creationId xmlns:a16="http://schemas.microsoft.com/office/drawing/2014/main" id="{A8E2317C-5D88-406A-9E48-332585CBDC37}"/>
              </a:ext>
            </a:extLst>
          </p:cNvPr>
          <p:cNvSpPr>
            <a:spLocks noGrp="1"/>
          </p:cNvSpPr>
          <p:nvPr/>
        </p:nvSpPr>
        <p:spPr>
          <a:xfrm>
            <a:off x="4212376" y="632053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51" name="02_predicted_pose_4550">
            <a:extLst>
              <a:ext uri="{FF2B5EF4-FFF2-40B4-BE49-F238E27FC236}">
                <a16:creationId xmlns:a16="http://schemas.microsoft.com/office/drawing/2014/main" id="{C823DF8C-CF44-47A7-BD58-D7F1B6C9A625}"/>
              </a:ext>
            </a:extLst>
          </p:cNvPr>
          <p:cNvSpPr>
            <a:spLocks noGrp="1"/>
          </p:cNvSpPr>
          <p:nvPr/>
        </p:nvSpPr>
        <p:spPr>
          <a:xfrm>
            <a:off x="4226960" y="631518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52" name="02_predicted_pose_4551">
            <a:extLst>
              <a:ext uri="{FF2B5EF4-FFF2-40B4-BE49-F238E27FC236}">
                <a16:creationId xmlns:a16="http://schemas.microsoft.com/office/drawing/2014/main" id="{98FA742A-5ED1-4850-B7F0-0CDB9E663E5A}"/>
              </a:ext>
            </a:extLst>
          </p:cNvPr>
          <p:cNvSpPr>
            <a:spLocks noGrp="1"/>
          </p:cNvSpPr>
          <p:nvPr/>
        </p:nvSpPr>
        <p:spPr>
          <a:xfrm>
            <a:off x="4241544" y="631972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53" name="02_predicted_pose_4552">
            <a:extLst>
              <a:ext uri="{FF2B5EF4-FFF2-40B4-BE49-F238E27FC236}">
                <a16:creationId xmlns:a16="http://schemas.microsoft.com/office/drawing/2014/main" id="{17B4ED6E-C7D0-4533-9C4A-47439A2DAB37}"/>
              </a:ext>
            </a:extLst>
          </p:cNvPr>
          <p:cNvSpPr>
            <a:spLocks noGrp="1"/>
          </p:cNvSpPr>
          <p:nvPr/>
        </p:nvSpPr>
        <p:spPr>
          <a:xfrm>
            <a:off x="4256128" y="637440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54" name="02_predicted_pose_4553">
            <a:extLst>
              <a:ext uri="{FF2B5EF4-FFF2-40B4-BE49-F238E27FC236}">
                <a16:creationId xmlns:a16="http://schemas.microsoft.com/office/drawing/2014/main" id="{584DE448-3467-412A-906A-A40452842333}"/>
              </a:ext>
            </a:extLst>
          </p:cNvPr>
          <p:cNvSpPr>
            <a:spLocks noGrp="1"/>
          </p:cNvSpPr>
          <p:nvPr/>
        </p:nvSpPr>
        <p:spPr>
          <a:xfrm>
            <a:off x="4039193" y="633830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55" name="02_predicted_pose_4554">
            <a:extLst>
              <a:ext uri="{FF2B5EF4-FFF2-40B4-BE49-F238E27FC236}">
                <a16:creationId xmlns:a16="http://schemas.microsoft.com/office/drawing/2014/main" id="{D28753F0-4845-414F-B605-E23D4F2DEF60}"/>
              </a:ext>
            </a:extLst>
          </p:cNvPr>
          <p:cNvSpPr>
            <a:spLocks noGrp="1"/>
          </p:cNvSpPr>
          <p:nvPr/>
        </p:nvSpPr>
        <p:spPr>
          <a:xfrm>
            <a:off x="4068361" y="640726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56" name="02_predicted_pose_4555">
            <a:extLst>
              <a:ext uri="{FF2B5EF4-FFF2-40B4-BE49-F238E27FC236}">
                <a16:creationId xmlns:a16="http://schemas.microsoft.com/office/drawing/2014/main" id="{F63470D3-428E-4292-8087-710B01B0976D}"/>
              </a:ext>
            </a:extLst>
          </p:cNvPr>
          <p:cNvSpPr>
            <a:spLocks noGrp="1"/>
          </p:cNvSpPr>
          <p:nvPr/>
        </p:nvSpPr>
        <p:spPr>
          <a:xfrm>
            <a:off x="4292223" y="584486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57" name="02_predicted_pose_4556">
            <a:extLst>
              <a:ext uri="{FF2B5EF4-FFF2-40B4-BE49-F238E27FC236}">
                <a16:creationId xmlns:a16="http://schemas.microsoft.com/office/drawing/2014/main" id="{C7FE4D06-1D31-4945-B2A8-961455DFBDD6}"/>
              </a:ext>
            </a:extLst>
          </p:cNvPr>
          <p:cNvSpPr>
            <a:spLocks noGrp="1"/>
          </p:cNvSpPr>
          <p:nvPr/>
        </p:nvSpPr>
        <p:spPr>
          <a:xfrm>
            <a:off x="4329047" y="631940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58" name="02_predicted_pose_4557">
            <a:extLst>
              <a:ext uri="{FF2B5EF4-FFF2-40B4-BE49-F238E27FC236}">
                <a16:creationId xmlns:a16="http://schemas.microsoft.com/office/drawing/2014/main" id="{44288DBD-FB74-4D09-98DC-F91EC3F82207}"/>
              </a:ext>
            </a:extLst>
          </p:cNvPr>
          <p:cNvSpPr>
            <a:spLocks noGrp="1"/>
          </p:cNvSpPr>
          <p:nvPr/>
        </p:nvSpPr>
        <p:spPr>
          <a:xfrm>
            <a:off x="5346635" y="598039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59" name="02_predicted_pose_4558">
            <a:extLst>
              <a:ext uri="{FF2B5EF4-FFF2-40B4-BE49-F238E27FC236}">
                <a16:creationId xmlns:a16="http://schemas.microsoft.com/office/drawing/2014/main" id="{69548483-A7AD-430F-891E-D1CA007690C4}"/>
              </a:ext>
            </a:extLst>
          </p:cNvPr>
          <p:cNvSpPr>
            <a:spLocks noGrp="1"/>
          </p:cNvSpPr>
          <p:nvPr/>
        </p:nvSpPr>
        <p:spPr>
          <a:xfrm>
            <a:off x="5361219" y="59732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60" name="02_predicted_pose_4559">
            <a:extLst>
              <a:ext uri="{FF2B5EF4-FFF2-40B4-BE49-F238E27FC236}">
                <a16:creationId xmlns:a16="http://schemas.microsoft.com/office/drawing/2014/main" id="{00F37227-1816-49FD-8A35-748CB60D993E}"/>
              </a:ext>
            </a:extLst>
          </p:cNvPr>
          <p:cNvSpPr>
            <a:spLocks noGrp="1"/>
          </p:cNvSpPr>
          <p:nvPr/>
        </p:nvSpPr>
        <p:spPr>
          <a:xfrm>
            <a:off x="5375803" y="604915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61" name="02_predicted_pose_4560">
            <a:extLst>
              <a:ext uri="{FF2B5EF4-FFF2-40B4-BE49-F238E27FC236}">
                <a16:creationId xmlns:a16="http://schemas.microsoft.com/office/drawing/2014/main" id="{42DD5BD1-0F90-4134-AB4D-3B7058C7C196}"/>
              </a:ext>
            </a:extLst>
          </p:cNvPr>
          <p:cNvSpPr>
            <a:spLocks noGrp="1"/>
          </p:cNvSpPr>
          <p:nvPr/>
        </p:nvSpPr>
        <p:spPr>
          <a:xfrm>
            <a:off x="5390387" y="601522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62" name="02_predicted_pose_4561">
            <a:extLst>
              <a:ext uri="{FF2B5EF4-FFF2-40B4-BE49-F238E27FC236}">
                <a16:creationId xmlns:a16="http://schemas.microsoft.com/office/drawing/2014/main" id="{41CBFCDD-871A-4314-824F-C68031B069F1}"/>
              </a:ext>
            </a:extLst>
          </p:cNvPr>
          <p:cNvSpPr>
            <a:spLocks noGrp="1"/>
          </p:cNvSpPr>
          <p:nvPr/>
        </p:nvSpPr>
        <p:spPr>
          <a:xfrm>
            <a:off x="5404971" y="599640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63" name="02_predicted_pose_4562">
            <a:extLst>
              <a:ext uri="{FF2B5EF4-FFF2-40B4-BE49-F238E27FC236}">
                <a16:creationId xmlns:a16="http://schemas.microsoft.com/office/drawing/2014/main" id="{9BC8731F-DF47-48E7-94E2-B53148F6DF87}"/>
              </a:ext>
            </a:extLst>
          </p:cNvPr>
          <p:cNvSpPr>
            <a:spLocks noGrp="1"/>
          </p:cNvSpPr>
          <p:nvPr/>
        </p:nvSpPr>
        <p:spPr>
          <a:xfrm>
            <a:off x="5419555" y="599481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64" name="02_predicted_pose_4563">
            <a:extLst>
              <a:ext uri="{FF2B5EF4-FFF2-40B4-BE49-F238E27FC236}">
                <a16:creationId xmlns:a16="http://schemas.microsoft.com/office/drawing/2014/main" id="{798CCB8A-D22B-453C-8C22-9AB316DE2ABF}"/>
              </a:ext>
            </a:extLst>
          </p:cNvPr>
          <p:cNvSpPr>
            <a:spLocks noGrp="1"/>
          </p:cNvSpPr>
          <p:nvPr/>
        </p:nvSpPr>
        <p:spPr>
          <a:xfrm>
            <a:off x="5434138" y="598039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65" name="02_predicted_pose_4564">
            <a:extLst>
              <a:ext uri="{FF2B5EF4-FFF2-40B4-BE49-F238E27FC236}">
                <a16:creationId xmlns:a16="http://schemas.microsoft.com/office/drawing/2014/main" id="{D6CCE40C-06F2-4E9C-9E82-134A504E7987}"/>
              </a:ext>
            </a:extLst>
          </p:cNvPr>
          <p:cNvSpPr>
            <a:spLocks noGrp="1"/>
          </p:cNvSpPr>
          <p:nvPr/>
        </p:nvSpPr>
        <p:spPr>
          <a:xfrm>
            <a:off x="5448722" y="615707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66" name="02_predicted_pose_4565">
            <a:extLst>
              <a:ext uri="{FF2B5EF4-FFF2-40B4-BE49-F238E27FC236}">
                <a16:creationId xmlns:a16="http://schemas.microsoft.com/office/drawing/2014/main" id="{09399ED6-A1D6-4919-96F6-4D6B84FC3CC0}"/>
              </a:ext>
            </a:extLst>
          </p:cNvPr>
          <p:cNvSpPr>
            <a:spLocks noGrp="1"/>
          </p:cNvSpPr>
          <p:nvPr/>
        </p:nvSpPr>
        <p:spPr>
          <a:xfrm>
            <a:off x="5463306" y="603685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67" name="02_predicted_pose_4566">
            <a:extLst>
              <a:ext uri="{FF2B5EF4-FFF2-40B4-BE49-F238E27FC236}">
                <a16:creationId xmlns:a16="http://schemas.microsoft.com/office/drawing/2014/main" id="{9DE51E98-6722-4457-B743-D63D13926EC1}"/>
              </a:ext>
            </a:extLst>
          </p:cNvPr>
          <p:cNvSpPr>
            <a:spLocks noGrp="1"/>
          </p:cNvSpPr>
          <p:nvPr/>
        </p:nvSpPr>
        <p:spPr>
          <a:xfrm>
            <a:off x="5477890" y="598992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68" name="02_predicted_pose_4567">
            <a:extLst>
              <a:ext uri="{FF2B5EF4-FFF2-40B4-BE49-F238E27FC236}">
                <a16:creationId xmlns:a16="http://schemas.microsoft.com/office/drawing/2014/main" id="{78C178C4-B002-4308-B687-0CD9EA4BA9BC}"/>
              </a:ext>
            </a:extLst>
          </p:cNvPr>
          <p:cNvSpPr>
            <a:spLocks noGrp="1"/>
          </p:cNvSpPr>
          <p:nvPr/>
        </p:nvSpPr>
        <p:spPr>
          <a:xfrm>
            <a:off x="5360854" y="598957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69" name="02_predicted_pose_4568">
            <a:extLst>
              <a:ext uri="{FF2B5EF4-FFF2-40B4-BE49-F238E27FC236}">
                <a16:creationId xmlns:a16="http://schemas.microsoft.com/office/drawing/2014/main" id="{26387368-2F29-476A-AC8A-5AFF025EBFB6}"/>
              </a:ext>
            </a:extLst>
          </p:cNvPr>
          <p:cNvSpPr>
            <a:spLocks noGrp="1"/>
          </p:cNvSpPr>
          <p:nvPr/>
        </p:nvSpPr>
        <p:spPr>
          <a:xfrm>
            <a:off x="5459296" y="596450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70" name="02_predicted_pose_4569">
            <a:extLst>
              <a:ext uri="{FF2B5EF4-FFF2-40B4-BE49-F238E27FC236}">
                <a16:creationId xmlns:a16="http://schemas.microsoft.com/office/drawing/2014/main" id="{763D30A2-3633-4EC8-B038-4079DCA1CE24}"/>
              </a:ext>
            </a:extLst>
          </p:cNvPr>
          <p:cNvSpPr>
            <a:spLocks noGrp="1"/>
          </p:cNvSpPr>
          <p:nvPr/>
        </p:nvSpPr>
        <p:spPr>
          <a:xfrm>
            <a:off x="5557736" y="602627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71" name="02_predicted_pose_4570">
            <a:extLst>
              <a:ext uri="{FF2B5EF4-FFF2-40B4-BE49-F238E27FC236}">
                <a16:creationId xmlns:a16="http://schemas.microsoft.com/office/drawing/2014/main" id="{3FD1927E-3BC0-47DC-82DD-AE7E2D2FE72C}"/>
              </a:ext>
            </a:extLst>
          </p:cNvPr>
          <p:cNvSpPr>
            <a:spLocks noGrp="1"/>
          </p:cNvSpPr>
          <p:nvPr/>
        </p:nvSpPr>
        <p:spPr>
          <a:xfrm>
            <a:off x="5292675" y="593377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72" name="02_predicted_pose_4571">
            <a:extLst>
              <a:ext uri="{FF2B5EF4-FFF2-40B4-BE49-F238E27FC236}">
                <a16:creationId xmlns:a16="http://schemas.microsoft.com/office/drawing/2014/main" id="{87B4D4CB-FBB6-4628-879B-55AD76052593}"/>
              </a:ext>
            </a:extLst>
          </p:cNvPr>
          <p:cNvSpPr>
            <a:spLocks noGrp="1"/>
          </p:cNvSpPr>
          <p:nvPr/>
        </p:nvSpPr>
        <p:spPr>
          <a:xfrm>
            <a:off x="5391116" y="593605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73" name="02_predicted_pose_4572">
            <a:extLst>
              <a:ext uri="{FF2B5EF4-FFF2-40B4-BE49-F238E27FC236}">
                <a16:creationId xmlns:a16="http://schemas.microsoft.com/office/drawing/2014/main" id="{220D271B-B980-4DFA-A21F-62567E7AA9BA}"/>
              </a:ext>
            </a:extLst>
          </p:cNvPr>
          <p:cNvSpPr>
            <a:spLocks noGrp="1"/>
          </p:cNvSpPr>
          <p:nvPr/>
        </p:nvSpPr>
        <p:spPr>
          <a:xfrm>
            <a:off x="5489557" y="600914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74" name="02_predicted_pose_4573">
            <a:extLst>
              <a:ext uri="{FF2B5EF4-FFF2-40B4-BE49-F238E27FC236}">
                <a16:creationId xmlns:a16="http://schemas.microsoft.com/office/drawing/2014/main" id="{B83DD45F-0C8C-4AC2-ADEB-6B7E48873488}"/>
              </a:ext>
            </a:extLst>
          </p:cNvPr>
          <p:cNvSpPr>
            <a:spLocks noGrp="1"/>
          </p:cNvSpPr>
          <p:nvPr/>
        </p:nvSpPr>
        <p:spPr>
          <a:xfrm>
            <a:off x="5587998" y="618244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75" name="02_predicted_pose_4574">
            <a:extLst>
              <a:ext uri="{FF2B5EF4-FFF2-40B4-BE49-F238E27FC236}">
                <a16:creationId xmlns:a16="http://schemas.microsoft.com/office/drawing/2014/main" id="{8BF76FCB-F4D2-4189-A695-376EF71457A6}"/>
              </a:ext>
            </a:extLst>
          </p:cNvPr>
          <p:cNvSpPr>
            <a:spLocks noGrp="1"/>
          </p:cNvSpPr>
          <p:nvPr/>
        </p:nvSpPr>
        <p:spPr>
          <a:xfrm>
            <a:off x="5322936" y="588218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76" name="02_predicted_pose_4575">
            <a:extLst>
              <a:ext uri="{FF2B5EF4-FFF2-40B4-BE49-F238E27FC236}">
                <a16:creationId xmlns:a16="http://schemas.microsoft.com/office/drawing/2014/main" id="{FA475BF7-9A26-4EB5-8CF3-3BB9E7DB818B}"/>
              </a:ext>
            </a:extLst>
          </p:cNvPr>
          <p:cNvSpPr>
            <a:spLocks noGrp="1"/>
          </p:cNvSpPr>
          <p:nvPr/>
        </p:nvSpPr>
        <p:spPr>
          <a:xfrm>
            <a:off x="5421378" y="604440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77" name="02_predicted_pose_4576">
            <a:extLst>
              <a:ext uri="{FF2B5EF4-FFF2-40B4-BE49-F238E27FC236}">
                <a16:creationId xmlns:a16="http://schemas.microsoft.com/office/drawing/2014/main" id="{DDF5BA76-B668-4F25-9BA3-8534F5A09D55}"/>
              </a:ext>
            </a:extLst>
          </p:cNvPr>
          <p:cNvSpPr>
            <a:spLocks noGrp="1"/>
          </p:cNvSpPr>
          <p:nvPr/>
        </p:nvSpPr>
        <p:spPr>
          <a:xfrm>
            <a:off x="5519819" y="607200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78" name="02_predicted_pose_4577">
            <a:extLst>
              <a:ext uri="{FF2B5EF4-FFF2-40B4-BE49-F238E27FC236}">
                <a16:creationId xmlns:a16="http://schemas.microsoft.com/office/drawing/2014/main" id="{BF64EAED-9371-4795-963F-6D7DA9F9F98D}"/>
              </a:ext>
            </a:extLst>
          </p:cNvPr>
          <p:cNvSpPr>
            <a:spLocks noGrp="1"/>
          </p:cNvSpPr>
          <p:nvPr/>
        </p:nvSpPr>
        <p:spPr>
          <a:xfrm>
            <a:off x="5375439" y="591518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79" name="02_predicted_pose_4578">
            <a:extLst>
              <a:ext uri="{FF2B5EF4-FFF2-40B4-BE49-F238E27FC236}">
                <a16:creationId xmlns:a16="http://schemas.microsoft.com/office/drawing/2014/main" id="{B20491C3-4CF2-47D0-AE64-865AD4829C5A}"/>
              </a:ext>
            </a:extLst>
          </p:cNvPr>
          <p:cNvSpPr>
            <a:spLocks noGrp="1"/>
          </p:cNvSpPr>
          <p:nvPr/>
        </p:nvSpPr>
        <p:spPr>
          <a:xfrm>
            <a:off x="5473879" y="609592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80" name="02_predicted_pose_4579">
            <a:extLst>
              <a:ext uri="{FF2B5EF4-FFF2-40B4-BE49-F238E27FC236}">
                <a16:creationId xmlns:a16="http://schemas.microsoft.com/office/drawing/2014/main" id="{34AE034F-8348-49E1-8978-C6BF54E41C87}"/>
              </a:ext>
            </a:extLst>
          </p:cNvPr>
          <p:cNvSpPr>
            <a:spLocks noGrp="1"/>
          </p:cNvSpPr>
          <p:nvPr/>
        </p:nvSpPr>
        <p:spPr>
          <a:xfrm>
            <a:off x="5572320" y="600861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81" name="02_predicted_pose_4580">
            <a:extLst>
              <a:ext uri="{FF2B5EF4-FFF2-40B4-BE49-F238E27FC236}">
                <a16:creationId xmlns:a16="http://schemas.microsoft.com/office/drawing/2014/main" id="{56AF001C-3B61-4392-B132-F119E7B8D83E}"/>
              </a:ext>
            </a:extLst>
          </p:cNvPr>
          <p:cNvSpPr>
            <a:spLocks noGrp="1"/>
          </p:cNvSpPr>
          <p:nvPr/>
        </p:nvSpPr>
        <p:spPr>
          <a:xfrm>
            <a:off x="5307258" y="607931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82" name="02_predicted_pose_4581">
            <a:extLst>
              <a:ext uri="{FF2B5EF4-FFF2-40B4-BE49-F238E27FC236}">
                <a16:creationId xmlns:a16="http://schemas.microsoft.com/office/drawing/2014/main" id="{E53E09EF-DB9A-44F5-836C-339719A3094C}"/>
              </a:ext>
            </a:extLst>
          </p:cNvPr>
          <p:cNvSpPr>
            <a:spLocks noGrp="1"/>
          </p:cNvSpPr>
          <p:nvPr/>
        </p:nvSpPr>
        <p:spPr>
          <a:xfrm>
            <a:off x="5405700" y="59899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83" name="02_predicted_pose_4582">
            <a:extLst>
              <a:ext uri="{FF2B5EF4-FFF2-40B4-BE49-F238E27FC236}">
                <a16:creationId xmlns:a16="http://schemas.microsoft.com/office/drawing/2014/main" id="{648895F1-5734-4502-85BF-A653F48E2230}"/>
              </a:ext>
            </a:extLst>
          </p:cNvPr>
          <p:cNvSpPr>
            <a:spLocks noGrp="1"/>
          </p:cNvSpPr>
          <p:nvPr/>
        </p:nvSpPr>
        <p:spPr>
          <a:xfrm>
            <a:off x="5504141" y="613938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84" name="02_predicted_pose_4583">
            <a:extLst>
              <a:ext uri="{FF2B5EF4-FFF2-40B4-BE49-F238E27FC236}">
                <a16:creationId xmlns:a16="http://schemas.microsoft.com/office/drawing/2014/main" id="{9106D745-90C9-4498-9AEF-6E519E07DFDD}"/>
              </a:ext>
            </a:extLst>
          </p:cNvPr>
          <p:cNvSpPr>
            <a:spLocks noGrp="1"/>
          </p:cNvSpPr>
          <p:nvPr/>
        </p:nvSpPr>
        <p:spPr>
          <a:xfrm>
            <a:off x="5239079" y="591356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85" name="02_predicted_pose_4584">
            <a:extLst>
              <a:ext uri="{FF2B5EF4-FFF2-40B4-BE49-F238E27FC236}">
                <a16:creationId xmlns:a16="http://schemas.microsoft.com/office/drawing/2014/main" id="{64D0A328-B954-4982-8496-2DBA022FACCD}"/>
              </a:ext>
            </a:extLst>
          </p:cNvPr>
          <p:cNvSpPr>
            <a:spLocks noGrp="1"/>
          </p:cNvSpPr>
          <p:nvPr/>
        </p:nvSpPr>
        <p:spPr>
          <a:xfrm>
            <a:off x="5337521" y="606116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86" name="02_predicted_pose_4585">
            <a:extLst>
              <a:ext uri="{FF2B5EF4-FFF2-40B4-BE49-F238E27FC236}">
                <a16:creationId xmlns:a16="http://schemas.microsoft.com/office/drawing/2014/main" id="{10E5C0E8-F583-4A0C-BB1E-60AE84730370}"/>
              </a:ext>
            </a:extLst>
          </p:cNvPr>
          <p:cNvSpPr>
            <a:spLocks noGrp="1"/>
          </p:cNvSpPr>
          <p:nvPr/>
        </p:nvSpPr>
        <p:spPr>
          <a:xfrm>
            <a:off x="5435962" y="611288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87" name="02_predicted_pose_4586">
            <a:extLst>
              <a:ext uri="{FF2B5EF4-FFF2-40B4-BE49-F238E27FC236}">
                <a16:creationId xmlns:a16="http://schemas.microsoft.com/office/drawing/2014/main" id="{D3413A45-2F4C-4620-A1DE-F57E69076202}"/>
              </a:ext>
            </a:extLst>
          </p:cNvPr>
          <p:cNvSpPr>
            <a:spLocks noGrp="1"/>
          </p:cNvSpPr>
          <p:nvPr/>
        </p:nvSpPr>
        <p:spPr>
          <a:xfrm>
            <a:off x="5534402" y="588656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88" name="02_predicted_pose_4587">
            <a:extLst>
              <a:ext uri="{FF2B5EF4-FFF2-40B4-BE49-F238E27FC236}">
                <a16:creationId xmlns:a16="http://schemas.microsoft.com/office/drawing/2014/main" id="{D7EE46EA-36BF-463D-98D5-5A73FE83435E}"/>
              </a:ext>
            </a:extLst>
          </p:cNvPr>
          <p:cNvSpPr>
            <a:spLocks noGrp="1"/>
          </p:cNvSpPr>
          <p:nvPr/>
        </p:nvSpPr>
        <p:spPr>
          <a:xfrm>
            <a:off x="5390022" y="597845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89" name="02_predicted_pose_4588">
            <a:extLst>
              <a:ext uri="{FF2B5EF4-FFF2-40B4-BE49-F238E27FC236}">
                <a16:creationId xmlns:a16="http://schemas.microsoft.com/office/drawing/2014/main" id="{E7BD2220-762C-47C6-A5F8-DD4EE557BED2}"/>
              </a:ext>
            </a:extLst>
          </p:cNvPr>
          <p:cNvSpPr>
            <a:spLocks noGrp="1"/>
          </p:cNvSpPr>
          <p:nvPr/>
        </p:nvSpPr>
        <p:spPr>
          <a:xfrm>
            <a:off x="5488463" y="601050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90" name="02_predicted_pose_4589">
            <a:extLst>
              <a:ext uri="{FF2B5EF4-FFF2-40B4-BE49-F238E27FC236}">
                <a16:creationId xmlns:a16="http://schemas.microsoft.com/office/drawing/2014/main" id="{16A6BED3-8799-43B4-86A9-51E28CFB7680}"/>
              </a:ext>
            </a:extLst>
          </p:cNvPr>
          <p:cNvSpPr>
            <a:spLocks noGrp="1"/>
          </p:cNvSpPr>
          <p:nvPr/>
        </p:nvSpPr>
        <p:spPr>
          <a:xfrm>
            <a:off x="5586905" y="598834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91" name="02_predicted_pose_4590">
            <a:extLst>
              <a:ext uri="{FF2B5EF4-FFF2-40B4-BE49-F238E27FC236}">
                <a16:creationId xmlns:a16="http://schemas.microsoft.com/office/drawing/2014/main" id="{61DB0F30-5959-4F26-BE15-D994E51C0C07}"/>
              </a:ext>
            </a:extLst>
          </p:cNvPr>
          <p:cNvSpPr>
            <a:spLocks noGrp="1"/>
          </p:cNvSpPr>
          <p:nvPr/>
        </p:nvSpPr>
        <p:spPr>
          <a:xfrm>
            <a:off x="5321843" y="589645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92" name="02_predicted_pose_4591">
            <a:extLst>
              <a:ext uri="{FF2B5EF4-FFF2-40B4-BE49-F238E27FC236}">
                <a16:creationId xmlns:a16="http://schemas.microsoft.com/office/drawing/2014/main" id="{6FD7A6B3-8316-427F-8682-E2D6E57B1A58}"/>
              </a:ext>
            </a:extLst>
          </p:cNvPr>
          <p:cNvSpPr>
            <a:spLocks noGrp="1"/>
          </p:cNvSpPr>
          <p:nvPr/>
        </p:nvSpPr>
        <p:spPr>
          <a:xfrm>
            <a:off x="5420284" y="611208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93" name="02_predicted_pose_4592">
            <a:extLst>
              <a:ext uri="{FF2B5EF4-FFF2-40B4-BE49-F238E27FC236}">
                <a16:creationId xmlns:a16="http://schemas.microsoft.com/office/drawing/2014/main" id="{840D6AF2-9D91-4510-A68B-0FC5419FEC97}"/>
              </a:ext>
            </a:extLst>
          </p:cNvPr>
          <p:cNvSpPr>
            <a:spLocks noGrp="1"/>
          </p:cNvSpPr>
          <p:nvPr/>
        </p:nvSpPr>
        <p:spPr>
          <a:xfrm>
            <a:off x="5518724" y="58747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94" name="02_predicted_pose_4593">
            <a:extLst>
              <a:ext uri="{FF2B5EF4-FFF2-40B4-BE49-F238E27FC236}">
                <a16:creationId xmlns:a16="http://schemas.microsoft.com/office/drawing/2014/main" id="{D8F47577-66C7-42D6-B387-AD2B3D55EC62}"/>
              </a:ext>
            </a:extLst>
          </p:cNvPr>
          <p:cNvSpPr>
            <a:spLocks noGrp="1"/>
          </p:cNvSpPr>
          <p:nvPr/>
        </p:nvSpPr>
        <p:spPr>
          <a:xfrm>
            <a:off x="5253663" y="59854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95" name="02_predicted_pose_4594">
            <a:extLst>
              <a:ext uri="{FF2B5EF4-FFF2-40B4-BE49-F238E27FC236}">
                <a16:creationId xmlns:a16="http://schemas.microsoft.com/office/drawing/2014/main" id="{892393B5-66DF-4A39-A614-3B83135B6A17}"/>
              </a:ext>
            </a:extLst>
          </p:cNvPr>
          <p:cNvSpPr>
            <a:spLocks noGrp="1"/>
          </p:cNvSpPr>
          <p:nvPr/>
        </p:nvSpPr>
        <p:spPr>
          <a:xfrm>
            <a:off x="5352104" y="608186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96" name="02_predicted_pose_4595">
            <a:extLst>
              <a:ext uri="{FF2B5EF4-FFF2-40B4-BE49-F238E27FC236}">
                <a16:creationId xmlns:a16="http://schemas.microsoft.com/office/drawing/2014/main" id="{E9317664-ACD7-4110-B61F-657D3C0DDCBB}"/>
              </a:ext>
            </a:extLst>
          </p:cNvPr>
          <p:cNvSpPr>
            <a:spLocks noGrp="1"/>
          </p:cNvSpPr>
          <p:nvPr/>
        </p:nvSpPr>
        <p:spPr>
          <a:xfrm>
            <a:off x="5450545" y="604149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97" name="02_predicted_pose_4596">
            <a:extLst>
              <a:ext uri="{FF2B5EF4-FFF2-40B4-BE49-F238E27FC236}">
                <a16:creationId xmlns:a16="http://schemas.microsoft.com/office/drawing/2014/main" id="{19C83D5C-EC92-4421-BFDE-82E65C3988B7}"/>
              </a:ext>
            </a:extLst>
          </p:cNvPr>
          <p:cNvSpPr>
            <a:spLocks noGrp="1"/>
          </p:cNvSpPr>
          <p:nvPr/>
        </p:nvSpPr>
        <p:spPr>
          <a:xfrm>
            <a:off x="5548986" y="611750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98" name="02_predicted_pose_4597">
            <a:extLst>
              <a:ext uri="{FF2B5EF4-FFF2-40B4-BE49-F238E27FC236}">
                <a16:creationId xmlns:a16="http://schemas.microsoft.com/office/drawing/2014/main" id="{1CAB4345-998F-45F1-971C-ABABF02A503B}"/>
              </a:ext>
            </a:extLst>
          </p:cNvPr>
          <p:cNvSpPr>
            <a:spLocks noGrp="1"/>
          </p:cNvSpPr>
          <p:nvPr/>
        </p:nvSpPr>
        <p:spPr>
          <a:xfrm>
            <a:off x="5404606" y="592050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99" name="02_predicted_pose_4598">
            <a:extLst>
              <a:ext uri="{FF2B5EF4-FFF2-40B4-BE49-F238E27FC236}">
                <a16:creationId xmlns:a16="http://schemas.microsoft.com/office/drawing/2014/main" id="{2DEB5303-E4F6-479E-B6A8-89D70425A577}"/>
              </a:ext>
            </a:extLst>
          </p:cNvPr>
          <p:cNvSpPr>
            <a:spLocks noGrp="1"/>
          </p:cNvSpPr>
          <p:nvPr/>
        </p:nvSpPr>
        <p:spPr>
          <a:xfrm>
            <a:off x="5503048" y="591678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00" name="02_predicted_pose_4599">
            <a:extLst>
              <a:ext uri="{FF2B5EF4-FFF2-40B4-BE49-F238E27FC236}">
                <a16:creationId xmlns:a16="http://schemas.microsoft.com/office/drawing/2014/main" id="{54096DEC-FB6F-4EAF-BF1E-2A3868F71475}"/>
              </a:ext>
            </a:extLst>
          </p:cNvPr>
          <p:cNvSpPr>
            <a:spLocks noGrp="1"/>
          </p:cNvSpPr>
          <p:nvPr/>
        </p:nvSpPr>
        <p:spPr>
          <a:xfrm>
            <a:off x="5237986" y="597083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01" name="02_predicted_pose_4600">
            <a:extLst>
              <a:ext uri="{FF2B5EF4-FFF2-40B4-BE49-F238E27FC236}">
                <a16:creationId xmlns:a16="http://schemas.microsoft.com/office/drawing/2014/main" id="{46256D01-C76F-44DB-9B31-B95C48217D50}"/>
              </a:ext>
            </a:extLst>
          </p:cNvPr>
          <p:cNvSpPr>
            <a:spLocks noGrp="1"/>
          </p:cNvSpPr>
          <p:nvPr/>
        </p:nvSpPr>
        <p:spPr>
          <a:xfrm>
            <a:off x="5336427" y="59417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02" name="02_predicted_pose_4601">
            <a:extLst>
              <a:ext uri="{FF2B5EF4-FFF2-40B4-BE49-F238E27FC236}">
                <a16:creationId xmlns:a16="http://schemas.microsoft.com/office/drawing/2014/main" id="{D323C373-0D3D-45E5-B598-0C8229A350FF}"/>
              </a:ext>
            </a:extLst>
          </p:cNvPr>
          <p:cNvSpPr>
            <a:spLocks noGrp="1"/>
          </p:cNvSpPr>
          <p:nvPr/>
        </p:nvSpPr>
        <p:spPr>
          <a:xfrm>
            <a:off x="5434867" y="62010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03" name="02_predicted_pose_4602">
            <a:extLst>
              <a:ext uri="{FF2B5EF4-FFF2-40B4-BE49-F238E27FC236}">
                <a16:creationId xmlns:a16="http://schemas.microsoft.com/office/drawing/2014/main" id="{4651E653-35AE-4A3D-8EB8-6F474D9044CF}"/>
              </a:ext>
            </a:extLst>
          </p:cNvPr>
          <p:cNvSpPr>
            <a:spLocks noGrp="1"/>
          </p:cNvSpPr>
          <p:nvPr/>
        </p:nvSpPr>
        <p:spPr>
          <a:xfrm>
            <a:off x="5533309" y="609905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04" name="02_predicted_pose_4603">
            <a:extLst>
              <a:ext uri="{FF2B5EF4-FFF2-40B4-BE49-F238E27FC236}">
                <a16:creationId xmlns:a16="http://schemas.microsoft.com/office/drawing/2014/main" id="{BFD593F1-AA49-4F0D-A184-367FD71B22DC}"/>
              </a:ext>
            </a:extLst>
          </p:cNvPr>
          <p:cNvSpPr>
            <a:spLocks noGrp="1"/>
          </p:cNvSpPr>
          <p:nvPr/>
        </p:nvSpPr>
        <p:spPr>
          <a:xfrm>
            <a:off x="5268247" y="586478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05" name="02_predicted_pose_4604">
            <a:extLst>
              <a:ext uri="{FF2B5EF4-FFF2-40B4-BE49-F238E27FC236}">
                <a16:creationId xmlns:a16="http://schemas.microsoft.com/office/drawing/2014/main" id="{F19E4E72-FF32-4BC1-9CB1-07F33BC87624}"/>
              </a:ext>
            </a:extLst>
          </p:cNvPr>
          <p:cNvSpPr>
            <a:spLocks noGrp="1"/>
          </p:cNvSpPr>
          <p:nvPr/>
        </p:nvSpPr>
        <p:spPr>
          <a:xfrm>
            <a:off x="5366688" y="607428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06" name="02_predicted_pose_4605">
            <a:extLst>
              <a:ext uri="{FF2B5EF4-FFF2-40B4-BE49-F238E27FC236}">
                <a16:creationId xmlns:a16="http://schemas.microsoft.com/office/drawing/2014/main" id="{D49FA961-F5A9-4789-ADEB-B2A8C3B24813}"/>
              </a:ext>
            </a:extLst>
          </p:cNvPr>
          <p:cNvSpPr>
            <a:spLocks noGrp="1"/>
          </p:cNvSpPr>
          <p:nvPr/>
        </p:nvSpPr>
        <p:spPr>
          <a:xfrm>
            <a:off x="5465129" y="594737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07" name="02_predicted_pose_4606">
            <a:extLst>
              <a:ext uri="{FF2B5EF4-FFF2-40B4-BE49-F238E27FC236}">
                <a16:creationId xmlns:a16="http://schemas.microsoft.com/office/drawing/2014/main" id="{14D3832E-CD49-4361-8AD2-F52EB031C66A}"/>
              </a:ext>
            </a:extLst>
          </p:cNvPr>
          <p:cNvSpPr>
            <a:spLocks noGrp="1"/>
          </p:cNvSpPr>
          <p:nvPr/>
        </p:nvSpPr>
        <p:spPr>
          <a:xfrm>
            <a:off x="5563570" y="585997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08" name="02_predicted_pose_4607">
            <a:extLst>
              <a:ext uri="{FF2B5EF4-FFF2-40B4-BE49-F238E27FC236}">
                <a16:creationId xmlns:a16="http://schemas.microsoft.com/office/drawing/2014/main" id="{B6A83FFE-DEFE-4B63-AA5A-16CBF72795D6}"/>
              </a:ext>
            </a:extLst>
          </p:cNvPr>
          <p:cNvSpPr>
            <a:spLocks noGrp="1"/>
          </p:cNvSpPr>
          <p:nvPr/>
        </p:nvSpPr>
        <p:spPr>
          <a:xfrm>
            <a:off x="5419189" y="606824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09" name="02_predicted_pose_4608">
            <a:extLst>
              <a:ext uri="{FF2B5EF4-FFF2-40B4-BE49-F238E27FC236}">
                <a16:creationId xmlns:a16="http://schemas.microsoft.com/office/drawing/2014/main" id="{1E998A6B-C9A3-400E-974F-E0818248E5FB}"/>
              </a:ext>
            </a:extLst>
          </p:cNvPr>
          <p:cNvSpPr>
            <a:spLocks noGrp="1"/>
          </p:cNvSpPr>
          <p:nvPr/>
        </p:nvSpPr>
        <p:spPr>
          <a:xfrm>
            <a:off x="5517631" y="598953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10" name="02_predicted_pose_4609">
            <a:extLst>
              <a:ext uri="{FF2B5EF4-FFF2-40B4-BE49-F238E27FC236}">
                <a16:creationId xmlns:a16="http://schemas.microsoft.com/office/drawing/2014/main" id="{43BAA83C-ED2E-4D95-93CD-7B264C265A5F}"/>
              </a:ext>
            </a:extLst>
          </p:cNvPr>
          <p:cNvSpPr>
            <a:spLocks noGrp="1"/>
          </p:cNvSpPr>
          <p:nvPr/>
        </p:nvSpPr>
        <p:spPr>
          <a:xfrm>
            <a:off x="5252570" y="610680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11" name="02_predicted_pose_4610">
            <a:extLst>
              <a:ext uri="{FF2B5EF4-FFF2-40B4-BE49-F238E27FC236}">
                <a16:creationId xmlns:a16="http://schemas.microsoft.com/office/drawing/2014/main" id="{0CF400FD-D9D8-454C-B358-F1A713548832}"/>
              </a:ext>
            </a:extLst>
          </p:cNvPr>
          <p:cNvSpPr>
            <a:spLocks noGrp="1"/>
          </p:cNvSpPr>
          <p:nvPr/>
        </p:nvSpPr>
        <p:spPr>
          <a:xfrm>
            <a:off x="5351010" y="608789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12" name="02_predicted_pose_4611">
            <a:extLst>
              <a:ext uri="{FF2B5EF4-FFF2-40B4-BE49-F238E27FC236}">
                <a16:creationId xmlns:a16="http://schemas.microsoft.com/office/drawing/2014/main" id="{A8FCCB3E-71DB-479C-A609-2C3761989C75}"/>
              </a:ext>
            </a:extLst>
          </p:cNvPr>
          <p:cNvSpPr>
            <a:spLocks noGrp="1"/>
          </p:cNvSpPr>
          <p:nvPr/>
        </p:nvSpPr>
        <p:spPr>
          <a:xfrm>
            <a:off x="5449451" y="596704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13" name="02_predicted_pose_4612">
            <a:extLst>
              <a:ext uri="{FF2B5EF4-FFF2-40B4-BE49-F238E27FC236}">
                <a16:creationId xmlns:a16="http://schemas.microsoft.com/office/drawing/2014/main" id="{86F7A282-5596-47CD-92F1-E1FA5C7888C8}"/>
              </a:ext>
            </a:extLst>
          </p:cNvPr>
          <p:cNvSpPr>
            <a:spLocks noGrp="1"/>
          </p:cNvSpPr>
          <p:nvPr/>
        </p:nvSpPr>
        <p:spPr>
          <a:xfrm>
            <a:off x="5547893" y="594405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14" name="02_predicted_pose_4613">
            <a:extLst>
              <a:ext uri="{FF2B5EF4-FFF2-40B4-BE49-F238E27FC236}">
                <a16:creationId xmlns:a16="http://schemas.microsoft.com/office/drawing/2014/main" id="{576CBD4D-7E21-44C8-A77E-17908217135C}"/>
              </a:ext>
            </a:extLst>
          </p:cNvPr>
          <p:cNvSpPr>
            <a:spLocks noGrp="1"/>
          </p:cNvSpPr>
          <p:nvPr/>
        </p:nvSpPr>
        <p:spPr>
          <a:xfrm>
            <a:off x="5282831" y="612159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15" name="02_predicted_pose_4614">
            <a:extLst>
              <a:ext uri="{FF2B5EF4-FFF2-40B4-BE49-F238E27FC236}">
                <a16:creationId xmlns:a16="http://schemas.microsoft.com/office/drawing/2014/main" id="{596ACB93-17B6-40CE-A274-570AD93397FC}"/>
              </a:ext>
            </a:extLst>
          </p:cNvPr>
          <p:cNvSpPr>
            <a:spLocks noGrp="1"/>
          </p:cNvSpPr>
          <p:nvPr/>
        </p:nvSpPr>
        <p:spPr>
          <a:xfrm>
            <a:off x="5381272" y="607366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16" name="02_predicted_pose_4615">
            <a:extLst>
              <a:ext uri="{FF2B5EF4-FFF2-40B4-BE49-F238E27FC236}">
                <a16:creationId xmlns:a16="http://schemas.microsoft.com/office/drawing/2014/main" id="{71CC0FA8-45D6-4C80-B508-D23147D7A2C7}"/>
              </a:ext>
            </a:extLst>
          </p:cNvPr>
          <p:cNvSpPr>
            <a:spLocks noGrp="1"/>
          </p:cNvSpPr>
          <p:nvPr/>
        </p:nvSpPr>
        <p:spPr>
          <a:xfrm>
            <a:off x="5479713" y="592631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17" name="02_predicted_pose_4616">
            <a:extLst>
              <a:ext uri="{FF2B5EF4-FFF2-40B4-BE49-F238E27FC236}">
                <a16:creationId xmlns:a16="http://schemas.microsoft.com/office/drawing/2014/main" id="{197ED5EB-CFF8-4D62-A464-EFDC60E9A39C}"/>
              </a:ext>
            </a:extLst>
          </p:cNvPr>
          <p:cNvSpPr>
            <a:spLocks noGrp="1"/>
          </p:cNvSpPr>
          <p:nvPr/>
        </p:nvSpPr>
        <p:spPr>
          <a:xfrm>
            <a:off x="5578154" y="619262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18" name="02_predicted_pose_4617">
            <a:extLst>
              <a:ext uri="{FF2B5EF4-FFF2-40B4-BE49-F238E27FC236}">
                <a16:creationId xmlns:a16="http://schemas.microsoft.com/office/drawing/2014/main" id="{E26A3172-FC4D-4C60-8E1A-5DD2CBCAF48D}"/>
              </a:ext>
            </a:extLst>
          </p:cNvPr>
          <p:cNvSpPr>
            <a:spLocks noGrp="1"/>
          </p:cNvSpPr>
          <p:nvPr/>
        </p:nvSpPr>
        <p:spPr>
          <a:xfrm>
            <a:off x="5532215" y="586713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19" name="02_predicted_pose_4618">
            <a:extLst>
              <a:ext uri="{FF2B5EF4-FFF2-40B4-BE49-F238E27FC236}">
                <a16:creationId xmlns:a16="http://schemas.microsoft.com/office/drawing/2014/main" id="{BE22EDA4-8E1B-4E7A-AC19-7C2D2DBBC9B9}"/>
              </a:ext>
            </a:extLst>
          </p:cNvPr>
          <p:cNvSpPr>
            <a:spLocks noGrp="1"/>
          </p:cNvSpPr>
          <p:nvPr/>
        </p:nvSpPr>
        <p:spPr>
          <a:xfrm>
            <a:off x="5267153" y="604808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20" name="02_predicted_pose_4619">
            <a:extLst>
              <a:ext uri="{FF2B5EF4-FFF2-40B4-BE49-F238E27FC236}">
                <a16:creationId xmlns:a16="http://schemas.microsoft.com/office/drawing/2014/main" id="{86152146-4BA4-4D20-992E-7895F3744CCE}"/>
              </a:ext>
            </a:extLst>
          </p:cNvPr>
          <p:cNvSpPr>
            <a:spLocks noGrp="1"/>
          </p:cNvSpPr>
          <p:nvPr/>
        </p:nvSpPr>
        <p:spPr>
          <a:xfrm>
            <a:off x="5365594" y="592632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21" name="02_predicted_pose_4620">
            <a:extLst>
              <a:ext uri="{FF2B5EF4-FFF2-40B4-BE49-F238E27FC236}">
                <a16:creationId xmlns:a16="http://schemas.microsoft.com/office/drawing/2014/main" id="{AB49FF6A-043B-4FFA-A9C3-5738007FDE2A}"/>
              </a:ext>
            </a:extLst>
          </p:cNvPr>
          <p:cNvSpPr>
            <a:spLocks noGrp="1"/>
          </p:cNvSpPr>
          <p:nvPr/>
        </p:nvSpPr>
        <p:spPr>
          <a:xfrm>
            <a:off x="5464036" y="592422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22" name="02_predicted_pose_4621">
            <a:extLst>
              <a:ext uri="{FF2B5EF4-FFF2-40B4-BE49-F238E27FC236}">
                <a16:creationId xmlns:a16="http://schemas.microsoft.com/office/drawing/2014/main" id="{F997F1FB-954F-4B9E-9286-DB6D5B017899}"/>
              </a:ext>
            </a:extLst>
          </p:cNvPr>
          <p:cNvSpPr>
            <a:spLocks noGrp="1"/>
          </p:cNvSpPr>
          <p:nvPr/>
        </p:nvSpPr>
        <p:spPr>
          <a:xfrm>
            <a:off x="5562476" y="592636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23" name="02_predicted_pose_4622">
            <a:extLst>
              <a:ext uri="{FF2B5EF4-FFF2-40B4-BE49-F238E27FC236}">
                <a16:creationId xmlns:a16="http://schemas.microsoft.com/office/drawing/2014/main" id="{C1D865AC-96A0-4DF9-A202-6BBBB4DE6E21}"/>
              </a:ext>
            </a:extLst>
          </p:cNvPr>
          <p:cNvSpPr>
            <a:spLocks noGrp="1"/>
          </p:cNvSpPr>
          <p:nvPr/>
        </p:nvSpPr>
        <p:spPr>
          <a:xfrm>
            <a:off x="5297415" y="596184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24" name="02_predicted_pose_4623">
            <a:extLst>
              <a:ext uri="{FF2B5EF4-FFF2-40B4-BE49-F238E27FC236}">
                <a16:creationId xmlns:a16="http://schemas.microsoft.com/office/drawing/2014/main" id="{BD3AB802-C7BE-4805-A69B-11DB297EBF6A}"/>
              </a:ext>
            </a:extLst>
          </p:cNvPr>
          <p:cNvSpPr>
            <a:spLocks noGrp="1"/>
          </p:cNvSpPr>
          <p:nvPr/>
        </p:nvSpPr>
        <p:spPr>
          <a:xfrm>
            <a:off x="5395855" y="591428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25" name="02_predicted_pose_4624">
            <a:extLst>
              <a:ext uri="{FF2B5EF4-FFF2-40B4-BE49-F238E27FC236}">
                <a16:creationId xmlns:a16="http://schemas.microsoft.com/office/drawing/2014/main" id="{DC89CC5B-B0EC-4FA8-A88F-F952EAEC0F73}"/>
              </a:ext>
            </a:extLst>
          </p:cNvPr>
          <p:cNvSpPr>
            <a:spLocks noGrp="1"/>
          </p:cNvSpPr>
          <p:nvPr/>
        </p:nvSpPr>
        <p:spPr>
          <a:xfrm>
            <a:off x="5494297" y="612428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26" name="02_predicted_pose_4625">
            <a:extLst>
              <a:ext uri="{FF2B5EF4-FFF2-40B4-BE49-F238E27FC236}">
                <a16:creationId xmlns:a16="http://schemas.microsoft.com/office/drawing/2014/main" id="{D1860D0A-998F-47C3-A079-41122235AE90}"/>
              </a:ext>
            </a:extLst>
          </p:cNvPr>
          <p:cNvSpPr>
            <a:spLocks noGrp="1"/>
          </p:cNvSpPr>
          <p:nvPr/>
        </p:nvSpPr>
        <p:spPr>
          <a:xfrm>
            <a:off x="5229235" y="590776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27" name="02_predicted_pose_4626">
            <a:extLst>
              <a:ext uri="{FF2B5EF4-FFF2-40B4-BE49-F238E27FC236}">
                <a16:creationId xmlns:a16="http://schemas.microsoft.com/office/drawing/2014/main" id="{0471BFC1-0563-433C-A8AD-B2C8EB422542}"/>
              </a:ext>
            </a:extLst>
          </p:cNvPr>
          <p:cNvSpPr>
            <a:spLocks noGrp="1"/>
          </p:cNvSpPr>
          <p:nvPr/>
        </p:nvSpPr>
        <p:spPr>
          <a:xfrm>
            <a:off x="5448358" y="603202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28" name="02_predicted_pose_4627">
            <a:extLst>
              <a:ext uri="{FF2B5EF4-FFF2-40B4-BE49-F238E27FC236}">
                <a16:creationId xmlns:a16="http://schemas.microsoft.com/office/drawing/2014/main" id="{16B8D71D-8F88-4FFC-A12E-D5F9D8B7CEA6}"/>
              </a:ext>
            </a:extLst>
          </p:cNvPr>
          <p:cNvSpPr>
            <a:spLocks noGrp="1"/>
          </p:cNvSpPr>
          <p:nvPr/>
        </p:nvSpPr>
        <p:spPr>
          <a:xfrm>
            <a:off x="5546798" y="596197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29" name="02_predicted_pose_4628">
            <a:extLst>
              <a:ext uri="{FF2B5EF4-FFF2-40B4-BE49-F238E27FC236}">
                <a16:creationId xmlns:a16="http://schemas.microsoft.com/office/drawing/2014/main" id="{C9245C45-D1F1-48F7-A89E-8B7D558FC306}"/>
              </a:ext>
            </a:extLst>
          </p:cNvPr>
          <p:cNvSpPr>
            <a:spLocks noGrp="1"/>
          </p:cNvSpPr>
          <p:nvPr/>
        </p:nvSpPr>
        <p:spPr>
          <a:xfrm>
            <a:off x="5281737" y="611081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30" name="02_predicted_pose_4629">
            <a:extLst>
              <a:ext uri="{FF2B5EF4-FFF2-40B4-BE49-F238E27FC236}">
                <a16:creationId xmlns:a16="http://schemas.microsoft.com/office/drawing/2014/main" id="{EDBC11BF-456F-492F-ACB5-B3050F228557}"/>
              </a:ext>
            </a:extLst>
          </p:cNvPr>
          <p:cNvSpPr>
            <a:spLocks noGrp="1"/>
          </p:cNvSpPr>
          <p:nvPr/>
        </p:nvSpPr>
        <p:spPr>
          <a:xfrm>
            <a:off x="5380179" y="595091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31" name="02_predicted_pose_4630">
            <a:extLst>
              <a:ext uri="{FF2B5EF4-FFF2-40B4-BE49-F238E27FC236}">
                <a16:creationId xmlns:a16="http://schemas.microsoft.com/office/drawing/2014/main" id="{42E5162A-74E4-4861-86F3-B90A82BC6E90}"/>
              </a:ext>
            </a:extLst>
          </p:cNvPr>
          <p:cNvSpPr>
            <a:spLocks noGrp="1"/>
          </p:cNvSpPr>
          <p:nvPr/>
        </p:nvSpPr>
        <p:spPr>
          <a:xfrm>
            <a:off x="5478619" y="605619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32" name="02_predicted_pose_4631">
            <a:extLst>
              <a:ext uri="{FF2B5EF4-FFF2-40B4-BE49-F238E27FC236}">
                <a16:creationId xmlns:a16="http://schemas.microsoft.com/office/drawing/2014/main" id="{3EDD7CC3-CA27-4274-A8F0-DF07CE907E0E}"/>
              </a:ext>
            </a:extLst>
          </p:cNvPr>
          <p:cNvSpPr>
            <a:spLocks noGrp="1"/>
          </p:cNvSpPr>
          <p:nvPr/>
        </p:nvSpPr>
        <p:spPr>
          <a:xfrm>
            <a:off x="5577060" y="610032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33" name="02_predicted_pose_4632">
            <a:extLst>
              <a:ext uri="{FF2B5EF4-FFF2-40B4-BE49-F238E27FC236}">
                <a16:creationId xmlns:a16="http://schemas.microsoft.com/office/drawing/2014/main" id="{EE1002EF-D3F4-438A-9ADB-6C4B881F4D26}"/>
              </a:ext>
            </a:extLst>
          </p:cNvPr>
          <p:cNvSpPr>
            <a:spLocks noGrp="1"/>
          </p:cNvSpPr>
          <p:nvPr/>
        </p:nvSpPr>
        <p:spPr>
          <a:xfrm>
            <a:off x="5311998" y="597249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34" name="02_predicted_pose_4633">
            <a:extLst>
              <a:ext uri="{FF2B5EF4-FFF2-40B4-BE49-F238E27FC236}">
                <a16:creationId xmlns:a16="http://schemas.microsoft.com/office/drawing/2014/main" id="{B7FF1157-D50D-4066-B06E-5726BA1CFFEF}"/>
              </a:ext>
            </a:extLst>
          </p:cNvPr>
          <p:cNvSpPr>
            <a:spLocks noGrp="1"/>
          </p:cNvSpPr>
          <p:nvPr/>
        </p:nvSpPr>
        <p:spPr>
          <a:xfrm>
            <a:off x="5410440" y="610875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35" name="02_predicted_pose_4634">
            <a:extLst>
              <a:ext uri="{FF2B5EF4-FFF2-40B4-BE49-F238E27FC236}">
                <a16:creationId xmlns:a16="http://schemas.microsoft.com/office/drawing/2014/main" id="{2BFA6269-6286-4F96-B59D-D79E70E66EAD}"/>
              </a:ext>
            </a:extLst>
          </p:cNvPr>
          <p:cNvSpPr>
            <a:spLocks noGrp="1"/>
          </p:cNvSpPr>
          <p:nvPr/>
        </p:nvSpPr>
        <p:spPr>
          <a:xfrm>
            <a:off x="5372521" y="609826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36" name="02_predicted_pose_4635">
            <a:extLst>
              <a:ext uri="{FF2B5EF4-FFF2-40B4-BE49-F238E27FC236}">
                <a16:creationId xmlns:a16="http://schemas.microsoft.com/office/drawing/2014/main" id="{E140F8F4-0C1F-400B-ACFA-52081BCC842B}"/>
              </a:ext>
            </a:extLst>
          </p:cNvPr>
          <p:cNvSpPr>
            <a:spLocks noGrp="1"/>
          </p:cNvSpPr>
          <p:nvPr/>
        </p:nvSpPr>
        <p:spPr>
          <a:xfrm>
            <a:off x="5387106" y="604556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37" name="02_predicted_pose_4636">
            <a:extLst>
              <a:ext uri="{FF2B5EF4-FFF2-40B4-BE49-F238E27FC236}">
                <a16:creationId xmlns:a16="http://schemas.microsoft.com/office/drawing/2014/main" id="{F28E74B6-8FA9-4A5E-BAB4-38A5824C9781}"/>
              </a:ext>
            </a:extLst>
          </p:cNvPr>
          <p:cNvSpPr>
            <a:spLocks noGrp="1"/>
          </p:cNvSpPr>
          <p:nvPr/>
        </p:nvSpPr>
        <p:spPr>
          <a:xfrm>
            <a:off x="5363772" y="590745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38" name="02_predicted_pose_4637">
            <a:extLst>
              <a:ext uri="{FF2B5EF4-FFF2-40B4-BE49-F238E27FC236}">
                <a16:creationId xmlns:a16="http://schemas.microsoft.com/office/drawing/2014/main" id="{5F9886DE-E853-432A-85BE-9CFB9BCEC151}"/>
              </a:ext>
            </a:extLst>
          </p:cNvPr>
          <p:cNvSpPr>
            <a:spLocks noGrp="1"/>
          </p:cNvSpPr>
          <p:nvPr/>
        </p:nvSpPr>
        <p:spPr>
          <a:xfrm>
            <a:off x="5392939" y="586577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39" name="02_predicted_pose_4638">
            <a:extLst>
              <a:ext uri="{FF2B5EF4-FFF2-40B4-BE49-F238E27FC236}">
                <a16:creationId xmlns:a16="http://schemas.microsoft.com/office/drawing/2014/main" id="{7CC79E73-5A07-403F-954C-0F8B5858F86B}"/>
              </a:ext>
            </a:extLst>
          </p:cNvPr>
          <p:cNvSpPr>
            <a:spLocks noGrp="1"/>
          </p:cNvSpPr>
          <p:nvPr/>
        </p:nvSpPr>
        <p:spPr>
          <a:xfrm>
            <a:off x="5422107" y="600217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40" name="02_predicted_pose_4639">
            <a:extLst>
              <a:ext uri="{FF2B5EF4-FFF2-40B4-BE49-F238E27FC236}">
                <a16:creationId xmlns:a16="http://schemas.microsoft.com/office/drawing/2014/main" id="{1C9ACF49-0DD2-48FD-8023-DEB07980D1EE}"/>
              </a:ext>
            </a:extLst>
          </p:cNvPr>
          <p:cNvSpPr>
            <a:spLocks noGrp="1"/>
          </p:cNvSpPr>
          <p:nvPr/>
        </p:nvSpPr>
        <p:spPr>
          <a:xfrm>
            <a:off x="5403513" y="603207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41" name="02_predicted_pose_4640">
            <a:extLst>
              <a:ext uri="{FF2B5EF4-FFF2-40B4-BE49-F238E27FC236}">
                <a16:creationId xmlns:a16="http://schemas.microsoft.com/office/drawing/2014/main" id="{7EB3BF5E-F0D0-45A4-B850-FAACE5BB3CB6}"/>
              </a:ext>
            </a:extLst>
          </p:cNvPr>
          <p:cNvSpPr>
            <a:spLocks noGrp="1"/>
          </p:cNvSpPr>
          <p:nvPr/>
        </p:nvSpPr>
        <p:spPr>
          <a:xfrm>
            <a:off x="5236892" y="613371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42" name="02_predicted_pose_4641">
            <a:extLst>
              <a:ext uri="{FF2B5EF4-FFF2-40B4-BE49-F238E27FC236}">
                <a16:creationId xmlns:a16="http://schemas.microsoft.com/office/drawing/2014/main" id="{6FEAF442-C71D-4628-97DE-2FD442139B9B}"/>
              </a:ext>
            </a:extLst>
          </p:cNvPr>
          <p:cNvSpPr>
            <a:spLocks noGrp="1"/>
          </p:cNvSpPr>
          <p:nvPr/>
        </p:nvSpPr>
        <p:spPr>
          <a:xfrm>
            <a:off x="5433774" y="610430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43" name="02_predicted_pose_4642">
            <a:extLst>
              <a:ext uri="{FF2B5EF4-FFF2-40B4-BE49-F238E27FC236}">
                <a16:creationId xmlns:a16="http://schemas.microsoft.com/office/drawing/2014/main" id="{20EB4E9E-E02F-4F24-BF57-6781DB022058}"/>
              </a:ext>
            </a:extLst>
          </p:cNvPr>
          <p:cNvSpPr>
            <a:spLocks noGrp="1"/>
          </p:cNvSpPr>
          <p:nvPr/>
        </p:nvSpPr>
        <p:spPr>
          <a:xfrm>
            <a:off x="5267153" y="608693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44" name="02_predicted_pose_4643">
            <a:extLst>
              <a:ext uri="{FF2B5EF4-FFF2-40B4-BE49-F238E27FC236}">
                <a16:creationId xmlns:a16="http://schemas.microsoft.com/office/drawing/2014/main" id="{4395998A-8235-4F31-B621-09A7E18215F7}"/>
              </a:ext>
            </a:extLst>
          </p:cNvPr>
          <p:cNvSpPr>
            <a:spLocks noGrp="1"/>
          </p:cNvSpPr>
          <p:nvPr/>
        </p:nvSpPr>
        <p:spPr>
          <a:xfrm>
            <a:off x="5412991" y="620560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45" name="02_predicted_pose_4644">
            <a:extLst>
              <a:ext uri="{FF2B5EF4-FFF2-40B4-BE49-F238E27FC236}">
                <a16:creationId xmlns:a16="http://schemas.microsoft.com/office/drawing/2014/main" id="{63E71E37-8C63-4FDD-9FAB-1B04FA7A59C1}"/>
              </a:ext>
            </a:extLst>
          </p:cNvPr>
          <p:cNvSpPr>
            <a:spLocks noGrp="1"/>
          </p:cNvSpPr>
          <p:nvPr/>
        </p:nvSpPr>
        <p:spPr>
          <a:xfrm>
            <a:off x="5427576" y="589409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46" name="02_predicted_pose_4645">
            <a:extLst>
              <a:ext uri="{FF2B5EF4-FFF2-40B4-BE49-F238E27FC236}">
                <a16:creationId xmlns:a16="http://schemas.microsoft.com/office/drawing/2014/main" id="{A78EBCE8-6460-41BD-8EBA-54B0B3D50E8E}"/>
              </a:ext>
            </a:extLst>
          </p:cNvPr>
          <p:cNvSpPr>
            <a:spLocks noGrp="1"/>
          </p:cNvSpPr>
          <p:nvPr/>
        </p:nvSpPr>
        <p:spPr>
          <a:xfrm>
            <a:off x="5471327" y="619623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47" name="02_predicted_pose_4646">
            <a:extLst>
              <a:ext uri="{FF2B5EF4-FFF2-40B4-BE49-F238E27FC236}">
                <a16:creationId xmlns:a16="http://schemas.microsoft.com/office/drawing/2014/main" id="{A3C2DA56-12C8-4093-B36F-7CCE9BDED178}"/>
              </a:ext>
            </a:extLst>
          </p:cNvPr>
          <p:cNvSpPr>
            <a:spLocks noGrp="1"/>
          </p:cNvSpPr>
          <p:nvPr/>
        </p:nvSpPr>
        <p:spPr>
          <a:xfrm>
            <a:off x="5485911" y="578780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48" name="02_predicted_pose_4647">
            <a:extLst>
              <a:ext uri="{FF2B5EF4-FFF2-40B4-BE49-F238E27FC236}">
                <a16:creationId xmlns:a16="http://schemas.microsoft.com/office/drawing/2014/main" id="{4F7FC5EF-62B2-4379-919E-57F6AD7F91FE}"/>
              </a:ext>
            </a:extLst>
          </p:cNvPr>
          <p:cNvSpPr>
            <a:spLocks noGrp="1"/>
          </p:cNvSpPr>
          <p:nvPr/>
        </p:nvSpPr>
        <p:spPr>
          <a:xfrm>
            <a:off x="5529662" y="585626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49" name="02_predicted_pose_4648">
            <a:extLst>
              <a:ext uri="{FF2B5EF4-FFF2-40B4-BE49-F238E27FC236}">
                <a16:creationId xmlns:a16="http://schemas.microsoft.com/office/drawing/2014/main" id="{932D22C1-6DE1-49A2-B779-22A94C56CA58}"/>
              </a:ext>
            </a:extLst>
          </p:cNvPr>
          <p:cNvSpPr>
            <a:spLocks noGrp="1"/>
          </p:cNvSpPr>
          <p:nvPr/>
        </p:nvSpPr>
        <p:spPr>
          <a:xfrm>
            <a:off x="5544247" y="617063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50" name="02_predicted_pose_4649">
            <a:extLst>
              <a:ext uri="{FF2B5EF4-FFF2-40B4-BE49-F238E27FC236}">
                <a16:creationId xmlns:a16="http://schemas.microsoft.com/office/drawing/2014/main" id="{615F4FA9-6A9B-473B-B69D-26F13875B2A7}"/>
              </a:ext>
            </a:extLst>
          </p:cNvPr>
          <p:cNvSpPr>
            <a:spLocks noGrp="1"/>
          </p:cNvSpPr>
          <p:nvPr/>
        </p:nvSpPr>
        <p:spPr>
          <a:xfrm>
            <a:off x="5260591" y="623337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51" name="02_predicted_pose_4650">
            <a:extLst>
              <a:ext uri="{FF2B5EF4-FFF2-40B4-BE49-F238E27FC236}">
                <a16:creationId xmlns:a16="http://schemas.microsoft.com/office/drawing/2014/main" id="{5E334BFC-0A1E-4B83-965B-1D09DC9202B8}"/>
              </a:ext>
            </a:extLst>
          </p:cNvPr>
          <p:cNvSpPr>
            <a:spLocks noGrp="1"/>
          </p:cNvSpPr>
          <p:nvPr/>
        </p:nvSpPr>
        <p:spPr>
          <a:xfrm>
            <a:off x="5359032" y="613444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52" name="02_predicted_pose_4651">
            <a:extLst>
              <a:ext uri="{FF2B5EF4-FFF2-40B4-BE49-F238E27FC236}">
                <a16:creationId xmlns:a16="http://schemas.microsoft.com/office/drawing/2014/main" id="{06646622-4FD2-46FC-BCF8-4ED79369CF5C}"/>
              </a:ext>
            </a:extLst>
          </p:cNvPr>
          <p:cNvSpPr>
            <a:spLocks noGrp="1"/>
          </p:cNvSpPr>
          <p:nvPr/>
        </p:nvSpPr>
        <p:spPr>
          <a:xfrm>
            <a:off x="5290852" y="566361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53" name="02_predicted_pose_4652">
            <a:extLst>
              <a:ext uri="{FF2B5EF4-FFF2-40B4-BE49-F238E27FC236}">
                <a16:creationId xmlns:a16="http://schemas.microsoft.com/office/drawing/2014/main" id="{2E64C812-5026-410C-B3B5-D4A07D505E4F}"/>
              </a:ext>
            </a:extLst>
          </p:cNvPr>
          <p:cNvSpPr>
            <a:spLocks noGrp="1"/>
          </p:cNvSpPr>
          <p:nvPr/>
        </p:nvSpPr>
        <p:spPr>
          <a:xfrm>
            <a:off x="5389293" y="591994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54" name="02_predicted_pose_4653">
            <a:extLst>
              <a:ext uri="{FF2B5EF4-FFF2-40B4-BE49-F238E27FC236}">
                <a16:creationId xmlns:a16="http://schemas.microsoft.com/office/drawing/2014/main" id="{05CA0CF9-482E-49D9-8227-A36C3D33C697}"/>
              </a:ext>
            </a:extLst>
          </p:cNvPr>
          <p:cNvSpPr>
            <a:spLocks noGrp="1"/>
          </p:cNvSpPr>
          <p:nvPr/>
        </p:nvSpPr>
        <p:spPr>
          <a:xfrm>
            <a:off x="5441430" y="576222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55" name="02_predicted_pose_4654">
            <a:extLst>
              <a:ext uri="{FF2B5EF4-FFF2-40B4-BE49-F238E27FC236}">
                <a16:creationId xmlns:a16="http://schemas.microsoft.com/office/drawing/2014/main" id="{4D28BF33-D7A3-4F9D-97BA-BCE53C042274}"/>
              </a:ext>
            </a:extLst>
          </p:cNvPr>
          <p:cNvSpPr>
            <a:spLocks noGrp="1"/>
          </p:cNvSpPr>
          <p:nvPr/>
        </p:nvSpPr>
        <p:spPr>
          <a:xfrm>
            <a:off x="5269341" y="581077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56" name="02_predicted_pose_4655">
            <a:extLst>
              <a:ext uri="{FF2B5EF4-FFF2-40B4-BE49-F238E27FC236}">
                <a16:creationId xmlns:a16="http://schemas.microsoft.com/office/drawing/2014/main" id="{EB22FE16-170D-4FE6-8745-E7E711440EDF}"/>
              </a:ext>
            </a:extLst>
          </p:cNvPr>
          <p:cNvSpPr>
            <a:spLocks noGrp="1"/>
          </p:cNvSpPr>
          <p:nvPr/>
        </p:nvSpPr>
        <p:spPr>
          <a:xfrm>
            <a:off x="5537684" y="572313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57" name="02_predicted_pose_4656">
            <a:extLst>
              <a:ext uri="{FF2B5EF4-FFF2-40B4-BE49-F238E27FC236}">
                <a16:creationId xmlns:a16="http://schemas.microsoft.com/office/drawing/2014/main" id="{F7EFE04D-D801-4CA1-A944-35863E907FD3}"/>
              </a:ext>
            </a:extLst>
          </p:cNvPr>
          <p:cNvSpPr>
            <a:spLocks noGrp="1"/>
          </p:cNvSpPr>
          <p:nvPr/>
        </p:nvSpPr>
        <p:spPr>
          <a:xfrm>
            <a:off x="5404606" y="605975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58" name="02_predicted_pose_4657">
            <a:extLst>
              <a:ext uri="{FF2B5EF4-FFF2-40B4-BE49-F238E27FC236}">
                <a16:creationId xmlns:a16="http://schemas.microsoft.com/office/drawing/2014/main" id="{AD68F3FD-79C8-4E1A-82A6-C24D50E7E1DB}"/>
              </a:ext>
            </a:extLst>
          </p:cNvPr>
          <p:cNvSpPr>
            <a:spLocks noGrp="1"/>
          </p:cNvSpPr>
          <p:nvPr/>
        </p:nvSpPr>
        <p:spPr>
          <a:xfrm>
            <a:off x="5275904" y="59382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59" name="02_predicted_pose_4658">
            <a:extLst>
              <a:ext uri="{FF2B5EF4-FFF2-40B4-BE49-F238E27FC236}">
                <a16:creationId xmlns:a16="http://schemas.microsoft.com/office/drawing/2014/main" id="{80A877E9-3250-4A0B-8A90-D95462CC9CD9}"/>
              </a:ext>
            </a:extLst>
          </p:cNvPr>
          <p:cNvSpPr>
            <a:spLocks noGrp="1"/>
          </p:cNvSpPr>
          <p:nvPr/>
        </p:nvSpPr>
        <p:spPr>
          <a:xfrm>
            <a:off x="5319656" y="584496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60" name="02_predicted_pose_4659">
            <a:extLst>
              <a:ext uri="{FF2B5EF4-FFF2-40B4-BE49-F238E27FC236}">
                <a16:creationId xmlns:a16="http://schemas.microsoft.com/office/drawing/2014/main" id="{AE079095-E6C9-473E-96E2-57989BE7D977}"/>
              </a:ext>
            </a:extLst>
          </p:cNvPr>
          <p:cNvSpPr>
            <a:spLocks noGrp="1"/>
          </p:cNvSpPr>
          <p:nvPr/>
        </p:nvSpPr>
        <p:spPr>
          <a:xfrm>
            <a:off x="5363406" y="626452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61" name="02_predicted_pose_4660">
            <a:extLst>
              <a:ext uri="{FF2B5EF4-FFF2-40B4-BE49-F238E27FC236}">
                <a16:creationId xmlns:a16="http://schemas.microsoft.com/office/drawing/2014/main" id="{A7F3D5F3-F8FB-4839-901E-10DC5F00FD57}"/>
              </a:ext>
            </a:extLst>
          </p:cNvPr>
          <p:cNvSpPr>
            <a:spLocks noGrp="1"/>
          </p:cNvSpPr>
          <p:nvPr/>
        </p:nvSpPr>
        <p:spPr>
          <a:xfrm>
            <a:off x="5547893" y="581161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62" name="02_predicted_pose_4661">
            <a:extLst>
              <a:ext uri="{FF2B5EF4-FFF2-40B4-BE49-F238E27FC236}">
                <a16:creationId xmlns:a16="http://schemas.microsoft.com/office/drawing/2014/main" id="{C7BA9C4F-4C93-4348-B1D8-E44D251D430E}"/>
              </a:ext>
            </a:extLst>
          </p:cNvPr>
          <p:cNvSpPr>
            <a:spLocks noGrp="1"/>
          </p:cNvSpPr>
          <p:nvPr/>
        </p:nvSpPr>
        <p:spPr>
          <a:xfrm>
            <a:off x="5228141" y="602973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63" name="02_predicted_pose_4662">
            <a:extLst>
              <a:ext uri="{FF2B5EF4-FFF2-40B4-BE49-F238E27FC236}">
                <a16:creationId xmlns:a16="http://schemas.microsoft.com/office/drawing/2014/main" id="{B79F95A1-8ED5-4C25-9494-39F3BBEC6B44}"/>
              </a:ext>
            </a:extLst>
          </p:cNvPr>
          <p:cNvSpPr>
            <a:spLocks noGrp="1"/>
          </p:cNvSpPr>
          <p:nvPr/>
        </p:nvSpPr>
        <p:spPr>
          <a:xfrm>
            <a:off x="5450181" y="604087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64" name="02_predicted_pose_4663">
            <a:extLst>
              <a:ext uri="{FF2B5EF4-FFF2-40B4-BE49-F238E27FC236}">
                <a16:creationId xmlns:a16="http://schemas.microsoft.com/office/drawing/2014/main" id="{9D3DEF75-8002-4B10-9B05-9BFA34352040}"/>
              </a:ext>
            </a:extLst>
          </p:cNvPr>
          <p:cNvSpPr>
            <a:spLocks noGrp="1"/>
          </p:cNvSpPr>
          <p:nvPr/>
        </p:nvSpPr>
        <p:spPr>
          <a:xfrm>
            <a:off x="5548622" y="596136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65" name="02_predicted_pose_4664">
            <a:extLst>
              <a:ext uri="{FF2B5EF4-FFF2-40B4-BE49-F238E27FC236}">
                <a16:creationId xmlns:a16="http://schemas.microsoft.com/office/drawing/2014/main" id="{CC7619E9-A22F-4B5C-873E-C1D697E66A8E}"/>
              </a:ext>
            </a:extLst>
          </p:cNvPr>
          <p:cNvSpPr>
            <a:spLocks noGrp="1"/>
          </p:cNvSpPr>
          <p:nvPr/>
        </p:nvSpPr>
        <p:spPr>
          <a:xfrm>
            <a:off x="5369605" y="534671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66" name="02_predicted_pose_4665">
            <a:extLst>
              <a:ext uri="{FF2B5EF4-FFF2-40B4-BE49-F238E27FC236}">
                <a16:creationId xmlns:a16="http://schemas.microsoft.com/office/drawing/2014/main" id="{56B4138C-97AD-485B-932E-197B8A69C402}"/>
              </a:ext>
            </a:extLst>
          </p:cNvPr>
          <p:cNvSpPr>
            <a:spLocks noGrp="1"/>
          </p:cNvSpPr>
          <p:nvPr/>
        </p:nvSpPr>
        <p:spPr>
          <a:xfrm>
            <a:off x="5384188" y="582610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67" name="02_predicted_pose_4666">
            <a:extLst>
              <a:ext uri="{FF2B5EF4-FFF2-40B4-BE49-F238E27FC236}">
                <a16:creationId xmlns:a16="http://schemas.microsoft.com/office/drawing/2014/main" id="{93162A22-9516-4165-8CF2-06EEA551E3F4}"/>
              </a:ext>
            </a:extLst>
          </p:cNvPr>
          <p:cNvSpPr>
            <a:spLocks noGrp="1"/>
          </p:cNvSpPr>
          <p:nvPr/>
        </p:nvSpPr>
        <p:spPr>
          <a:xfrm>
            <a:off x="5301425" y="593803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68" name="02_predicted_pose_4667">
            <a:extLst>
              <a:ext uri="{FF2B5EF4-FFF2-40B4-BE49-F238E27FC236}">
                <a16:creationId xmlns:a16="http://schemas.microsoft.com/office/drawing/2014/main" id="{58EE9512-9443-4FE8-94A9-68449E3E54C6}"/>
              </a:ext>
            </a:extLst>
          </p:cNvPr>
          <p:cNvSpPr>
            <a:spLocks noGrp="1"/>
          </p:cNvSpPr>
          <p:nvPr/>
        </p:nvSpPr>
        <p:spPr>
          <a:xfrm>
            <a:off x="5316009" y="596591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69" name="02_predicted_pose_4668">
            <a:extLst>
              <a:ext uri="{FF2B5EF4-FFF2-40B4-BE49-F238E27FC236}">
                <a16:creationId xmlns:a16="http://schemas.microsoft.com/office/drawing/2014/main" id="{CC963FFD-7DC5-4EC2-A186-2C51C7BD8A50}"/>
              </a:ext>
            </a:extLst>
          </p:cNvPr>
          <p:cNvSpPr>
            <a:spLocks noGrp="1"/>
          </p:cNvSpPr>
          <p:nvPr/>
        </p:nvSpPr>
        <p:spPr>
          <a:xfrm>
            <a:off x="5330593" y="592554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70" name="02_predicted_pose_4669">
            <a:extLst>
              <a:ext uri="{FF2B5EF4-FFF2-40B4-BE49-F238E27FC236}">
                <a16:creationId xmlns:a16="http://schemas.microsoft.com/office/drawing/2014/main" id="{BB1A11A9-DE2D-4051-BD5C-472738FCA0C9}"/>
              </a:ext>
            </a:extLst>
          </p:cNvPr>
          <p:cNvSpPr>
            <a:spLocks noGrp="1"/>
          </p:cNvSpPr>
          <p:nvPr/>
        </p:nvSpPr>
        <p:spPr>
          <a:xfrm>
            <a:off x="5345177" y="592961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71" name="02_predicted_pose_4670">
            <a:extLst>
              <a:ext uri="{FF2B5EF4-FFF2-40B4-BE49-F238E27FC236}">
                <a16:creationId xmlns:a16="http://schemas.microsoft.com/office/drawing/2014/main" id="{6438F765-27E5-4FE2-8387-D79C6B2A747F}"/>
              </a:ext>
            </a:extLst>
          </p:cNvPr>
          <p:cNvSpPr>
            <a:spLocks noGrp="1"/>
          </p:cNvSpPr>
          <p:nvPr/>
        </p:nvSpPr>
        <p:spPr>
          <a:xfrm>
            <a:off x="5359761" y="589315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72" name="02_predicted_pose_4671">
            <a:extLst>
              <a:ext uri="{FF2B5EF4-FFF2-40B4-BE49-F238E27FC236}">
                <a16:creationId xmlns:a16="http://schemas.microsoft.com/office/drawing/2014/main" id="{967079F6-122B-4536-88A1-61C6A50B9FAF}"/>
              </a:ext>
            </a:extLst>
          </p:cNvPr>
          <p:cNvSpPr>
            <a:spLocks noGrp="1"/>
          </p:cNvSpPr>
          <p:nvPr/>
        </p:nvSpPr>
        <p:spPr>
          <a:xfrm>
            <a:off x="5374344" y="592301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73" name="02_predicted_pose_4672">
            <a:extLst>
              <a:ext uri="{FF2B5EF4-FFF2-40B4-BE49-F238E27FC236}">
                <a16:creationId xmlns:a16="http://schemas.microsoft.com/office/drawing/2014/main" id="{91DACFE5-EC58-4D17-882A-AE76722E3253}"/>
              </a:ext>
            </a:extLst>
          </p:cNvPr>
          <p:cNvSpPr>
            <a:spLocks noGrp="1"/>
          </p:cNvSpPr>
          <p:nvPr/>
        </p:nvSpPr>
        <p:spPr>
          <a:xfrm>
            <a:off x="5388928" y="593568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74" name="02_predicted_pose_4673">
            <a:extLst>
              <a:ext uri="{FF2B5EF4-FFF2-40B4-BE49-F238E27FC236}">
                <a16:creationId xmlns:a16="http://schemas.microsoft.com/office/drawing/2014/main" id="{C310D7FD-4A5D-40B1-B933-D2C5292DBF85}"/>
              </a:ext>
            </a:extLst>
          </p:cNvPr>
          <p:cNvSpPr>
            <a:spLocks noGrp="1"/>
          </p:cNvSpPr>
          <p:nvPr/>
        </p:nvSpPr>
        <p:spPr>
          <a:xfrm>
            <a:off x="5403513" y="59420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75" name="02_predicted_pose_4674">
            <a:extLst>
              <a:ext uri="{FF2B5EF4-FFF2-40B4-BE49-F238E27FC236}">
                <a16:creationId xmlns:a16="http://schemas.microsoft.com/office/drawing/2014/main" id="{11EFFF81-44CF-47A6-8A60-46D325427DDD}"/>
              </a:ext>
            </a:extLst>
          </p:cNvPr>
          <p:cNvSpPr>
            <a:spLocks noGrp="1"/>
          </p:cNvSpPr>
          <p:nvPr/>
        </p:nvSpPr>
        <p:spPr>
          <a:xfrm>
            <a:off x="5418096" y="597925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76" name="02_predicted_pose_4675">
            <a:extLst>
              <a:ext uri="{FF2B5EF4-FFF2-40B4-BE49-F238E27FC236}">
                <a16:creationId xmlns:a16="http://schemas.microsoft.com/office/drawing/2014/main" id="{3401C5A2-98CF-4910-BCCB-4A83482BB057}"/>
              </a:ext>
            </a:extLst>
          </p:cNvPr>
          <p:cNvSpPr>
            <a:spLocks noGrp="1"/>
          </p:cNvSpPr>
          <p:nvPr/>
        </p:nvSpPr>
        <p:spPr>
          <a:xfrm>
            <a:off x="5432680" y="602872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77" name="02_predicted_pose_4676">
            <a:extLst>
              <a:ext uri="{FF2B5EF4-FFF2-40B4-BE49-F238E27FC236}">
                <a16:creationId xmlns:a16="http://schemas.microsoft.com/office/drawing/2014/main" id="{041052A0-4559-4EE7-B238-CA6AA3F9A296}"/>
              </a:ext>
            </a:extLst>
          </p:cNvPr>
          <p:cNvSpPr>
            <a:spLocks noGrp="1"/>
          </p:cNvSpPr>
          <p:nvPr/>
        </p:nvSpPr>
        <p:spPr>
          <a:xfrm>
            <a:off x="5315645" y="600457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78" name="02_predicted_pose_4677">
            <a:extLst>
              <a:ext uri="{FF2B5EF4-FFF2-40B4-BE49-F238E27FC236}">
                <a16:creationId xmlns:a16="http://schemas.microsoft.com/office/drawing/2014/main" id="{86778FC7-0E5E-4081-B246-C573E84274B4}"/>
              </a:ext>
            </a:extLst>
          </p:cNvPr>
          <p:cNvSpPr>
            <a:spLocks noGrp="1"/>
          </p:cNvSpPr>
          <p:nvPr/>
        </p:nvSpPr>
        <p:spPr>
          <a:xfrm>
            <a:off x="5517995" y="624283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79" name="02_predicted_pose_4678">
            <a:extLst>
              <a:ext uri="{FF2B5EF4-FFF2-40B4-BE49-F238E27FC236}">
                <a16:creationId xmlns:a16="http://schemas.microsoft.com/office/drawing/2014/main" id="{C25B77FE-89AD-4302-9B3A-CB616656235D}"/>
              </a:ext>
            </a:extLst>
          </p:cNvPr>
          <p:cNvSpPr>
            <a:spLocks noGrp="1"/>
          </p:cNvSpPr>
          <p:nvPr/>
        </p:nvSpPr>
        <p:spPr>
          <a:xfrm>
            <a:off x="5381637" y="623651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80" name="02_predicted_pose_4679">
            <a:extLst>
              <a:ext uri="{FF2B5EF4-FFF2-40B4-BE49-F238E27FC236}">
                <a16:creationId xmlns:a16="http://schemas.microsoft.com/office/drawing/2014/main" id="{0CA94799-58B4-4B2F-A4A5-5272A5F8996F}"/>
              </a:ext>
            </a:extLst>
          </p:cNvPr>
          <p:cNvSpPr>
            <a:spLocks noGrp="1"/>
          </p:cNvSpPr>
          <p:nvPr/>
        </p:nvSpPr>
        <p:spPr>
          <a:xfrm>
            <a:off x="5267518" y="592992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81" name="02_predicted_pose_4680">
            <a:extLst>
              <a:ext uri="{FF2B5EF4-FFF2-40B4-BE49-F238E27FC236}">
                <a16:creationId xmlns:a16="http://schemas.microsoft.com/office/drawing/2014/main" id="{E79FED01-7A8B-481A-AC31-9F71EB8B437C}"/>
              </a:ext>
            </a:extLst>
          </p:cNvPr>
          <p:cNvSpPr>
            <a:spLocks noGrp="1"/>
          </p:cNvSpPr>
          <p:nvPr/>
        </p:nvSpPr>
        <p:spPr>
          <a:xfrm>
            <a:off x="5396220" y="620649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82" name="02_predicted_pose_4681">
            <a:extLst>
              <a:ext uri="{FF2B5EF4-FFF2-40B4-BE49-F238E27FC236}">
                <a16:creationId xmlns:a16="http://schemas.microsoft.com/office/drawing/2014/main" id="{CE01F46C-5CE1-42EA-BF8A-41BF71600BF4}"/>
              </a:ext>
            </a:extLst>
          </p:cNvPr>
          <p:cNvSpPr>
            <a:spLocks noGrp="1"/>
          </p:cNvSpPr>
          <p:nvPr/>
        </p:nvSpPr>
        <p:spPr>
          <a:xfrm>
            <a:off x="5509610" y="580299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83" name="02_predicted_pose_4682">
            <a:extLst>
              <a:ext uri="{FF2B5EF4-FFF2-40B4-BE49-F238E27FC236}">
                <a16:creationId xmlns:a16="http://schemas.microsoft.com/office/drawing/2014/main" id="{64027250-CC0F-46B2-98A0-D5B573C183D4}"/>
              </a:ext>
            </a:extLst>
          </p:cNvPr>
          <p:cNvSpPr>
            <a:spLocks noGrp="1"/>
          </p:cNvSpPr>
          <p:nvPr/>
        </p:nvSpPr>
        <p:spPr>
          <a:xfrm>
            <a:off x="5567945" y="610511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84" name="02_predicted_pose_4683">
            <a:extLst>
              <a:ext uri="{FF2B5EF4-FFF2-40B4-BE49-F238E27FC236}">
                <a16:creationId xmlns:a16="http://schemas.microsoft.com/office/drawing/2014/main" id="{3A09B14B-39C4-49DE-820E-EB4CADDDF59B}"/>
              </a:ext>
            </a:extLst>
          </p:cNvPr>
          <p:cNvSpPr>
            <a:spLocks noGrp="1"/>
          </p:cNvSpPr>
          <p:nvPr/>
        </p:nvSpPr>
        <p:spPr>
          <a:xfrm>
            <a:off x="5349188" y="594104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85" name="02_predicted_pose_4684">
            <a:extLst>
              <a:ext uri="{FF2B5EF4-FFF2-40B4-BE49-F238E27FC236}">
                <a16:creationId xmlns:a16="http://schemas.microsoft.com/office/drawing/2014/main" id="{0552CFFB-4E31-4218-A675-2BC7E524D163}"/>
              </a:ext>
            </a:extLst>
          </p:cNvPr>
          <p:cNvSpPr>
            <a:spLocks noGrp="1"/>
          </p:cNvSpPr>
          <p:nvPr/>
        </p:nvSpPr>
        <p:spPr>
          <a:xfrm>
            <a:off x="5378355" y="591788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86" name="02_predicted_pose_4685">
            <a:extLst>
              <a:ext uri="{FF2B5EF4-FFF2-40B4-BE49-F238E27FC236}">
                <a16:creationId xmlns:a16="http://schemas.microsoft.com/office/drawing/2014/main" id="{584B6526-EB10-4975-A5C8-01E124CEBF58}"/>
              </a:ext>
            </a:extLst>
          </p:cNvPr>
          <p:cNvSpPr>
            <a:spLocks noGrp="1"/>
          </p:cNvSpPr>
          <p:nvPr/>
        </p:nvSpPr>
        <p:spPr>
          <a:xfrm>
            <a:off x="5422107" y="591652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87" name="02_predicted_pose_4686">
            <a:extLst>
              <a:ext uri="{FF2B5EF4-FFF2-40B4-BE49-F238E27FC236}">
                <a16:creationId xmlns:a16="http://schemas.microsoft.com/office/drawing/2014/main" id="{3B16EEE0-B5FE-4E7B-A564-5B8B4E23C97C}"/>
              </a:ext>
            </a:extLst>
          </p:cNvPr>
          <p:cNvSpPr>
            <a:spLocks noGrp="1"/>
          </p:cNvSpPr>
          <p:nvPr/>
        </p:nvSpPr>
        <p:spPr>
          <a:xfrm>
            <a:off x="5451274" y="592446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88" name="02_predicted_pose_4687">
            <a:extLst>
              <a:ext uri="{FF2B5EF4-FFF2-40B4-BE49-F238E27FC236}">
                <a16:creationId xmlns:a16="http://schemas.microsoft.com/office/drawing/2014/main" id="{43F09D43-9BCF-4DE3-A8F1-C86F8C9D2633}"/>
              </a:ext>
            </a:extLst>
          </p:cNvPr>
          <p:cNvSpPr>
            <a:spLocks noGrp="1"/>
          </p:cNvSpPr>
          <p:nvPr/>
        </p:nvSpPr>
        <p:spPr>
          <a:xfrm>
            <a:off x="5465858" y="596322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89" name="02_predicted_pose_4688">
            <a:extLst>
              <a:ext uri="{FF2B5EF4-FFF2-40B4-BE49-F238E27FC236}">
                <a16:creationId xmlns:a16="http://schemas.microsoft.com/office/drawing/2014/main" id="{0A7BDE9B-6BA3-4405-9FF6-24FB127BCF7E}"/>
              </a:ext>
            </a:extLst>
          </p:cNvPr>
          <p:cNvSpPr>
            <a:spLocks noGrp="1"/>
          </p:cNvSpPr>
          <p:nvPr/>
        </p:nvSpPr>
        <p:spPr>
          <a:xfrm>
            <a:off x="5363406" y="594181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90" name="02_predicted_pose_4689">
            <a:extLst>
              <a:ext uri="{FF2B5EF4-FFF2-40B4-BE49-F238E27FC236}">
                <a16:creationId xmlns:a16="http://schemas.microsoft.com/office/drawing/2014/main" id="{259C323C-C1FD-486A-83DD-6BE49B55BCEF}"/>
              </a:ext>
            </a:extLst>
          </p:cNvPr>
          <p:cNvSpPr>
            <a:spLocks noGrp="1"/>
          </p:cNvSpPr>
          <p:nvPr/>
        </p:nvSpPr>
        <p:spPr>
          <a:xfrm>
            <a:off x="5472056" y="616673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91" name="02_predicted_pose_4690">
            <a:extLst>
              <a:ext uri="{FF2B5EF4-FFF2-40B4-BE49-F238E27FC236}">
                <a16:creationId xmlns:a16="http://schemas.microsoft.com/office/drawing/2014/main" id="{5ACEF24C-DA4F-4E22-81D4-2BFA46DA4AE4}"/>
              </a:ext>
            </a:extLst>
          </p:cNvPr>
          <p:cNvSpPr>
            <a:spLocks noGrp="1"/>
          </p:cNvSpPr>
          <p:nvPr/>
        </p:nvSpPr>
        <p:spPr>
          <a:xfrm>
            <a:off x="5501224" y="617456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92" name="02_predicted_pose_4691">
            <a:extLst>
              <a:ext uri="{FF2B5EF4-FFF2-40B4-BE49-F238E27FC236}">
                <a16:creationId xmlns:a16="http://schemas.microsoft.com/office/drawing/2014/main" id="{F5F1AA65-274A-482D-BCE0-8F4490263DA5}"/>
              </a:ext>
            </a:extLst>
          </p:cNvPr>
          <p:cNvSpPr>
            <a:spLocks noGrp="1"/>
          </p:cNvSpPr>
          <p:nvPr/>
        </p:nvSpPr>
        <p:spPr>
          <a:xfrm>
            <a:off x="5530391" y="615030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93" name="02_predicted_pose_4692">
            <a:extLst>
              <a:ext uri="{FF2B5EF4-FFF2-40B4-BE49-F238E27FC236}">
                <a16:creationId xmlns:a16="http://schemas.microsoft.com/office/drawing/2014/main" id="{8965F9CB-1F0D-4A16-B916-0C3A9C7C6703}"/>
              </a:ext>
            </a:extLst>
          </p:cNvPr>
          <p:cNvSpPr>
            <a:spLocks noGrp="1"/>
          </p:cNvSpPr>
          <p:nvPr/>
        </p:nvSpPr>
        <p:spPr>
          <a:xfrm>
            <a:off x="5559560" y="617952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94" name="02_predicted_pose_4693">
            <a:extLst>
              <a:ext uri="{FF2B5EF4-FFF2-40B4-BE49-F238E27FC236}">
                <a16:creationId xmlns:a16="http://schemas.microsoft.com/office/drawing/2014/main" id="{0B7C54B0-A88E-45BE-82A1-74825D7AC6CA}"/>
              </a:ext>
            </a:extLst>
          </p:cNvPr>
          <p:cNvSpPr>
            <a:spLocks noGrp="1"/>
          </p:cNvSpPr>
          <p:nvPr/>
        </p:nvSpPr>
        <p:spPr>
          <a:xfrm>
            <a:off x="5315280" y="612617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95" name="02_predicted_pose_4694">
            <a:extLst>
              <a:ext uri="{FF2B5EF4-FFF2-40B4-BE49-F238E27FC236}">
                <a16:creationId xmlns:a16="http://schemas.microsoft.com/office/drawing/2014/main" id="{7898D31F-5023-46F6-A991-32B9B2C0F765}"/>
              </a:ext>
            </a:extLst>
          </p:cNvPr>
          <p:cNvSpPr>
            <a:spLocks noGrp="1"/>
          </p:cNvSpPr>
          <p:nvPr/>
        </p:nvSpPr>
        <p:spPr>
          <a:xfrm>
            <a:off x="5329863" y="618256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96" name="02_predicted_pose_4695">
            <a:extLst>
              <a:ext uri="{FF2B5EF4-FFF2-40B4-BE49-F238E27FC236}">
                <a16:creationId xmlns:a16="http://schemas.microsoft.com/office/drawing/2014/main" id="{859F7D3F-30E6-473A-8F36-F4B9CB1A7E56}"/>
              </a:ext>
            </a:extLst>
          </p:cNvPr>
          <p:cNvSpPr>
            <a:spLocks noGrp="1"/>
          </p:cNvSpPr>
          <p:nvPr/>
        </p:nvSpPr>
        <p:spPr>
          <a:xfrm>
            <a:off x="5359032" y="613629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97" name="02_predicted_pose_4696">
            <a:extLst>
              <a:ext uri="{FF2B5EF4-FFF2-40B4-BE49-F238E27FC236}">
                <a16:creationId xmlns:a16="http://schemas.microsoft.com/office/drawing/2014/main" id="{9D2A2AD8-D052-46FE-95FC-AF2F15003CB9}"/>
              </a:ext>
            </a:extLst>
          </p:cNvPr>
          <p:cNvSpPr>
            <a:spLocks noGrp="1"/>
          </p:cNvSpPr>
          <p:nvPr/>
        </p:nvSpPr>
        <p:spPr>
          <a:xfrm>
            <a:off x="5388199" y="602217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98" name="02_predicted_pose_4697">
            <a:extLst>
              <a:ext uri="{FF2B5EF4-FFF2-40B4-BE49-F238E27FC236}">
                <a16:creationId xmlns:a16="http://schemas.microsoft.com/office/drawing/2014/main" id="{14506ADC-0BC3-4B46-9BF0-9F1DC85ED9AF}"/>
              </a:ext>
            </a:extLst>
          </p:cNvPr>
          <p:cNvSpPr>
            <a:spLocks noGrp="1"/>
          </p:cNvSpPr>
          <p:nvPr/>
        </p:nvSpPr>
        <p:spPr>
          <a:xfrm>
            <a:off x="5417367" y="613198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99" name="02_predicted_pose_4698">
            <a:extLst>
              <a:ext uri="{FF2B5EF4-FFF2-40B4-BE49-F238E27FC236}">
                <a16:creationId xmlns:a16="http://schemas.microsoft.com/office/drawing/2014/main" id="{C6852127-C123-4E19-BE46-6CE95F4C843B}"/>
              </a:ext>
            </a:extLst>
          </p:cNvPr>
          <p:cNvSpPr>
            <a:spLocks noGrp="1"/>
          </p:cNvSpPr>
          <p:nvPr/>
        </p:nvSpPr>
        <p:spPr>
          <a:xfrm>
            <a:off x="5443618" y="536637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00" name="02_predicted_pose_4699">
            <a:extLst>
              <a:ext uri="{FF2B5EF4-FFF2-40B4-BE49-F238E27FC236}">
                <a16:creationId xmlns:a16="http://schemas.microsoft.com/office/drawing/2014/main" id="{7CF86FF8-DFF3-4B05-AD89-C5AA70516815}"/>
              </a:ext>
            </a:extLst>
          </p:cNvPr>
          <p:cNvSpPr>
            <a:spLocks noGrp="1"/>
          </p:cNvSpPr>
          <p:nvPr/>
        </p:nvSpPr>
        <p:spPr>
          <a:xfrm>
            <a:off x="5458201" y="560251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01" name="02_predicted_pose_4700">
            <a:extLst>
              <a:ext uri="{FF2B5EF4-FFF2-40B4-BE49-F238E27FC236}">
                <a16:creationId xmlns:a16="http://schemas.microsoft.com/office/drawing/2014/main" id="{CCE76D6A-9211-4310-A5F6-747C2BE23970}"/>
              </a:ext>
            </a:extLst>
          </p:cNvPr>
          <p:cNvSpPr>
            <a:spLocks noGrp="1"/>
          </p:cNvSpPr>
          <p:nvPr/>
        </p:nvSpPr>
        <p:spPr>
          <a:xfrm>
            <a:off x="5385282" y="589482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02" name="02_predicted_pose_4701">
            <a:extLst>
              <a:ext uri="{FF2B5EF4-FFF2-40B4-BE49-F238E27FC236}">
                <a16:creationId xmlns:a16="http://schemas.microsoft.com/office/drawing/2014/main" id="{26CF20D5-829A-4B54-AFCD-AFCB90E48C50}"/>
              </a:ext>
            </a:extLst>
          </p:cNvPr>
          <p:cNvSpPr>
            <a:spLocks noGrp="1"/>
          </p:cNvSpPr>
          <p:nvPr/>
        </p:nvSpPr>
        <p:spPr>
          <a:xfrm>
            <a:off x="5329499" y="620547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03" name="02_predicted_pose_4702">
            <a:extLst>
              <a:ext uri="{FF2B5EF4-FFF2-40B4-BE49-F238E27FC236}">
                <a16:creationId xmlns:a16="http://schemas.microsoft.com/office/drawing/2014/main" id="{6F2125D8-B30D-4371-A351-94B2258DA397}"/>
              </a:ext>
            </a:extLst>
          </p:cNvPr>
          <p:cNvSpPr>
            <a:spLocks noGrp="1"/>
          </p:cNvSpPr>
          <p:nvPr/>
        </p:nvSpPr>
        <p:spPr>
          <a:xfrm>
            <a:off x="5241267" y="612720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04" name="02_predicted_pose_4703">
            <a:extLst>
              <a:ext uri="{FF2B5EF4-FFF2-40B4-BE49-F238E27FC236}">
                <a16:creationId xmlns:a16="http://schemas.microsoft.com/office/drawing/2014/main" id="{107CA7DB-3B44-4517-A832-EF8A4D0435F6}"/>
              </a:ext>
            </a:extLst>
          </p:cNvPr>
          <p:cNvSpPr>
            <a:spLocks noGrp="1"/>
          </p:cNvSpPr>
          <p:nvPr/>
        </p:nvSpPr>
        <p:spPr>
          <a:xfrm>
            <a:off x="5499401" y="534949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05" name="02_predicted_pose_4704">
            <a:extLst>
              <a:ext uri="{FF2B5EF4-FFF2-40B4-BE49-F238E27FC236}">
                <a16:creationId xmlns:a16="http://schemas.microsoft.com/office/drawing/2014/main" id="{73F99BB5-8A64-4500-8AD1-A1489542C737}"/>
              </a:ext>
            </a:extLst>
          </p:cNvPr>
          <p:cNvSpPr>
            <a:spLocks noGrp="1"/>
          </p:cNvSpPr>
          <p:nvPr/>
        </p:nvSpPr>
        <p:spPr>
          <a:xfrm>
            <a:off x="5453827" y="528467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06" name="02_predicted_pose_4705">
            <a:extLst>
              <a:ext uri="{FF2B5EF4-FFF2-40B4-BE49-F238E27FC236}">
                <a16:creationId xmlns:a16="http://schemas.microsoft.com/office/drawing/2014/main" id="{4E3BFC30-76B9-4393-B788-898E2BEBBF9F}"/>
              </a:ext>
            </a:extLst>
          </p:cNvPr>
          <p:cNvSpPr>
            <a:spLocks noGrp="1"/>
          </p:cNvSpPr>
          <p:nvPr/>
        </p:nvSpPr>
        <p:spPr>
          <a:xfrm>
            <a:off x="5468410" y="534881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07" name="02_predicted_pose_4706">
            <a:extLst>
              <a:ext uri="{FF2B5EF4-FFF2-40B4-BE49-F238E27FC236}">
                <a16:creationId xmlns:a16="http://schemas.microsoft.com/office/drawing/2014/main" id="{4DE670A6-FA49-49A5-976B-9F93691305A4}"/>
              </a:ext>
            </a:extLst>
          </p:cNvPr>
          <p:cNvSpPr>
            <a:spLocks noGrp="1"/>
          </p:cNvSpPr>
          <p:nvPr/>
        </p:nvSpPr>
        <p:spPr>
          <a:xfrm>
            <a:off x="5263142" y="558511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08" name="02_predicted_pose_4707">
            <a:extLst>
              <a:ext uri="{FF2B5EF4-FFF2-40B4-BE49-F238E27FC236}">
                <a16:creationId xmlns:a16="http://schemas.microsoft.com/office/drawing/2014/main" id="{EED1F3B3-AA0B-449D-96A4-20194424CD12}"/>
              </a:ext>
            </a:extLst>
          </p:cNvPr>
          <p:cNvSpPr>
            <a:spLocks noGrp="1"/>
          </p:cNvSpPr>
          <p:nvPr/>
        </p:nvSpPr>
        <p:spPr>
          <a:xfrm>
            <a:off x="5454191" y="560771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09" name="02_predicted_pose_4708">
            <a:extLst>
              <a:ext uri="{FF2B5EF4-FFF2-40B4-BE49-F238E27FC236}">
                <a16:creationId xmlns:a16="http://schemas.microsoft.com/office/drawing/2014/main" id="{12B6E038-A7A5-4043-A221-2BF6E527C216}"/>
              </a:ext>
            </a:extLst>
          </p:cNvPr>
          <p:cNvSpPr>
            <a:spLocks noGrp="1"/>
          </p:cNvSpPr>
          <p:nvPr/>
        </p:nvSpPr>
        <p:spPr>
          <a:xfrm>
            <a:off x="5468775" y="566602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10" name="02_predicted_pose_4709">
            <a:extLst>
              <a:ext uri="{FF2B5EF4-FFF2-40B4-BE49-F238E27FC236}">
                <a16:creationId xmlns:a16="http://schemas.microsoft.com/office/drawing/2014/main" id="{12CDDF68-6DEC-44A4-AC17-9FF3B6FD4CFC}"/>
              </a:ext>
            </a:extLst>
          </p:cNvPr>
          <p:cNvSpPr>
            <a:spLocks noGrp="1"/>
          </p:cNvSpPr>
          <p:nvPr/>
        </p:nvSpPr>
        <p:spPr>
          <a:xfrm>
            <a:off x="5483359" y="559814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11" name="02_predicted_pose_4710">
            <a:extLst>
              <a:ext uri="{FF2B5EF4-FFF2-40B4-BE49-F238E27FC236}">
                <a16:creationId xmlns:a16="http://schemas.microsoft.com/office/drawing/2014/main" id="{D646D475-8EEC-4869-9C70-67C4A7070BC6}"/>
              </a:ext>
            </a:extLst>
          </p:cNvPr>
          <p:cNvSpPr>
            <a:spLocks noGrp="1"/>
          </p:cNvSpPr>
          <p:nvPr/>
        </p:nvSpPr>
        <p:spPr>
          <a:xfrm>
            <a:off x="5497943" y="587844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12" name="02_predicted_pose_4711">
            <a:extLst>
              <a:ext uri="{FF2B5EF4-FFF2-40B4-BE49-F238E27FC236}">
                <a16:creationId xmlns:a16="http://schemas.microsoft.com/office/drawing/2014/main" id="{A0371F66-3FF5-4503-9F71-56F6CD065B3E}"/>
              </a:ext>
            </a:extLst>
          </p:cNvPr>
          <p:cNvSpPr>
            <a:spLocks noGrp="1"/>
          </p:cNvSpPr>
          <p:nvPr/>
        </p:nvSpPr>
        <p:spPr>
          <a:xfrm>
            <a:off x="5512526" y="566040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13" name="02_predicted_pose_4712">
            <a:extLst>
              <a:ext uri="{FF2B5EF4-FFF2-40B4-BE49-F238E27FC236}">
                <a16:creationId xmlns:a16="http://schemas.microsoft.com/office/drawing/2014/main" id="{839E900D-6A7A-49B6-AE33-60088C0C6ED0}"/>
              </a:ext>
            </a:extLst>
          </p:cNvPr>
          <p:cNvSpPr>
            <a:spLocks noGrp="1"/>
          </p:cNvSpPr>
          <p:nvPr/>
        </p:nvSpPr>
        <p:spPr>
          <a:xfrm>
            <a:off x="5329134" y="549916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14" name="02_predicted_pose_4713">
            <a:extLst>
              <a:ext uri="{FF2B5EF4-FFF2-40B4-BE49-F238E27FC236}">
                <a16:creationId xmlns:a16="http://schemas.microsoft.com/office/drawing/2014/main" id="{8D363CE4-4F19-47D1-8FF2-CE5284268A6A}"/>
              </a:ext>
            </a:extLst>
          </p:cNvPr>
          <p:cNvSpPr>
            <a:spLocks noGrp="1"/>
          </p:cNvSpPr>
          <p:nvPr/>
        </p:nvSpPr>
        <p:spPr>
          <a:xfrm>
            <a:off x="5417367" y="592591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15" name="02_predicted_pose_4714">
            <a:extLst>
              <a:ext uri="{FF2B5EF4-FFF2-40B4-BE49-F238E27FC236}">
                <a16:creationId xmlns:a16="http://schemas.microsoft.com/office/drawing/2014/main" id="{89D6370B-73C5-4E40-A057-8EE741300EAF}"/>
              </a:ext>
            </a:extLst>
          </p:cNvPr>
          <p:cNvSpPr>
            <a:spLocks noGrp="1"/>
          </p:cNvSpPr>
          <p:nvPr/>
        </p:nvSpPr>
        <p:spPr>
          <a:xfrm>
            <a:off x="5446534" y="59367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16" name="02_predicted_pose_4715">
            <a:extLst>
              <a:ext uri="{FF2B5EF4-FFF2-40B4-BE49-F238E27FC236}">
                <a16:creationId xmlns:a16="http://schemas.microsoft.com/office/drawing/2014/main" id="{C29E9589-DA83-411F-BCC9-C94DF9103A0F}"/>
              </a:ext>
            </a:extLst>
          </p:cNvPr>
          <p:cNvSpPr>
            <a:spLocks noGrp="1"/>
          </p:cNvSpPr>
          <p:nvPr/>
        </p:nvSpPr>
        <p:spPr>
          <a:xfrm>
            <a:off x="5475703" y="591798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17" name="02_predicted_pose_4716">
            <a:extLst>
              <a:ext uri="{FF2B5EF4-FFF2-40B4-BE49-F238E27FC236}">
                <a16:creationId xmlns:a16="http://schemas.microsoft.com/office/drawing/2014/main" id="{8FAE2539-B41E-405E-ABEA-B4BBF96073F6}"/>
              </a:ext>
            </a:extLst>
          </p:cNvPr>
          <p:cNvSpPr>
            <a:spLocks noGrp="1"/>
          </p:cNvSpPr>
          <p:nvPr/>
        </p:nvSpPr>
        <p:spPr>
          <a:xfrm>
            <a:off x="5504870" y="595390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18" name="02_predicted_pose_4717">
            <a:extLst>
              <a:ext uri="{FF2B5EF4-FFF2-40B4-BE49-F238E27FC236}">
                <a16:creationId xmlns:a16="http://schemas.microsoft.com/office/drawing/2014/main" id="{582DB6CA-0035-44D6-A504-B0AA4B0FEE62}"/>
              </a:ext>
            </a:extLst>
          </p:cNvPr>
          <p:cNvSpPr>
            <a:spLocks noGrp="1"/>
          </p:cNvSpPr>
          <p:nvPr/>
        </p:nvSpPr>
        <p:spPr>
          <a:xfrm>
            <a:off x="5589456" y="588460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19" name="02_predicted_pose_4718">
            <a:extLst>
              <a:ext uri="{FF2B5EF4-FFF2-40B4-BE49-F238E27FC236}">
                <a16:creationId xmlns:a16="http://schemas.microsoft.com/office/drawing/2014/main" id="{0E75F36E-E266-4A6F-9F59-7E24E17746D4}"/>
              </a:ext>
            </a:extLst>
          </p:cNvPr>
          <p:cNvSpPr>
            <a:spLocks noGrp="1"/>
          </p:cNvSpPr>
          <p:nvPr/>
        </p:nvSpPr>
        <p:spPr>
          <a:xfrm>
            <a:off x="5255122" y="544968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20" name="02_predicted_pose_4719">
            <a:extLst>
              <a:ext uri="{FF2B5EF4-FFF2-40B4-BE49-F238E27FC236}">
                <a16:creationId xmlns:a16="http://schemas.microsoft.com/office/drawing/2014/main" id="{774D476E-1997-453E-9DA7-C57641C2D2A9}"/>
              </a:ext>
            </a:extLst>
          </p:cNvPr>
          <p:cNvSpPr>
            <a:spLocks noGrp="1"/>
          </p:cNvSpPr>
          <p:nvPr/>
        </p:nvSpPr>
        <p:spPr>
          <a:xfrm>
            <a:off x="5284289" y="586801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21" name="02_predicted_pose_4720">
            <a:extLst>
              <a:ext uri="{FF2B5EF4-FFF2-40B4-BE49-F238E27FC236}">
                <a16:creationId xmlns:a16="http://schemas.microsoft.com/office/drawing/2014/main" id="{A6E4174F-5E2C-404C-9929-6B6FF6968742}"/>
              </a:ext>
            </a:extLst>
          </p:cNvPr>
          <p:cNvSpPr>
            <a:spLocks noGrp="1"/>
          </p:cNvSpPr>
          <p:nvPr/>
        </p:nvSpPr>
        <p:spPr>
          <a:xfrm>
            <a:off x="5313456" y="584053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22" name="02_predicted_pose_4721">
            <a:extLst>
              <a:ext uri="{FF2B5EF4-FFF2-40B4-BE49-F238E27FC236}">
                <a16:creationId xmlns:a16="http://schemas.microsoft.com/office/drawing/2014/main" id="{E5582C54-A675-4C6B-8D35-EC29284847BA}"/>
              </a:ext>
            </a:extLst>
          </p:cNvPr>
          <p:cNvSpPr>
            <a:spLocks noGrp="1"/>
          </p:cNvSpPr>
          <p:nvPr/>
        </p:nvSpPr>
        <p:spPr>
          <a:xfrm>
            <a:off x="5342625" y="583394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23" name="02_predicted_pose_4722">
            <a:extLst>
              <a:ext uri="{FF2B5EF4-FFF2-40B4-BE49-F238E27FC236}">
                <a16:creationId xmlns:a16="http://schemas.microsoft.com/office/drawing/2014/main" id="{44164ADA-6484-4C52-AED5-3A5EF0D55EA0}"/>
              </a:ext>
            </a:extLst>
          </p:cNvPr>
          <p:cNvSpPr>
            <a:spLocks noGrp="1"/>
          </p:cNvSpPr>
          <p:nvPr/>
        </p:nvSpPr>
        <p:spPr>
          <a:xfrm>
            <a:off x="5240173" y="59184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24" name="02_predicted_pose_4723">
            <a:extLst>
              <a:ext uri="{FF2B5EF4-FFF2-40B4-BE49-F238E27FC236}">
                <a16:creationId xmlns:a16="http://schemas.microsoft.com/office/drawing/2014/main" id="{CAC9ED03-0986-481E-86EE-87E2F49AA13B}"/>
              </a:ext>
            </a:extLst>
          </p:cNvPr>
          <p:cNvSpPr>
            <a:spLocks noGrp="1"/>
          </p:cNvSpPr>
          <p:nvPr/>
        </p:nvSpPr>
        <p:spPr>
          <a:xfrm>
            <a:off x="5292675" y="618721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25" name="02_predicted_pose_4724">
            <a:extLst>
              <a:ext uri="{FF2B5EF4-FFF2-40B4-BE49-F238E27FC236}">
                <a16:creationId xmlns:a16="http://schemas.microsoft.com/office/drawing/2014/main" id="{A8953825-0324-4D2A-90A6-C8A234CA2FD9}"/>
              </a:ext>
            </a:extLst>
          </p:cNvPr>
          <p:cNvSpPr>
            <a:spLocks noGrp="1"/>
          </p:cNvSpPr>
          <p:nvPr/>
        </p:nvSpPr>
        <p:spPr>
          <a:xfrm>
            <a:off x="5442889" y="607778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26" name="02_predicted_pose_4725">
            <a:extLst>
              <a:ext uri="{FF2B5EF4-FFF2-40B4-BE49-F238E27FC236}">
                <a16:creationId xmlns:a16="http://schemas.microsoft.com/office/drawing/2014/main" id="{F313E82F-2F45-4D68-82F6-9F8697888F10}"/>
              </a:ext>
            </a:extLst>
          </p:cNvPr>
          <p:cNvSpPr>
            <a:spLocks noGrp="1"/>
          </p:cNvSpPr>
          <p:nvPr/>
        </p:nvSpPr>
        <p:spPr>
          <a:xfrm>
            <a:off x="5472056" y="598137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27" name="02_predicted_pose_4726">
            <a:extLst>
              <a:ext uri="{FF2B5EF4-FFF2-40B4-BE49-F238E27FC236}">
                <a16:creationId xmlns:a16="http://schemas.microsoft.com/office/drawing/2014/main" id="{54EC9387-8338-462C-A3AC-75AC5105DCCC}"/>
              </a:ext>
            </a:extLst>
          </p:cNvPr>
          <p:cNvSpPr>
            <a:spLocks noGrp="1"/>
          </p:cNvSpPr>
          <p:nvPr/>
        </p:nvSpPr>
        <p:spPr>
          <a:xfrm>
            <a:off x="5515808" y="58679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28" name="02_predicted_pose_4727">
            <a:extLst>
              <a:ext uri="{FF2B5EF4-FFF2-40B4-BE49-F238E27FC236}">
                <a16:creationId xmlns:a16="http://schemas.microsoft.com/office/drawing/2014/main" id="{7FCB6610-5993-48DE-9A44-574F23012EA1}"/>
              </a:ext>
            </a:extLst>
          </p:cNvPr>
          <p:cNvSpPr>
            <a:spLocks noGrp="1"/>
          </p:cNvSpPr>
          <p:nvPr/>
        </p:nvSpPr>
        <p:spPr>
          <a:xfrm>
            <a:off x="5544976" y="588229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29" name="02_predicted_pose_4728">
            <a:extLst>
              <a:ext uri="{FF2B5EF4-FFF2-40B4-BE49-F238E27FC236}">
                <a16:creationId xmlns:a16="http://schemas.microsoft.com/office/drawing/2014/main" id="{6BBBE4AF-E124-4B16-A88C-A3430548A415}"/>
              </a:ext>
            </a:extLst>
          </p:cNvPr>
          <p:cNvSpPr>
            <a:spLocks noGrp="1"/>
          </p:cNvSpPr>
          <p:nvPr/>
        </p:nvSpPr>
        <p:spPr>
          <a:xfrm>
            <a:off x="5574143" y="589290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30" name="02_predicted_pose_4729">
            <a:extLst>
              <a:ext uri="{FF2B5EF4-FFF2-40B4-BE49-F238E27FC236}">
                <a16:creationId xmlns:a16="http://schemas.microsoft.com/office/drawing/2014/main" id="{C717FD73-8701-4DC3-96CD-77124A05AB87}"/>
              </a:ext>
            </a:extLst>
          </p:cNvPr>
          <p:cNvSpPr>
            <a:spLocks noGrp="1"/>
          </p:cNvSpPr>
          <p:nvPr/>
        </p:nvSpPr>
        <p:spPr>
          <a:xfrm>
            <a:off x="5555549" y="61299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31" name="02_predicted_pose_4730">
            <a:extLst>
              <a:ext uri="{FF2B5EF4-FFF2-40B4-BE49-F238E27FC236}">
                <a16:creationId xmlns:a16="http://schemas.microsoft.com/office/drawing/2014/main" id="{76A4F3C6-0049-4D96-8D20-8D3D56C8E33C}"/>
              </a:ext>
            </a:extLst>
          </p:cNvPr>
          <p:cNvSpPr>
            <a:spLocks noGrp="1"/>
          </p:cNvSpPr>
          <p:nvPr/>
        </p:nvSpPr>
        <p:spPr>
          <a:xfrm>
            <a:off x="5290487" y="588848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32" name="02_predicted_pose_4731">
            <a:extLst>
              <a:ext uri="{FF2B5EF4-FFF2-40B4-BE49-F238E27FC236}">
                <a16:creationId xmlns:a16="http://schemas.microsoft.com/office/drawing/2014/main" id="{1C7EECFF-0157-4C51-BA72-E6431E500114}"/>
              </a:ext>
            </a:extLst>
          </p:cNvPr>
          <p:cNvSpPr>
            <a:spLocks noGrp="1"/>
          </p:cNvSpPr>
          <p:nvPr/>
        </p:nvSpPr>
        <p:spPr>
          <a:xfrm>
            <a:off x="5585810" y="614399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33" name="02_predicted_pose_4732">
            <a:extLst>
              <a:ext uri="{FF2B5EF4-FFF2-40B4-BE49-F238E27FC236}">
                <a16:creationId xmlns:a16="http://schemas.microsoft.com/office/drawing/2014/main" id="{B964A0BA-0629-4609-93DA-113CD4BF9817}"/>
              </a:ext>
            </a:extLst>
          </p:cNvPr>
          <p:cNvSpPr>
            <a:spLocks noGrp="1"/>
          </p:cNvSpPr>
          <p:nvPr/>
        </p:nvSpPr>
        <p:spPr>
          <a:xfrm>
            <a:off x="5419189" y="591670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34" name="02_predicted_pose_4733">
            <a:extLst>
              <a:ext uri="{FF2B5EF4-FFF2-40B4-BE49-F238E27FC236}">
                <a16:creationId xmlns:a16="http://schemas.microsoft.com/office/drawing/2014/main" id="{CA7DD667-C893-4177-8CE0-847DA88955A0}"/>
              </a:ext>
            </a:extLst>
          </p:cNvPr>
          <p:cNvSpPr>
            <a:spLocks noGrp="1"/>
          </p:cNvSpPr>
          <p:nvPr/>
        </p:nvSpPr>
        <p:spPr>
          <a:xfrm>
            <a:off x="5517631" y="587773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35" name="02_predicted_pose_4734">
            <a:extLst>
              <a:ext uri="{FF2B5EF4-FFF2-40B4-BE49-F238E27FC236}">
                <a16:creationId xmlns:a16="http://schemas.microsoft.com/office/drawing/2014/main" id="{5CAD0BEF-D62E-470A-A8FF-53B7D6FA2C83}"/>
              </a:ext>
            </a:extLst>
          </p:cNvPr>
          <p:cNvSpPr>
            <a:spLocks noGrp="1"/>
          </p:cNvSpPr>
          <p:nvPr/>
        </p:nvSpPr>
        <p:spPr>
          <a:xfrm>
            <a:off x="5247830" y="60841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36" name="02_predicted_pose_4735">
            <a:extLst>
              <a:ext uri="{FF2B5EF4-FFF2-40B4-BE49-F238E27FC236}">
                <a16:creationId xmlns:a16="http://schemas.microsoft.com/office/drawing/2014/main" id="{564B45A0-CF83-4C46-B1B9-0828A8583632}"/>
              </a:ext>
            </a:extLst>
          </p:cNvPr>
          <p:cNvSpPr>
            <a:spLocks noGrp="1"/>
          </p:cNvSpPr>
          <p:nvPr/>
        </p:nvSpPr>
        <p:spPr>
          <a:xfrm>
            <a:off x="5262413" y="592644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37" name="02_predicted_pose_4736">
            <a:extLst>
              <a:ext uri="{FF2B5EF4-FFF2-40B4-BE49-F238E27FC236}">
                <a16:creationId xmlns:a16="http://schemas.microsoft.com/office/drawing/2014/main" id="{00435E7E-3F41-4C92-86B3-A48EC66C7341}"/>
              </a:ext>
            </a:extLst>
          </p:cNvPr>
          <p:cNvSpPr>
            <a:spLocks noGrp="1"/>
          </p:cNvSpPr>
          <p:nvPr/>
        </p:nvSpPr>
        <p:spPr>
          <a:xfrm>
            <a:off x="5276997" y="604758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38" name="02_predicted_pose_4737">
            <a:extLst>
              <a:ext uri="{FF2B5EF4-FFF2-40B4-BE49-F238E27FC236}">
                <a16:creationId xmlns:a16="http://schemas.microsoft.com/office/drawing/2014/main" id="{F40B14C9-9E26-4555-AB3C-C98F9DA73F1E}"/>
              </a:ext>
            </a:extLst>
          </p:cNvPr>
          <p:cNvSpPr>
            <a:spLocks noGrp="1"/>
          </p:cNvSpPr>
          <p:nvPr/>
        </p:nvSpPr>
        <p:spPr>
          <a:xfrm>
            <a:off x="5291582" y="592855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39" name="02_predicted_pose_4738">
            <a:extLst>
              <a:ext uri="{FF2B5EF4-FFF2-40B4-BE49-F238E27FC236}">
                <a16:creationId xmlns:a16="http://schemas.microsoft.com/office/drawing/2014/main" id="{43AD3696-9FE4-436B-A7E7-1C75AEF8212A}"/>
              </a:ext>
            </a:extLst>
          </p:cNvPr>
          <p:cNvSpPr>
            <a:spLocks noGrp="1"/>
          </p:cNvSpPr>
          <p:nvPr/>
        </p:nvSpPr>
        <p:spPr>
          <a:xfrm>
            <a:off x="5244548" y="587853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40" name="02_predicted_pose_4739">
            <a:extLst>
              <a:ext uri="{FF2B5EF4-FFF2-40B4-BE49-F238E27FC236}">
                <a16:creationId xmlns:a16="http://schemas.microsoft.com/office/drawing/2014/main" id="{70E746D0-0F76-477D-927F-EC43FE281F50}"/>
              </a:ext>
            </a:extLst>
          </p:cNvPr>
          <p:cNvSpPr>
            <a:spLocks noGrp="1"/>
          </p:cNvSpPr>
          <p:nvPr/>
        </p:nvSpPr>
        <p:spPr>
          <a:xfrm>
            <a:off x="5273716" y="609627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41" name="02_predicted_pose_4740">
            <a:extLst>
              <a:ext uri="{FF2B5EF4-FFF2-40B4-BE49-F238E27FC236}">
                <a16:creationId xmlns:a16="http://schemas.microsoft.com/office/drawing/2014/main" id="{D379D6FA-2D01-4AF7-BAD3-434C231C4483}"/>
              </a:ext>
            </a:extLst>
          </p:cNvPr>
          <p:cNvSpPr>
            <a:spLocks noGrp="1"/>
          </p:cNvSpPr>
          <p:nvPr/>
        </p:nvSpPr>
        <p:spPr>
          <a:xfrm>
            <a:off x="5363042" y="591717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42" name="02_predicted_pose_4741">
            <a:extLst>
              <a:ext uri="{FF2B5EF4-FFF2-40B4-BE49-F238E27FC236}">
                <a16:creationId xmlns:a16="http://schemas.microsoft.com/office/drawing/2014/main" id="{600B8881-7906-442F-980C-9546553D3153}"/>
              </a:ext>
            </a:extLst>
          </p:cNvPr>
          <p:cNvSpPr>
            <a:spLocks noGrp="1"/>
          </p:cNvSpPr>
          <p:nvPr/>
        </p:nvSpPr>
        <p:spPr>
          <a:xfrm>
            <a:off x="5307989" y="583693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43" name="02_predicted_pose_4742">
            <a:extLst>
              <a:ext uri="{FF2B5EF4-FFF2-40B4-BE49-F238E27FC236}">
                <a16:creationId xmlns:a16="http://schemas.microsoft.com/office/drawing/2014/main" id="{787F0D90-EB28-4335-B7E4-C4DE50118EB7}"/>
              </a:ext>
            </a:extLst>
          </p:cNvPr>
          <p:cNvSpPr>
            <a:spLocks noGrp="1"/>
          </p:cNvSpPr>
          <p:nvPr/>
        </p:nvSpPr>
        <p:spPr>
          <a:xfrm>
            <a:off x="5322572" y="634090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44" name="02_predicted_pose_4743">
            <a:extLst>
              <a:ext uri="{FF2B5EF4-FFF2-40B4-BE49-F238E27FC236}">
                <a16:creationId xmlns:a16="http://schemas.microsoft.com/office/drawing/2014/main" id="{C7DB085B-EB54-4FF8-9DB5-5837C8A7A79F}"/>
              </a:ext>
            </a:extLst>
          </p:cNvPr>
          <p:cNvSpPr>
            <a:spLocks noGrp="1"/>
          </p:cNvSpPr>
          <p:nvPr/>
        </p:nvSpPr>
        <p:spPr>
          <a:xfrm>
            <a:off x="5337156" y="580569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45" name="02_predicted_pose_4744">
            <a:extLst>
              <a:ext uri="{FF2B5EF4-FFF2-40B4-BE49-F238E27FC236}">
                <a16:creationId xmlns:a16="http://schemas.microsoft.com/office/drawing/2014/main" id="{81072BE6-9CE8-45D5-B8A6-1BF7AA44465C}"/>
              </a:ext>
            </a:extLst>
          </p:cNvPr>
          <p:cNvSpPr>
            <a:spLocks noGrp="1"/>
          </p:cNvSpPr>
          <p:nvPr/>
        </p:nvSpPr>
        <p:spPr>
          <a:xfrm>
            <a:off x="5285748" y="581301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46" name="02_predicted_pose_4745">
            <a:extLst>
              <a:ext uri="{FF2B5EF4-FFF2-40B4-BE49-F238E27FC236}">
                <a16:creationId xmlns:a16="http://schemas.microsoft.com/office/drawing/2014/main" id="{2CFD3852-4A8A-4C36-A62C-E7AC9458DC71}"/>
              </a:ext>
            </a:extLst>
          </p:cNvPr>
          <p:cNvSpPr>
            <a:spLocks noGrp="1"/>
          </p:cNvSpPr>
          <p:nvPr/>
        </p:nvSpPr>
        <p:spPr>
          <a:xfrm>
            <a:off x="5300331" y="583854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47" name="02_predicted_pose_4746">
            <a:extLst>
              <a:ext uri="{FF2B5EF4-FFF2-40B4-BE49-F238E27FC236}">
                <a16:creationId xmlns:a16="http://schemas.microsoft.com/office/drawing/2014/main" id="{5910C050-0CC3-46D6-A8BF-31CDFA06213A}"/>
              </a:ext>
            </a:extLst>
          </p:cNvPr>
          <p:cNvSpPr>
            <a:spLocks noGrp="1"/>
          </p:cNvSpPr>
          <p:nvPr/>
        </p:nvSpPr>
        <p:spPr>
          <a:xfrm>
            <a:off x="5314916" y="579216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48" name="02_predicted_pose_4747">
            <a:extLst>
              <a:ext uri="{FF2B5EF4-FFF2-40B4-BE49-F238E27FC236}">
                <a16:creationId xmlns:a16="http://schemas.microsoft.com/office/drawing/2014/main" id="{EDA2A20B-4974-4D60-9672-6AAC5011D759}"/>
              </a:ext>
            </a:extLst>
          </p:cNvPr>
          <p:cNvSpPr>
            <a:spLocks noGrp="1"/>
          </p:cNvSpPr>
          <p:nvPr/>
        </p:nvSpPr>
        <p:spPr>
          <a:xfrm>
            <a:off x="5335332" y="539103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49" name="02_predicted_pose_4748">
            <a:extLst>
              <a:ext uri="{FF2B5EF4-FFF2-40B4-BE49-F238E27FC236}">
                <a16:creationId xmlns:a16="http://schemas.microsoft.com/office/drawing/2014/main" id="{B4D5C021-0912-4AE0-A467-04AE38728666}"/>
              </a:ext>
            </a:extLst>
          </p:cNvPr>
          <p:cNvSpPr>
            <a:spLocks noGrp="1"/>
          </p:cNvSpPr>
          <p:nvPr/>
        </p:nvSpPr>
        <p:spPr>
          <a:xfrm>
            <a:off x="5379084" y="566812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50" name="02_predicted_pose_4749">
            <a:extLst>
              <a:ext uri="{FF2B5EF4-FFF2-40B4-BE49-F238E27FC236}">
                <a16:creationId xmlns:a16="http://schemas.microsoft.com/office/drawing/2014/main" id="{D8033A54-ECE3-40D2-A12B-5D2074E87A8A}"/>
              </a:ext>
            </a:extLst>
          </p:cNvPr>
          <p:cNvSpPr>
            <a:spLocks noGrp="1"/>
          </p:cNvSpPr>
          <p:nvPr/>
        </p:nvSpPr>
        <p:spPr>
          <a:xfrm>
            <a:off x="5447993" y="548854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51" name="02_predicted_pose_4750">
            <a:extLst>
              <a:ext uri="{FF2B5EF4-FFF2-40B4-BE49-F238E27FC236}">
                <a16:creationId xmlns:a16="http://schemas.microsoft.com/office/drawing/2014/main" id="{A690044B-0ED6-416A-9E50-3B57EF8C085C}"/>
              </a:ext>
            </a:extLst>
          </p:cNvPr>
          <p:cNvSpPr>
            <a:spLocks noGrp="1"/>
          </p:cNvSpPr>
          <p:nvPr/>
        </p:nvSpPr>
        <p:spPr>
          <a:xfrm>
            <a:off x="5576696" y="563060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52" name="02_predicted_pose_4751">
            <a:extLst>
              <a:ext uri="{FF2B5EF4-FFF2-40B4-BE49-F238E27FC236}">
                <a16:creationId xmlns:a16="http://schemas.microsoft.com/office/drawing/2014/main" id="{917907DB-E82E-41BB-9241-EEF618AD59DD}"/>
              </a:ext>
            </a:extLst>
          </p:cNvPr>
          <p:cNvSpPr>
            <a:spLocks noGrp="1"/>
          </p:cNvSpPr>
          <p:nvPr/>
        </p:nvSpPr>
        <p:spPr>
          <a:xfrm>
            <a:off x="5311634" y="541064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53" name="02_predicted_pose_4752">
            <a:extLst>
              <a:ext uri="{FF2B5EF4-FFF2-40B4-BE49-F238E27FC236}">
                <a16:creationId xmlns:a16="http://schemas.microsoft.com/office/drawing/2014/main" id="{9ADBD699-1E03-42FB-817C-2E94ACB44DEE}"/>
              </a:ext>
            </a:extLst>
          </p:cNvPr>
          <p:cNvSpPr>
            <a:spLocks noGrp="1"/>
          </p:cNvSpPr>
          <p:nvPr/>
        </p:nvSpPr>
        <p:spPr>
          <a:xfrm>
            <a:off x="5467317" y="600519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54" name="02_predicted_pose_4753">
            <a:extLst>
              <a:ext uri="{FF2B5EF4-FFF2-40B4-BE49-F238E27FC236}">
                <a16:creationId xmlns:a16="http://schemas.microsoft.com/office/drawing/2014/main" id="{F2096BA6-29AD-4534-B774-F4D6457615DC}"/>
              </a:ext>
            </a:extLst>
          </p:cNvPr>
          <p:cNvSpPr>
            <a:spLocks noGrp="1"/>
          </p:cNvSpPr>
          <p:nvPr/>
        </p:nvSpPr>
        <p:spPr>
          <a:xfrm>
            <a:off x="5481901" y="606929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55" name="02_predicted_pose_4754">
            <a:extLst>
              <a:ext uri="{FF2B5EF4-FFF2-40B4-BE49-F238E27FC236}">
                <a16:creationId xmlns:a16="http://schemas.microsoft.com/office/drawing/2014/main" id="{B6287652-A886-4D74-B0E9-9D7C7440266B}"/>
              </a:ext>
            </a:extLst>
          </p:cNvPr>
          <p:cNvSpPr>
            <a:spLocks noGrp="1"/>
          </p:cNvSpPr>
          <p:nvPr/>
        </p:nvSpPr>
        <p:spPr>
          <a:xfrm>
            <a:off x="5439972" y="574965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56" name="02_predicted_pose_4755">
            <a:extLst>
              <a:ext uri="{FF2B5EF4-FFF2-40B4-BE49-F238E27FC236}">
                <a16:creationId xmlns:a16="http://schemas.microsoft.com/office/drawing/2014/main" id="{BE418178-29D0-40B6-B0BD-A047FF32BC7B}"/>
              </a:ext>
            </a:extLst>
          </p:cNvPr>
          <p:cNvSpPr>
            <a:spLocks noGrp="1"/>
          </p:cNvSpPr>
          <p:nvPr/>
        </p:nvSpPr>
        <p:spPr>
          <a:xfrm>
            <a:off x="5454556" y="573441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57" name="02_predicted_pose_4756">
            <a:extLst>
              <a:ext uri="{FF2B5EF4-FFF2-40B4-BE49-F238E27FC236}">
                <a16:creationId xmlns:a16="http://schemas.microsoft.com/office/drawing/2014/main" id="{0387B9B8-2F99-4AFA-BCD1-ADA496DE7EE0}"/>
              </a:ext>
            </a:extLst>
          </p:cNvPr>
          <p:cNvSpPr>
            <a:spLocks noGrp="1"/>
          </p:cNvSpPr>
          <p:nvPr/>
        </p:nvSpPr>
        <p:spPr>
          <a:xfrm>
            <a:off x="5469139" y="587698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58" name="02_predicted_pose_4757">
            <a:extLst>
              <a:ext uri="{FF2B5EF4-FFF2-40B4-BE49-F238E27FC236}">
                <a16:creationId xmlns:a16="http://schemas.microsoft.com/office/drawing/2014/main" id="{91C20AE6-C0A9-46F9-9275-DB71599F5CBE}"/>
              </a:ext>
            </a:extLst>
          </p:cNvPr>
          <p:cNvSpPr>
            <a:spLocks noGrp="1"/>
          </p:cNvSpPr>
          <p:nvPr/>
        </p:nvSpPr>
        <p:spPr>
          <a:xfrm>
            <a:off x="5498308" y="538375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59" name="02_predicted_pose_4758">
            <a:extLst>
              <a:ext uri="{FF2B5EF4-FFF2-40B4-BE49-F238E27FC236}">
                <a16:creationId xmlns:a16="http://schemas.microsoft.com/office/drawing/2014/main" id="{0B1A0A83-7F31-4B4C-AE10-93DA800CE7DA}"/>
              </a:ext>
            </a:extLst>
          </p:cNvPr>
          <p:cNvSpPr>
            <a:spLocks noGrp="1"/>
          </p:cNvSpPr>
          <p:nvPr/>
        </p:nvSpPr>
        <p:spPr>
          <a:xfrm>
            <a:off x="5512891" y="541088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60" name="02_predicted_pose_4759">
            <a:extLst>
              <a:ext uri="{FF2B5EF4-FFF2-40B4-BE49-F238E27FC236}">
                <a16:creationId xmlns:a16="http://schemas.microsoft.com/office/drawing/2014/main" id="{6A203E9A-A9C4-48C6-A40B-615467ECC9F9}"/>
              </a:ext>
            </a:extLst>
          </p:cNvPr>
          <p:cNvSpPr>
            <a:spLocks noGrp="1"/>
          </p:cNvSpPr>
          <p:nvPr/>
        </p:nvSpPr>
        <p:spPr>
          <a:xfrm>
            <a:off x="5315645" y="569476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61" name="02_predicted_pose_4760">
            <a:extLst>
              <a:ext uri="{FF2B5EF4-FFF2-40B4-BE49-F238E27FC236}">
                <a16:creationId xmlns:a16="http://schemas.microsoft.com/office/drawing/2014/main" id="{ED32F520-DE0B-4F93-A2DA-622DF6322033}"/>
              </a:ext>
            </a:extLst>
          </p:cNvPr>
          <p:cNvSpPr>
            <a:spLocks noGrp="1"/>
          </p:cNvSpPr>
          <p:nvPr/>
        </p:nvSpPr>
        <p:spPr>
          <a:xfrm>
            <a:off x="5424294" y="595442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62" name="02_predicted_pose_4761">
            <a:extLst>
              <a:ext uri="{FF2B5EF4-FFF2-40B4-BE49-F238E27FC236}">
                <a16:creationId xmlns:a16="http://schemas.microsoft.com/office/drawing/2014/main" id="{893A82A9-AAD4-4C67-9CE1-635FD0ED3484}"/>
              </a:ext>
            </a:extLst>
          </p:cNvPr>
          <p:cNvSpPr>
            <a:spLocks noGrp="1"/>
          </p:cNvSpPr>
          <p:nvPr/>
        </p:nvSpPr>
        <p:spPr>
          <a:xfrm>
            <a:off x="5468046" y="575298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63" name="02_predicted_pose_4762">
            <a:extLst>
              <a:ext uri="{FF2B5EF4-FFF2-40B4-BE49-F238E27FC236}">
                <a16:creationId xmlns:a16="http://schemas.microsoft.com/office/drawing/2014/main" id="{88DDF6DB-EFEB-4934-8F8E-5914283D5597}"/>
              </a:ext>
            </a:extLst>
          </p:cNvPr>
          <p:cNvSpPr>
            <a:spLocks noGrp="1"/>
          </p:cNvSpPr>
          <p:nvPr/>
        </p:nvSpPr>
        <p:spPr>
          <a:xfrm>
            <a:off x="5482630" y="587824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64" name="02_predicted_pose_4763">
            <a:extLst>
              <a:ext uri="{FF2B5EF4-FFF2-40B4-BE49-F238E27FC236}">
                <a16:creationId xmlns:a16="http://schemas.microsoft.com/office/drawing/2014/main" id="{D431BCA2-B44D-48A1-87D3-F958F667C235}"/>
              </a:ext>
            </a:extLst>
          </p:cNvPr>
          <p:cNvSpPr>
            <a:spLocks noGrp="1"/>
          </p:cNvSpPr>
          <p:nvPr/>
        </p:nvSpPr>
        <p:spPr>
          <a:xfrm>
            <a:off x="5511797" y="532993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65" name="02_predicted_pose_4764">
            <a:extLst>
              <a:ext uri="{FF2B5EF4-FFF2-40B4-BE49-F238E27FC236}">
                <a16:creationId xmlns:a16="http://schemas.microsoft.com/office/drawing/2014/main" id="{174BAB0B-F53D-47D1-B8E9-D6EBA32F9041}"/>
              </a:ext>
            </a:extLst>
          </p:cNvPr>
          <p:cNvSpPr>
            <a:spLocks noGrp="1"/>
          </p:cNvSpPr>
          <p:nvPr/>
        </p:nvSpPr>
        <p:spPr>
          <a:xfrm>
            <a:off x="5396220" y="612450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66" name="02_predicted_pose_4765">
            <a:extLst>
              <a:ext uri="{FF2B5EF4-FFF2-40B4-BE49-F238E27FC236}">
                <a16:creationId xmlns:a16="http://schemas.microsoft.com/office/drawing/2014/main" id="{4D50CC9B-7935-401B-9A42-D160B04FA78C}"/>
              </a:ext>
            </a:extLst>
          </p:cNvPr>
          <p:cNvSpPr>
            <a:spLocks noGrp="1"/>
          </p:cNvSpPr>
          <p:nvPr/>
        </p:nvSpPr>
        <p:spPr>
          <a:xfrm>
            <a:off x="5425388" y="611507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67" name="02_predicted_pose_4766">
            <a:extLst>
              <a:ext uri="{FF2B5EF4-FFF2-40B4-BE49-F238E27FC236}">
                <a16:creationId xmlns:a16="http://schemas.microsoft.com/office/drawing/2014/main" id="{9581D2EF-A1D8-48C2-909F-397D374EBD77}"/>
              </a:ext>
            </a:extLst>
          </p:cNvPr>
          <p:cNvSpPr>
            <a:spLocks noGrp="1"/>
          </p:cNvSpPr>
          <p:nvPr/>
        </p:nvSpPr>
        <p:spPr>
          <a:xfrm>
            <a:off x="5454556" y="610742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68" name="02_predicted_pose_4767">
            <a:extLst>
              <a:ext uri="{FF2B5EF4-FFF2-40B4-BE49-F238E27FC236}">
                <a16:creationId xmlns:a16="http://schemas.microsoft.com/office/drawing/2014/main" id="{550AED67-E6F6-4509-A21E-FC684B3B6FE3}"/>
              </a:ext>
            </a:extLst>
          </p:cNvPr>
          <p:cNvSpPr>
            <a:spLocks noGrp="1"/>
          </p:cNvSpPr>
          <p:nvPr/>
        </p:nvSpPr>
        <p:spPr>
          <a:xfrm>
            <a:off x="5483723" y="617146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69" name="02_predicted_pose_4768">
            <a:extLst>
              <a:ext uri="{FF2B5EF4-FFF2-40B4-BE49-F238E27FC236}">
                <a16:creationId xmlns:a16="http://schemas.microsoft.com/office/drawing/2014/main" id="{93B7A613-702A-4870-8566-11B19A7239F1}"/>
              </a:ext>
            </a:extLst>
          </p:cNvPr>
          <p:cNvSpPr>
            <a:spLocks noGrp="1"/>
          </p:cNvSpPr>
          <p:nvPr/>
        </p:nvSpPr>
        <p:spPr>
          <a:xfrm>
            <a:off x="5512891" y="620758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70" name="02_predicted_pose_4769">
            <a:extLst>
              <a:ext uri="{FF2B5EF4-FFF2-40B4-BE49-F238E27FC236}">
                <a16:creationId xmlns:a16="http://schemas.microsoft.com/office/drawing/2014/main" id="{D99DB18A-2F5F-4C1E-8DCE-DCD809124CB5}"/>
              </a:ext>
            </a:extLst>
          </p:cNvPr>
          <p:cNvSpPr>
            <a:spLocks noGrp="1"/>
          </p:cNvSpPr>
          <p:nvPr/>
        </p:nvSpPr>
        <p:spPr>
          <a:xfrm>
            <a:off x="5410440" y="617285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71" name="02_predicted_pose_4770">
            <a:extLst>
              <a:ext uri="{FF2B5EF4-FFF2-40B4-BE49-F238E27FC236}">
                <a16:creationId xmlns:a16="http://schemas.microsoft.com/office/drawing/2014/main" id="{7E77A5ED-9E80-43B7-8E98-83C38B9BF4BA}"/>
              </a:ext>
            </a:extLst>
          </p:cNvPr>
          <p:cNvSpPr>
            <a:spLocks noGrp="1"/>
          </p:cNvSpPr>
          <p:nvPr/>
        </p:nvSpPr>
        <p:spPr>
          <a:xfrm>
            <a:off x="5534402" y="578956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72" name="02_predicted_pose_4771">
            <a:extLst>
              <a:ext uri="{FF2B5EF4-FFF2-40B4-BE49-F238E27FC236}">
                <a16:creationId xmlns:a16="http://schemas.microsoft.com/office/drawing/2014/main" id="{E8B75097-07F8-4B47-87BB-00C94AF3AC6B}"/>
              </a:ext>
            </a:extLst>
          </p:cNvPr>
          <p:cNvSpPr>
            <a:spLocks noGrp="1"/>
          </p:cNvSpPr>
          <p:nvPr/>
        </p:nvSpPr>
        <p:spPr>
          <a:xfrm>
            <a:off x="5548986" y="576699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73" name="02_predicted_pose_4772">
            <a:extLst>
              <a:ext uri="{FF2B5EF4-FFF2-40B4-BE49-F238E27FC236}">
                <a16:creationId xmlns:a16="http://schemas.microsoft.com/office/drawing/2014/main" id="{AA728EE5-1E2B-4D4E-AE20-6E5413718E4E}"/>
              </a:ext>
            </a:extLst>
          </p:cNvPr>
          <p:cNvSpPr>
            <a:spLocks noGrp="1"/>
          </p:cNvSpPr>
          <p:nvPr/>
        </p:nvSpPr>
        <p:spPr>
          <a:xfrm>
            <a:off x="5319291" y="556830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74" name="02_predicted_pose_4773">
            <a:extLst>
              <a:ext uri="{FF2B5EF4-FFF2-40B4-BE49-F238E27FC236}">
                <a16:creationId xmlns:a16="http://schemas.microsoft.com/office/drawing/2014/main" id="{11AD6F43-FCB4-4BCE-9032-A54B8F045937}"/>
              </a:ext>
            </a:extLst>
          </p:cNvPr>
          <p:cNvSpPr>
            <a:spLocks noGrp="1"/>
          </p:cNvSpPr>
          <p:nvPr/>
        </p:nvSpPr>
        <p:spPr>
          <a:xfrm>
            <a:off x="5332416" y="609981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75" name="02_predicted_pose_4774">
            <a:extLst>
              <a:ext uri="{FF2B5EF4-FFF2-40B4-BE49-F238E27FC236}">
                <a16:creationId xmlns:a16="http://schemas.microsoft.com/office/drawing/2014/main" id="{B8BC5C70-B613-4D33-82A6-5C37C4885B14}"/>
              </a:ext>
            </a:extLst>
          </p:cNvPr>
          <p:cNvSpPr>
            <a:spLocks noGrp="1"/>
          </p:cNvSpPr>
          <p:nvPr/>
        </p:nvSpPr>
        <p:spPr>
          <a:xfrm>
            <a:off x="5376532" y="616009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76" name="02_predicted_pose_4775">
            <a:extLst>
              <a:ext uri="{FF2B5EF4-FFF2-40B4-BE49-F238E27FC236}">
                <a16:creationId xmlns:a16="http://schemas.microsoft.com/office/drawing/2014/main" id="{BE2508C5-A89C-40F3-BF08-06DDA63C3C48}"/>
              </a:ext>
            </a:extLst>
          </p:cNvPr>
          <p:cNvSpPr>
            <a:spLocks noGrp="1"/>
          </p:cNvSpPr>
          <p:nvPr/>
        </p:nvSpPr>
        <p:spPr>
          <a:xfrm>
            <a:off x="5337885" y="608781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77" name="02_predicted_pose_4776">
            <a:extLst>
              <a:ext uri="{FF2B5EF4-FFF2-40B4-BE49-F238E27FC236}">
                <a16:creationId xmlns:a16="http://schemas.microsoft.com/office/drawing/2014/main" id="{5B72E69E-D333-45CC-B46E-5F56EE94E9FD}"/>
              </a:ext>
            </a:extLst>
          </p:cNvPr>
          <p:cNvSpPr>
            <a:spLocks noGrp="1"/>
          </p:cNvSpPr>
          <p:nvPr/>
        </p:nvSpPr>
        <p:spPr>
          <a:xfrm>
            <a:off x="5282831" y="590486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78" name="02_predicted_pose_4777">
            <a:extLst>
              <a:ext uri="{FF2B5EF4-FFF2-40B4-BE49-F238E27FC236}">
                <a16:creationId xmlns:a16="http://schemas.microsoft.com/office/drawing/2014/main" id="{EAEF3959-6601-459A-8B97-D6DE68972366}"/>
              </a:ext>
            </a:extLst>
          </p:cNvPr>
          <p:cNvSpPr>
            <a:spLocks noGrp="1"/>
          </p:cNvSpPr>
          <p:nvPr/>
        </p:nvSpPr>
        <p:spPr>
          <a:xfrm>
            <a:off x="5422836" y="619976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79" name="02_predicted_pose_4778">
            <a:extLst>
              <a:ext uri="{FF2B5EF4-FFF2-40B4-BE49-F238E27FC236}">
                <a16:creationId xmlns:a16="http://schemas.microsoft.com/office/drawing/2014/main" id="{66657D3C-0551-4B77-B473-6538AC4AAE00}"/>
              </a:ext>
            </a:extLst>
          </p:cNvPr>
          <p:cNvSpPr>
            <a:spLocks noGrp="1"/>
          </p:cNvSpPr>
          <p:nvPr/>
        </p:nvSpPr>
        <p:spPr>
          <a:xfrm>
            <a:off x="5437420" y="625927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80" name="02_predicted_pose_4779">
            <a:extLst>
              <a:ext uri="{FF2B5EF4-FFF2-40B4-BE49-F238E27FC236}">
                <a16:creationId xmlns:a16="http://schemas.microsoft.com/office/drawing/2014/main" id="{4F23BD77-5C1D-480D-A059-6549CB7EEC11}"/>
              </a:ext>
            </a:extLst>
          </p:cNvPr>
          <p:cNvSpPr>
            <a:spLocks noGrp="1"/>
          </p:cNvSpPr>
          <p:nvPr/>
        </p:nvSpPr>
        <p:spPr>
          <a:xfrm>
            <a:off x="5452003" y="622149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81" name="02_predicted_pose_4780">
            <a:extLst>
              <a:ext uri="{FF2B5EF4-FFF2-40B4-BE49-F238E27FC236}">
                <a16:creationId xmlns:a16="http://schemas.microsoft.com/office/drawing/2014/main" id="{BE423908-3DC6-42D4-8093-5719B823D72C}"/>
              </a:ext>
            </a:extLst>
          </p:cNvPr>
          <p:cNvSpPr>
            <a:spLocks noGrp="1"/>
          </p:cNvSpPr>
          <p:nvPr/>
        </p:nvSpPr>
        <p:spPr>
          <a:xfrm>
            <a:off x="5466587" y="595682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82" name="02_predicted_pose_4781">
            <a:extLst>
              <a:ext uri="{FF2B5EF4-FFF2-40B4-BE49-F238E27FC236}">
                <a16:creationId xmlns:a16="http://schemas.microsoft.com/office/drawing/2014/main" id="{80B639B5-6F11-4030-AD8A-F2632D4FB9BE}"/>
              </a:ext>
            </a:extLst>
          </p:cNvPr>
          <p:cNvSpPr>
            <a:spLocks noGrp="1"/>
          </p:cNvSpPr>
          <p:nvPr/>
        </p:nvSpPr>
        <p:spPr>
          <a:xfrm>
            <a:off x="5249653" y="619179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83" name="02_predicted_pose_4782">
            <a:extLst>
              <a:ext uri="{FF2B5EF4-FFF2-40B4-BE49-F238E27FC236}">
                <a16:creationId xmlns:a16="http://schemas.microsoft.com/office/drawing/2014/main" id="{FAB0669E-288B-4F02-86C6-6DED640D88E5}"/>
              </a:ext>
            </a:extLst>
          </p:cNvPr>
          <p:cNvSpPr>
            <a:spLocks noGrp="1"/>
          </p:cNvSpPr>
          <p:nvPr/>
        </p:nvSpPr>
        <p:spPr>
          <a:xfrm>
            <a:off x="5278820" y="611165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84" name="02_predicted_pose_4783">
            <a:extLst>
              <a:ext uri="{FF2B5EF4-FFF2-40B4-BE49-F238E27FC236}">
                <a16:creationId xmlns:a16="http://schemas.microsoft.com/office/drawing/2014/main" id="{181FCAEC-632C-4E56-9047-1C68D383751B}"/>
              </a:ext>
            </a:extLst>
          </p:cNvPr>
          <p:cNvSpPr>
            <a:spLocks noGrp="1"/>
          </p:cNvSpPr>
          <p:nvPr/>
        </p:nvSpPr>
        <p:spPr>
          <a:xfrm>
            <a:off x="5502682" y="586371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85" name="02_predicted_pose_4784">
            <a:extLst>
              <a:ext uri="{FF2B5EF4-FFF2-40B4-BE49-F238E27FC236}">
                <a16:creationId xmlns:a16="http://schemas.microsoft.com/office/drawing/2014/main" id="{0C6828E9-D6C6-4104-AF15-DDCD07ABD5B1}"/>
              </a:ext>
            </a:extLst>
          </p:cNvPr>
          <p:cNvSpPr>
            <a:spLocks noGrp="1"/>
          </p:cNvSpPr>
          <p:nvPr/>
        </p:nvSpPr>
        <p:spPr>
          <a:xfrm>
            <a:off x="5539507" y="584655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86" name="02_predicted_pose_4785">
            <a:extLst>
              <a:ext uri="{FF2B5EF4-FFF2-40B4-BE49-F238E27FC236}">
                <a16:creationId xmlns:a16="http://schemas.microsoft.com/office/drawing/2014/main" id="{33B9F5F2-DC45-42F5-ADAA-53411FB0668E}"/>
              </a:ext>
            </a:extLst>
          </p:cNvPr>
          <p:cNvSpPr>
            <a:spLocks noGrp="1"/>
          </p:cNvSpPr>
          <p:nvPr/>
        </p:nvSpPr>
        <p:spPr>
          <a:xfrm>
            <a:off x="3548525" y="5090854"/>
            <a:ext cx="202" cy="1635108"/>
          </a:xfrm>
          <a:custGeom>
            <a:avLst/>
            <a:gdLst/>
            <a:ahLst/>
            <a:cxnLst/>
            <a:rect l="0" t="0" r="0" b="0"/>
            <a:pathLst>
              <a:path w="191" h="1545120">
                <a:moveTo>
                  <a:pt x="0" y="1545120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1487" name="02_predicted_pose_4786">
            <a:extLst>
              <a:ext uri="{FF2B5EF4-FFF2-40B4-BE49-F238E27FC236}">
                <a16:creationId xmlns:a16="http://schemas.microsoft.com/office/drawing/2014/main" id="{26758A8E-E00E-4580-8726-85980643406C}"/>
              </a:ext>
            </a:extLst>
          </p:cNvPr>
          <p:cNvSpPr>
            <a:spLocks noGrp="1"/>
          </p:cNvSpPr>
          <p:nvPr/>
        </p:nvSpPr>
        <p:spPr>
          <a:xfrm>
            <a:off x="3548525" y="6725962"/>
            <a:ext cx="2541965" cy="202"/>
          </a:xfrm>
          <a:custGeom>
            <a:avLst/>
            <a:gdLst/>
            <a:ahLst/>
            <a:cxnLst/>
            <a:rect l="0" t="0" r="0" b="0"/>
            <a:pathLst>
              <a:path w="2402069" h="191">
                <a:moveTo>
                  <a:pt x="0" y="0"/>
                </a:moveTo>
                <a:lnTo>
                  <a:pt x="2402069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1488" name="02_predicted_pose_4787">
            <a:extLst>
              <a:ext uri="{FF2B5EF4-FFF2-40B4-BE49-F238E27FC236}">
                <a16:creationId xmlns:a16="http://schemas.microsoft.com/office/drawing/2014/main" id="{96575DA0-2200-4F0A-BA32-0F5B273C2317}"/>
              </a:ext>
            </a:extLst>
          </p:cNvPr>
          <p:cNvSpPr>
            <a:spLocks noGrp="1"/>
          </p:cNvSpPr>
          <p:nvPr/>
        </p:nvSpPr>
        <p:spPr>
          <a:xfrm>
            <a:off x="4062970" y="5990354"/>
            <a:ext cx="302615" cy="268138"/>
          </a:xfrm>
          <a:custGeom>
            <a:avLst/>
            <a:gdLst/>
            <a:ahLst/>
            <a:cxnLst/>
            <a:rect l="0" t="0" r="0" b="0"/>
            <a:pathLst>
              <a:path w="285961" h="253381">
                <a:moveTo>
                  <a:pt x="0" y="253381"/>
                </a:moveTo>
                <a:lnTo>
                  <a:pt x="285961" y="253381"/>
                </a:lnTo>
                <a:lnTo>
                  <a:pt x="285961" y="0"/>
                </a:lnTo>
                <a:lnTo>
                  <a:pt x="0" y="0"/>
                </a:lnTo>
                <a:lnTo>
                  <a:pt x="0" y="253381"/>
                </a:lnTo>
                <a:lnTo>
                  <a:pt x="0" y="253381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5879BD"/>
            </a:solidFill>
            <a:prstDash val="solid"/>
          </a:ln>
        </p:spPr>
      </p:sp>
      <p:sp>
        <p:nvSpPr>
          <p:cNvPr id="1489" name="02_predicted_pose_4788">
            <a:extLst>
              <a:ext uri="{FF2B5EF4-FFF2-40B4-BE49-F238E27FC236}">
                <a16:creationId xmlns:a16="http://schemas.microsoft.com/office/drawing/2014/main" id="{F9BD8B60-971D-4685-8502-C1399821DF40}"/>
              </a:ext>
            </a:extLst>
          </p:cNvPr>
          <p:cNvSpPr>
            <a:spLocks noGrp="1"/>
          </p:cNvSpPr>
          <p:nvPr/>
        </p:nvSpPr>
        <p:spPr>
          <a:xfrm>
            <a:off x="4214277" y="6258492"/>
            <a:ext cx="202" cy="104956"/>
          </a:xfrm>
          <a:custGeom>
            <a:avLst/>
            <a:gdLst/>
            <a:ahLst/>
            <a:cxnLst/>
            <a:rect l="0" t="0" r="0" b="0"/>
            <a:pathLst>
              <a:path w="191" h="99180">
                <a:moveTo>
                  <a:pt x="0" y="0"/>
                </a:moveTo>
                <a:lnTo>
                  <a:pt x="0" y="99180"/>
                </a:lnTo>
              </a:path>
            </a:pathLst>
          </a:custGeom>
          <a:noFill/>
          <a:ln w="8890">
            <a:solidFill>
              <a:srgbClr val="5879BD"/>
            </a:solidFill>
            <a:prstDash val="solid"/>
          </a:ln>
        </p:spPr>
      </p:sp>
      <p:sp>
        <p:nvSpPr>
          <p:cNvPr id="1490" name="02_predicted_pose_4789">
            <a:extLst>
              <a:ext uri="{FF2B5EF4-FFF2-40B4-BE49-F238E27FC236}">
                <a16:creationId xmlns:a16="http://schemas.microsoft.com/office/drawing/2014/main" id="{6D900941-4096-43D4-B6D4-A4689F681A0C}"/>
              </a:ext>
            </a:extLst>
          </p:cNvPr>
          <p:cNvSpPr>
            <a:spLocks noGrp="1"/>
          </p:cNvSpPr>
          <p:nvPr/>
        </p:nvSpPr>
        <p:spPr>
          <a:xfrm>
            <a:off x="4214277" y="5420221"/>
            <a:ext cx="202" cy="570132"/>
          </a:xfrm>
          <a:custGeom>
            <a:avLst/>
            <a:gdLst/>
            <a:ahLst/>
            <a:cxnLst/>
            <a:rect l="0" t="0" r="0" b="0"/>
            <a:pathLst>
              <a:path w="191" h="538755">
                <a:moveTo>
                  <a:pt x="0" y="538755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5879BD"/>
            </a:solidFill>
            <a:prstDash val="solid"/>
          </a:ln>
        </p:spPr>
      </p:sp>
      <p:sp>
        <p:nvSpPr>
          <p:cNvPr id="1491" name="02_predicted_pose_4790">
            <a:extLst>
              <a:ext uri="{FF2B5EF4-FFF2-40B4-BE49-F238E27FC236}">
                <a16:creationId xmlns:a16="http://schemas.microsoft.com/office/drawing/2014/main" id="{9FF9A736-A848-4EC1-9724-743218A73E3D}"/>
              </a:ext>
            </a:extLst>
          </p:cNvPr>
          <p:cNvSpPr>
            <a:spLocks noGrp="1"/>
          </p:cNvSpPr>
          <p:nvPr/>
        </p:nvSpPr>
        <p:spPr>
          <a:xfrm>
            <a:off x="4138623" y="6363447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5879BD"/>
            </a:solidFill>
            <a:prstDash val="solid"/>
          </a:ln>
        </p:spPr>
      </p:sp>
      <p:sp>
        <p:nvSpPr>
          <p:cNvPr id="1492" name="02_predicted_pose_4791">
            <a:extLst>
              <a:ext uri="{FF2B5EF4-FFF2-40B4-BE49-F238E27FC236}">
                <a16:creationId xmlns:a16="http://schemas.microsoft.com/office/drawing/2014/main" id="{39C3C07C-59F3-478D-86AD-4AFD2F9E0805}"/>
              </a:ext>
            </a:extLst>
          </p:cNvPr>
          <p:cNvSpPr>
            <a:spLocks noGrp="1"/>
          </p:cNvSpPr>
          <p:nvPr/>
        </p:nvSpPr>
        <p:spPr>
          <a:xfrm>
            <a:off x="4138623" y="5420221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5879BD"/>
            </a:solidFill>
            <a:prstDash val="solid"/>
          </a:ln>
        </p:spPr>
      </p:sp>
      <p:sp>
        <p:nvSpPr>
          <p:cNvPr id="1493" name="02_predicted_pose_4792">
            <a:extLst>
              <a:ext uri="{FF2B5EF4-FFF2-40B4-BE49-F238E27FC236}">
                <a16:creationId xmlns:a16="http://schemas.microsoft.com/office/drawing/2014/main" id="{C762C67F-CA56-4AB6-BC82-AE9AAC5204E3}"/>
              </a:ext>
            </a:extLst>
          </p:cNvPr>
          <p:cNvSpPr>
            <a:spLocks noGrp="1"/>
          </p:cNvSpPr>
          <p:nvPr/>
        </p:nvSpPr>
        <p:spPr>
          <a:xfrm>
            <a:off x="5273429" y="5893419"/>
            <a:ext cx="302615" cy="211489"/>
          </a:xfrm>
          <a:custGeom>
            <a:avLst/>
            <a:gdLst/>
            <a:ahLst/>
            <a:cxnLst/>
            <a:rect l="0" t="0" r="0" b="0"/>
            <a:pathLst>
              <a:path w="285961" h="199850">
                <a:moveTo>
                  <a:pt x="0" y="199850"/>
                </a:moveTo>
                <a:lnTo>
                  <a:pt x="285961" y="199850"/>
                </a:lnTo>
                <a:lnTo>
                  <a:pt x="285961" y="0"/>
                </a:lnTo>
                <a:lnTo>
                  <a:pt x="0" y="0"/>
                </a:lnTo>
                <a:lnTo>
                  <a:pt x="0" y="199850"/>
                </a:lnTo>
                <a:lnTo>
                  <a:pt x="0" y="199850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B57442"/>
            </a:solidFill>
            <a:prstDash val="solid"/>
          </a:ln>
        </p:spPr>
      </p:sp>
      <p:sp>
        <p:nvSpPr>
          <p:cNvPr id="1494" name="02_predicted_pose_4793">
            <a:extLst>
              <a:ext uri="{FF2B5EF4-FFF2-40B4-BE49-F238E27FC236}">
                <a16:creationId xmlns:a16="http://schemas.microsoft.com/office/drawing/2014/main" id="{6F1AE81E-33E4-4035-A269-5488E6081371}"/>
              </a:ext>
            </a:extLst>
          </p:cNvPr>
          <p:cNvSpPr>
            <a:spLocks noGrp="1"/>
          </p:cNvSpPr>
          <p:nvPr/>
        </p:nvSpPr>
        <p:spPr>
          <a:xfrm>
            <a:off x="5424737" y="6104908"/>
            <a:ext cx="202" cy="110704"/>
          </a:xfrm>
          <a:custGeom>
            <a:avLst/>
            <a:gdLst/>
            <a:ahLst/>
            <a:cxnLst/>
            <a:rect l="0" t="0" r="0" b="0"/>
            <a:pathLst>
              <a:path w="191" h="104611">
                <a:moveTo>
                  <a:pt x="0" y="0"/>
                </a:moveTo>
                <a:lnTo>
                  <a:pt x="0" y="104611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1495" name="02_predicted_pose_4794">
            <a:extLst>
              <a:ext uri="{FF2B5EF4-FFF2-40B4-BE49-F238E27FC236}">
                <a16:creationId xmlns:a16="http://schemas.microsoft.com/office/drawing/2014/main" id="{1326202F-ABE9-4B9E-B403-54B798BC92A6}"/>
              </a:ext>
            </a:extLst>
          </p:cNvPr>
          <p:cNvSpPr>
            <a:spLocks noGrp="1"/>
          </p:cNvSpPr>
          <p:nvPr/>
        </p:nvSpPr>
        <p:spPr>
          <a:xfrm>
            <a:off x="5424737" y="5507251"/>
            <a:ext cx="202" cy="386169"/>
          </a:xfrm>
          <a:custGeom>
            <a:avLst/>
            <a:gdLst/>
            <a:ahLst/>
            <a:cxnLst/>
            <a:rect l="0" t="0" r="0" b="0"/>
            <a:pathLst>
              <a:path w="191" h="364916">
                <a:moveTo>
                  <a:pt x="0" y="364916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1496" name="02_predicted_pose_4795">
            <a:extLst>
              <a:ext uri="{FF2B5EF4-FFF2-40B4-BE49-F238E27FC236}">
                <a16:creationId xmlns:a16="http://schemas.microsoft.com/office/drawing/2014/main" id="{591EC23B-5ECD-4087-A042-27C2185EF488}"/>
              </a:ext>
            </a:extLst>
          </p:cNvPr>
          <p:cNvSpPr>
            <a:spLocks noGrp="1"/>
          </p:cNvSpPr>
          <p:nvPr/>
        </p:nvSpPr>
        <p:spPr>
          <a:xfrm>
            <a:off x="5349083" y="6215613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1497" name="02_predicted_pose_4796">
            <a:extLst>
              <a:ext uri="{FF2B5EF4-FFF2-40B4-BE49-F238E27FC236}">
                <a16:creationId xmlns:a16="http://schemas.microsoft.com/office/drawing/2014/main" id="{EED73448-E740-4DB1-BF79-F027B1C72F3D}"/>
              </a:ext>
            </a:extLst>
          </p:cNvPr>
          <p:cNvSpPr>
            <a:spLocks noGrp="1"/>
          </p:cNvSpPr>
          <p:nvPr/>
        </p:nvSpPr>
        <p:spPr>
          <a:xfrm>
            <a:off x="5349083" y="5507252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1498" name="text_4797">
            <a:extLst>
              <a:ext uri="{FF2B5EF4-FFF2-40B4-BE49-F238E27FC236}">
                <a16:creationId xmlns:a16="http://schemas.microsoft.com/office/drawing/2014/main" id="{9544E4F0-3641-41CF-9032-ED1B94BA0F9A}"/>
              </a:ext>
            </a:extLst>
          </p:cNvPr>
          <p:cNvSpPr>
            <a:spLocks noGrp="1"/>
          </p:cNvSpPr>
          <p:nvPr/>
        </p:nvSpPr>
        <p:spPr>
          <a:xfrm>
            <a:off x="3090971" y="4917368"/>
            <a:ext cx="88164" cy="1679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58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499" name="text_4798">
            <a:extLst>
              <a:ext uri="{FF2B5EF4-FFF2-40B4-BE49-F238E27FC236}">
                <a16:creationId xmlns:a16="http://schemas.microsoft.com/office/drawing/2014/main" id="{591C09F7-A499-4CF4-9C19-83DFF5D1FA26}"/>
              </a:ext>
            </a:extLst>
          </p:cNvPr>
          <p:cNvSpPr>
            <a:spLocks noGrp="1"/>
          </p:cNvSpPr>
          <p:nvPr/>
        </p:nvSpPr>
        <p:spPr>
          <a:xfrm>
            <a:off x="3548524" y="4866210"/>
            <a:ext cx="876726" cy="1427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99">
                <a:solidFill>
                  <a:srgbClr val="273744"/>
                </a:solidFill>
                <a:latin typeface="Arial"/>
                <a:ea typeface="Arial"/>
                <a:cs typeface="Arial"/>
              </a:rPr>
              <a:t>CA2, Top-1 pose</a:t>
            </a:r>
          </a:p>
        </p:txBody>
      </p:sp>
      <p:sp>
        <p:nvSpPr>
          <p:cNvPr id="1500" name="02_predicted_pose_4799">
            <a:extLst>
              <a:ext uri="{FF2B5EF4-FFF2-40B4-BE49-F238E27FC236}">
                <a16:creationId xmlns:a16="http://schemas.microsoft.com/office/drawing/2014/main" id="{8E6100D6-9AA5-453B-A055-52335535436E}"/>
              </a:ext>
            </a:extLst>
          </p:cNvPr>
          <p:cNvSpPr>
            <a:spLocks noGrp="1"/>
          </p:cNvSpPr>
          <p:nvPr/>
        </p:nvSpPr>
        <p:spPr>
          <a:xfrm>
            <a:off x="4062970" y="6174108"/>
            <a:ext cx="302615" cy="202"/>
          </a:xfrm>
          <a:custGeom>
            <a:avLst/>
            <a:gdLst/>
            <a:ahLst/>
            <a:cxnLst/>
            <a:rect l="0" t="0" r="0" b="0"/>
            <a:pathLst>
              <a:path w="285961" h="191">
                <a:moveTo>
                  <a:pt x="0" y="0"/>
                </a:moveTo>
                <a:lnTo>
                  <a:pt x="285961" y="0"/>
                </a:lnTo>
              </a:path>
            </a:pathLst>
          </a:custGeom>
          <a:noFill/>
          <a:ln w="19050">
            <a:solidFill>
              <a:srgbClr val="5879BD"/>
            </a:solidFill>
            <a:prstDash val="solid"/>
          </a:ln>
        </p:spPr>
      </p:sp>
      <p:sp>
        <p:nvSpPr>
          <p:cNvPr id="1501" name="02_predicted_pose_4800">
            <a:extLst>
              <a:ext uri="{FF2B5EF4-FFF2-40B4-BE49-F238E27FC236}">
                <a16:creationId xmlns:a16="http://schemas.microsoft.com/office/drawing/2014/main" id="{21DC69D9-82DF-4C4B-B67E-3481E2B54CB1}"/>
              </a:ext>
            </a:extLst>
          </p:cNvPr>
          <p:cNvSpPr>
            <a:spLocks noGrp="1"/>
          </p:cNvSpPr>
          <p:nvPr/>
        </p:nvSpPr>
        <p:spPr>
          <a:xfrm>
            <a:off x="5273429" y="5976940"/>
            <a:ext cx="302615" cy="202"/>
          </a:xfrm>
          <a:custGeom>
            <a:avLst/>
            <a:gdLst/>
            <a:ahLst/>
            <a:cxnLst/>
            <a:rect l="0" t="0" r="0" b="0"/>
            <a:pathLst>
              <a:path w="285961" h="191">
                <a:moveTo>
                  <a:pt x="0" y="0"/>
                </a:moveTo>
                <a:lnTo>
                  <a:pt x="285961" y="0"/>
                </a:lnTo>
              </a:path>
            </a:pathLst>
          </a:custGeom>
          <a:noFill/>
          <a:ln w="19050">
            <a:solidFill>
              <a:srgbClr val="B57442"/>
            </a:solidFill>
            <a:prstDash val="solid"/>
          </a:ln>
        </p:spPr>
      </p:sp>
      <p:sp>
        <p:nvSpPr>
          <p:cNvPr id="1502" name="02_predicted_pose_4801">
            <a:extLst>
              <a:ext uri="{FF2B5EF4-FFF2-40B4-BE49-F238E27FC236}">
                <a16:creationId xmlns:a16="http://schemas.microsoft.com/office/drawing/2014/main" id="{21568936-1364-425C-BE59-F8BBA3183BDA}"/>
              </a:ext>
            </a:extLst>
          </p:cNvPr>
          <p:cNvSpPr>
            <a:spLocks noGrp="1"/>
          </p:cNvSpPr>
          <p:nvPr/>
        </p:nvSpPr>
        <p:spPr>
          <a:xfrm>
            <a:off x="6903919" y="5090854"/>
            <a:ext cx="2541965" cy="1635108"/>
          </a:xfrm>
          <a:custGeom>
            <a:avLst/>
            <a:gdLst/>
            <a:ahLst/>
            <a:cxnLst/>
            <a:rect l="0" t="0" r="0" b="0"/>
            <a:pathLst>
              <a:path w="2402069" h="1545120">
                <a:moveTo>
                  <a:pt x="0" y="1545120"/>
                </a:moveTo>
                <a:lnTo>
                  <a:pt x="2402069" y="1545120"/>
                </a:lnTo>
                <a:lnTo>
                  <a:pt x="2402069" y="0"/>
                </a:lnTo>
                <a:lnTo>
                  <a:pt x="0" y="0"/>
                </a:lnTo>
                <a:lnTo>
                  <a:pt x="0" y="154512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503" name="02_predicted_pose_4802">
            <a:extLst>
              <a:ext uri="{FF2B5EF4-FFF2-40B4-BE49-F238E27FC236}">
                <a16:creationId xmlns:a16="http://schemas.microsoft.com/office/drawing/2014/main" id="{D3294BDB-A8B7-4EB0-8C73-FFADF5DED6C6}"/>
              </a:ext>
            </a:extLst>
          </p:cNvPr>
          <p:cNvSpPr>
            <a:spLocks noGrp="1"/>
          </p:cNvSpPr>
          <p:nvPr/>
        </p:nvSpPr>
        <p:spPr>
          <a:xfrm>
            <a:off x="6903919" y="5946192"/>
            <a:ext cx="2541965" cy="202"/>
          </a:xfrm>
          <a:custGeom>
            <a:avLst/>
            <a:gdLst/>
            <a:ahLst/>
            <a:cxnLst/>
            <a:rect l="0" t="0" r="0" b="0"/>
            <a:pathLst>
              <a:path w="2402069" h="191">
                <a:moveTo>
                  <a:pt x="0" y="0"/>
                </a:moveTo>
                <a:lnTo>
                  <a:pt x="2402069" y="0"/>
                </a:lnTo>
              </a:path>
            </a:pathLst>
          </a:custGeom>
          <a:noFill/>
          <a:ln w="7620">
            <a:solidFill>
              <a:srgbClr val="BCC5CB"/>
            </a:solidFill>
            <a:prstDash val="dash"/>
          </a:ln>
        </p:spPr>
      </p:sp>
      <p:sp>
        <p:nvSpPr>
          <p:cNvPr id="1504" name="02_predicted_pose_4803">
            <a:extLst>
              <a:ext uri="{FF2B5EF4-FFF2-40B4-BE49-F238E27FC236}">
                <a16:creationId xmlns:a16="http://schemas.microsoft.com/office/drawing/2014/main" id="{1C0A7DF1-DC94-4246-A436-A9882BA7FAF1}"/>
              </a:ext>
            </a:extLst>
          </p:cNvPr>
          <p:cNvSpPr>
            <a:spLocks noGrp="1"/>
          </p:cNvSpPr>
          <p:nvPr/>
        </p:nvSpPr>
        <p:spPr>
          <a:xfrm>
            <a:off x="6903919" y="5808882"/>
            <a:ext cx="2541965" cy="202"/>
          </a:xfrm>
          <a:custGeom>
            <a:avLst/>
            <a:gdLst/>
            <a:ahLst/>
            <a:cxnLst/>
            <a:rect l="0" t="0" r="0" b="0"/>
            <a:pathLst>
              <a:path w="2402069" h="191">
                <a:moveTo>
                  <a:pt x="0" y="0"/>
                </a:moveTo>
                <a:lnTo>
                  <a:pt x="2402069" y="0"/>
                </a:lnTo>
              </a:path>
            </a:pathLst>
          </a:custGeom>
          <a:noFill/>
          <a:ln w="7620">
            <a:solidFill>
              <a:srgbClr val="BCC5CB"/>
            </a:solidFill>
            <a:prstDash val="dash"/>
          </a:ln>
        </p:spPr>
      </p:sp>
      <p:sp>
        <p:nvSpPr>
          <p:cNvPr id="1505" name="02_predicted_pose_4804">
            <a:extLst>
              <a:ext uri="{FF2B5EF4-FFF2-40B4-BE49-F238E27FC236}">
                <a16:creationId xmlns:a16="http://schemas.microsoft.com/office/drawing/2014/main" id="{80E6889B-DCF3-4ACC-8939-CD4FA25362DC}"/>
              </a:ext>
            </a:extLst>
          </p:cNvPr>
          <p:cNvSpPr>
            <a:spLocks noGrp="1"/>
          </p:cNvSpPr>
          <p:nvPr/>
        </p:nvSpPr>
        <p:spPr>
          <a:xfrm>
            <a:off x="7569671" y="6725962"/>
            <a:ext cx="202" cy="40319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506" name="text_4805">
            <a:extLst>
              <a:ext uri="{FF2B5EF4-FFF2-40B4-BE49-F238E27FC236}">
                <a16:creationId xmlns:a16="http://schemas.microsoft.com/office/drawing/2014/main" id="{8F40B05E-924D-45AD-99C3-3DBA1D9860FF}"/>
              </a:ext>
            </a:extLst>
          </p:cNvPr>
          <p:cNvSpPr>
            <a:spLocks noGrp="1"/>
          </p:cNvSpPr>
          <p:nvPr/>
        </p:nvSpPr>
        <p:spPr>
          <a:xfrm>
            <a:off x="7185365" y="6799618"/>
            <a:ext cx="782053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PocketXMol-tuned</a:t>
            </a:r>
          </a:p>
        </p:txBody>
      </p:sp>
      <p:sp>
        <p:nvSpPr>
          <p:cNvPr id="1507" name="02_predicted_pose_4806">
            <a:extLst>
              <a:ext uri="{FF2B5EF4-FFF2-40B4-BE49-F238E27FC236}">
                <a16:creationId xmlns:a16="http://schemas.microsoft.com/office/drawing/2014/main" id="{401AF41B-B639-469D-96B2-D334373B9C15}"/>
              </a:ext>
            </a:extLst>
          </p:cNvPr>
          <p:cNvSpPr>
            <a:spLocks noGrp="1"/>
          </p:cNvSpPr>
          <p:nvPr/>
        </p:nvSpPr>
        <p:spPr>
          <a:xfrm>
            <a:off x="8780132" y="6725962"/>
            <a:ext cx="202" cy="40319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508" name="text_4807">
            <a:extLst>
              <a:ext uri="{FF2B5EF4-FFF2-40B4-BE49-F238E27FC236}">
                <a16:creationId xmlns:a16="http://schemas.microsoft.com/office/drawing/2014/main" id="{5172BDC5-A727-4E1E-88F3-F825C03DDDD4}"/>
              </a:ext>
            </a:extLst>
          </p:cNvPr>
          <p:cNvSpPr>
            <a:spLocks noGrp="1"/>
          </p:cNvSpPr>
          <p:nvPr/>
        </p:nvSpPr>
        <p:spPr>
          <a:xfrm>
            <a:off x="8463842" y="6799897"/>
            <a:ext cx="646017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Emap2lig-Build</a:t>
            </a:r>
          </a:p>
        </p:txBody>
      </p:sp>
      <p:sp>
        <p:nvSpPr>
          <p:cNvPr id="1509" name="02_predicted_pose_4808">
            <a:extLst>
              <a:ext uri="{FF2B5EF4-FFF2-40B4-BE49-F238E27FC236}">
                <a16:creationId xmlns:a16="http://schemas.microsoft.com/office/drawing/2014/main" id="{396DD424-7D7E-4468-9593-95C58563EB97}"/>
              </a:ext>
            </a:extLst>
          </p:cNvPr>
          <p:cNvSpPr>
            <a:spLocks noGrp="1"/>
          </p:cNvSpPr>
          <p:nvPr/>
        </p:nvSpPr>
        <p:spPr>
          <a:xfrm>
            <a:off x="6863599" y="6725962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510" name="text_4809">
            <a:extLst>
              <a:ext uri="{FF2B5EF4-FFF2-40B4-BE49-F238E27FC236}">
                <a16:creationId xmlns:a16="http://schemas.microsoft.com/office/drawing/2014/main" id="{D4192957-496F-46D3-8E14-000370303714}"/>
              </a:ext>
            </a:extLst>
          </p:cNvPr>
          <p:cNvSpPr>
            <a:spLocks noGrp="1"/>
          </p:cNvSpPr>
          <p:nvPr/>
        </p:nvSpPr>
        <p:spPr>
          <a:xfrm>
            <a:off x="6692513" y="6685310"/>
            <a:ext cx="144207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1511" name="02_predicted_pose_4810">
            <a:extLst>
              <a:ext uri="{FF2B5EF4-FFF2-40B4-BE49-F238E27FC236}">
                <a16:creationId xmlns:a16="http://schemas.microsoft.com/office/drawing/2014/main" id="{866350F9-D39A-4C34-A9CE-C886413E34A4}"/>
              </a:ext>
            </a:extLst>
          </p:cNvPr>
          <p:cNvSpPr>
            <a:spLocks noGrp="1"/>
          </p:cNvSpPr>
          <p:nvPr/>
        </p:nvSpPr>
        <p:spPr>
          <a:xfrm>
            <a:off x="6863599" y="6415661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512" name="text_4811">
            <a:extLst>
              <a:ext uri="{FF2B5EF4-FFF2-40B4-BE49-F238E27FC236}">
                <a16:creationId xmlns:a16="http://schemas.microsoft.com/office/drawing/2014/main" id="{E1AF6FE8-635F-489F-8DE3-EA939421CEF2}"/>
              </a:ext>
            </a:extLst>
          </p:cNvPr>
          <p:cNvSpPr>
            <a:spLocks noGrp="1"/>
          </p:cNvSpPr>
          <p:nvPr/>
        </p:nvSpPr>
        <p:spPr>
          <a:xfrm>
            <a:off x="6692513" y="6375009"/>
            <a:ext cx="144207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513" name="02_predicted_pose_4812">
            <a:extLst>
              <a:ext uri="{FF2B5EF4-FFF2-40B4-BE49-F238E27FC236}">
                <a16:creationId xmlns:a16="http://schemas.microsoft.com/office/drawing/2014/main" id="{BE7CB8B0-23E6-4871-B036-15F99D3D177A}"/>
              </a:ext>
            </a:extLst>
          </p:cNvPr>
          <p:cNvSpPr>
            <a:spLocks noGrp="1"/>
          </p:cNvSpPr>
          <p:nvPr/>
        </p:nvSpPr>
        <p:spPr>
          <a:xfrm>
            <a:off x="6863599" y="6180926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514" name="text_4813">
            <a:extLst>
              <a:ext uri="{FF2B5EF4-FFF2-40B4-BE49-F238E27FC236}">
                <a16:creationId xmlns:a16="http://schemas.microsoft.com/office/drawing/2014/main" id="{A3B98CCF-9692-4063-8121-CE4012ABF4E3}"/>
              </a:ext>
            </a:extLst>
          </p:cNvPr>
          <p:cNvSpPr>
            <a:spLocks noGrp="1"/>
          </p:cNvSpPr>
          <p:nvPr/>
        </p:nvSpPr>
        <p:spPr>
          <a:xfrm>
            <a:off x="6770974" y="6140274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515" name="02_predicted_pose_4814">
            <a:extLst>
              <a:ext uri="{FF2B5EF4-FFF2-40B4-BE49-F238E27FC236}">
                <a16:creationId xmlns:a16="http://schemas.microsoft.com/office/drawing/2014/main" id="{25F5512D-685B-4792-A8D2-1048B4C431F5}"/>
              </a:ext>
            </a:extLst>
          </p:cNvPr>
          <p:cNvSpPr>
            <a:spLocks noGrp="1"/>
          </p:cNvSpPr>
          <p:nvPr/>
        </p:nvSpPr>
        <p:spPr>
          <a:xfrm>
            <a:off x="6863599" y="5946192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516" name="text_4815">
            <a:extLst>
              <a:ext uri="{FF2B5EF4-FFF2-40B4-BE49-F238E27FC236}">
                <a16:creationId xmlns:a16="http://schemas.microsoft.com/office/drawing/2014/main" id="{25376698-CB5A-42B6-B0BF-4CBC07A0F836}"/>
              </a:ext>
            </a:extLst>
          </p:cNvPr>
          <p:cNvSpPr>
            <a:spLocks noGrp="1"/>
          </p:cNvSpPr>
          <p:nvPr/>
        </p:nvSpPr>
        <p:spPr>
          <a:xfrm>
            <a:off x="6770974" y="5905540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517" name="02_predicted_pose_4816">
            <a:extLst>
              <a:ext uri="{FF2B5EF4-FFF2-40B4-BE49-F238E27FC236}">
                <a16:creationId xmlns:a16="http://schemas.microsoft.com/office/drawing/2014/main" id="{BFB63D00-8839-402A-9807-5C907BE09AC1}"/>
              </a:ext>
            </a:extLst>
          </p:cNvPr>
          <p:cNvSpPr>
            <a:spLocks noGrp="1"/>
          </p:cNvSpPr>
          <p:nvPr/>
        </p:nvSpPr>
        <p:spPr>
          <a:xfrm>
            <a:off x="6863599" y="5808882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518" name="text_4817">
            <a:extLst>
              <a:ext uri="{FF2B5EF4-FFF2-40B4-BE49-F238E27FC236}">
                <a16:creationId xmlns:a16="http://schemas.microsoft.com/office/drawing/2014/main" id="{6501C640-75AE-4015-8D4A-080A7B631377}"/>
              </a:ext>
            </a:extLst>
          </p:cNvPr>
          <p:cNvSpPr>
            <a:spLocks noGrp="1"/>
          </p:cNvSpPr>
          <p:nvPr/>
        </p:nvSpPr>
        <p:spPr>
          <a:xfrm>
            <a:off x="6770974" y="5768230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519" name="02_predicted_pose_4818">
            <a:extLst>
              <a:ext uri="{FF2B5EF4-FFF2-40B4-BE49-F238E27FC236}">
                <a16:creationId xmlns:a16="http://schemas.microsoft.com/office/drawing/2014/main" id="{76F457BA-F078-4FDA-8BBB-B7EBF87251B0}"/>
              </a:ext>
            </a:extLst>
          </p:cNvPr>
          <p:cNvSpPr>
            <a:spLocks noGrp="1"/>
          </p:cNvSpPr>
          <p:nvPr/>
        </p:nvSpPr>
        <p:spPr>
          <a:xfrm>
            <a:off x="6863599" y="5635890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520" name="text_4819">
            <a:extLst>
              <a:ext uri="{FF2B5EF4-FFF2-40B4-BE49-F238E27FC236}">
                <a16:creationId xmlns:a16="http://schemas.microsoft.com/office/drawing/2014/main" id="{5B902B21-9522-43B4-8CF8-235F263BD8BD}"/>
              </a:ext>
            </a:extLst>
          </p:cNvPr>
          <p:cNvSpPr>
            <a:spLocks noGrp="1"/>
          </p:cNvSpPr>
          <p:nvPr/>
        </p:nvSpPr>
        <p:spPr>
          <a:xfrm>
            <a:off x="6770974" y="5595238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521" name="02_predicted_pose_4820">
            <a:extLst>
              <a:ext uri="{FF2B5EF4-FFF2-40B4-BE49-F238E27FC236}">
                <a16:creationId xmlns:a16="http://schemas.microsoft.com/office/drawing/2014/main" id="{11FB072D-D13B-4162-BC58-36E49B2B5591}"/>
              </a:ext>
            </a:extLst>
          </p:cNvPr>
          <p:cNvSpPr>
            <a:spLocks noGrp="1"/>
          </p:cNvSpPr>
          <p:nvPr/>
        </p:nvSpPr>
        <p:spPr>
          <a:xfrm>
            <a:off x="6863599" y="5401156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522" name="text_4821">
            <a:extLst>
              <a:ext uri="{FF2B5EF4-FFF2-40B4-BE49-F238E27FC236}">
                <a16:creationId xmlns:a16="http://schemas.microsoft.com/office/drawing/2014/main" id="{9B2D7078-64B5-430F-A6CF-F0CAE12C839D}"/>
              </a:ext>
            </a:extLst>
          </p:cNvPr>
          <p:cNvSpPr>
            <a:spLocks noGrp="1"/>
          </p:cNvSpPr>
          <p:nvPr/>
        </p:nvSpPr>
        <p:spPr>
          <a:xfrm>
            <a:off x="6718666" y="5360505"/>
            <a:ext cx="118054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523" name="02_predicted_pose_4822">
            <a:extLst>
              <a:ext uri="{FF2B5EF4-FFF2-40B4-BE49-F238E27FC236}">
                <a16:creationId xmlns:a16="http://schemas.microsoft.com/office/drawing/2014/main" id="{A86BD2D9-C88A-4C68-BDCF-40F696E8F6EB}"/>
              </a:ext>
            </a:extLst>
          </p:cNvPr>
          <p:cNvSpPr>
            <a:spLocks noGrp="1"/>
          </p:cNvSpPr>
          <p:nvPr/>
        </p:nvSpPr>
        <p:spPr>
          <a:xfrm>
            <a:off x="6863599" y="5166422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524" name="text_4823">
            <a:extLst>
              <a:ext uri="{FF2B5EF4-FFF2-40B4-BE49-F238E27FC236}">
                <a16:creationId xmlns:a16="http://schemas.microsoft.com/office/drawing/2014/main" id="{71DB6F5D-6D93-4AB2-9EE1-CFF1C70F8EDF}"/>
              </a:ext>
            </a:extLst>
          </p:cNvPr>
          <p:cNvSpPr>
            <a:spLocks noGrp="1"/>
          </p:cNvSpPr>
          <p:nvPr/>
        </p:nvSpPr>
        <p:spPr>
          <a:xfrm>
            <a:off x="6718666" y="5125770"/>
            <a:ext cx="118054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525" name="text_4824">
            <a:extLst>
              <a:ext uri="{FF2B5EF4-FFF2-40B4-BE49-F238E27FC236}">
                <a16:creationId xmlns:a16="http://schemas.microsoft.com/office/drawing/2014/main" id="{A0CA7835-8D74-49FA-9C3E-DE67A20AC4BF}"/>
              </a:ext>
            </a:extLst>
          </p:cNvPr>
          <p:cNvSpPr>
            <a:spLocks noGrp="1"/>
          </p:cNvSpPr>
          <p:nvPr/>
        </p:nvSpPr>
        <p:spPr>
          <a:xfrm rot="-5400000">
            <a:off x="6353514" y="5841210"/>
            <a:ext cx="503180" cy="1343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47">
                <a:solidFill>
                  <a:srgbClr val="273744"/>
                </a:solidFill>
                <a:latin typeface="Arial"/>
                <a:ea typeface="Arial"/>
                <a:cs typeface="Arial"/>
              </a:rPr>
              <a:t>RMSD (Å)</a:t>
            </a:r>
          </a:p>
        </p:txBody>
      </p:sp>
      <p:sp>
        <p:nvSpPr>
          <p:cNvPr id="1526" name="02_predicted_pose_4825">
            <a:extLst>
              <a:ext uri="{FF2B5EF4-FFF2-40B4-BE49-F238E27FC236}">
                <a16:creationId xmlns:a16="http://schemas.microsoft.com/office/drawing/2014/main" id="{13F58A47-4562-4D2D-AB6B-B63C14C75563}"/>
              </a:ext>
            </a:extLst>
          </p:cNvPr>
          <p:cNvSpPr>
            <a:spLocks noGrp="1"/>
          </p:cNvSpPr>
          <p:nvPr/>
        </p:nvSpPr>
        <p:spPr>
          <a:xfrm>
            <a:off x="7491569" y="630821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27" name="02_predicted_pose_4826">
            <a:extLst>
              <a:ext uri="{FF2B5EF4-FFF2-40B4-BE49-F238E27FC236}">
                <a16:creationId xmlns:a16="http://schemas.microsoft.com/office/drawing/2014/main" id="{26820DB3-1A0C-4793-8F40-84C4BDD85983}"/>
              </a:ext>
            </a:extLst>
          </p:cNvPr>
          <p:cNvSpPr>
            <a:spLocks noGrp="1"/>
          </p:cNvSpPr>
          <p:nvPr/>
        </p:nvSpPr>
        <p:spPr>
          <a:xfrm>
            <a:off x="7506154" y="627047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28" name="02_predicted_pose_4827">
            <a:extLst>
              <a:ext uri="{FF2B5EF4-FFF2-40B4-BE49-F238E27FC236}">
                <a16:creationId xmlns:a16="http://schemas.microsoft.com/office/drawing/2014/main" id="{2A16C723-92FD-416F-B6A7-A501B7638C5A}"/>
              </a:ext>
            </a:extLst>
          </p:cNvPr>
          <p:cNvSpPr>
            <a:spLocks noGrp="1"/>
          </p:cNvSpPr>
          <p:nvPr/>
        </p:nvSpPr>
        <p:spPr>
          <a:xfrm>
            <a:off x="7520738" y="627550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29" name="02_predicted_pose_4828">
            <a:extLst>
              <a:ext uri="{FF2B5EF4-FFF2-40B4-BE49-F238E27FC236}">
                <a16:creationId xmlns:a16="http://schemas.microsoft.com/office/drawing/2014/main" id="{5EE2A466-5A21-426A-80E1-B2D0A82DBBB1}"/>
              </a:ext>
            </a:extLst>
          </p:cNvPr>
          <p:cNvSpPr>
            <a:spLocks noGrp="1"/>
          </p:cNvSpPr>
          <p:nvPr/>
        </p:nvSpPr>
        <p:spPr>
          <a:xfrm>
            <a:off x="7535321" y="624566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30" name="02_predicted_pose_4829">
            <a:extLst>
              <a:ext uri="{FF2B5EF4-FFF2-40B4-BE49-F238E27FC236}">
                <a16:creationId xmlns:a16="http://schemas.microsoft.com/office/drawing/2014/main" id="{0CB7D06C-F3F5-42C5-A7D6-FFA7A1E4A259}"/>
              </a:ext>
            </a:extLst>
          </p:cNvPr>
          <p:cNvSpPr>
            <a:spLocks noGrp="1"/>
          </p:cNvSpPr>
          <p:nvPr/>
        </p:nvSpPr>
        <p:spPr>
          <a:xfrm>
            <a:off x="7549905" y="632667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31" name="02_predicted_pose_4830">
            <a:extLst>
              <a:ext uri="{FF2B5EF4-FFF2-40B4-BE49-F238E27FC236}">
                <a16:creationId xmlns:a16="http://schemas.microsoft.com/office/drawing/2014/main" id="{BF93BB1E-27FB-4A99-ACB4-EA62157A8313}"/>
              </a:ext>
            </a:extLst>
          </p:cNvPr>
          <p:cNvSpPr>
            <a:spLocks noGrp="1"/>
          </p:cNvSpPr>
          <p:nvPr/>
        </p:nvSpPr>
        <p:spPr>
          <a:xfrm>
            <a:off x="7564489" y="631259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32" name="02_predicted_pose_4831">
            <a:extLst>
              <a:ext uri="{FF2B5EF4-FFF2-40B4-BE49-F238E27FC236}">
                <a16:creationId xmlns:a16="http://schemas.microsoft.com/office/drawing/2014/main" id="{75D5129A-D630-4AFF-BCC2-8B981EAC1478}"/>
              </a:ext>
            </a:extLst>
          </p:cNvPr>
          <p:cNvSpPr>
            <a:spLocks noGrp="1"/>
          </p:cNvSpPr>
          <p:nvPr/>
        </p:nvSpPr>
        <p:spPr>
          <a:xfrm>
            <a:off x="7579073" y="624968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33" name="02_predicted_pose_4832">
            <a:extLst>
              <a:ext uri="{FF2B5EF4-FFF2-40B4-BE49-F238E27FC236}">
                <a16:creationId xmlns:a16="http://schemas.microsoft.com/office/drawing/2014/main" id="{FBC30C9A-5467-4A07-A74D-3F24196DC1CE}"/>
              </a:ext>
            </a:extLst>
          </p:cNvPr>
          <p:cNvSpPr>
            <a:spLocks noGrp="1"/>
          </p:cNvSpPr>
          <p:nvPr/>
        </p:nvSpPr>
        <p:spPr>
          <a:xfrm>
            <a:off x="7593657" y="627469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34" name="02_predicted_pose_4833">
            <a:extLst>
              <a:ext uri="{FF2B5EF4-FFF2-40B4-BE49-F238E27FC236}">
                <a16:creationId xmlns:a16="http://schemas.microsoft.com/office/drawing/2014/main" id="{29A465CD-CD2B-47D9-A43A-6E1D5CAFA3CB}"/>
              </a:ext>
            </a:extLst>
          </p:cNvPr>
          <p:cNvSpPr>
            <a:spLocks noGrp="1"/>
          </p:cNvSpPr>
          <p:nvPr/>
        </p:nvSpPr>
        <p:spPr>
          <a:xfrm>
            <a:off x="7608240" y="633635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35" name="02_predicted_pose_4834">
            <a:extLst>
              <a:ext uri="{FF2B5EF4-FFF2-40B4-BE49-F238E27FC236}">
                <a16:creationId xmlns:a16="http://schemas.microsoft.com/office/drawing/2014/main" id="{4DC4D6AE-F271-4CE9-B449-4044D4E9FAFB}"/>
              </a:ext>
            </a:extLst>
          </p:cNvPr>
          <p:cNvSpPr>
            <a:spLocks noGrp="1"/>
          </p:cNvSpPr>
          <p:nvPr/>
        </p:nvSpPr>
        <p:spPr>
          <a:xfrm>
            <a:off x="7622825" y="625367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36" name="02_predicted_pose_4835">
            <a:extLst>
              <a:ext uri="{FF2B5EF4-FFF2-40B4-BE49-F238E27FC236}">
                <a16:creationId xmlns:a16="http://schemas.microsoft.com/office/drawing/2014/main" id="{CB119D3F-DDB8-4F87-8ACE-480C0662CAC0}"/>
              </a:ext>
            </a:extLst>
          </p:cNvPr>
          <p:cNvSpPr>
            <a:spLocks noGrp="1"/>
          </p:cNvSpPr>
          <p:nvPr/>
        </p:nvSpPr>
        <p:spPr>
          <a:xfrm>
            <a:off x="7505789" y="625378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37" name="02_predicted_pose_4836">
            <a:extLst>
              <a:ext uri="{FF2B5EF4-FFF2-40B4-BE49-F238E27FC236}">
                <a16:creationId xmlns:a16="http://schemas.microsoft.com/office/drawing/2014/main" id="{0292FEFF-4044-4C05-A505-DB76B0B325E7}"/>
              </a:ext>
            </a:extLst>
          </p:cNvPr>
          <p:cNvSpPr>
            <a:spLocks noGrp="1"/>
          </p:cNvSpPr>
          <p:nvPr/>
        </p:nvSpPr>
        <p:spPr>
          <a:xfrm>
            <a:off x="7604231" y="628879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38" name="02_predicted_pose_4837">
            <a:extLst>
              <a:ext uri="{FF2B5EF4-FFF2-40B4-BE49-F238E27FC236}">
                <a16:creationId xmlns:a16="http://schemas.microsoft.com/office/drawing/2014/main" id="{AA7D8B99-19E4-4F82-B248-E74A713A0681}"/>
              </a:ext>
            </a:extLst>
          </p:cNvPr>
          <p:cNvSpPr>
            <a:spLocks noGrp="1"/>
          </p:cNvSpPr>
          <p:nvPr/>
        </p:nvSpPr>
        <p:spPr>
          <a:xfrm>
            <a:off x="7702671" y="629631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39" name="02_predicted_pose_4838">
            <a:extLst>
              <a:ext uri="{FF2B5EF4-FFF2-40B4-BE49-F238E27FC236}">
                <a16:creationId xmlns:a16="http://schemas.microsoft.com/office/drawing/2014/main" id="{BBD238F2-BFB2-4984-BF96-1306F596364E}"/>
              </a:ext>
            </a:extLst>
          </p:cNvPr>
          <p:cNvSpPr>
            <a:spLocks noGrp="1"/>
          </p:cNvSpPr>
          <p:nvPr/>
        </p:nvSpPr>
        <p:spPr>
          <a:xfrm>
            <a:off x="7437610" y="628356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40" name="02_predicted_pose_4839">
            <a:extLst>
              <a:ext uri="{FF2B5EF4-FFF2-40B4-BE49-F238E27FC236}">
                <a16:creationId xmlns:a16="http://schemas.microsoft.com/office/drawing/2014/main" id="{16C2FDA3-2ABA-4665-840B-14A0741B14C2}"/>
              </a:ext>
            </a:extLst>
          </p:cNvPr>
          <p:cNvSpPr>
            <a:spLocks noGrp="1"/>
          </p:cNvSpPr>
          <p:nvPr/>
        </p:nvSpPr>
        <p:spPr>
          <a:xfrm>
            <a:off x="7536050" y="635206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41" name="02_predicted_pose_4840">
            <a:extLst>
              <a:ext uri="{FF2B5EF4-FFF2-40B4-BE49-F238E27FC236}">
                <a16:creationId xmlns:a16="http://schemas.microsoft.com/office/drawing/2014/main" id="{9A265EBA-DF8C-42C4-860E-0A0640846746}"/>
              </a:ext>
            </a:extLst>
          </p:cNvPr>
          <p:cNvSpPr>
            <a:spLocks noGrp="1"/>
          </p:cNvSpPr>
          <p:nvPr/>
        </p:nvSpPr>
        <p:spPr>
          <a:xfrm>
            <a:off x="7634492" y="628808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42" name="02_predicted_pose_4841">
            <a:extLst>
              <a:ext uri="{FF2B5EF4-FFF2-40B4-BE49-F238E27FC236}">
                <a16:creationId xmlns:a16="http://schemas.microsoft.com/office/drawing/2014/main" id="{356837F3-F271-4354-8420-FA4C23FE396D}"/>
              </a:ext>
            </a:extLst>
          </p:cNvPr>
          <p:cNvSpPr>
            <a:spLocks noGrp="1"/>
          </p:cNvSpPr>
          <p:nvPr/>
        </p:nvSpPr>
        <p:spPr>
          <a:xfrm>
            <a:off x="7732933" y="628095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43" name="02_predicted_pose_4842">
            <a:extLst>
              <a:ext uri="{FF2B5EF4-FFF2-40B4-BE49-F238E27FC236}">
                <a16:creationId xmlns:a16="http://schemas.microsoft.com/office/drawing/2014/main" id="{D93F7D16-8AA4-423F-8F86-B46CF1A78BE8}"/>
              </a:ext>
            </a:extLst>
          </p:cNvPr>
          <p:cNvSpPr>
            <a:spLocks noGrp="1"/>
          </p:cNvSpPr>
          <p:nvPr/>
        </p:nvSpPr>
        <p:spPr>
          <a:xfrm>
            <a:off x="7467871" y="637547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44" name="02_predicted_pose_4843">
            <a:extLst>
              <a:ext uri="{FF2B5EF4-FFF2-40B4-BE49-F238E27FC236}">
                <a16:creationId xmlns:a16="http://schemas.microsoft.com/office/drawing/2014/main" id="{88F9A9CD-8B8D-466F-B10E-1BF4B0937C02}"/>
              </a:ext>
            </a:extLst>
          </p:cNvPr>
          <p:cNvSpPr>
            <a:spLocks noGrp="1"/>
          </p:cNvSpPr>
          <p:nvPr/>
        </p:nvSpPr>
        <p:spPr>
          <a:xfrm>
            <a:off x="7566312" y="628849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45" name="02_predicted_pose_4844">
            <a:extLst>
              <a:ext uri="{FF2B5EF4-FFF2-40B4-BE49-F238E27FC236}">
                <a16:creationId xmlns:a16="http://schemas.microsoft.com/office/drawing/2014/main" id="{E5969B2C-B36B-4A6E-8A31-C20F98C18A98}"/>
              </a:ext>
            </a:extLst>
          </p:cNvPr>
          <p:cNvSpPr>
            <a:spLocks noGrp="1"/>
          </p:cNvSpPr>
          <p:nvPr/>
        </p:nvSpPr>
        <p:spPr>
          <a:xfrm>
            <a:off x="7664753" y="627382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46" name="02_predicted_pose_4845">
            <a:extLst>
              <a:ext uri="{FF2B5EF4-FFF2-40B4-BE49-F238E27FC236}">
                <a16:creationId xmlns:a16="http://schemas.microsoft.com/office/drawing/2014/main" id="{2905AE55-9738-4137-B177-C5E59368D4FB}"/>
              </a:ext>
            </a:extLst>
          </p:cNvPr>
          <p:cNvSpPr>
            <a:spLocks noGrp="1"/>
          </p:cNvSpPr>
          <p:nvPr/>
        </p:nvSpPr>
        <p:spPr>
          <a:xfrm>
            <a:off x="7520372" y="631390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47" name="02_predicted_pose_4846">
            <a:extLst>
              <a:ext uri="{FF2B5EF4-FFF2-40B4-BE49-F238E27FC236}">
                <a16:creationId xmlns:a16="http://schemas.microsoft.com/office/drawing/2014/main" id="{6BE813CD-9A9E-4E10-980A-179AB16128DE}"/>
              </a:ext>
            </a:extLst>
          </p:cNvPr>
          <p:cNvSpPr>
            <a:spLocks noGrp="1"/>
          </p:cNvSpPr>
          <p:nvPr/>
        </p:nvSpPr>
        <p:spPr>
          <a:xfrm>
            <a:off x="7618814" y="631240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48" name="02_predicted_pose_4847">
            <a:extLst>
              <a:ext uri="{FF2B5EF4-FFF2-40B4-BE49-F238E27FC236}">
                <a16:creationId xmlns:a16="http://schemas.microsoft.com/office/drawing/2014/main" id="{487B0687-473F-4C8F-80D9-F9D4AE52394B}"/>
              </a:ext>
            </a:extLst>
          </p:cNvPr>
          <p:cNvSpPr>
            <a:spLocks noGrp="1"/>
          </p:cNvSpPr>
          <p:nvPr/>
        </p:nvSpPr>
        <p:spPr>
          <a:xfrm>
            <a:off x="7717255" y="627778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49" name="02_predicted_pose_4848">
            <a:extLst>
              <a:ext uri="{FF2B5EF4-FFF2-40B4-BE49-F238E27FC236}">
                <a16:creationId xmlns:a16="http://schemas.microsoft.com/office/drawing/2014/main" id="{2C42F692-68AE-496A-9782-0F01F48443EE}"/>
              </a:ext>
            </a:extLst>
          </p:cNvPr>
          <p:cNvSpPr>
            <a:spLocks noGrp="1"/>
          </p:cNvSpPr>
          <p:nvPr/>
        </p:nvSpPr>
        <p:spPr>
          <a:xfrm>
            <a:off x="7452193" y="629663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50" name="02_predicted_pose_4849">
            <a:extLst>
              <a:ext uri="{FF2B5EF4-FFF2-40B4-BE49-F238E27FC236}">
                <a16:creationId xmlns:a16="http://schemas.microsoft.com/office/drawing/2014/main" id="{566A53AE-C550-42AC-BAB1-864B142C452B}"/>
              </a:ext>
            </a:extLst>
          </p:cNvPr>
          <p:cNvSpPr>
            <a:spLocks noGrp="1"/>
          </p:cNvSpPr>
          <p:nvPr/>
        </p:nvSpPr>
        <p:spPr>
          <a:xfrm>
            <a:off x="7550634" y="628055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51" name="02_predicted_pose_4850">
            <a:extLst>
              <a:ext uri="{FF2B5EF4-FFF2-40B4-BE49-F238E27FC236}">
                <a16:creationId xmlns:a16="http://schemas.microsoft.com/office/drawing/2014/main" id="{3E4E1455-607E-4375-8519-8FE9EE21D34F}"/>
              </a:ext>
            </a:extLst>
          </p:cNvPr>
          <p:cNvSpPr>
            <a:spLocks noGrp="1"/>
          </p:cNvSpPr>
          <p:nvPr/>
        </p:nvSpPr>
        <p:spPr>
          <a:xfrm>
            <a:off x="7649076" y="621923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52" name="02_predicted_pose_4851">
            <a:extLst>
              <a:ext uri="{FF2B5EF4-FFF2-40B4-BE49-F238E27FC236}">
                <a16:creationId xmlns:a16="http://schemas.microsoft.com/office/drawing/2014/main" id="{0C30EEC1-6991-4EA2-B50C-308C97368BA6}"/>
              </a:ext>
            </a:extLst>
          </p:cNvPr>
          <p:cNvSpPr>
            <a:spLocks noGrp="1"/>
          </p:cNvSpPr>
          <p:nvPr/>
        </p:nvSpPr>
        <p:spPr>
          <a:xfrm>
            <a:off x="7384014" y="625860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53" name="02_predicted_pose_4852">
            <a:extLst>
              <a:ext uri="{FF2B5EF4-FFF2-40B4-BE49-F238E27FC236}">
                <a16:creationId xmlns:a16="http://schemas.microsoft.com/office/drawing/2014/main" id="{0BD9572E-ADA6-411C-8E48-5CF53909592E}"/>
              </a:ext>
            </a:extLst>
          </p:cNvPr>
          <p:cNvSpPr>
            <a:spLocks noGrp="1"/>
          </p:cNvSpPr>
          <p:nvPr/>
        </p:nvSpPr>
        <p:spPr>
          <a:xfrm>
            <a:off x="7482455" y="627134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54" name="02_predicted_pose_4853">
            <a:extLst>
              <a:ext uri="{FF2B5EF4-FFF2-40B4-BE49-F238E27FC236}">
                <a16:creationId xmlns:a16="http://schemas.microsoft.com/office/drawing/2014/main" id="{DD2FA900-4D8C-4532-AE60-0C7D34AB0317}"/>
              </a:ext>
            </a:extLst>
          </p:cNvPr>
          <p:cNvSpPr>
            <a:spLocks noGrp="1"/>
          </p:cNvSpPr>
          <p:nvPr/>
        </p:nvSpPr>
        <p:spPr>
          <a:xfrm>
            <a:off x="7580896" y="626678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55" name="02_predicted_pose_4854">
            <a:extLst>
              <a:ext uri="{FF2B5EF4-FFF2-40B4-BE49-F238E27FC236}">
                <a16:creationId xmlns:a16="http://schemas.microsoft.com/office/drawing/2014/main" id="{EE7B488D-6334-4E83-8E2D-BE1EA6A48799}"/>
              </a:ext>
            </a:extLst>
          </p:cNvPr>
          <p:cNvSpPr>
            <a:spLocks noGrp="1"/>
          </p:cNvSpPr>
          <p:nvPr/>
        </p:nvSpPr>
        <p:spPr>
          <a:xfrm>
            <a:off x="7679337" y="633356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56" name="02_predicted_pose_4855">
            <a:extLst>
              <a:ext uri="{FF2B5EF4-FFF2-40B4-BE49-F238E27FC236}">
                <a16:creationId xmlns:a16="http://schemas.microsoft.com/office/drawing/2014/main" id="{271E0489-00CC-4ABF-ADAE-3932CE55604E}"/>
              </a:ext>
            </a:extLst>
          </p:cNvPr>
          <p:cNvSpPr>
            <a:spLocks noGrp="1"/>
          </p:cNvSpPr>
          <p:nvPr/>
        </p:nvSpPr>
        <p:spPr>
          <a:xfrm>
            <a:off x="7534957" y="634765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57" name="02_predicted_pose_4856">
            <a:extLst>
              <a:ext uri="{FF2B5EF4-FFF2-40B4-BE49-F238E27FC236}">
                <a16:creationId xmlns:a16="http://schemas.microsoft.com/office/drawing/2014/main" id="{9893078B-21B7-4900-BF5D-6751A9DCC1C0}"/>
              </a:ext>
            </a:extLst>
          </p:cNvPr>
          <p:cNvSpPr>
            <a:spLocks noGrp="1"/>
          </p:cNvSpPr>
          <p:nvPr/>
        </p:nvSpPr>
        <p:spPr>
          <a:xfrm>
            <a:off x="7633398" y="630087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58" name="02_predicted_pose_4857">
            <a:extLst>
              <a:ext uri="{FF2B5EF4-FFF2-40B4-BE49-F238E27FC236}">
                <a16:creationId xmlns:a16="http://schemas.microsoft.com/office/drawing/2014/main" id="{2FC93C63-F444-419A-ADAE-AB4324E9AC36}"/>
              </a:ext>
            </a:extLst>
          </p:cNvPr>
          <p:cNvSpPr>
            <a:spLocks noGrp="1"/>
          </p:cNvSpPr>
          <p:nvPr/>
        </p:nvSpPr>
        <p:spPr>
          <a:xfrm>
            <a:off x="7731838" y="628636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59" name="02_predicted_pose_4858">
            <a:extLst>
              <a:ext uri="{FF2B5EF4-FFF2-40B4-BE49-F238E27FC236}">
                <a16:creationId xmlns:a16="http://schemas.microsoft.com/office/drawing/2014/main" id="{A5C96841-1BFD-4D40-98A0-B7DD1FC8C488}"/>
              </a:ext>
            </a:extLst>
          </p:cNvPr>
          <p:cNvSpPr>
            <a:spLocks noGrp="1"/>
          </p:cNvSpPr>
          <p:nvPr/>
        </p:nvSpPr>
        <p:spPr>
          <a:xfrm>
            <a:off x="7466777" y="636004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60" name="02_predicted_pose_4859">
            <a:extLst>
              <a:ext uri="{FF2B5EF4-FFF2-40B4-BE49-F238E27FC236}">
                <a16:creationId xmlns:a16="http://schemas.microsoft.com/office/drawing/2014/main" id="{780A3576-C7A4-4B18-91E4-8690B4B2188F}"/>
              </a:ext>
            </a:extLst>
          </p:cNvPr>
          <p:cNvSpPr>
            <a:spLocks noGrp="1"/>
          </p:cNvSpPr>
          <p:nvPr/>
        </p:nvSpPr>
        <p:spPr>
          <a:xfrm>
            <a:off x="7565219" y="627950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61" name="02_predicted_pose_4860">
            <a:extLst>
              <a:ext uri="{FF2B5EF4-FFF2-40B4-BE49-F238E27FC236}">
                <a16:creationId xmlns:a16="http://schemas.microsoft.com/office/drawing/2014/main" id="{22680ED6-D91F-4C05-9B84-B48DAA523FAA}"/>
              </a:ext>
            </a:extLst>
          </p:cNvPr>
          <p:cNvSpPr>
            <a:spLocks noGrp="1"/>
          </p:cNvSpPr>
          <p:nvPr/>
        </p:nvSpPr>
        <p:spPr>
          <a:xfrm>
            <a:off x="7663659" y="632393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62" name="02_predicted_pose_4861">
            <a:extLst>
              <a:ext uri="{FF2B5EF4-FFF2-40B4-BE49-F238E27FC236}">
                <a16:creationId xmlns:a16="http://schemas.microsoft.com/office/drawing/2014/main" id="{C56C5B43-9CD9-459F-9908-1EBABDBF92B7}"/>
              </a:ext>
            </a:extLst>
          </p:cNvPr>
          <p:cNvSpPr>
            <a:spLocks noGrp="1"/>
          </p:cNvSpPr>
          <p:nvPr/>
        </p:nvSpPr>
        <p:spPr>
          <a:xfrm>
            <a:off x="7398598" y="626395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63" name="02_predicted_pose_4862">
            <a:extLst>
              <a:ext uri="{FF2B5EF4-FFF2-40B4-BE49-F238E27FC236}">
                <a16:creationId xmlns:a16="http://schemas.microsoft.com/office/drawing/2014/main" id="{2355BFC0-2D79-4F85-93AC-9A36C8F1BECF}"/>
              </a:ext>
            </a:extLst>
          </p:cNvPr>
          <p:cNvSpPr>
            <a:spLocks noGrp="1"/>
          </p:cNvSpPr>
          <p:nvPr/>
        </p:nvSpPr>
        <p:spPr>
          <a:xfrm>
            <a:off x="7497038" y="626686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64" name="02_predicted_pose_4863">
            <a:extLst>
              <a:ext uri="{FF2B5EF4-FFF2-40B4-BE49-F238E27FC236}">
                <a16:creationId xmlns:a16="http://schemas.microsoft.com/office/drawing/2014/main" id="{AE5CDA31-D233-49BE-877F-D80B919DBBD2}"/>
              </a:ext>
            </a:extLst>
          </p:cNvPr>
          <p:cNvSpPr>
            <a:spLocks noGrp="1"/>
          </p:cNvSpPr>
          <p:nvPr/>
        </p:nvSpPr>
        <p:spPr>
          <a:xfrm>
            <a:off x="7595480" y="632798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65" name="02_predicted_pose_4864">
            <a:extLst>
              <a:ext uri="{FF2B5EF4-FFF2-40B4-BE49-F238E27FC236}">
                <a16:creationId xmlns:a16="http://schemas.microsoft.com/office/drawing/2014/main" id="{AEE1D5AB-8C87-4338-840D-3DDC55B59F68}"/>
              </a:ext>
            </a:extLst>
          </p:cNvPr>
          <p:cNvSpPr>
            <a:spLocks noGrp="1"/>
          </p:cNvSpPr>
          <p:nvPr/>
        </p:nvSpPr>
        <p:spPr>
          <a:xfrm>
            <a:off x="7693921" y="632196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66" name="02_predicted_pose_4865">
            <a:extLst>
              <a:ext uri="{FF2B5EF4-FFF2-40B4-BE49-F238E27FC236}">
                <a16:creationId xmlns:a16="http://schemas.microsoft.com/office/drawing/2014/main" id="{01553DE1-A591-4495-A19D-E66D8D295F79}"/>
              </a:ext>
            </a:extLst>
          </p:cNvPr>
          <p:cNvSpPr>
            <a:spLocks noGrp="1"/>
          </p:cNvSpPr>
          <p:nvPr/>
        </p:nvSpPr>
        <p:spPr>
          <a:xfrm>
            <a:off x="7549541" y="627617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67" name="02_predicted_pose_4866">
            <a:extLst>
              <a:ext uri="{FF2B5EF4-FFF2-40B4-BE49-F238E27FC236}">
                <a16:creationId xmlns:a16="http://schemas.microsoft.com/office/drawing/2014/main" id="{6DE0DB2F-6D4A-4F46-A6C9-34CD3B94FEFC}"/>
              </a:ext>
            </a:extLst>
          </p:cNvPr>
          <p:cNvSpPr>
            <a:spLocks noGrp="1"/>
          </p:cNvSpPr>
          <p:nvPr/>
        </p:nvSpPr>
        <p:spPr>
          <a:xfrm>
            <a:off x="7647981" y="636537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68" name="02_predicted_pose_4867">
            <a:extLst>
              <a:ext uri="{FF2B5EF4-FFF2-40B4-BE49-F238E27FC236}">
                <a16:creationId xmlns:a16="http://schemas.microsoft.com/office/drawing/2014/main" id="{1693F81B-17A6-4ADC-A8FB-E5C6C01B7FD5}"/>
              </a:ext>
            </a:extLst>
          </p:cNvPr>
          <p:cNvSpPr>
            <a:spLocks noGrp="1"/>
          </p:cNvSpPr>
          <p:nvPr/>
        </p:nvSpPr>
        <p:spPr>
          <a:xfrm>
            <a:off x="7382920" y="627827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69" name="02_predicted_pose_4868">
            <a:extLst>
              <a:ext uri="{FF2B5EF4-FFF2-40B4-BE49-F238E27FC236}">
                <a16:creationId xmlns:a16="http://schemas.microsoft.com/office/drawing/2014/main" id="{7D66421F-B7E8-4CB5-8634-B6D520248EEE}"/>
              </a:ext>
            </a:extLst>
          </p:cNvPr>
          <p:cNvSpPr>
            <a:spLocks noGrp="1"/>
          </p:cNvSpPr>
          <p:nvPr/>
        </p:nvSpPr>
        <p:spPr>
          <a:xfrm>
            <a:off x="7481362" y="635279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70" name="02_predicted_pose_4869">
            <a:extLst>
              <a:ext uri="{FF2B5EF4-FFF2-40B4-BE49-F238E27FC236}">
                <a16:creationId xmlns:a16="http://schemas.microsoft.com/office/drawing/2014/main" id="{E02F710C-9C1D-45E1-9995-48BC6458322E}"/>
              </a:ext>
            </a:extLst>
          </p:cNvPr>
          <p:cNvSpPr>
            <a:spLocks noGrp="1"/>
          </p:cNvSpPr>
          <p:nvPr/>
        </p:nvSpPr>
        <p:spPr>
          <a:xfrm>
            <a:off x="7579802" y="632353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71" name="02_predicted_pose_4870">
            <a:extLst>
              <a:ext uri="{FF2B5EF4-FFF2-40B4-BE49-F238E27FC236}">
                <a16:creationId xmlns:a16="http://schemas.microsoft.com/office/drawing/2014/main" id="{8A390004-ADC6-4F49-A575-68E622C4D794}"/>
              </a:ext>
            </a:extLst>
          </p:cNvPr>
          <p:cNvSpPr>
            <a:spLocks noGrp="1"/>
          </p:cNvSpPr>
          <p:nvPr/>
        </p:nvSpPr>
        <p:spPr>
          <a:xfrm>
            <a:off x="7678243" y="627514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72" name="02_predicted_pose_4871">
            <a:extLst>
              <a:ext uri="{FF2B5EF4-FFF2-40B4-BE49-F238E27FC236}">
                <a16:creationId xmlns:a16="http://schemas.microsoft.com/office/drawing/2014/main" id="{BBC2E39D-7FEC-45A8-9731-E895DBBF31D9}"/>
              </a:ext>
            </a:extLst>
          </p:cNvPr>
          <p:cNvSpPr>
            <a:spLocks noGrp="1"/>
          </p:cNvSpPr>
          <p:nvPr/>
        </p:nvSpPr>
        <p:spPr>
          <a:xfrm>
            <a:off x="7413181" y="639626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73" name="02_predicted_pose_4872">
            <a:extLst>
              <a:ext uri="{FF2B5EF4-FFF2-40B4-BE49-F238E27FC236}">
                <a16:creationId xmlns:a16="http://schemas.microsoft.com/office/drawing/2014/main" id="{DD2F5AAD-1563-4FFD-9CD6-273BBD2A5071}"/>
              </a:ext>
            </a:extLst>
          </p:cNvPr>
          <p:cNvSpPr>
            <a:spLocks noGrp="1"/>
          </p:cNvSpPr>
          <p:nvPr/>
        </p:nvSpPr>
        <p:spPr>
          <a:xfrm>
            <a:off x="7511623" y="629464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74" name="02_predicted_pose_4873">
            <a:extLst>
              <a:ext uri="{FF2B5EF4-FFF2-40B4-BE49-F238E27FC236}">
                <a16:creationId xmlns:a16="http://schemas.microsoft.com/office/drawing/2014/main" id="{03BA3240-C153-46D1-9C2F-674BE2DE0199}"/>
              </a:ext>
            </a:extLst>
          </p:cNvPr>
          <p:cNvSpPr>
            <a:spLocks noGrp="1"/>
          </p:cNvSpPr>
          <p:nvPr/>
        </p:nvSpPr>
        <p:spPr>
          <a:xfrm>
            <a:off x="7610064" y="628530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75" name="02_predicted_pose_4874">
            <a:extLst>
              <a:ext uri="{FF2B5EF4-FFF2-40B4-BE49-F238E27FC236}">
                <a16:creationId xmlns:a16="http://schemas.microsoft.com/office/drawing/2014/main" id="{03560676-42EA-4B1D-8230-26D677F8ABFF}"/>
              </a:ext>
            </a:extLst>
          </p:cNvPr>
          <p:cNvSpPr>
            <a:spLocks noGrp="1"/>
          </p:cNvSpPr>
          <p:nvPr/>
        </p:nvSpPr>
        <p:spPr>
          <a:xfrm>
            <a:off x="7708504" y="627078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76" name="02_predicted_pose_4875">
            <a:extLst>
              <a:ext uri="{FF2B5EF4-FFF2-40B4-BE49-F238E27FC236}">
                <a16:creationId xmlns:a16="http://schemas.microsoft.com/office/drawing/2014/main" id="{DD7640A9-1D2A-4A2A-9895-B379AD9E50D2}"/>
              </a:ext>
            </a:extLst>
          </p:cNvPr>
          <p:cNvSpPr>
            <a:spLocks noGrp="1"/>
          </p:cNvSpPr>
          <p:nvPr/>
        </p:nvSpPr>
        <p:spPr>
          <a:xfrm>
            <a:off x="7564124" y="629486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77" name="02_predicted_pose_4876">
            <a:extLst>
              <a:ext uri="{FF2B5EF4-FFF2-40B4-BE49-F238E27FC236}">
                <a16:creationId xmlns:a16="http://schemas.microsoft.com/office/drawing/2014/main" id="{15A9A533-1C8A-4E31-93C7-653259E11B50}"/>
              </a:ext>
            </a:extLst>
          </p:cNvPr>
          <p:cNvSpPr>
            <a:spLocks noGrp="1"/>
          </p:cNvSpPr>
          <p:nvPr/>
        </p:nvSpPr>
        <p:spPr>
          <a:xfrm>
            <a:off x="7662565" y="628043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78" name="02_predicted_pose_4877">
            <a:extLst>
              <a:ext uri="{FF2B5EF4-FFF2-40B4-BE49-F238E27FC236}">
                <a16:creationId xmlns:a16="http://schemas.microsoft.com/office/drawing/2014/main" id="{B285A96C-AAE3-44C9-B435-3F645E0DB1E1}"/>
              </a:ext>
            </a:extLst>
          </p:cNvPr>
          <p:cNvSpPr>
            <a:spLocks noGrp="1"/>
          </p:cNvSpPr>
          <p:nvPr/>
        </p:nvSpPr>
        <p:spPr>
          <a:xfrm>
            <a:off x="7397504" y="635816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79" name="02_predicted_pose_4878">
            <a:extLst>
              <a:ext uri="{FF2B5EF4-FFF2-40B4-BE49-F238E27FC236}">
                <a16:creationId xmlns:a16="http://schemas.microsoft.com/office/drawing/2014/main" id="{B18B8B14-75DD-4288-A1A7-D3884909C932}"/>
              </a:ext>
            </a:extLst>
          </p:cNvPr>
          <p:cNvSpPr>
            <a:spLocks noGrp="1"/>
          </p:cNvSpPr>
          <p:nvPr/>
        </p:nvSpPr>
        <p:spPr>
          <a:xfrm>
            <a:off x="7495945" y="624868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80" name="02_predicted_pose_4879">
            <a:extLst>
              <a:ext uri="{FF2B5EF4-FFF2-40B4-BE49-F238E27FC236}">
                <a16:creationId xmlns:a16="http://schemas.microsoft.com/office/drawing/2014/main" id="{E93E42A2-939E-417B-822E-A236C5015E68}"/>
              </a:ext>
            </a:extLst>
          </p:cNvPr>
          <p:cNvSpPr>
            <a:spLocks noGrp="1"/>
          </p:cNvSpPr>
          <p:nvPr/>
        </p:nvSpPr>
        <p:spPr>
          <a:xfrm>
            <a:off x="7594386" y="633000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81" name="02_predicted_pose_4880">
            <a:extLst>
              <a:ext uri="{FF2B5EF4-FFF2-40B4-BE49-F238E27FC236}">
                <a16:creationId xmlns:a16="http://schemas.microsoft.com/office/drawing/2014/main" id="{8F095B10-9547-4179-89FA-3C3625EDED02}"/>
              </a:ext>
            </a:extLst>
          </p:cNvPr>
          <p:cNvSpPr>
            <a:spLocks noGrp="1"/>
          </p:cNvSpPr>
          <p:nvPr/>
        </p:nvSpPr>
        <p:spPr>
          <a:xfrm>
            <a:off x="7692826" y="632830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82" name="02_predicted_pose_4881">
            <a:extLst>
              <a:ext uri="{FF2B5EF4-FFF2-40B4-BE49-F238E27FC236}">
                <a16:creationId xmlns:a16="http://schemas.microsoft.com/office/drawing/2014/main" id="{269DAB37-9CBC-46BB-B0F4-DF61C176408B}"/>
              </a:ext>
            </a:extLst>
          </p:cNvPr>
          <p:cNvSpPr>
            <a:spLocks noGrp="1"/>
          </p:cNvSpPr>
          <p:nvPr/>
        </p:nvSpPr>
        <p:spPr>
          <a:xfrm>
            <a:off x="7427766" y="636557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83" name="02_predicted_pose_4882">
            <a:extLst>
              <a:ext uri="{FF2B5EF4-FFF2-40B4-BE49-F238E27FC236}">
                <a16:creationId xmlns:a16="http://schemas.microsoft.com/office/drawing/2014/main" id="{7B41EFA2-B943-4761-80D4-4407E3571C10}"/>
              </a:ext>
            </a:extLst>
          </p:cNvPr>
          <p:cNvSpPr>
            <a:spLocks noGrp="1"/>
          </p:cNvSpPr>
          <p:nvPr/>
        </p:nvSpPr>
        <p:spPr>
          <a:xfrm>
            <a:off x="7526207" y="631264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84" name="02_predicted_pose_4883">
            <a:extLst>
              <a:ext uri="{FF2B5EF4-FFF2-40B4-BE49-F238E27FC236}">
                <a16:creationId xmlns:a16="http://schemas.microsoft.com/office/drawing/2014/main" id="{47A5A586-C7B4-41F6-8ACF-DCAECC60982E}"/>
              </a:ext>
            </a:extLst>
          </p:cNvPr>
          <p:cNvSpPr>
            <a:spLocks noGrp="1"/>
          </p:cNvSpPr>
          <p:nvPr/>
        </p:nvSpPr>
        <p:spPr>
          <a:xfrm>
            <a:off x="7624647" y="628484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85" name="02_predicted_pose_4884">
            <a:extLst>
              <a:ext uri="{FF2B5EF4-FFF2-40B4-BE49-F238E27FC236}">
                <a16:creationId xmlns:a16="http://schemas.microsoft.com/office/drawing/2014/main" id="{B246D9BB-2376-425B-8936-F8B9E05CA822}"/>
              </a:ext>
            </a:extLst>
          </p:cNvPr>
          <p:cNvSpPr>
            <a:spLocks noGrp="1"/>
          </p:cNvSpPr>
          <p:nvPr/>
        </p:nvSpPr>
        <p:spPr>
          <a:xfrm>
            <a:off x="7723089" y="631720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86" name="02_predicted_pose_4885">
            <a:extLst>
              <a:ext uri="{FF2B5EF4-FFF2-40B4-BE49-F238E27FC236}">
                <a16:creationId xmlns:a16="http://schemas.microsoft.com/office/drawing/2014/main" id="{D06BA5A2-B0D1-4D3D-AEAB-EB64E8354F3E}"/>
              </a:ext>
            </a:extLst>
          </p:cNvPr>
          <p:cNvSpPr>
            <a:spLocks noGrp="1"/>
          </p:cNvSpPr>
          <p:nvPr/>
        </p:nvSpPr>
        <p:spPr>
          <a:xfrm>
            <a:off x="7677150" y="630606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87" name="02_predicted_pose_4886">
            <a:extLst>
              <a:ext uri="{FF2B5EF4-FFF2-40B4-BE49-F238E27FC236}">
                <a16:creationId xmlns:a16="http://schemas.microsoft.com/office/drawing/2014/main" id="{8141BFBF-48AF-4636-A84B-BABB4F16F3F7}"/>
              </a:ext>
            </a:extLst>
          </p:cNvPr>
          <p:cNvSpPr>
            <a:spLocks noGrp="1"/>
          </p:cNvSpPr>
          <p:nvPr/>
        </p:nvSpPr>
        <p:spPr>
          <a:xfrm>
            <a:off x="7412088" y="630436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88" name="02_predicted_pose_4887">
            <a:extLst>
              <a:ext uri="{FF2B5EF4-FFF2-40B4-BE49-F238E27FC236}">
                <a16:creationId xmlns:a16="http://schemas.microsoft.com/office/drawing/2014/main" id="{0AA03ABF-D9A7-48CF-8C55-90CCE40247DA}"/>
              </a:ext>
            </a:extLst>
          </p:cNvPr>
          <p:cNvSpPr>
            <a:spLocks noGrp="1"/>
          </p:cNvSpPr>
          <p:nvPr/>
        </p:nvSpPr>
        <p:spPr>
          <a:xfrm>
            <a:off x="7510529" y="631071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89" name="02_predicted_pose_4888">
            <a:extLst>
              <a:ext uri="{FF2B5EF4-FFF2-40B4-BE49-F238E27FC236}">
                <a16:creationId xmlns:a16="http://schemas.microsoft.com/office/drawing/2014/main" id="{5B653DD1-6748-4554-A1EF-CE8FA40DAE08}"/>
              </a:ext>
            </a:extLst>
          </p:cNvPr>
          <p:cNvSpPr>
            <a:spLocks noGrp="1"/>
          </p:cNvSpPr>
          <p:nvPr/>
        </p:nvSpPr>
        <p:spPr>
          <a:xfrm>
            <a:off x="7608969" y="625825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90" name="02_predicted_pose_4889">
            <a:extLst>
              <a:ext uri="{FF2B5EF4-FFF2-40B4-BE49-F238E27FC236}">
                <a16:creationId xmlns:a16="http://schemas.microsoft.com/office/drawing/2014/main" id="{9C7069B9-71A7-4958-BB44-14CB581FC918}"/>
              </a:ext>
            </a:extLst>
          </p:cNvPr>
          <p:cNvSpPr>
            <a:spLocks noGrp="1"/>
          </p:cNvSpPr>
          <p:nvPr/>
        </p:nvSpPr>
        <p:spPr>
          <a:xfrm>
            <a:off x="7707411" y="630110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91" name="02_predicted_pose_4890">
            <a:extLst>
              <a:ext uri="{FF2B5EF4-FFF2-40B4-BE49-F238E27FC236}">
                <a16:creationId xmlns:a16="http://schemas.microsoft.com/office/drawing/2014/main" id="{C3E572CE-42B0-4C91-8A39-8ACA45E8131C}"/>
              </a:ext>
            </a:extLst>
          </p:cNvPr>
          <p:cNvSpPr>
            <a:spLocks noGrp="1"/>
          </p:cNvSpPr>
          <p:nvPr/>
        </p:nvSpPr>
        <p:spPr>
          <a:xfrm>
            <a:off x="7442350" y="632865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92" name="02_predicted_pose_4891">
            <a:extLst>
              <a:ext uri="{FF2B5EF4-FFF2-40B4-BE49-F238E27FC236}">
                <a16:creationId xmlns:a16="http://schemas.microsoft.com/office/drawing/2014/main" id="{8CCA4408-F7C3-4B8C-A83F-BEEF5862FE53}"/>
              </a:ext>
            </a:extLst>
          </p:cNvPr>
          <p:cNvSpPr>
            <a:spLocks noGrp="1"/>
          </p:cNvSpPr>
          <p:nvPr/>
        </p:nvSpPr>
        <p:spPr>
          <a:xfrm>
            <a:off x="7540790" y="640451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93" name="02_predicted_pose_4892">
            <a:extLst>
              <a:ext uri="{FF2B5EF4-FFF2-40B4-BE49-F238E27FC236}">
                <a16:creationId xmlns:a16="http://schemas.microsoft.com/office/drawing/2014/main" id="{8A5E4B99-6AB8-48CE-88CD-FA7F3ABCD999}"/>
              </a:ext>
            </a:extLst>
          </p:cNvPr>
          <p:cNvSpPr>
            <a:spLocks noGrp="1"/>
          </p:cNvSpPr>
          <p:nvPr/>
        </p:nvSpPr>
        <p:spPr>
          <a:xfrm>
            <a:off x="7639231" y="633963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94" name="02_predicted_pose_4893">
            <a:extLst>
              <a:ext uri="{FF2B5EF4-FFF2-40B4-BE49-F238E27FC236}">
                <a16:creationId xmlns:a16="http://schemas.microsoft.com/office/drawing/2014/main" id="{E537FFAC-345C-49F6-8764-D8EDBFB68C4B}"/>
              </a:ext>
            </a:extLst>
          </p:cNvPr>
          <p:cNvSpPr>
            <a:spLocks noGrp="1"/>
          </p:cNvSpPr>
          <p:nvPr/>
        </p:nvSpPr>
        <p:spPr>
          <a:xfrm>
            <a:off x="7374170" y="619776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95" name="02_predicted_pose_4894">
            <a:extLst>
              <a:ext uri="{FF2B5EF4-FFF2-40B4-BE49-F238E27FC236}">
                <a16:creationId xmlns:a16="http://schemas.microsoft.com/office/drawing/2014/main" id="{1BEF51FA-13EC-43BF-9E2F-F4F8F33BB307}"/>
              </a:ext>
            </a:extLst>
          </p:cNvPr>
          <p:cNvSpPr>
            <a:spLocks noGrp="1"/>
          </p:cNvSpPr>
          <p:nvPr/>
        </p:nvSpPr>
        <p:spPr>
          <a:xfrm>
            <a:off x="7593293" y="628696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96" name="02_predicted_pose_4895">
            <a:extLst>
              <a:ext uri="{FF2B5EF4-FFF2-40B4-BE49-F238E27FC236}">
                <a16:creationId xmlns:a16="http://schemas.microsoft.com/office/drawing/2014/main" id="{3AA6085C-6984-492B-BBA6-4CD8356FEC29}"/>
              </a:ext>
            </a:extLst>
          </p:cNvPr>
          <p:cNvSpPr>
            <a:spLocks noGrp="1"/>
          </p:cNvSpPr>
          <p:nvPr/>
        </p:nvSpPr>
        <p:spPr>
          <a:xfrm>
            <a:off x="7691733" y="632888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97" name="02_predicted_pose_4896">
            <a:extLst>
              <a:ext uri="{FF2B5EF4-FFF2-40B4-BE49-F238E27FC236}">
                <a16:creationId xmlns:a16="http://schemas.microsoft.com/office/drawing/2014/main" id="{FDEDED2E-C68A-4B14-AA2C-D6451CC7D77D}"/>
              </a:ext>
            </a:extLst>
          </p:cNvPr>
          <p:cNvSpPr>
            <a:spLocks noGrp="1"/>
          </p:cNvSpPr>
          <p:nvPr/>
        </p:nvSpPr>
        <p:spPr>
          <a:xfrm>
            <a:off x="7426672" y="629987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98" name="02_predicted_pose_4897">
            <a:extLst>
              <a:ext uri="{FF2B5EF4-FFF2-40B4-BE49-F238E27FC236}">
                <a16:creationId xmlns:a16="http://schemas.microsoft.com/office/drawing/2014/main" id="{626EE968-CCD4-4ECA-9C6E-85C9C6498101}"/>
              </a:ext>
            </a:extLst>
          </p:cNvPr>
          <p:cNvSpPr>
            <a:spLocks noGrp="1"/>
          </p:cNvSpPr>
          <p:nvPr/>
        </p:nvSpPr>
        <p:spPr>
          <a:xfrm>
            <a:off x="7525112" y="632900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99" name="02_predicted_pose_4898">
            <a:extLst>
              <a:ext uri="{FF2B5EF4-FFF2-40B4-BE49-F238E27FC236}">
                <a16:creationId xmlns:a16="http://schemas.microsoft.com/office/drawing/2014/main" id="{4033CA6A-057C-4995-A87C-814499E3FFEB}"/>
              </a:ext>
            </a:extLst>
          </p:cNvPr>
          <p:cNvSpPr>
            <a:spLocks noGrp="1"/>
          </p:cNvSpPr>
          <p:nvPr/>
        </p:nvSpPr>
        <p:spPr>
          <a:xfrm>
            <a:off x="7623554" y="627496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00" name="02_predicted_pose_4899">
            <a:extLst>
              <a:ext uri="{FF2B5EF4-FFF2-40B4-BE49-F238E27FC236}">
                <a16:creationId xmlns:a16="http://schemas.microsoft.com/office/drawing/2014/main" id="{80DD2618-F7DA-4305-A8B3-141586D82352}"/>
              </a:ext>
            </a:extLst>
          </p:cNvPr>
          <p:cNvSpPr>
            <a:spLocks noGrp="1"/>
          </p:cNvSpPr>
          <p:nvPr/>
        </p:nvSpPr>
        <p:spPr>
          <a:xfrm>
            <a:off x="7721995" y="626954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01" name="02_predicted_pose_4900">
            <a:extLst>
              <a:ext uri="{FF2B5EF4-FFF2-40B4-BE49-F238E27FC236}">
                <a16:creationId xmlns:a16="http://schemas.microsoft.com/office/drawing/2014/main" id="{79D26F9A-C98B-4B68-8706-658390C8ED37}"/>
              </a:ext>
            </a:extLst>
          </p:cNvPr>
          <p:cNvSpPr>
            <a:spLocks noGrp="1"/>
          </p:cNvSpPr>
          <p:nvPr/>
        </p:nvSpPr>
        <p:spPr>
          <a:xfrm>
            <a:off x="7456933" y="627286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02" name="02_predicted_pose_4901">
            <a:extLst>
              <a:ext uri="{FF2B5EF4-FFF2-40B4-BE49-F238E27FC236}">
                <a16:creationId xmlns:a16="http://schemas.microsoft.com/office/drawing/2014/main" id="{EACC1C72-A0CC-4820-BD9D-381AEB22909B}"/>
              </a:ext>
            </a:extLst>
          </p:cNvPr>
          <p:cNvSpPr>
            <a:spLocks noGrp="1"/>
          </p:cNvSpPr>
          <p:nvPr/>
        </p:nvSpPr>
        <p:spPr>
          <a:xfrm>
            <a:off x="7555374" y="633350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03" name="02_predicted_pose_4902">
            <a:extLst>
              <a:ext uri="{FF2B5EF4-FFF2-40B4-BE49-F238E27FC236}">
                <a16:creationId xmlns:a16="http://schemas.microsoft.com/office/drawing/2014/main" id="{7ADBFE5C-A3A0-4813-B88A-858E2A992D4D}"/>
              </a:ext>
            </a:extLst>
          </p:cNvPr>
          <p:cNvSpPr>
            <a:spLocks noGrp="1"/>
          </p:cNvSpPr>
          <p:nvPr/>
        </p:nvSpPr>
        <p:spPr>
          <a:xfrm>
            <a:off x="7517456" y="646115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04" name="02_predicted_pose_4903">
            <a:extLst>
              <a:ext uri="{FF2B5EF4-FFF2-40B4-BE49-F238E27FC236}">
                <a16:creationId xmlns:a16="http://schemas.microsoft.com/office/drawing/2014/main" id="{009E044D-E036-4C05-8A4D-D4E3781452DF}"/>
              </a:ext>
            </a:extLst>
          </p:cNvPr>
          <p:cNvSpPr>
            <a:spLocks noGrp="1"/>
          </p:cNvSpPr>
          <p:nvPr/>
        </p:nvSpPr>
        <p:spPr>
          <a:xfrm>
            <a:off x="7532040" y="633942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05" name="02_predicted_pose_4904">
            <a:extLst>
              <a:ext uri="{FF2B5EF4-FFF2-40B4-BE49-F238E27FC236}">
                <a16:creationId xmlns:a16="http://schemas.microsoft.com/office/drawing/2014/main" id="{3CAAD756-C47D-4A23-AF74-1843DCD7494D}"/>
              </a:ext>
            </a:extLst>
          </p:cNvPr>
          <p:cNvSpPr>
            <a:spLocks noGrp="1"/>
          </p:cNvSpPr>
          <p:nvPr/>
        </p:nvSpPr>
        <p:spPr>
          <a:xfrm>
            <a:off x="7508705" y="628312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06" name="02_predicted_pose_4905">
            <a:extLst>
              <a:ext uri="{FF2B5EF4-FFF2-40B4-BE49-F238E27FC236}">
                <a16:creationId xmlns:a16="http://schemas.microsoft.com/office/drawing/2014/main" id="{EB4E24BD-C9A9-403C-8270-25D96163D910}"/>
              </a:ext>
            </a:extLst>
          </p:cNvPr>
          <p:cNvSpPr>
            <a:spLocks noGrp="1"/>
          </p:cNvSpPr>
          <p:nvPr/>
        </p:nvSpPr>
        <p:spPr>
          <a:xfrm>
            <a:off x="7537874" y="631071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07" name="02_predicted_pose_4906">
            <a:extLst>
              <a:ext uri="{FF2B5EF4-FFF2-40B4-BE49-F238E27FC236}">
                <a16:creationId xmlns:a16="http://schemas.microsoft.com/office/drawing/2014/main" id="{B03420B6-4B50-459D-A3FC-7F13021F427D}"/>
              </a:ext>
            </a:extLst>
          </p:cNvPr>
          <p:cNvSpPr>
            <a:spLocks noGrp="1"/>
          </p:cNvSpPr>
          <p:nvPr/>
        </p:nvSpPr>
        <p:spPr>
          <a:xfrm>
            <a:off x="7567041" y="627637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08" name="02_predicted_pose_4907">
            <a:extLst>
              <a:ext uri="{FF2B5EF4-FFF2-40B4-BE49-F238E27FC236}">
                <a16:creationId xmlns:a16="http://schemas.microsoft.com/office/drawing/2014/main" id="{E7C2FFA4-A8F8-4BC6-AEC1-3EF76B335571}"/>
              </a:ext>
            </a:extLst>
          </p:cNvPr>
          <p:cNvSpPr>
            <a:spLocks noGrp="1"/>
          </p:cNvSpPr>
          <p:nvPr/>
        </p:nvSpPr>
        <p:spPr>
          <a:xfrm>
            <a:off x="7548447" y="622619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09" name="02_predicted_pose_4908">
            <a:extLst>
              <a:ext uri="{FF2B5EF4-FFF2-40B4-BE49-F238E27FC236}">
                <a16:creationId xmlns:a16="http://schemas.microsoft.com/office/drawing/2014/main" id="{872A92A3-A01A-49BD-A446-35CC4FD34C95}"/>
              </a:ext>
            </a:extLst>
          </p:cNvPr>
          <p:cNvSpPr>
            <a:spLocks noGrp="1"/>
          </p:cNvSpPr>
          <p:nvPr/>
        </p:nvSpPr>
        <p:spPr>
          <a:xfrm>
            <a:off x="7381827" y="642977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10" name="02_predicted_pose_4909">
            <a:extLst>
              <a:ext uri="{FF2B5EF4-FFF2-40B4-BE49-F238E27FC236}">
                <a16:creationId xmlns:a16="http://schemas.microsoft.com/office/drawing/2014/main" id="{52271327-8024-4117-8B0D-B347FECA43BC}"/>
              </a:ext>
            </a:extLst>
          </p:cNvPr>
          <p:cNvSpPr>
            <a:spLocks noGrp="1"/>
          </p:cNvSpPr>
          <p:nvPr/>
        </p:nvSpPr>
        <p:spPr>
          <a:xfrm>
            <a:off x="7578708" y="635774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11" name="02_predicted_pose_4910">
            <a:extLst>
              <a:ext uri="{FF2B5EF4-FFF2-40B4-BE49-F238E27FC236}">
                <a16:creationId xmlns:a16="http://schemas.microsoft.com/office/drawing/2014/main" id="{8083ACA0-E5A6-4530-8472-43C4806E4403}"/>
              </a:ext>
            </a:extLst>
          </p:cNvPr>
          <p:cNvSpPr>
            <a:spLocks noGrp="1"/>
          </p:cNvSpPr>
          <p:nvPr/>
        </p:nvSpPr>
        <p:spPr>
          <a:xfrm>
            <a:off x="7412088" y="630828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12" name="02_predicted_pose_4911">
            <a:extLst>
              <a:ext uri="{FF2B5EF4-FFF2-40B4-BE49-F238E27FC236}">
                <a16:creationId xmlns:a16="http://schemas.microsoft.com/office/drawing/2014/main" id="{F51DAA87-B3F2-45BC-810B-BC42733B56D3}"/>
              </a:ext>
            </a:extLst>
          </p:cNvPr>
          <p:cNvSpPr>
            <a:spLocks noGrp="1"/>
          </p:cNvSpPr>
          <p:nvPr/>
        </p:nvSpPr>
        <p:spPr>
          <a:xfrm>
            <a:off x="7557926" y="646283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13" name="02_predicted_pose_4912">
            <a:extLst>
              <a:ext uri="{FF2B5EF4-FFF2-40B4-BE49-F238E27FC236}">
                <a16:creationId xmlns:a16="http://schemas.microsoft.com/office/drawing/2014/main" id="{957B8279-F3FB-4CD2-84FF-2F862F455BA1}"/>
              </a:ext>
            </a:extLst>
          </p:cNvPr>
          <p:cNvSpPr>
            <a:spLocks noGrp="1"/>
          </p:cNvSpPr>
          <p:nvPr/>
        </p:nvSpPr>
        <p:spPr>
          <a:xfrm>
            <a:off x="7572510" y="649184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14" name="02_predicted_pose_4913">
            <a:extLst>
              <a:ext uri="{FF2B5EF4-FFF2-40B4-BE49-F238E27FC236}">
                <a16:creationId xmlns:a16="http://schemas.microsoft.com/office/drawing/2014/main" id="{95DC0CA4-AC7D-47D1-9D9B-F870EB4AD5A7}"/>
              </a:ext>
            </a:extLst>
          </p:cNvPr>
          <p:cNvSpPr>
            <a:spLocks noGrp="1"/>
          </p:cNvSpPr>
          <p:nvPr/>
        </p:nvSpPr>
        <p:spPr>
          <a:xfrm>
            <a:off x="7616262" y="635115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15" name="02_predicted_pose_4914">
            <a:extLst>
              <a:ext uri="{FF2B5EF4-FFF2-40B4-BE49-F238E27FC236}">
                <a16:creationId xmlns:a16="http://schemas.microsoft.com/office/drawing/2014/main" id="{4386E151-CA86-4A89-B828-3CA77029BA66}"/>
              </a:ext>
            </a:extLst>
          </p:cNvPr>
          <p:cNvSpPr>
            <a:spLocks noGrp="1"/>
          </p:cNvSpPr>
          <p:nvPr/>
        </p:nvSpPr>
        <p:spPr>
          <a:xfrm>
            <a:off x="7630845" y="647122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16" name="02_predicted_pose_4915">
            <a:extLst>
              <a:ext uri="{FF2B5EF4-FFF2-40B4-BE49-F238E27FC236}">
                <a16:creationId xmlns:a16="http://schemas.microsoft.com/office/drawing/2014/main" id="{BD49C69A-3318-4027-A5CE-532E3B2A5FB7}"/>
              </a:ext>
            </a:extLst>
          </p:cNvPr>
          <p:cNvSpPr>
            <a:spLocks noGrp="1"/>
          </p:cNvSpPr>
          <p:nvPr/>
        </p:nvSpPr>
        <p:spPr>
          <a:xfrm>
            <a:off x="7674597" y="652240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17" name="02_predicted_pose_4916">
            <a:extLst>
              <a:ext uri="{FF2B5EF4-FFF2-40B4-BE49-F238E27FC236}">
                <a16:creationId xmlns:a16="http://schemas.microsoft.com/office/drawing/2014/main" id="{913E947B-385F-40CB-BA0C-DB6C275F820D}"/>
              </a:ext>
            </a:extLst>
          </p:cNvPr>
          <p:cNvSpPr>
            <a:spLocks noGrp="1"/>
          </p:cNvSpPr>
          <p:nvPr/>
        </p:nvSpPr>
        <p:spPr>
          <a:xfrm>
            <a:off x="7689181" y="652809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18" name="02_predicted_pose_4917">
            <a:extLst>
              <a:ext uri="{FF2B5EF4-FFF2-40B4-BE49-F238E27FC236}">
                <a16:creationId xmlns:a16="http://schemas.microsoft.com/office/drawing/2014/main" id="{9CACF9E7-C470-40D5-A390-6AA2A4134DB8}"/>
              </a:ext>
            </a:extLst>
          </p:cNvPr>
          <p:cNvSpPr>
            <a:spLocks noGrp="1"/>
          </p:cNvSpPr>
          <p:nvPr/>
        </p:nvSpPr>
        <p:spPr>
          <a:xfrm>
            <a:off x="7405525" y="663150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19" name="02_predicted_pose_4918">
            <a:extLst>
              <a:ext uri="{FF2B5EF4-FFF2-40B4-BE49-F238E27FC236}">
                <a16:creationId xmlns:a16="http://schemas.microsoft.com/office/drawing/2014/main" id="{EBF148DA-DCBB-46A1-A984-95C23327162A}"/>
              </a:ext>
            </a:extLst>
          </p:cNvPr>
          <p:cNvSpPr>
            <a:spLocks noGrp="1"/>
          </p:cNvSpPr>
          <p:nvPr/>
        </p:nvSpPr>
        <p:spPr>
          <a:xfrm>
            <a:off x="7503967" y="639435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20" name="02_predicted_pose_4919">
            <a:extLst>
              <a:ext uri="{FF2B5EF4-FFF2-40B4-BE49-F238E27FC236}">
                <a16:creationId xmlns:a16="http://schemas.microsoft.com/office/drawing/2014/main" id="{35AFCFEC-F3B6-4361-A853-C81A5EE69CB1}"/>
              </a:ext>
            </a:extLst>
          </p:cNvPr>
          <p:cNvSpPr>
            <a:spLocks noGrp="1"/>
          </p:cNvSpPr>
          <p:nvPr/>
        </p:nvSpPr>
        <p:spPr>
          <a:xfrm>
            <a:off x="7435786" y="622198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21" name="02_predicted_pose_4920">
            <a:extLst>
              <a:ext uri="{FF2B5EF4-FFF2-40B4-BE49-F238E27FC236}">
                <a16:creationId xmlns:a16="http://schemas.microsoft.com/office/drawing/2014/main" id="{A57F4FCE-DFCF-4EEB-BAC0-55FA6121F90A}"/>
              </a:ext>
            </a:extLst>
          </p:cNvPr>
          <p:cNvSpPr>
            <a:spLocks noGrp="1"/>
          </p:cNvSpPr>
          <p:nvPr/>
        </p:nvSpPr>
        <p:spPr>
          <a:xfrm>
            <a:off x="7534228" y="627235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22" name="02_predicted_pose_4921">
            <a:extLst>
              <a:ext uri="{FF2B5EF4-FFF2-40B4-BE49-F238E27FC236}">
                <a16:creationId xmlns:a16="http://schemas.microsoft.com/office/drawing/2014/main" id="{30283449-8B87-4AD6-A456-B1E37A36B418}"/>
              </a:ext>
            </a:extLst>
          </p:cNvPr>
          <p:cNvSpPr>
            <a:spLocks noGrp="1"/>
          </p:cNvSpPr>
          <p:nvPr/>
        </p:nvSpPr>
        <p:spPr>
          <a:xfrm>
            <a:off x="7586364" y="634500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23" name="02_predicted_pose_4922">
            <a:extLst>
              <a:ext uri="{FF2B5EF4-FFF2-40B4-BE49-F238E27FC236}">
                <a16:creationId xmlns:a16="http://schemas.microsoft.com/office/drawing/2014/main" id="{DDBA933B-E52B-45AD-AF45-5420F390B7F7}"/>
              </a:ext>
            </a:extLst>
          </p:cNvPr>
          <p:cNvSpPr>
            <a:spLocks noGrp="1"/>
          </p:cNvSpPr>
          <p:nvPr/>
        </p:nvSpPr>
        <p:spPr>
          <a:xfrm>
            <a:off x="7414275" y="634923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24" name="02_predicted_pose_4923">
            <a:extLst>
              <a:ext uri="{FF2B5EF4-FFF2-40B4-BE49-F238E27FC236}">
                <a16:creationId xmlns:a16="http://schemas.microsoft.com/office/drawing/2014/main" id="{C4344DC4-541A-42A5-B922-92F1DB19FFB7}"/>
              </a:ext>
            </a:extLst>
          </p:cNvPr>
          <p:cNvSpPr>
            <a:spLocks noGrp="1"/>
          </p:cNvSpPr>
          <p:nvPr/>
        </p:nvSpPr>
        <p:spPr>
          <a:xfrm>
            <a:off x="7682619" y="612555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25" name="02_predicted_pose_4924">
            <a:extLst>
              <a:ext uri="{FF2B5EF4-FFF2-40B4-BE49-F238E27FC236}">
                <a16:creationId xmlns:a16="http://schemas.microsoft.com/office/drawing/2014/main" id="{EDD8F9EB-6AA4-43B4-B0D5-F43759974113}"/>
              </a:ext>
            </a:extLst>
          </p:cNvPr>
          <p:cNvSpPr>
            <a:spLocks noGrp="1"/>
          </p:cNvSpPr>
          <p:nvPr/>
        </p:nvSpPr>
        <p:spPr>
          <a:xfrm>
            <a:off x="7549541" y="629296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26" name="02_predicted_pose_4925">
            <a:extLst>
              <a:ext uri="{FF2B5EF4-FFF2-40B4-BE49-F238E27FC236}">
                <a16:creationId xmlns:a16="http://schemas.microsoft.com/office/drawing/2014/main" id="{1A7ED03A-68CC-45D9-972D-F0612C1C49BC}"/>
              </a:ext>
            </a:extLst>
          </p:cNvPr>
          <p:cNvSpPr>
            <a:spLocks noGrp="1"/>
          </p:cNvSpPr>
          <p:nvPr/>
        </p:nvSpPr>
        <p:spPr>
          <a:xfrm>
            <a:off x="7420838" y="634832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27" name="02_predicted_pose_4926">
            <a:extLst>
              <a:ext uri="{FF2B5EF4-FFF2-40B4-BE49-F238E27FC236}">
                <a16:creationId xmlns:a16="http://schemas.microsoft.com/office/drawing/2014/main" id="{25D25813-2898-4924-A431-B598491D274A}"/>
              </a:ext>
            </a:extLst>
          </p:cNvPr>
          <p:cNvSpPr>
            <a:spLocks noGrp="1"/>
          </p:cNvSpPr>
          <p:nvPr/>
        </p:nvSpPr>
        <p:spPr>
          <a:xfrm>
            <a:off x="7464589" y="616848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28" name="02_predicted_pose_4927">
            <a:extLst>
              <a:ext uri="{FF2B5EF4-FFF2-40B4-BE49-F238E27FC236}">
                <a16:creationId xmlns:a16="http://schemas.microsoft.com/office/drawing/2014/main" id="{A3D9B0CE-DE84-4CB6-B3C0-A52ADFC4D05A}"/>
              </a:ext>
            </a:extLst>
          </p:cNvPr>
          <p:cNvSpPr>
            <a:spLocks noGrp="1"/>
          </p:cNvSpPr>
          <p:nvPr/>
        </p:nvSpPr>
        <p:spPr>
          <a:xfrm>
            <a:off x="7508341" y="617954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29" name="02_predicted_pose_4928">
            <a:extLst>
              <a:ext uri="{FF2B5EF4-FFF2-40B4-BE49-F238E27FC236}">
                <a16:creationId xmlns:a16="http://schemas.microsoft.com/office/drawing/2014/main" id="{FB901249-E856-4EC3-A370-34B53FEC2E9B}"/>
              </a:ext>
            </a:extLst>
          </p:cNvPr>
          <p:cNvSpPr>
            <a:spLocks noGrp="1"/>
          </p:cNvSpPr>
          <p:nvPr/>
        </p:nvSpPr>
        <p:spPr>
          <a:xfrm>
            <a:off x="7692826" y="620910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30" name="02_predicted_pose_4929">
            <a:extLst>
              <a:ext uri="{FF2B5EF4-FFF2-40B4-BE49-F238E27FC236}">
                <a16:creationId xmlns:a16="http://schemas.microsoft.com/office/drawing/2014/main" id="{82FDEAAC-456A-4806-826A-21219D9112E8}"/>
              </a:ext>
            </a:extLst>
          </p:cNvPr>
          <p:cNvSpPr>
            <a:spLocks noGrp="1"/>
          </p:cNvSpPr>
          <p:nvPr/>
        </p:nvSpPr>
        <p:spPr>
          <a:xfrm>
            <a:off x="7373076" y="610960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31" name="02_predicted_pose_4930">
            <a:extLst>
              <a:ext uri="{FF2B5EF4-FFF2-40B4-BE49-F238E27FC236}">
                <a16:creationId xmlns:a16="http://schemas.microsoft.com/office/drawing/2014/main" id="{C0A34434-C9C2-4996-99E4-1B83A696C1D0}"/>
              </a:ext>
            </a:extLst>
          </p:cNvPr>
          <p:cNvSpPr>
            <a:spLocks noGrp="1"/>
          </p:cNvSpPr>
          <p:nvPr/>
        </p:nvSpPr>
        <p:spPr>
          <a:xfrm>
            <a:off x="7595115" y="603061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32" name="02_predicted_pose_4931">
            <a:extLst>
              <a:ext uri="{FF2B5EF4-FFF2-40B4-BE49-F238E27FC236}">
                <a16:creationId xmlns:a16="http://schemas.microsoft.com/office/drawing/2014/main" id="{7A11A828-6E86-460A-A91F-98AFD03019C3}"/>
              </a:ext>
            </a:extLst>
          </p:cNvPr>
          <p:cNvSpPr>
            <a:spLocks noGrp="1"/>
          </p:cNvSpPr>
          <p:nvPr/>
        </p:nvSpPr>
        <p:spPr>
          <a:xfrm>
            <a:off x="7693557" y="575237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33" name="02_predicted_pose_4932">
            <a:extLst>
              <a:ext uri="{FF2B5EF4-FFF2-40B4-BE49-F238E27FC236}">
                <a16:creationId xmlns:a16="http://schemas.microsoft.com/office/drawing/2014/main" id="{FABA26C2-2170-4F4B-A99F-FE06A8C492F5}"/>
              </a:ext>
            </a:extLst>
          </p:cNvPr>
          <p:cNvSpPr>
            <a:spLocks noGrp="1"/>
          </p:cNvSpPr>
          <p:nvPr/>
        </p:nvSpPr>
        <p:spPr>
          <a:xfrm>
            <a:off x="7514539" y="560583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34" name="02_predicted_pose_4933">
            <a:extLst>
              <a:ext uri="{FF2B5EF4-FFF2-40B4-BE49-F238E27FC236}">
                <a16:creationId xmlns:a16="http://schemas.microsoft.com/office/drawing/2014/main" id="{2A18E4C5-2006-496D-8625-8E950EBCF35C}"/>
              </a:ext>
            </a:extLst>
          </p:cNvPr>
          <p:cNvSpPr>
            <a:spLocks noGrp="1"/>
          </p:cNvSpPr>
          <p:nvPr/>
        </p:nvSpPr>
        <p:spPr>
          <a:xfrm>
            <a:off x="7529123" y="597879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35" name="02_predicted_pose_4934">
            <a:extLst>
              <a:ext uri="{FF2B5EF4-FFF2-40B4-BE49-F238E27FC236}">
                <a16:creationId xmlns:a16="http://schemas.microsoft.com/office/drawing/2014/main" id="{FA2883AB-97AC-427E-8D7C-DF56EDA6477E}"/>
              </a:ext>
            </a:extLst>
          </p:cNvPr>
          <p:cNvSpPr>
            <a:spLocks noGrp="1"/>
          </p:cNvSpPr>
          <p:nvPr/>
        </p:nvSpPr>
        <p:spPr>
          <a:xfrm>
            <a:off x="7446360" y="612077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36" name="02_predicted_pose_4935">
            <a:extLst>
              <a:ext uri="{FF2B5EF4-FFF2-40B4-BE49-F238E27FC236}">
                <a16:creationId xmlns:a16="http://schemas.microsoft.com/office/drawing/2014/main" id="{ED9D6AD5-E456-4B45-A45E-8D845E517CA2}"/>
              </a:ext>
            </a:extLst>
          </p:cNvPr>
          <p:cNvSpPr>
            <a:spLocks noGrp="1"/>
          </p:cNvSpPr>
          <p:nvPr/>
        </p:nvSpPr>
        <p:spPr>
          <a:xfrm>
            <a:off x="7460944" y="606615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37" name="02_predicted_pose_4936">
            <a:extLst>
              <a:ext uri="{FF2B5EF4-FFF2-40B4-BE49-F238E27FC236}">
                <a16:creationId xmlns:a16="http://schemas.microsoft.com/office/drawing/2014/main" id="{7DA04B8A-9DA9-44B2-8BC1-278F057A81F9}"/>
              </a:ext>
            </a:extLst>
          </p:cNvPr>
          <p:cNvSpPr>
            <a:spLocks noGrp="1"/>
          </p:cNvSpPr>
          <p:nvPr/>
        </p:nvSpPr>
        <p:spPr>
          <a:xfrm>
            <a:off x="7475527" y="602503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38" name="02_predicted_pose_4937">
            <a:extLst>
              <a:ext uri="{FF2B5EF4-FFF2-40B4-BE49-F238E27FC236}">
                <a16:creationId xmlns:a16="http://schemas.microsoft.com/office/drawing/2014/main" id="{DF3CE125-1CFC-4731-87C7-E10078CEC42F}"/>
              </a:ext>
            </a:extLst>
          </p:cNvPr>
          <p:cNvSpPr>
            <a:spLocks noGrp="1"/>
          </p:cNvSpPr>
          <p:nvPr/>
        </p:nvSpPr>
        <p:spPr>
          <a:xfrm>
            <a:off x="7490111" y="604059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39" name="02_predicted_pose_4938">
            <a:extLst>
              <a:ext uri="{FF2B5EF4-FFF2-40B4-BE49-F238E27FC236}">
                <a16:creationId xmlns:a16="http://schemas.microsoft.com/office/drawing/2014/main" id="{0E3CFCB4-1FC0-4FE6-9FC5-544A0FA0962C}"/>
              </a:ext>
            </a:extLst>
          </p:cNvPr>
          <p:cNvSpPr>
            <a:spLocks noGrp="1"/>
          </p:cNvSpPr>
          <p:nvPr/>
        </p:nvSpPr>
        <p:spPr>
          <a:xfrm>
            <a:off x="7504696" y="620735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40" name="02_predicted_pose_4939">
            <a:extLst>
              <a:ext uri="{FF2B5EF4-FFF2-40B4-BE49-F238E27FC236}">
                <a16:creationId xmlns:a16="http://schemas.microsoft.com/office/drawing/2014/main" id="{60F5A1B3-6450-4F88-9E88-50D3A3873E5E}"/>
              </a:ext>
            </a:extLst>
          </p:cNvPr>
          <p:cNvSpPr>
            <a:spLocks noGrp="1"/>
          </p:cNvSpPr>
          <p:nvPr/>
        </p:nvSpPr>
        <p:spPr>
          <a:xfrm>
            <a:off x="7519279" y="596210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41" name="02_predicted_pose_4940">
            <a:extLst>
              <a:ext uri="{FF2B5EF4-FFF2-40B4-BE49-F238E27FC236}">
                <a16:creationId xmlns:a16="http://schemas.microsoft.com/office/drawing/2014/main" id="{0F534FFE-341E-4D54-BD0B-8304BB88DF7B}"/>
              </a:ext>
            </a:extLst>
          </p:cNvPr>
          <p:cNvSpPr>
            <a:spLocks noGrp="1"/>
          </p:cNvSpPr>
          <p:nvPr/>
        </p:nvSpPr>
        <p:spPr>
          <a:xfrm>
            <a:off x="7533863" y="611208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42" name="02_predicted_pose_4941">
            <a:extLst>
              <a:ext uri="{FF2B5EF4-FFF2-40B4-BE49-F238E27FC236}">
                <a16:creationId xmlns:a16="http://schemas.microsoft.com/office/drawing/2014/main" id="{C875C4DD-1C5B-4FCB-A695-90DC48C8A966}"/>
              </a:ext>
            </a:extLst>
          </p:cNvPr>
          <p:cNvSpPr>
            <a:spLocks noGrp="1"/>
          </p:cNvSpPr>
          <p:nvPr/>
        </p:nvSpPr>
        <p:spPr>
          <a:xfrm>
            <a:off x="7548447" y="595712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43" name="02_predicted_pose_4942">
            <a:extLst>
              <a:ext uri="{FF2B5EF4-FFF2-40B4-BE49-F238E27FC236}">
                <a16:creationId xmlns:a16="http://schemas.microsoft.com/office/drawing/2014/main" id="{6E2BF348-8418-4181-A1F5-D0D49B26ADED}"/>
              </a:ext>
            </a:extLst>
          </p:cNvPr>
          <p:cNvSpPr>
            <a:spLocks noGrp="1"/>
          </p:cNvSpPr>
          <p:nvPr/>
        </p:nvSpPr>
        <p:spPr>
          <a:xfrm>
            <a:off x="7563031" y="596323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44" name="02_predicted_pose_4943">
            <a:extLst>
              <a:ext uri="{FF2B5EF4-FFF2-40B4-BE49-F238E27FC236}">
                <a16:creationId xmlns:a16="http://schemas.microsoft.com/office/drawing/2014/main" id="{9A4BC586-3409-41AE-9C67-B5D6B4E7C994}"/>
              </a:ext>
            </a:extLst>
          </p:cNvPr>
          <p:cNvSpPr>
            <a:spLocks noGrp="1"/>
          </p:cNvSpPr>
          <p:nvPr/>
        </p:nvSpPr>
        <p:spPr>
          <a:xfrm>
            <a:off x="7577615" y="612245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45" name="02_predicted_pose_4944">
            <a:extLst>
              <a:ext uri="{FF2B5EF4-FFF2-40B4-BE49-F238E27FC236}">
                <a16:creationId xmlns:a16="http://schemas.microsoft.com/office/drawing/2014/main" id="{0907C3D0-7608-4428-A114-F6D81C90A76A}"/>
              </a:ext>
            </a:extLst>
          </p:cNvPr>
          <p:cNvSpPr>
            <a:spLocks noGrp="1"/>
          </p:cNvSpPr>
          <p:nvPr/>
        </p:nvSpPr>
        <p:spPr>
          <a:xfrm>
            <a:off x="7460579" y="608723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46" name="02_predicted_pose_4945">
            <a:extLst>
              <a:ext uri="{FF2B5EF4-FFF2-40B4-BE49-F238E27FC236}">
                <a16:creationId xmlns:a16="http://schemas.microsoft.com/office/drawing/2014/main" id="{81FD289B-2BDB-4814-892B-5A2DD1D19FBD}"/>
              </a:ext>
            </a:extLst>
          </p:cNvPr>
          <p:cNvSpPr>
            <a:spLocks noGrp="1"/>
          </p:cNvSpPr>
          <p:nvPr/>
        </p:nvSpPr>
        <p:spPr>
          <a:xfrm>
            <a:off x="7662930" y="658058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47" name="02_predicted_pose_4946">
            <a:extLst>
              <a:ext uri="{FF2B5EF4-FFF2-40B4-BE49-F238E27FC236}">
                <a16:creationId xmlns:a16="http://schemas.microsoft.com/office/drawing/2014/main" id="{83683988-A46F-4D36-A7F3-CEE5C370AD38}"/>
              </a:ext>
            </a:extLst>
          </p:cNvPr>
          <p:cNvSpPr>
            <a:spLocks noGrp="1"/>
          </p:cNvSpPr>
          <p:nvPr/>
        </p:nvSpPr>
        <p:spPr>
          <a:xfrm>
            <a:off x="7526571" y="647420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48" name="02_predicted_pose_4947">
            <a:extLst>
              <a:ext uri="{FF2B5EF4-FFF2-40B4-BE49-F238E27FC236}">
                <a16:creationId xmlns:a16="http://schemas.microsoft.com/office/drawing/2014/main" id="{0C40074F-BB5A-4C4E-B19A-B4D242376139}"/>
              </a:ext>
            </a:extLst>
          </p:cNvPr>
          <p:cNvSpPr>
            <a:spLocks noGrp="1"/>
          </p:cNvSpPr>
          <p:nvPr/>
        </p:nvSpPr>
        <p:spPr>
          <a:xfrm>
            <a:off x="7412452" y="651945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49" name="02_predicted_pose_4948">
            <a:extLst>
              <a:ext uri="{FF2B5EF4-FFF2-40B4-BE49-F238E27FC236}">
                <a16:creationId xmlns:a16="http://schemas.microsoft.com/office/drawing/2014/main" id="{28F2D447-8B5F-459C-88E3-92B358C6A04B}"/>
              </a:ext>
            </a:extLst>
          </p:cNvPr>
          <p:cNvSpPr>
            <a:spLocks noGrp="1"/>
          </p:cNvSpPr>
          <p:nvPr/>
        </p:nvSpPr>
        <p:spPr>
          <a:xfrm>
            <a:off x="7541155" y="651990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50" name="02_predicted_pose_4949">
            <a:extLst>
              <a:ext uri="{FF2B5EF4-FFF2-40B4-BE49-F238E27FC236}">
                <a16:creationId xmlns:a16="http://schemas.microsoft.com/office/drawing/2014/main" id="{29935CF3-7937-4239-81C0-2DF85785B566}"/>
              </a:ext>
            </a:extLst>
          </p:cNvPr>
          <p:cNvSpPr>
            <a:spLocks noGrp="1"/>
          </p:cNvSpPr>
          <p:nvPr/>
        </p:nvSpPr>
        <p:spPr>
          <a:xfrm>
            <a:off x="7654545" y="623583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51" name="02_predicted_pose_4950">
            <a:extLst>
              <a:ext uri="{FF2B5EF4-FFF2-40B4-BE49-F238E27FC236}">
                <a16:creationId xmlns:a16="http://schemas.microsoft.com/office/drawing/2014/main" id="{9D43102B-1EEF-4959-96CD-8436B97DD317}"/>
              </a:ext>
            </a:extLst>
          </p:cNvPr>
          <p:cNvSpPr>
            <a:spLocks noGrp="1"/>
          </p:cNvSpPr>
          <p:nvPr/>
        </p:nvSpPr>
        <p:spPr>
          <a:xfrm>
            <a:off x="7712880" y="624223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52" name="02_predicted_pose_4951">
            <a:extLst>
              <a:ext uri="{FF2B5EF4-FFF2-40B4-BE49-F238E27FC236}">
                <a16:creationId xmlns:a16="http://schemas.microsoft.com/office/drawing/2014/main" id="{BD64EB0C-445A-4E9B-B935-EB8E637391FA}"/>
              </a:ext>
            </a:extLst>
          </p:cNvPr>
          <p:cNvSpPr>
            <a:spLocks noGrp="1"/>
          </p:cNvSpPr>
          <p:nvPr/>
        </p:nvSpPr>
        <p:spPr>
          <a:xfrm>
            <a:off x="7494122" y="601095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53" name="02_predicted_pose_4952">
            <a:extLst>
              <a:ext uri="{FF2B5EF4-FFF2-40B4-BE49-F238E27FC236}">
                <a16:creationId xmlns:a16="http://schemas.microsoft.com/office/drawing/2014/main" id="{B1696EBF-5FC5-4D0D-BB31-E1A33140B933}"/>
              </a:ext>
            </a:extLst>
          </p:cNvPr>
          <p:cNvSpPr>
            <a:spLocks noGrp="1"/>
          </p:cNvSpPr>
          <p:nvPr/>
        </p:nvSpPr>
        <p:spPr>
          <a:xfrm>
            <a:off x="7523290" y="601248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54" name="02_predicted_pose_4953">
            <a:extLst>
              <a:ext uri="{FF2B5EF4-FFF2-40B4-BE49-F238E27FC236}">
                <a16:creationId xmlns:a16="http://schemas.microsoft.com/office/drawing/2014/main" id="{66924556-ADD4-4BBF-A1E3-A51C9E0BC7A3}"/>
              </a:ext>
            </a:extLst>
          </p:cNvPr>
          <p:cNvSpPr>
            <a:spLocks noGrp="1"/>
          </p:cNvSpPr>
          <p:nvPr/>
        </p:nvSpPr>
        <p:spPr>
          <a:xfrm>
            <a:off x="7567041" y="601342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55" name="02_predicted_pose_4954">
            <a:extLst>
              <a:ext uri="{FF2B5EF4-FFF2-40B4-BE49-F238E27FC236}">
                <a16:creationId xmlns:a16="http://schemas.microsoft.com/office/drawing/2014/main" id="{61739C79-D1B2-44FD-9E5A-663DB4A3A854}"/>
              </a:ext>
            </a:extLst>
          </p:cNvPr>
          <p:cNvSpPr>
            <a:spLocks noGrp="1"/>
          </p:cNvSpPr>
          <p:nvPr/>
        </p:nvSpPr>
        <p:spPr>
          <a:xfrm>
            <a:off x="7596209" y="600539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56" name="02_predicted_pose_4955">
            <a:extLst>
              <a:ext uri="{FF2B5EF4-FFF2-40B4-BE49-F238E27FC236}">
                <a16:creationId xmlns:a16="http://schemas.microsoft.com/office/drawing/2014/main" id="{3C15267C-98B2-4E17-AB07-0C0255C372AD}"/>
              </a:ext>
            </a:extLst>
          </p:cNvPr>
          <p:cNvSpPr>
            <a:spLocks noGrp="1"/>
          </p:cNvSpPr>
          <p:nvPr/>
        </p:nvSpPr>
        <p:spPr>
          <a:xfrm>
            <a:off x="7610793" y="601612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57" name="02_predicted_pose_4956">
            <a:extLst>
              <a:ext uri="{FF2B5EF4-FFF2-40B4-BE49-F238E27FC236}">
                <a16:creationId xmlns:a16="http://schemas.microsoft.com/office/drawing/2014/main" id="{C5323AD7-4748-4EB7-813D-F8F4B197AA78}"/>
              </a:ext>
            </a:extLst>
          </p:cNvPr>
          <p:cNvSpPr>
            <a:spLocks noGrp="1"/>
          </p:cNvSpPr>
          <p:nvPr/>
        </p:nvSpPr>
        <p:spPr>
          <a:xfrm>
            <a:off x="7508341" y="600514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58" name="02_predicted_pose_4957">
            <a:extLst>
              <a:ext uri="{FF2B5EF4-FFF2-40B4-BE49-F238E27FC236}">
                <a16:creationId xmlns:a16="http://schemas.microsoft.com/office/drawing/2014/main" id="{569EB6D4-EFBC-4012-9B17-00562A047874}"/>
              </a:ext>
            </a:extLst>
          </p:cNvPr>
          <p:cNvSpPr>
            <a:spLocks noGrp="1"/>
          </p:cNvSpPr>
          <p:nvPr/>
        </p:nvSpPr>
        <p:spPr>
          <a:xfrm>
            <a:off x="7616991" y="627701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59" name="02_predicted_pose_4958">
            <a:extLst>
              <a:ext uri="{FF2B5EF4-FFF2-40B4-BE49-F238E27FC236}">
                <a16:creationId xmlns:a16="http://schemas.microsoft.com/office/drawing/2014/main" id="{E4BE64D2-2A26-4806-9BF3-9753C4496B44}"/>
              </a:ext>
            </a:extLst>
          </p:cNvPr>
          <p:cNvSpPr>
            <a:spLocks noGrp="1"/>
          </p:cNvSpPr>
          <p:nvPr/>
        </p:nvSpPr>
        <p:spPr>
          <a:xfrm>
            <a:off x="7646159" y="620785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60" name="02_predicted_pose_4959">
            <a:extLst>
              <a:ext uri="{FF2B5EF4-FFF2-40B4-BE49-F238E27FC236}">
                <a16:creationId xmlns:a16="http://schemas.microsoft.com/office/drawing/2014/main" id="{784B4DD2-0410-4100-8929-D0F1AEF699CB}"/>
              </a:ext>
            </a:extLst>
          </p:cNvPr>
          <p:cNvSpPr>
            <a:spLocks noGrp="1"/>
          </p:cNvSpPr>
          <p:nvPr/>
        </p:nvSpPr>
        <p:spPr>
          <a:xfrm>
            <a:off x="7675326" y="584652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61" name="02_predicted_pose_4960">
            <a:extLst>
              <a:ext uri="{FF2B5EF4-FFF2-40B4-BE49-F238E27FC236}">
                <a16:creationId xmlns:a16="http://schemas.microsoft.com/office/drawing/2014/main" id="{AF9D6A18-C898-4685-B197-E6E53B320EEA}"/>
              </a:ext>
            </a:extLst>
          </p:cNvPr>
          <p:cNvSpPr>
            <a:spLocks noGrp="1"/>
          </p:cNvSpPr>
          <p:nvPr/>
        </p:nvSpPr>
        <p:spPr>
          <a:xfrm>
            <a:off x="7704494" y="631169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62" name="02_predicted_pose_4961">
            <a:extLst>
              <a:ext uri="{FF2B5EF4-FFF2-40B4-BE49-F238E27FC236}">
                <a16:creationId xmlns:a16="http://schemas.microsoft.com/office/drawing/2014/main" id="{11A7DB32-1E69-43ED-B050-43E5682E9323}"/>
              </a:ext>
            </a:extLst>
          </p:cNvPr>
          <p:cNvSpPr>
            <a:spLocks noGrp="1"/>
          </p:cNvSpPr>
          <p:nvPr/>
        </p:nvSpPr>
        <p:spPr>
          <a:xfrm>
            <a:off x="7460215" y="637100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63" name="02_predicted_pose_4962">
            <a:extLst>
              <a:ext uri="{FF2B5EF4-FFF2-40B4-BE49-F238E27FC236}">
                <a16:creationId xmlns:a16="http://schemas.microsoft.com/office/drawing/2014/main" id="{D8EEF0C5-28C5-49D9-AECC-9C7474357B82}"/>
              </a:ext>
            </a:extLst>
          </p:cNvPr>
          <p:cNvSpPr>
            <a:spLocks noGrp="1"/>
          </p:cNvSpPr>
          <p:nvPr/>
        </p:nvSpPr>
        <p:spPr>
          <a:xfrm>
            <a:off x="7474798" y="643154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64" name="02_predicted_pose_4963">
            <a:extLst>
              <a:ext uri="{FF2B5EF4-FFF2-40B4-BE49-F238E27FC236}">
                <a16:creationId xmlns:a16="http://schemas.microsoft.com/office/drawing/2014/main" id="{480B3328-DCBD-402E-A414-654952A2079C}"/>
              </a:ext>
            </a:extLst>
          </p:cNvPr>
          <p:cNvSpPr>
            <a:spLocks noGrp="1"/>
          </p:cNvSpPr>
          <p:nvPr/>
        </p:nvSpPr>
        <p:spPr>
          <a:xfrm>
            <a:off x="7503967" y="636010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65" name="02_predicted_pose_4964">
            <a:extLst>
              <a:ext uri="{FF2B5EF4-FFF2-40B4-BE49-F238E27FC236}">
                <a16:creationId xmlns:a16="http://schemas.microsoft.com/office/drawing/2014/main" id="{57233FED-0E02-400C-8EA9-DB0EE6FC25D6}"/>
              </a:ext>
            </a:extLst>
          </p:cNvPr>
          <p:cNvSpPr>
            <a:spLocks noGrp="1"/>
          </p:cNvSpPr>
          <p:nvPr/>
        </p:nvSpPr>
        <p:spPr>
          <a:xfrm>
            <a:off x="7533134" y="641027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66" name="02_predicted_pose_4965">
            <a:extLst>
              <a:ext uri="{FF2B5EF4-FFF2-40B4-BE49-F238E27FC236}">
                <a16:creationId xmlns:a16="http://schemas.microsoft.com/office/drawing/2014/main" id="{BAA5B480-8596-4C01-9564-64CCACDF9792}"/>
              </a:ext>
            </a:extLst>
          </p:cNvPr>
          <p:cNvSpPr>
            <a:spLocks noGrp="1"/>
          </p:cNvSpPr>
          <p:nvPr/>
        </p:nvSpPr>
        <p:spPr>
          <a:xfrm>
            <a:off x="7562301" y="636390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67" name="02_predicted_pose_4966">
            <a:extLst>
              <a:ext uri="{FF2B5EF4-FFF2-40B4-BE49-F238E27FC236}">
                <a16:creationId xmlns:a16="http://schemas.microsoft.com/office/drawing/2014/main" id="{7D510D1F-6F35-4352-B94F-D99A86B8BB28}"/>
              </a:ext>
            </a:extLst>
          </p:cNvPr>
          <p:cNvSpPr>
            <a:spLocks noGrp="1"/>
          </p:cNvSpPr>
          <p:nvPr/>
        </p:nvSpPr>
        <p:spPr>
          <a:xfrm>
            <a:off x="7588553" y="566417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68" name="02_predicted_pose_4967">
            <a:extLst>
              <a:ext uri="{FF2B5EF4-FFF2-40B4-BE49-F238E27FC236}">
                <a16:creationId xmlns:a16="http://schemas.microsoft.com/office/drawing/2014/main" id="{B01945C7-3B67-420E-812C-014817052EC5}"/>
              </a:ext>
            </a:extLst>
          </p:cNvPr>
          <p:cNvSpPr>
            <a:spLocks noGrp="1"/>
          </p:cNvSpPr>
          <p:nvPr/>
        </p:nvSpPr>
        <p:spPr>
          <a:xfrm>
            <a:off x="7603136" y="561896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69" name="02_predicted_pose_4968">
            <a:extLst>
              <a:ext uri="{FF2B5EF4-FFF2-40B4-BE49-F238E27FC236}">
                <a16:creationId xmlns:a16="http://schemas.microsoft.com/office/drawing/2014/main" id="{5EC0BC75-CCB0-431C-9F75-F79C03EFC883}"/>
              </a:ext>
            </a:extLst>
          </p:cNvPr>
          <p:cNvSpPr>
            <a:spLocks noGrp="1"/>
          </p:cNvSpPr>
          <p:nvPr/>
        </p:nvSpPr>
        <p:spPr>
          <a:xfrm>
            <a:off x="7530217" y="627038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70" name="02_predicted_pose_4969">
            <a:extLst>
              <a:ext uri="{FF2B5EF4-FFF2-40B4-BE49-F238E27FC236}">
                <a16:creationId xmlns:a16="http://schemas.microsoft.com/office/drawing/2014/main" id="{04EDE26C-37C9-416E-978A-9C200BF5F6F4}"/>
              </a:ext>
            </a:extLst>
          </p:cNvPr>
          <p:cNvSpPr>
            <a:spLocks noGrp="1"/>
          </p:cNvSpPr>
          <p:nvPr/>
        </p:nvSpPr>
        <p:spPr>
          <a:xfrm>
            <a:off x="7474434" y="631270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71" name="02_predicted_pose_4970">
            <a:extLst>
              <a:ext uri="{FF2B5EF4-FFF2-40B4-BE49-F238E27FC236}">
                <a16:creationId xmlns:a16="http://schemas.microsoft.com/office/drawing/2014/main" id="{E22588C5-70C3-4CE5-85EE-7EDA63FCEA5C}"/>
              </a:ext>
            </a:extLst>
          </p:cNvPr>
          <p:cNvSpPr>
            <a:spLocks noGrp="1"/>
          </p:cNvSpPr>
          <p:nvPr/>
        </p:nvSpPr>
        <p:spPr>
          <a:xfrm>
            <a:off x="7386201" y="632058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72" name="02_predicted_pose_4971">
            <a:extLst>
              <a:ext uri="{FF2B5EF4-FFF2-40B4-BE49-F238E27FC236}">
                <a16:creationId xmlns:a16="http://schemas.microsoft.com/office/drawing/2014/main" id="{ED89F219-665C-4D7D-9529-ECE5E9E1EAA9}"/>
              </a:ext>
            </a:extLst>
          </p:cNvPr>
          <p:cNvSpPr>
            <a:spLocks noGrp="1"/>
          </p:cNvSpPr>
          <p:nvPr/>
        </p:nvSpPr>
        <p:spPr>
          <a:xfrm>
            <a:off x="7644336" y="604994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73" name="02_predicted_pose_4972">
            <a:extLst>
              <a:ext uri="{FF2B5EF4-FFF2-40B4-BE49-F238E27FC236}">
                <a16:creationId xmlns:a16="http://schemas.microsoft.com/office/drawing/2014/main" id="{6D21F066-EA3D-47A8-A097-02F5815A6053}"/>
              </a:ext>
            </a:extLst>
          </p:cNvPr>
          <p:cNvSpPr>
            <a:spLocks noGrp="1"/>
          </p:cNvSpPr>
          <p:nvPr/>
        </p:nvSpPr>
        <p:spPr>
          <a:xfrm>
            <a:off x="7598762" y="538836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74" name="02_predicted_pose_4973">
            <a:extLst>
              <a:ext uri="{FF2B5EF4-FFF2-40B4-BE49-F238E27FC236}">
                <a16:creationId xmlns:a16="http://schemas.microsoft.com/office/drawing/2014/main" id="{1B700B0A-CFFF-42BE-AF41-BC5AC2B414BD}"/>
              </a:ext>
            </a:extLst>
          </p:cNvPr>
          <p:cNvSpPr>
            <a:spLocks noGrp="1"/>
          </p:cNvSpPr>
          <p:nvPr/>
        </p:nvSpPr>
        <p:spPr>
          <a:xfrm>
            <a:off x="7613345" y="530635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75" name="02_predicted_pose_4974">
            <a:extLst>
              <a:ext uri="{FF2B5EF4-FFF2-40B4-BE49-F238E27FC236}">
                <a16:creationId xmlns:a16="http://schemas.microsoft.com/office/drawing/2014/main" id="{4C740A64-5E71-47BE-B199-F2E9CECB6150}"/>
              </a:ext>
            </a:extLst>
          </p:cNvPr>
          <p:cNvSpPr>
            <a:spLocks noGrp="1"/>
          </p:cNvSpPr>
          <p:nvPr/>
        </p:nvSpPr>
        <p:spPr>
          <a:xfrm>
            <a:off x="7408077" y="618921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76" name="02_predicted_pose_4975">
            <a:extLst>
              <a:ext uri="{FF2B5EF4-FFF2-40B4-BE49-F238E27FC236}">
                <a16:creationId xmlns:a16="http://schemas.microsoft.com/office/drawing/2014/main" id="{8FA245EF-C231-4576-8371-024572E3BDC7}"/>
              </a:ext>
            </a:extLst>
          </p:cNvPr>
          <p:cNvSpPr>
            <a:spLocks noGrp="1"/>
          </p:cNvSpPr>
          <p:nvPr/>
        </p:nvSpPr>
        <p:spPr>
          <a:xfrm>
            <a:off x="7599126" y="616048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77" name="02_predicted_pose_4976">
            <a:extLst>
              <a:ext uri="{FF2B5EF4-FFF2-40B4-BE49-F238E27FC236}">
                <a16:creationId xmlns:a16="http://schemas.microsoft.com/office/drawing/2014/main" id="{B325EB71-E2AF-4FE8-B7E2-6FD17BBE6B76}"/>
              </a:ext>
            </a:extLst>
          </p:cNvPr>
          <p:cNvSpPr>
            <a:spLocks noGrp="1"/>
          </p:cNvSpPr>
          <p:nvPr/>
        </p:nvSpPr>
        <p:spPr>
          <a:xfrm>
            <a:off x="7613709" y="614139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78" name="02_predicted_pose_4977">
            <a:extLst>
              <a:ext uri="{FF2B5EF4-FFF2-40B4-BE49-F238E27FC236}">
                <a16:creationId xmlns:a16="http://schemas.microsoft.com/office/drawing/2014/main" id="{02ADDCED-6F8D-4D2F-B77C-A9A829C00FB0}"/>
              </a:ext>
            </a:extLst>
          </p:cNvPr>
          <p:cNvSpPr>
            <a:spLocks noGrp="1"/>
          </p:cNvSpPr>
          <p:nvPr/>
        </p:nvSpPr>
        <p:spPr>
          <a:xfrm>
            <a:off x="7628294" y="620523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79" name="02_predicted_pose_4978">
            <a:extLst>
              <a:ext uri="{FF2B5EF4-FFF2-40B4-BE49-F238E27FC236}">
                <a16:creationId xmlns:a16="http://schemas.microsoft.com/office/drawing/2014/main" id="{6C0F56E9-3329-4FA4-88A5-BE9243B798BF}"/>
              </a:ext>
            </a:extLst>
          </p:cNvPr>
          <p:cNvSpPr>
            <a:spLocks noGrp="1"/>
          </p:cNvSpPr>
          <p:nvPr/>
        </p:nvSpPr>
        <p:spPr>
          <a:xfrm>
            <a:off x="7642878" y="586397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80" name="02_predicted_pose_4979">
            <a:extLst>
              <a:ext uri="{FF2B5EF4-FFF2-40B4-BE49-F238E27FC236}">
                <a16:creationId xmlns:a16="http://schemas.microsoft.com/office/drawing/2014/main" id="{1E161661-6701-4245-8730-B7280B74232A}"/>
              </a:ext>
            </a:extLst>
          </p:cNvPr>
          <p:cNvSpPr>
            <a:spLocks noGrp="1"/>
          </p:cNvSpPr>
          <p:nvPr/>
        </p:nvSpPr>
        <p:spPr>
          <a:xfrm>
            <a:off x="7657461" y="619578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81" name="02_predicted_pose_4980">
            <a:extLst>
              <a:ext uri="{FF2B5EF4-FFF2-40B4-BE49-F238E27FC236}">
                <a16:creationId xmlns:a16="http://schemas.microsoft.com/office/drawing/2014/main" id="{3FAC37B1-46CE-4293-824C-3878A91C6416}"/>
              </a:ext>
            </a:extLst>
          </p:cNvPr>
          <p:cNvSpPr>
            <a:spLocks noGrp="1"/>
          </p:cNvSpPr>
          <p:nvPr/>
        </p:nvSpPr>
        <p:spPr>
          <a:xfrm>
            <a:off x="7474069" y="607094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82" name="02_predicted_pose_4981">
            <a:extLst>
              <a:ext uri="{FF2B5EF4-FFF2-40B4-BE49-F238E27FC236}">
                <a16:creationId xmlns:a16="http://schemas.microsoft.com/office/drawing/2014/main" id="{C9F161B9-CC89-4F74-BA78-623AC99A0FFB}"/>
              </a:ext>
            </a:extLst>
          </p:cNvPr>
          <p:cNvSpPr>
            <a:spLocks noGrp="1"/>
          </p:cNvSpPr>
          <p:nvPr/>
        </p:nvSpPr>
        <p:spPr>
          <a:xfrm>
            <a:off x="7562301" y="633819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83" name="02_predicted_pose_4982">
            <a:extLst>
              <a:ext uri="{FF2B5EF4-FFF2-40B4-BE49-F238E27FC236}">
                <a16:creationId xmlns:a16="http://schemas.microsoft.com/office/drawing/2014/main" id="{826E35C8-D644-40DC-8843-265795F6436C}"/>
              </a:ext>
            </a:extLst>
          </p:cNvPr>
          <p:cNvSpPr>
            <a:spLocks noGrp="1"/>
          </p:cNvSpPr>
          <p:nvPr/>
        </p:nvSpPr>
        <p:spPr>
          <a:xfrm>
            <a:off x="7591469" y="637921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84" name="02_predicted_pose_4983">
            <a:extLst>
              <a:ext uri="{FF2B5EF4-FFF2-40B4-BE49-F238E27FC236}">
                <a16:creationId xmlns:a16="http://schemas.microsoft.com/office/drawing/2014/main" id="{29F7644D-9F22-464B-9139-B6871FEDD5CF}"/>
              </a:ext>
            </a:extLst>
          </p:cNvPr>
          <p:cNvSpPr>
            <a:spLocks noGrp="1"/>
          </p:cNvSpPr>
          <p:nvPr/>
        </p:nvSpPr>
        <p:spPr>
          <a:xfrm>
            <a:off x="7620636" y="636372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85" name="02_predicted_pose_4984">
            <a:extLst>
              <a:ext uri="{FF2B5EF4-FFF2-40B4-BE49-F238E27FC236}">
                <a16:creationId xmlns:a16="http://schemas.microsoft.com/office/drawing/2014/main" id="{0DA37856-3C76-43F4-880E-2C7ABA9B01B9}"/>
              </a:ext>
            </a:extLst>
          </p:cNvPr>
          <p:cNvSpPr>
            <a:spLocks noGrp="1"/>
          </p:cNvSpPr>
          <p:nvPr/>
        </p:nvSpPr>
        <p:spPr>
          <a:xfrm>
            <a:off x="7649805" y="632653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86" name="02_predicted_pose_4985">
            <a:extLst>
              <a:ext uri="{FF2B5EF4-FFF2-40B4-BE49-F238E27FC236}">
                <a16:creationId xmlns:a16="http://schemas.microsoft.com/office/drawing/2014/main" id="{36C2310D-4B42-4A0D-A55A-EF319FD1E98B}"/>
              </a:ext>
            </a:extLst>
          </p:cNvPr>
          <p:cNvSpPr>
            <a:spLocks noGrp="1"/>
          </p:cNvSpPr>
          <p:nvPr/>
        </p:nvSpPr>
        <p:spPr>
          <a:xfrm>
            <a:off x="7734391" y="632586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87" name="02_predicted_pose_4986">
            <a:extLst>
              <a:ext uri="{FF2B5EF4-FFF2-40B4-BE49-F238E27FC236}">
                <a16:creationId xmlns:a16="http://schemas.microsoft.com/office/drawing/2014/main" id="{74E82B8F-2221-4668-B594-512F2327B181}"/>
              </a:ext>
            </a:extLst>
          </p:cNvPr>
          <p:cNvSpPr>
            <a:spLocks noGrp="1"/>
          </p:cNvSpPr>
          <p:nvPr/>
        </p:nvSpPr>
        <p:spPr>
          <a:xfrm>
            <a:off x="7400056" y="627226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88" name="02_predicted_pose_4987">
            <a:extLst>
              <a:ext uri="{FF2B5EF4-FFF2-40B4-BE49-F238E27FC236}">
                <a16:creationId xmlns:a16="http://schemas.microsoft.com/office/drawing/2014/main" id="{705009FA-DAEB-484F-82AD-149771827174}"/>
              </a:ext>
            </a:extLst>
          </p:cNvPr>
          <p:cNvSpPr>
            <a:spLocks noGrp="1"/>
          </p:cNvSpPr>
          <p:nvPr/>
        </p:nvSpPr>
        <p:spPr>
          <a:xfrm>
            <a:off x="7429224" y="626707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89" name="02_predicted_pose_4988">
            <a:extLst>
              <a:ext uri="{FF2B5EF4-FFF2-40B4-BE49-F238E27FC236}">
                <a16:creationId xmlns:a16="http://schemas.microsoft.com/office/drawing/2014/main" id="{698FC11A-C6F4-47C8-9546-9FC7D4A39398}"/>
              </a:ext>
            </a:extLst>
          </p:cNvPr>
          <p:cNvSpPr>
            <a:spLocks noGrp="1"/>
          </p:cNvSpPr>
          <p:nvPr/>
        </p:nvSpPr>
        <p:spPr>
          <a:xfrm>
            <a:off x="7458391" y="629743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90" name="02_predicted_pose_4989">
            <a:extLst>
              <a:ext uri="{FF2B5EF4-FFF2-40B4-BE49-F238E27FC236}">
                <a16:creationId xmlns:a16="http://schemas.microsoft.com/office/drawing/2014/main" id="{6E157202-0C21-4174-8CFF-5F77D9567673}"/>
              </a:ext>
            </a:extLst>
          </p:cNvPr>
          <p:cNvSpPr>
            <a:spLocks noGrp="1"/>
          </p:cNvSpPr>
          <p:nvPr/>
        </p:nvSpPr>
        <p:spPr>
          <a:xfrm>
            <a:off x="7487560" y="629661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91" name="02_predicted_pose_4990">
            <a:extLst>
              <a:ext uri="{FF2B5EF4-FFF2-40B4-BE49-F238E27FC236}">
                <a16:creationId xmlns:a16="http://schemas.microsoft.com/office/drawing/2014/main" id="{84729588-D993-41A8-8A25-ECEDD613F57C}"/>
              </a:ext>
            </a:extLst>
          </p:cNvPr>
          <p:cNvSpPr>
            <a:spLocks noGrp="1"/>
          </p:cNvSpPr>
          <p:nvPr/>
        </p:nvSpPr>
        <p:spPr>
          <a:xfrm>
            <a:off x="7385107" y="628337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92" name="02_predicted_pose_4991">
            <a:extLst>
              <a:ext uri="{FF2B5EF4-FFF2-40B4-BE49-F238E27FC236}">
                <a16:creationId xmlns:a16="http://schemas.microsoft.com/office/drawing/2014/main" id="{A4567A17-FDFA-4997-B5D8-563CD087EFB7}"/>
              </a:ext>
            </a:extLst>
          </p:cNvPr>
          <p:cNvSpPr>
            <a:spLocks noGrp="1"/>
          </p:cNvSpPr>
          <p:nvPr/>
        </p:nvSpPr>
        <p:spPr>
          <a:xfrm>
            <a:off x="7437610" y="607136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93" name="02_predicted_pose_4992">
            <a:extLst>
              <a:ext uri="{FF2B5EF4-FFF2-40B4-BE49-F238E27FC236}">
                <a16:creationId xmlns:a16="http://schemas.microsoft.com/office/drawing/2014/main" id="{A1C3703A-EE75-4FCA-B9BC-6EBA72968328}"/>
              </a:ext>
            </a:extLst>
          </p:cNvPr>
          <p:cNvSpPr>
            <a:spLocks noGrp="1"/>
          </p:cNvSpPr>
          <p:nvPr/>
        </p:nvSpPr>
        <p:spPr>
          <a:xfrm>
            <a:off x="7587824" y="651594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94" name="02_predicted_pose_4993">
            <a:extLst>
              <a:ext uri="{FF2B5EF4-FFF2-40B4-BE49-F238E27FC236}">
                <a16:creationId xmlns:a16="http://schemas.microsoft.com/office/drawing/2014/main" id="{CDFCB96C-0F31-4267-8DD3-7CE6261F4CE0}"/>
              </a:ext>
            </a:extLst>
          </p:cNvPr>
          <p:cNvSpPr>
            <a:spLocks noGrp="1"/>
          </p:cNvSpPr>
          <p:nvPr/>
        </p:nvSpPr>
        <p:spPr>
          <a:xfrm>
            <a:off x="7616991" y="646305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95" name="02_predicted_pose_4994">
            <a:extLst>
              <a:ext uri="{FF2B5EF4-FFF2-40B4-BE49-F238E27FC236}">
                <a16:creationId xmlns:a16="http://schemas.microsoft.com/office/drawing/2014/main" id="{B609566E-6B9D-400E-9307-E09FE763ECF8}"/>
              </a:ext>
            </a:extLst>
          </p:cNvPr>
          <p:cNvSpPr>
            <a:spLocks noGrp="1"/>
          </p:cNvSpPr>
          <p:nvPr/>
        </p:nvSpPr>
        <p:spPr>
          <a:xfrm>
            <a:off x="7660743" y="642019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96" name="02_predicted_pose_4995">
            <a:extLst>
              <a:ext uri="{FF2B5EF4-FFF2-40B4-BE49-F238E27FC236}">
                <a16:creationId xmlns:a16="http://schemas.microsoft.com/office/drawing/2014/main" id="{9601BA8C-7C7A-4F3D-A6D5-6E24B37B102C}"/>
              </a:ext>
            </a:extLst>
          </p:cNvPr>
          <p:cNvSpPr>
            <a:spLocks noGrp="1"/>
          </p:cNvSpPr>
          <p:nvPr/>
        </p:nvSpPr>
        <p:spPr>
          <a:xfrm>
            <a:off x="7689910" y="650989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97" name="02_predicted_pose_4996">
            <a:extLst>
              <a:ext uri="{FF2B5EF4-FFF2-40B4-BE49-F238E27FC236}">
                <a16:creationId xmlns:a16="http://schemas.microsoft.com/office/drawing/2014/main" id="{9A421D4D-4F50-404F-95DB-D8010388A583}"/>
              </a:ext>
            </a:extLst>
          </p:cNvPr>
          <p:cNvSpPr>
            <a:spLocks noGrp="1"/>
          </p:cNvSpPr>
          <p:nvPr/>
        </p:nvSpPr>
        <p:spPr>
          <a:xfrm>
            <a:off x="7719078" y="643912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98" name="02_predicted_pose_4997">
            <a:extLst>
              <a:ext uri="{FF2B5EF4-FFF2-40B4-BE49-F238E27FC236}">
                <a16:creationId xmlns:a16="http://schemas.microsoft.com/office/drawing/2014/main" id="{C2C263C0-EA66-42A1-9447-10C7D955B4FD}"/>
              </a:ext>
            </a:extLst>
          </p:cNvPr>
          <p:cNvSpPr>
            <a:spLocks noGrp="1"/>
          </p:cNvSpPr>
          <p:nvPr/>
        </p:nvSpPr>
        <p:spPr>
          <a:xfrm>
            <a:off x="7700484" y="640653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99" name="02_predicted_pose_4998">
            <a:extLst>
              <a:ext uri="{FF2B5EF4-FFF2-40B4-BE49-F238E27FC236}">
                <a16:creationId xmlns:a16="http://schemas.microsoft.com/office/drawing/2014/main" id="{BB0BC8A4-9FC2-447E-A987-B7ECAEF2FD6A}"/>
              </a:ext>
            </a:extLst>
          </p:cNvPr>
          <p:cNvSpPr>
            <a:spLocks noGrp="1"/>
          </p:cNvSpPr>
          <p:nvPr/>
        </p:nvSpPr>
        <p:spPr>
          <a:xfrm>
            <a:off x="7435422" y="640441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00" name="02_predicted_pose_4999">
            <a:extLst>
              <a:ext uri="{FF2B5EF4-FFF2-40B4-BE49-F238E27FC236}">
                <a16:creationId xmlns:a16="http://schemas.microsoft.com/office/drawing/2014/main" id="{3C4E1375-822F-416E-BD51-46D82D62558A}"/>
              </a:ext>
            </a:extLst>
          </p:cNvPr>
          <p:cNvSpPr>
            <a:spLocks noGrp="1"/>
          </p:cNvSpPr>
          <p:nvPr/>
        </p:nvSpPr>
        <p:spPr>
          <a:xfrm>
            <a:off x="7730745" y="644365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01" name="02_predicted_pose_5000">
            <a:extLst>
              <a:ext uri="{FF2B5EF4-FFF2-40B4-BE49-F238E27FC236}">
                <a16:creationId xmlns:a16="http://schemas.microsoft.com/office/drawing/2014/main" id="{04661BF1-C237-48A8-AE3F-BCEC076EA4F9}"/>
              </a:ext>
            </a:extLst>
          </p:cNvPr>
          <p:cNvSpPr>
            <a:spLocks noGrp="1"/>
          </p:cNvSpPr>
          <p:nvPr/>
        </p:nvSpPr>
        <p:spPr>
          <a:xfrm>
            <a:off x="7564124" y="644106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02" name="02_predicted_pose_5001">
            <a:extLst>
              <a:ext uri="{FF2B5EF4-FFF2-40B4-BE49-F238E27FC236}">
                <a16:creationId xmlns:a16="http://schemas.microsoft.com/office/drawing/2014/main" id="{096B63AA-BDDF-43DA-A743-78FBA0749429}"/>
              </a:ext>
            </a:extLst>
          </p:cNvPr>
          <p:cNvSpPr>
            <a:spLocks noGrp="1"/>
          </p:cNvSpPr>
          <p:nvPr/>
        </p:nvSpPr>
        <p:spPr>
          <a:xfrm>
            <a:off x="7662565" y="650946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03" name="02_predicted_pose_5002">
            <a:extLst>
              <a:ext uri="{FF2B5EF4-FFF2-40B4-BE49-F238E27FC236}">
                <a16:creationId xmlns:a16="http://schemas.microsoft.com/office/drawing/2014/main" id="{7D03DFAF-7B44-4E69-8E70-F03830A9B750}"/>
              </a:ext>
            </a:extLst>
          </p:cNvPr>
          <p:cNvSpPr>
            <a:spLocks noGrp="1"/>
          </p:cNvSpPr>
          <p:nvPr/>
        </p:nvSpPr>
        <p:spPr>
          <a:xfrm>
            <a:off x="7392765" y="623053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04" name="02_predicted_pose_5003">
            <a:extLst>
              <a:ext uri="{FF2B5EF4-FFF2-40B4-BE49-F238E27FC236}">
                <a16:creationId xmlns:a16="http://schemas.microsoft.com/office/drawing/2014/main" id="{6B0A129C-65FE-44C2-97E4-D2FA3079CF4E}"/>
              </a:ext>
            </a:extLst>
          </p:cNvPr>
          <p:cNvSpPr>
            <a:spLocks noGrp="1"/>
          </p:cNvSpPr>
          <p:nvPr/>
        </p:nvSpPr>
        <p:spPr>
          <a:xfrm>
            <a:off x="7407348" y="623792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05" name="02_predicted_pose_5004">
            <a:extLst>
              <a:ext uri="{FF2B5EF4-FFF2-40B4-BE49-F238E27FC236}">
                <a16:creationId xmlns:a16="http://schemas.microsoft.com/office/drawing/2014/main" id="{FD84FC54-DD89-420F-9670-C145736B9D56}"/>
              </a:ext>
            </a:extLst>
          </p:cNvPr>
          <p:cNvSpPr>
            <a:spLocks noGrp="1"/>
          </p:cNvSpPr>
          <p:nvPr/>
        </p:nvSpPr>
        <p:spPr>
          <a:xfrm>
            <a:off x="7421932" y="613542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06" name="02_predicted_pose_5005">
            <a:extLst>
              <a:ext uri="{FF2B5EF4-FFF2-40B4-BE49-F238E27FC236}">
                <a16:creationId xmlns:a16="http://schemas.microsoft.com/office/drawing/2014/main" id="{39EB8558-1ED1-4F49-BECB-FC320FDFB078}"/>
              </a:ext>
            </a:extLst>
          </p:cNvPr>
          <p:cNvSpPr>
            <a:spLocks noGrp="1"/>
          </p:cNvSpPr>
          <p:nvPr/>
        </p:nvSpPr>
        <p:spPr>
          <a:xfrm>
            <a:off x="7436515" y="611829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07" name="02_predicted_pose_5006">
            <a:extLst>
              <a:ext uri="{FF2B5EF4-FFF2-40B4-BE49-F238E27FC236}">
                <a16:creationId xmlns:a16="http://schemas.microsoft.com/office/drawing/2014/main" id="{566FBDD7-6CA8-43C7-9BFF-F22A27299D20}"/>
              </a:ext>
            </a:extLst>
          </p:cNvPr>
          <p:cNvSpPr>
            <a:spLocks noGrp="1"/>
          </p:cNvSpPr>
          <p:nvPr/>
        </p:nvSpPr>
        <p:spPr>
          <a:xfrm>
            <a:off x="7389483" y="624362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08" name="02_predicted_pose_5007">
            <a:extLst>
              <a:ext uri="{FF2B5EF4-FFF2-40B4-BE49-F238E27FC236}">
                <a16:creationId xmlns:a16="http://schemas.microsoft.com/office/drawing/2014/main" id="{57769E8A-8643-48E6-AD6B-AF854681BC04}"/>
              </a:ext>
            </a:extLst>
          </p:cNvPr>
          <p:cNvSpPr>
            <a:spLocks noGrp="1"/>
          </p:cNvSpPr>
          <p:nvPr/>
        </p:nvSpPr>
        <p:spPr>
          <a:xfrm>
            <a:off x="7418650" y="600188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09" name="02_predicted_pose_5008">
            <a:extLst>
              <a:ext uri="{FF2B5EF4-FFF2-40B4-BE49-F238E27FC236}">
                <a16:creationId xmlns:a16="http://schemas.microsoft.com/office/drawing/2014/main" id="{3EE99710-56A5-40A8-B17E-228C4604C06A}"/>
              </a:ext>
            </a:extLst>
          </p:cNvPr>
          <p:cNvSpPr>
            <a:spLocks noGrp="1"/>
          </p:cNvSpPr>
          <p:nvPr/>
        </p:nvSpPr>
        <p:spPr>
          <a:xfrm>
            <a:off x="7507976" y="633093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10" name="02_predicted_pose_5009">
            <a:extLst>
              <a:ext uri="{FF2B5EF4-FFF2-40B4-BE49-F238E27FC236}">
                <a16:creationId xmlns:a16="http://schemas.microsoft.com/office/drawing/2014/main" id="{878DA161-86B0-412B-933B-0B7D36055332}"/>
              </a:ext>
            </a:extLst>
          </p:cNvPr>
          <p:cNvSpPr>
            <a:spLocks noGrp="1"/>
          </p:cNvSpPr>
          <p:nvPr/>
        </p:nvSpPr>
        <p:spPr>
          <a:xfrm>
            <a:off x="7452922" y="617178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11" name="02_predicted_pose_5010">
            <a:extLst>
              <a:ext uri="{FF2B5EF4-FFF2-40B4-BE49-F238E27FC236}">
                <a16:creationId xmlns:a16="http://schemas.microsoft.com/office/drawing/2014/main" id="{5FEFE0A8-E1C2-436A-AE36-204510D505C9}"/>
              </a:ext>
            </a:extLst>
          </p:cNvPr>
          <p:cNvSpPr>
            <a:spLocks noGrp="1"/>
          </p:cNvSpPr>
          <p:nvPr/>
        </p:nvSpPr>
        <p:spPr>
          <a:xfrm>
            <a:off x="7467506" y="641096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12" name="02_predicted_pose_5011">
            <a:extLst>
              <a:ext uri="{FF2B5EF4-FFF2-40B4-BE49-F238E27FC236}">
                <a16:creationId xmlns:a16="http://schemas.microsoft.com/office/drawing/2014/main" id="{CB847FC6-8ED8-4946-BCCC-57C00B23B715}"/>
              </a:ext>
            </a:extLst>
          </p:cNvPr>
          <p:cNvSpPr>
            <a:spLocks noGrp="1"/>
          </p:cNvSpPr>
          <p:nvPr/>
        </p:nvSpPr>
        <p:spPr>
          <a:xfrm>
            <a:off x="7482091" y="616068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13" name="02_predicted_pose_5012">
            <a:extLst>
              <a:ext uri="{FF2B5EF4-FFF2-40B4-BE49-F238E27FC236}">
                <a16:creationId xmlns:a16="http://schemas.microsoft.com/office/drawing/2014/main" id="{7E4371BF-1DC1-45F0-893B-F726A7F53F54}"/>
              </a:ext>
            </a:extLst>
          </p:cNvPr>
          <p:cNvSpPr>
            <a:spLocks noGrp="1"/>
          </p:cNvSpPr>
          <p:nvPr/>
        </p:nvSpPr>
        <p:spPr>
          <a:xfrm>
            <a:off x="7430682" y="592603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14" name="02_predicted_pose_5013">
            <a:extLst>
              <a:ext uri="{FF2B5EF4-FFF2-40B4-BE49-F238E27FC236}">
                <a16:creationId xmlns:a16="http://schemas.microsoft.com/office/drawing/2014/main" id="{B535E60D-09AD-4B99-AA65-1150100EF9F9}"/>
              </a:ext>
            </a:extLst>
          </p:cNvPr>
          <p:cNvSpPr>
            <a:spLocks noGrp="1"/>
          </p:cNvSpPr>
          <p:nvPr/>
        </p:nvSpPr>
        <p:spPr>
          <a:xfrm>
            <a:off x="7445266" y="601946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15" name="02_predicted_pose_5014">
            <a:extLst>
              <a:ext uri="{FF2B5EF4-FFF2-40B4-BE49-F238E27FC236}">
                <a16:creationId xmlns:a16="http://schemas.microsoft.com/office/drawing/2014/main" id="{098F857D-F9EE-4DCE-8A7C-D9D05E13DCFB}"/>
              </a:ext>
            </a:extLst>
          </p:cNvPr>
          <p:cNvSpPr>
            <a:spLocks noGrp="1"/>
          </p:cNvSpPr>
          <p:nvPr/>
        </p:nvSpPr>
        <p:spPr>
          <a:xfrm>
            <a:off x="7459850" y="589127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16" name="02_predicted_pose_5015">
            <a:extLst>
              <a:ext uri="{FF2B5EF4-FFF2-40B4-BE49-F238E27FC236}">
                <a16:creationId xmlns:a16="http://schemas.microsoft.com/office/drawing/2014/main" id="{D6334936-3057-4B7D-A632-0A9A5423A484}"/>
              </a:ext>
            </a:extLst>
          </p:cNvPr>
          <p:cNvSpPr>
            <a:spLocks noGrp="1"/>
          </p:cNvSpPr>
          <p:nvPr/>
        </p:nvSpPr>
        <p:spPr>
          <a:xfrm>
            <a:off x="7480267" y="565026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17" name="02_predicted_pose_5016">
            <a:extLst>
              <a:ext uri="{FF2B5EF4-FFF2-40B4-BE49-F238E27FC236}">
                <a16:creationId xmlns:a16="http://schemas.microsoft.com/office/drawing/2014/main" id="{78B31EFA-4B1B-4EB7-B31A-F20FBE746118}"/>
              </a:ext>
            </a:extLst>
          </p:cNvPr>
          <p:cNvSpPr>
            <a:spLocks noGrp="1"/>
          </p:cNvSpPr>
          <p:nvPr/>
        </p:nvSpPr>
        <p:spPr>
          <a:xfrm>
            <a:off x="7524019" y="571423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18" name="02_predicted_pose_5017">
            <a:extLst>
              <a:ext uri="{FF2B5EF4-FFF2-40B4-BE49-F238E27FC236}">
                <a16:creationId xmlns:a16="http://schemas.microsoft.com/office/drawing/2014/main" id="{E01473D9-A70F-44D9-A795-DC7C9764D5AB}"/>
              </a:ext>
            </a:extLst>
          </p:cNvPr>
          <p:cNvSpPr>
            <a:spLocks noGrp="1"/>
          </p:cNvSpPr>
          <p:nvPr/>
        </p:nvSpPr>
        <p:spPr>
          <a:xfrm>
            <a:off x="7592928" y="564885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19" name="02_predicted_pose_5018">
            <a:extLst>
              <a:ext uri="{FF2B5EF4-FFF2-40B4-BE49-F238E27FC236}">
                <a16:creationId xmlns:a16="http://schemas.microsoft.com/office/drawing/2014/main" id="{CCD62D76-8A5D-4D13-B463-0D3318D45483}"/>
              </a:ext>
            </a:extLst>
          </p:cNvPr>
          <p:cNvSpPr>
            <a:spLocks noGrp="1"/>
          </p:cNvSpPr>
          <p:nvPr/>
        </p:nvSpPr>
        <p:spPr>
          <a:xfrm>
            <a:off x="7721630" y="581990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20" name="02_predicted_pose_5019">
            <a:extLst>
              <a:ext uri="{FF2B5EF4-FFF2-40B4-BE49-F238E27FC236}">
                <a16:creationId xmlns:a16="http://schemas.microsoft.com/office/drawing/2014/main" id="{3799D4E6-AEE2-4FCA-A862-2C7A30A9CAB1}"/>
              </a:ext>
            </a:extLst>
          </p:cNvPr>
          <p:cNvSpPr>
            <a:spLocks noGrp="1"/>
          </p:cNvSpPr>
          <p:nvPr/>
        </p:nvSpPr>
        <p:spPr>
          <a:xfrm>
            <a:off x="7456569" y="567744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21" name="02_predicted_pose_5020">
            <a:extLst>
              <a:ext uri="{FF2B5EF4-FFF2-40B4-BE49-F238E27FC236}">
                <a16:creationId xmlns:a16="http://schemas.microsoft.com/office/drawing/2014/main" id="{B1CE5383-F24A-4665-A087-D8D4E4632D6C}"/>
              </a:ext>
            </a:extLst>
          </p:cNvPr>
          <p:cNvSpPr>
            <a:spLocks noGrp="1"/>
          </p:cNvSpPr>
          <p:nvPr/>
        </p:nvSpPr>
        <p:spPr>
          <a:xfrm>
            <a:off x="7612251" y="609368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22" name="02_predicted_pose_5021">
            <a:extLst>
              <a:ext uri="{FF2B5EF4-FFF2-40B4-BE49-F238E27FC236}">
                <a16:creationId xmlns:a16="http://schemas.microsoft.com/office/drawing/2014/main" id="{25612B75-2ADA-41E5-9D0B-618DBA064D1B}"/>
              </a:ext>
            </a:extLst>
          </p:cNvPr>
          <p:cNvSpPr>
            <a:spLocks noGrp="1"/>
          </p:cNvSpPr>
          <p:nvPr/>
        </p:nvSpPr>
        <p:spPr>
          <a:xfrm>
            <a:off x="7626835" y="641050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23" name="02_predicted_pose_5022">
            <a:extLst>
              <a:ext uri="{FF2B5EF4-FFF2-40B4-BE49-F238E27FC236}">
                <a16:creationId xmlns:a16="http://schemas.microsoft.com/office/drawing/2014/main" id="{7F79F441-9BD7-4669-9B57-A989FAACFB19}"/>
              </a:ext>
            </a:extLst>
          </p:cNvPr>
          <p:cNvSpPr>
            <a:spLocks noGrp="1"/>
          </p:cNvSpPr>
          <p:nvPr/>
        </p:nvSpPr>
        <p:spPr>
          <a:xfrm>
            <a:off x="7584906" y="622991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24" name="02_predicted_pose_5023">
            <a:extLst>
              <a:ext uri="{FF2B5EF4-FFF2-40B4-BE49-F238E27FC236}">
                <a16:creationId xmlns:a16="http://schemas.microsoft.com/office/drawing/2014/main" id="{21948758-B4EB-45C9-9B62-7C5C4D0DD8F3}"/>
              </a:ext>
            </a:extLst>
          </p:cNvPr>
          <p:cNvSpPr>
            <a:spLocks noGrp="1"/>
          </p:cNvSpPr>
          <p:nvPr/>
        </p:nvSpPr>
        <p:spPr>
          <a:xfrm>
            <a:off x="7599491" y="619657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25" name="02_predicted_pose_5024">
            <a:extLst>
              <a:ext uri="{FF2B5EF4-FFF2-40B4-BE49-F238E27FC236}">
                <a16:creationId xmlns:a16="http://schemas.microsoft.com/office/drawing/2014/main" id="{B8939042-30DF-4290-8667-36E60A4546FB}"/>
              </a:ext>
            </a:extLst>
          </p:cNvPr>
          <p:cNvSpPr>
            <a:spLocks noGrp="1"/>
          </p:cNvSpPr>
          <p:nvPr/>
        </p:nvSpPr>
        <p:spPr>
          <a:xfrm>
            <a:off x="7614074" y="616700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26" name="02_predicted_pose_5025">
            <a:extLst>
              <a:ext uri="{FF2B5EF4-FFF2-40B4-BE49-F238E27FC236}">
                <a16:creationId xmlns:a16="http://schemas.microsoft.com/office/drawing/2014/main" id="{F81C6291-5851-46DC-A1F9-F0D6BDCB7857}"/>
              </a:ext>
            </a:extLst>
          </p:cNvPr>
          <p:cNvSpPr>
            <a:spLocks noGrp="1"/>
          </p:cNvSpPr>
          <p:nvPr/>
        </p:nvSpPr>
        <p:spPr>
          <a:xfrm>
            <a:off x="7643242" y="621037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27" name="02_predicted_pose_5026">
            <a:extLst>
              <a:ext uri="{FF2B5EF4-FFF2-40B4-BE49-F238E27FC236}">
                <a16:creationId xmlns:a16="http://schemas.microsoft.com/office/drawing/2014/main" id="{FEA9140C-58CD-4F6E-8D28-015CF1E75BB9}"/>
              </a:ext>
            </a:extLst>
          </p:cNvPr>
          <p:cNvSpPr>
            <a:spLocks noGrp="1"/>
          </p:cNvSpPr>
          <p:nvPr/>
        </p:nvSpPr>
        <p:spPr>
          <a:xfrm>
            <a:off x="7657826" y="604052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28" name="02_predicted_pose_5027">
            <a:extLst>
              <a:ext uri="{FF2B5EF4-FFF2-40B4-BE49-F238E27FC236}">
                <a16:creationId xmlns:a16="http://schemas.microsoft.com/office/drawing/2014/main" id="{2F82DDAD-02B8-4E56-8347-7D35ADB16172}"/>
              </a:ext>
            </a:extLst>
          </p:cNvPr>
          <p:cNvSpPr>
            <a:spLocks noGrp="1"/>
          </p:cNvSpPr>
          <p:nvPr/>
        </p:nvSpPr>
        <p:spPr>
          <a:xfrm>
            <a:off x="7460579" y="635898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29" name="02_predicted_pose_5028">
            <a:extLst>
              <a:ext uri="{FF2B5EF4-FFF2-40B4-BE49-F238E27FC236}">
                <a16:creationId xmlns:a16="http://schemas.microsoft.com/office/drawing/2014/main" id="{401CC644-C7A7-4E67-8D22-2380F0EE2462}"/>
              </a:ext>
            </a:extLst>
          </p:cNvPr>
          <p:cNvSpPr>
            <a:spLocks noGrp="1"/>
          </p:cNvSpPr>
          <p:nvPr/>
        </p:nvSpPr>
        <p:spPr>
          <a:xfrm>
            <a:off x="7569229" y="609781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30" name="02_predicted_pose_5029">
            <a:extLst>
              <a:ext uri="{FF2B5EF4-FFF2-40B4-BE49-F238E27FC236}">
                <a16:creationId xmlns:a16="http://schemas.microsoft.com/office/drawing/2014/main" id="{A14FE241-B4B4-4F10-B435-B7E6ACCE9F03}"/>
              </a:ext>
            </a:extLst>
          </p:cNvPr>
          <p:cNvSpPr>
            <a:spLocks noGrp="1"/>
          </p:cNvSpPr>
          <p:nvPr/>
        </p:nvSpPr>
        <p:spPr>
          <a:xfrm>
            <a:off x="7612980" y="605214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31" name="02_predicted_pose_5030">
            <a:extLst>
              <a:ext uri="{FF2B5EF4-FFF2-40B4-BE49-F238E27FC236}">
                <a16:creationId xmlns:a16="http://schemas.microsoft.com/office/drawing/2014/main" id="{A19F068F-8252-4167-9E7C-2E7BCE907847}"/>
              </a:ext>
            </a:extLst>
          </p:cNvPr>
          <p:cNvSpPr>
            <a:spLocks noGrp="1"/>
          </p:cNvSpPr>
          <p:nvPr/>
        </p:nvSpPr>
        <p:spPr>
          <a:xfrm>
            <a:off x="7627564" y="609473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32" name="02_predicted_pose_5031">
            <a:extLst>
              <a:ext uri="{FF2B5EF4-FFF2-40B4-BE49-F238E27FC236}">
                <a16:creationId xmlns:a16="http://schemas.microsoft.com/office/drawing/2014/main" id="{B0E4FA77-1628-4580-8D78-902751AC0DDE}"/>
              </a:ext>
            </a:extLst>
          </p:cNvPr>
          <p:cNvSpPr>
            <a:spLocks noGrp="1"/>
          </p:cNvSpPr>
          <p:nvPr/>
        </p:nvSpPr>
        <p:spPr>
          <a:xfrm>
            <a:off x="7656732" y="606869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33" name="02_predicted_pose_5032">
            <a:extLst>
              <a:ext uri="{FF2B5EF4-FFF2-40B4-BE49-F238E27FC236}">
                <a16:creationId xmlns:a16="http://schemas.microsoft.com/office/drawing/2014/main" id="{380D76E6-62CD-4794-A317-914CEB694B87}"/>
              </a:ext>
            </a:extLst>
          </p:cNvPr>
          <p:cNvSpPr>
            <a:spLocks noGrp="1"/>
          </p:cNvSpPr>
          <p:nvPr/>
        </p:nvSpPr>
        <p:spPr>
          <a:xfrm>
            <a:off x="7541155" y="631158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34" name="02_predicted_pose_5033">
            <a:extLst>
              <a:ext uri="{FF2B5EF4-FFF2-40B4-BE49-F238E27FC236}">
                <a16:creationId xmlns:a16="http://schemas.microsoft.com/office/drawing/2014/main" id="{EC0422AB-BA48-4E94-92D5-5EA23F18654B}"/>
              </a:ext>
            </a:extLst>
          </p:cNvPr>
          <p:cNvSpPr>
            <a:spLocks noGrp="1"/>
          </p:cNvSpPr>
          <p:nvPr/>
        </p:nvSpPr>
        <p:spPr>
          <a:xfrm>
            <a:off x="7570322" y="638220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35" name="02_predicted_pose_5034">
            <a:extLst>
              <a:ext uri="{FF2B5EF4-FFF2-40B4-BE49-F238E27FC236}">
                <a16:creationId xmlns:a16="http://schemas.microsoft.com/office/drawing/2014/main" id="{0FF6B4AF-852C-484C-9EE1-6536E1B9C35A}"/>
              </a:ext>
            </a:extLst>
          </p:cNvPr>
          <p:cNvSpPr>
            <a:spLocks noGrp="1"/>
          </p:cNvSpPr>
          <p:nvPr/>
        </p:nvSpPr>
        <p:spPr>
          <a:xfrm>
            <a:off x="7599491" y="624077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36" name="02_predicted_pose_5035">
            <a:extLst>
              <a:ext uri="{FF2B5EF4-FFF2-40B4-BE49-F238E27FC236}">
                <a16:creationId xmlns:a16="http://schemas.microsoft.com/office/drawing/2014/main" id="{71D031DA-1A01-4549-A2B1-050ADBDA1626}"/>
              </a:ext>
            </a:extLst>
          </p:cNvPr>
          <p:cNvSpPr>
            <a:spLocks noGrp="1"/>
          </p:cNvSpPr>
          <p:nvPr/>
        </p:nvSpPr>
        <p:spPr>
          <a:xfrm>
            <a:off x="7628658" y="627219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37" name="02_predicted_pose_5036">
            <a:extLst>
              <a:ext uri="{FF2B5EF4-FFF2-40B4-BE49-F238E27FC236}">
                <a16:creationId xmlns:a16="http://schemas.microsoft.com/office/drawing/2014/main" id="{CBD1C45D-436B-4BA5-9296-CBD2D78E9F73}"/>
              </a:ext>
            </a:extLst>
          </p:cNvPr>
          <p:cNvSpPr>
            <a:spLocks noGrp="1"/>
          </p:cNvSpPr>
          <p:nvPr/>
        </p:nvSpPr>
        <p:spPr>
          <a:xfrm>
            <a:off x="7657826" y="641167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38" name="02_predicted_pose_5037">
            <a:extLst>
              <a:ext uri="{FF2B5EF4-FFF2-40B4-BE49-F238E27FC236}">
                <a16:creationId xmlns:a16="http://schemas.microsoft.com/office/drawing/2014/main" id="{1EF8FE67-61FD-40A8-963A-9CC65FC9628E}"/>
              </a:ext>
            </a:extLst>
          </p:cNvPr>
          <p:cNvSpPr>
            <a:spLocks noGrp="1"/>
          </p:cNvSpPr>
          <p:nvPr/>
        </p:nvSpPr>
        <p:spPr>
          <a:xfrm>
            <a:off x="7555374" y="628940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39" name="02_predicted_pose_5038">
            <a:extLst>
              <a:ext uri="{FF2B5EF4-FFF2-40B4-BE49-F238E27FC236}">
                <a16:creationId xmlns:a16="http://schemas.microsoft.com/office/drawing/2014/main" id="{E01C0B5B-5A0E-4C25-8405-35B85219BBF1}"/>
              </a:ext>
            </a:extLst>
          </p:cNvPr>
          <p:cNvSpPr>
            <a:spLocks noGrp="1"/>
          </p:cNvSpPr>
          <p:nvPr/>
        </p:nvSpPr>
        <p:spPr>
          <a:xfrm>
            <a:off x="7679337" y="597353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40" name="02_predicted_pose_5039">
            <a:extLst>
              <a:ext uri="{FF2B5EF4-FFF2-40B4-BE49-F238E27FC236}">
                <a16:creationId xmlns:a16="http://schemas.microsoft.com/office/drawing/2014/main" id="{5558C6FF-D6B4-4E49-A7CD-8A4EB8E5D8C5}"/>
              </a:ext>
            </a:extLst>
          </p:cNvPr>
          <p:cNvSpPr>
            <a:spLocks noGrp="1"/>
          </p:cNvSpPr>
          <p:nvPr/>
        </p:nvSpPr>
        <p:spPr>
          <a:xfrm>
            <a:off x="7693921" y="605695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41" name="02_predicted_pose_5040">
            <a:extLst>
              <a:ext uri="{FF2B5EF4-FFF2-40B4-BE49-F238E27FC236}">
                <a16:creationId xmlns:a16="http://schemas.microsoft.com/office/drawing/2014/main" id="{DD3808B7-5DA9-40EB-92A6-4D8AB04FCE46}"/>
              </a:ext>
            </a:extLst>
          </p:cNvPr>
          <p:cNvSpPr>
            <a:spLocks noGrp="1"/>
          </p:cNvSpPr>
          <p:nvPr/>
        </p:nvSpPr>
        <p:spPr>
          <a:xfrm>
            <a:off x="7464225" y="582768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42" name="02_predicted_pose_5041">
            <a:extLst>
              <a:ext uri="{FF2B5EF4-FFF2-40B4-BE49-F238E27FC236}">
                <a16:creationId xmlns:a16="http://schemas.microsoft.com/office/drawing/2014/main" id="{E7F1E8F4-106F-4836-A93A-48208BE31258}"/>
              </a:ext>
            </a:extLst>
          </p:cNvPr>
          <p:cNvSpPr>
            <a:spLocks noGrp="1"/>
          </p:cNvSpPr>
          <p:nvPr/>
        </p:nvSpPr>
        <p:spPr>
          <a:xfrm>
            <a:off x="7477351" y="646372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43" name="02_predicted_pose_5042">
            <a:extLst>
              <a:ext uri="{FF2B5EF4-FFF2-40B4-BE49-F238E27FC236}">
                <a16:creationId xmlns:a16="http://schemas.microsoft.com/office/drawing/2014/main" id="{6528FE48-FF74-4694-AA4A-37F9BEFFD7C5}"/>
              </a:ext>
            </a:extLst>
          </p:cNvPr>
          <p:cNvSpPr>
            <a:spLocks noGrp="1"/>
          </p:cNvSpPr>
          <p:nvPr/>
        </p:nvSpPr>
        <p:spPr>
          <a:xfrm>
            <a:off x="7521467" y="635971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44" name="02_predicted_pose_5043">
            <a:extLst>
              <a:ext uri="{FF2B5EF4-FFF2-40B4-BE49-F238E27FC236}">
                <a16:creationId xmlns:a16="http://schemas.microsoft.com/office/drawing/2014/main" id="{1CF7FEF0-07A9-4471-9113-0B0A7E06B8AF}"/>
              </a:ext>
            </a:extLst>
          </p:cNvPr>
          <p:cNvSpPr>
            <a:spLocks noGrp="1"/>
          </p:cNvSpPr>
          <p:nvPr/>
        </p:nvSpPr>
        <p:spPr>
          <a:xfrm>
            <a:off x="7482820" y="632250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45" name="02_predicted_pose_5044">
            <a:extLst>
              <a:ext uri="{FF2B5EF4-FFF2-40B4-BE49-F238E27FC236}">
                <a16:creationId xmlns:a16="http://schemas.microsoft.com/office/drawing/2014/main" id="{D065FD32-E3FD-4E82-9C9E-00AFCF3A473A}"/>
              </a:ext>
            </a:extLst>
          </p:cNvPr>
          <p:cNvSpPr>
            <a:spLocks noGrp="1"/>
          </p:cNvSpPr>
          <p:nvPr/>
        </p:nvSpPr>
        <p:spPr>
          <a:xfrm>
            <a:off x="7427766" y="638974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46" name="02_predicted_pose_5045">
            <a:extLst>
              <a:ext uri="{FF2B5EF4-FFF2-40B4-BE49-F238E27FC236}">
                <a16:creationId xmlns:a16="http://schemas.microsoft.com/office/drawing/2014/main" id="{E1F1C0EC-132C-4DD5-8BB6-68957942799D}"/>
              </a:ext>
            </a:extLst>
          </p:cNvPr>
          <p:cNvSpPr>
            <a:spLocks noGrp="1"/>
          </p:cNvSpPr>
          <p:nvPr/>
        </p:nvSpPr>
        <p:spPr>
          <a:xfrm>
            <a:off x="7567770" y="640118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47" name="02_predicted_pose_5046">
            <a:extLst>
              <a:ext uri="{FF2B5EF4-FFF2-40B4-BE49-F238E27FC236}">
                <a16:creationId xmlns:a16="http://schemas.microsoft.com/office/drawing/2014/main" id="{A43A0866-98BF-4FA3-B6ED-E7976CFF397C}"/>
              </a:ext>
            </a:extLst>
          </p:cNvPr>
          <p:cNvSpPr>
            <a:spLocks noGrp="1"/>
          </p:cNvSpPr>
          <p:nvPr/>
        </p:nvSpPr>
        <p:spPr>
          <a:xfrm>
            <a:off x="7582355" y="641944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48" name="02_predicted_pose_5047">
            <a:extLst>
              <a:ext uri="{FF2B5EF4-FFF2-40B4-BE49-F238E27FC236}">
                <a16:creationId xmlns:a16="http://schemas.microsoft.com/office/drawing/2014/main" id="{427B3EE3-FFE1-4E2A-8B29-713810E490FB}"/>
              </a:ext>
            </a:extLst>
          </p:cNvPr>
          <p:cNvSpPr>
            <a:spLocks noGrp="1"/>
          </p:cNvSpPr>
          <p:nvPr/>
        </p:nvSpPr>
        <p:spPr>
          <a:xfrm>
            <a:off x="7596938" y="641374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49" name="02_predicted_pose_5048">
            <a:extLst>
              <a:ext uri="{FF2B5EF4-FFF2-40B4-BE49-F238E27FC236}">
                <a16:creationId xmlns:a16="http://schemas.microsoft.com/office/drawing/2014/main" id="{020257D7-FA87-4A53-B487-A1AFCC4A616C}"/>
              </a:ext>
            </a:extLst>
          </p:cNvPr>
          <p:cNvSpPr>
            <a:spLocks noGrp="1"/>
          </p:cNvSpPr>
          <p:nvPr/>
        </p:nvSpPr>
        <p:spPr>
          <a:xfrm>
            <a:off x="7611522" y="641195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50" name="02_predicted_pose_5049">
            <a:extLst>
              <a:ext uri="{FF2B5EF4-FFF2-40B4-BE49-F238E27FC236}">
                <a16:creationId xmlns:a16="http://schemas.microsoft.com/office/drawing/2014/main" id="{4FBE216C-1A47-4C54-A292-629CD47F0584}"/>
              </a:ext>
            </a:extLst>
          </p:cNvPr>
          <p:cNvSpPr>
            <a:spLocks noGrp="1"/>
          </p:cNvSpPr>
          <p:nvPr/>
        </p:nvSpPr>
        <p:spPr>
          <a:xfrm>
            <a:off x="7394587" y="650969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51" name="02_predicted_pose_5050">
            <a:extLst>
              <a:ext uri="{FF2B5EF4-FFF2-40B4-BE49-F238E27FC236}">
                <a16:creationId xmlns:a16="http://schemas.microsoft.com/office/drawing/2014/main" id="{0A96BCC1-D82D-4275-87B0-3DAAF7F3E5D9}"/>
              </a:ext>
            </a:extLst>
          </p:cNvPr>
          <p:cNvSpPr>
            <a:spLocks noGrp="1"/>
          </p:cNvSpPr>
          <p:nvPr/>
        </p:nvSpPr>
        <p:spPr>
          <a:xfrm>
            <a:off x="7423755" y="648583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52" name="02_predicted_pose_5051">
            <a:extLst>
              <a:ext uri="{FF2B5EF4-FFF2-40B4-BE49-F238E27FC236}">
                <a16:creationId xmlns:a16="http://schemas.microsoft.com/office/drawing/2014/main" id="{6E5102B4-BA1C-4DF0-92C8-4FEA17182CF1}"/>
              </a:ext>
            </a:extLst>
          </p:cNvPr>
          <p:cNvSpPr>
            <a:spLocks noGrp="1"/>
          </p:cNvSpPr>
          <p:nvPr/>
        </p:nvSpPr>
        <p:spPr>
          <a:xfrm>
            <a:off x="7647617" y="589484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53" name="02_predicted_pose_5052">
            <a:extLst>
              <a:ext uri="{FF2B5EF4-FFF2-40B4-BE49-F238E27FC236}">
                <a16:creationId xmlns:a16="http://schemas.microsoft.com/office/drawing/2014/main" id="{4FDD7162-0137-4855-A899-2BF60B7157AD}"/>
              </a:ext>
            </a:extLst>
          </p:cNvPr>
          <p:cNvSpPr>
            <a:spLocks noGrp="1"/>
          </p:cNvSpPr>
          <p:nvPr/>
        </p:nvSpPr>
        <p:spPr>
          <a:xfrm>
            <a:off x="7684441" y="644724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54" name="02_predicted_pose_5053">
            <a:extLst>
              <a:ext uri="{FF2B5EF4-FFF2-40B4-BE49-F238E27FC236}">
                <a16:creationId xmlns:a16="http://schemas.microsoft.com/office/drawing/2014/main" id="{E38A7BB1-C34C-4A5B-B59D-0A80B2474DCC}"/>
              </a:ext>
            </a:extLst>
          </p:cNvPr>
          <p:cNvSpPr>
            <a:spLocks noGrp="1"/>
          </p:cNvSpPr>
          <p:nvPr/>
        </p:nvSpPr>
        <p:spPr>
          <a:xfrm>
            <a:off x="8702030" y="609983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55" name="02_predicted_pose_5054">
            <a:extLst>
              <a:ext uri="{FF2B5EF4-FFF2-40B4-BE49-F238E27FC236}">
                <a16:creationId xmlns:a16="http://schemas.microsoft.com/office/drawing/2014/main" id="{6210E1F7-1B7B-4E53-940F-A59E4C99441A}"/>
              </a:ext>
            </a:extLst>
          </p:cNvPr>
          <p:cNvSpPr>
            <a:spLocks noGrp="1"/>
          </p:cNvSpPr>
          <p:nvPr/>
        </p:nvSpPr>
        <p:spPr>
          <a:xfrm>
            <a:off x="8716613" y="60951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56" name="02_predicted_pose_5055">
            <a:extLst>
              <a:ext uri="{FF2B5EF4-FFF2-40B4-BE49-F238E27FC236}">
                <a16:creationId xmlns:a16="http://schemas.microsoft.com/office/drawing/2014/main" id="{634425F7-632C-4D04-91FA-D768E7B7D50A}"/>
              </a:ext>
            </a:extLst>
          </p:cNvPr>
          <p:cNvSpPr>
            <a:spLocks noGrp="1"/>
          </p:cNvSpPr>
          <p:nvPr/>
        </p:nvSpPr>
        <p:spPr>
          <a:xfrm>
            <a:off x="8731197" y="604915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57" name="02_predicted_pose_5056">
            <a:extLst>
              <a:ext uri="{FF2B5EF4-FFF2-40B4-BE49-F238E27FC236}">
                <a16:creationId xmlns:a16="http://schemas.microsoft.com/office/drawing/2014/main" id="{41018E07-1729-48BA-9A16-AC55A6FEC25D}"/>
              </a:ext>
            </a:extLst>
          </p:cNvPr>
          <p:cNvSpPr>
            <a:spLocks noGrp="1"/>
          </p:cNvSpPr>
          <p:nvPr/>
        </p:nvSpPr>
        <p:spPr>
          <a:xfrm>
            <a:off x="8745782" y="606591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58" name="02_predicted_pose_5057">
            <a:extLst>
              <a:ext uri="{FF2B5EF4-FFF2-40B4-BE49-F238E27FC236}">
                <a16:creationId xmlns:a16="http://schemas.microsoft.com/office/drawing/2014/main" id="{BA03F1A1-2956-4541-8231-2AAEC00C6781}"/>
              </a:ext>
            </a:extLst>
          </p:cNvPr>
          <p:cNvSpPr>
            <a:spLocks noGrp="1"/>
          </p:cNvSpPr>
          <p:nvPr/>
        </p:nvSpPr>
        <p:spPr>
          <a:xfrm>
            <a:off x="8760365" y="613721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59" name="02_predicted_pose_5058">
            <a:extLst>
              <a:ext uri="{FF2B5EF4-FFF2-40B4-BE49-F238E27FC236}">
                <a16:creationId xmlns:a16="http://schemas.microsoft.com/office/drawing/2014/main" id="{606B2779-A579-4D4E-A89A-54C3273B4630}"/>
              </a:ext>
            </a:extLst>
          </p:cNvPr>
          <p:cNvSpPr>
            <a:spLocks noGrp="1"/>
          </p:cNvSpPr>
          <p:nvPr/>
        </p:nvSpPr>
        <p:spPr>
          <a:xfrm>
            <a:off x="8774949" y="611907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60" name="02_predicted_pose_5059">
            <a:extLst>
              <a:ext uri="{FF2B5EF4-FFF2-40B4-BE49-F238E27FC236}">
                <a16:creationId xmlns:a16="http://schemas.microsoft.com/office/drawing/2014/main" id="{F5BE9169-9FA7-49B7-9391-776AB9F16F86}"/>
              </a:ext>
            </a:extLst>
          </p:cNvPr>
          <p:cNvSpPr>
            <a:spLocks noGrp="1"/>
          </p:cNvSpPr>
          <p:nvPr/>
        </p:nvSpPr>
        <p:spPr>
          <a:xfrm>
            <a:off x="8789532" y="611877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61" name="02_predicted_pose_5060">
            <a:extLst>
              <a:ext uri="{FF2B5EF4-FFF2-40B4-BE49-F238E27FC236}">
                <a16:creationId xmlns:a16="http://schemas.microsoft.com/office/drawing/2014/main" id="{DF0308DD-62CB-4CFB-A05C-A06554BF792B}"/>
              </a:ext>
            </a:extLst>
          </p:cNvPr>
          <p:cNvSpPr>
            <a:spLocks noGrp="1"/>
          </p:cNvSpPr>
          <p:nvPr/>
        </p:nvSpPr>
        <p:spPr>
          <a:xfrm>
            <a:off x="8804116" y="616748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62" name="02_predicted_pose_5061">
            <a:extLst>
              <a:ext uri="{FF2B5EF4-FFF2-40B4-BE49-F238E27FC236}">
                <a16:creationId xmlns:a16="http://schemas.microsoft.com/office/drawing/2014/main" id="{B5BE3F4E-861F-405C-8BFC-A139F6FCEFA0}"/>
              </a:ext>
            </a:extLst>
          </p:cNvPr>
          <p:cNvSpPr>
            <a:spLocks noGrp="1"/>
          </p:cNvSpPr>
          <p:nvPr/>
        </p:nvSpPr>
        <p:spPr>
          <a:xfrm>
            <a:off x="8818701" y="610239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63" name="02_predicted_pose_5062">
            <a:extLst>
              <a:ext uri="{FF2B5EF4-FFF2-40B4-BE49-F238E27FC236}">
                <a16:creationId xmlns:a16="http://schemas.microsoft.com/office/drawing/2014/main" id="{CAE3693A-8EB1-40C5-BD15-37664331AF12}"/>
              </a:ext>
            </a:extLst>
          </p:cNvPr>
          <p:cNvSpPr>
            <a:spLocks noGrp="1"/>
          </p:cNvSpPr>
          <p:nvPr/>
        </p:nvSpPr>
        <p:spPr>
          <a:xfrm>
            <a:off x="8833284" y="602816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64" name="02_predicted_pose_5063">
            <a:extLst>
              <a:ext uri="{FF2B5EF4-FFF2-40B4-BE49-F238E27FC236}">
                <a16:creationId xmlns:a16="http://schemas.microsoft.com/office/drawing/2014/main" id="{DC78FC53-18B2-484B-AA09-B322B3F7096E}"/>
              </a:ext>
            </a:extLst>
          </p:cNvPr>
          <p:cNvSpPr>
            <a:spLocks noGrp="1"/>
          </p:cNvSpPr>
          <p:nvPr/>
        </p:nvSpPr>
        <p:spPr>
          <a:xfrm>
            <a:off x="8716249" y="618130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65" name="02_predicted_pose_5064">
            <a:extLst>
              <a:ext uri="{FF2B5EF4-FFF2-40B4-BE49-F238E27FC236}">
                <a16:creationId xmlns:a16="http://schemas.microsoft.com/office/drawing/2014/main" id="{AAA76A70-14DC-4EDA-ADFB-FEBAC4F5F92F}"/>
              </a:ext>
            </a:extLst>
          </p:cNvPr>
          <p:cNvSpPr>
            <a:spLocks noGrp="1"/>
          </p:cNvSpPr>
          <p:nvPr/>
        </p:nvSpPr>
        <p:spPr>
          <a:xfrm>
            <a:off x="8814690" y="596450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66" name="02_predicted_pose_5065">
            <a:extLst>
              <a:ext uri="{FF2B5EF4-FFF2-40B4-BE49-F238E27FC236}">
                <a16:creationId xmlns:a16="http://schemas.microsoft.com/office/drawing/2014/main" id="{2A041A9A-097A-4B27-A713-45DA2A1455B6}"/>
              </a:ext>
            </a:extLst>
          </p:cNvPr>
          <p:cNvSpPr>
            <a:spLocks noGrp="1"/>
          </p:cNvSpPr>
          <p:nvPr/>
        </p:nvSpPr>
        <p:spPr>
          <a:xfrm>
            <a:off x="8913131" y="612121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67" name="02_predicted_pose_5066">
            <a:extLst>
              <a:ext uri="{FF2B5EF4-FFF2-40B4-BE49-F238E27FC236}">
                <a16:creationId xmlns:a16="http://schemas.microsoft.com/office/drawing/2014/main" id="{DADF56BB-3102-4BE3-8304-5B38384E8397}"/>
              </a:ext>
            </a:extLst>
          </p:cNvPr>
          <p:cNvSpPr>
            <a:spLocks noGrp="1"/>
          </p:cNvSpPr>
          <p:nvPr/>
        </p:nvSpPr>
        <p:spPr>
          <a:xfrm>
            <a:off x="8648069" y="614401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68" name="02_predicted_pose_5067">
            <a:extLst>
              <a:ext uri="{FF2B5EF4-FFF2-40B4-BE49-F238E27FC236}">
                <a16:creationId xmlns:a16="http://schemas.microsoft.com/office/drawing/2014/main" id="{1C71789F-6B88-485F-9228-3532B3F955B3}"/>
              </a:ext>
            </a:extLst>
          </p:cNvPr>
          <p:cNvSpPr>
            <a:spLocks noGrp="1"/>
          </p:cNvSpPr>
          <p:nvPr/>
        </p:nvSpPr>
        <p:spPr>
          <a:xfrm>
            <a:off x="8746511" y="596069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69" name="02_predicted_pose_5068">
            <a:extLst>
              <a:ext uri="{FF2B5EF4-FFF2-40B4-BE49-F238E27FC236}">
                <a16:creationId xmlns:a16="http://schemas.microsoft.com/office/drawing/2014/main" id="{F05B47AA-A98F-4C37-8439-88C37A4D62F3}"/>
              </a:ext>
            </a:extLst>
          </p:cNvPr>
          <p:cNvSpPr>
            <a:spLocks noGrp="1"/>
          </p:cNvSpPr>
          <p:nvPr/>
        </p:nvSpPr>
        <p:spPr>
          <a:xfrm>
            <a:off x="8844951" y="605072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70" name="02_predicted_pose_5069">
            <a:extLst>
              <a:ext uri="{FF2B5EF4-FFF2-40B4-BE49-F238E27FC236}">
                <a16:creationId xmlns:a16="http://schemas.microsoft.com/office/drawing/2014/main" id="{E6B85B8E-7444-45D6-B1EC-DAEBABD8CA40}"/>
              </a:ext>
            </a:extLst>
          </p:cNvPr>
          <p:cNvSpPr>
            <a:spLocks noGrp="1"/>
          </p:cNvSpPr>
          <p:nvPr/>
        </p:nvSpPr>
        <p:spPr>
          <a:xfrm>
            <a:off x="8943392" y="618244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71" name="02_predicted_pose_5070">
            <a:extLst>
              <a:ext uri="{FF2B5EF4-FFF2-40B4-BE49-F238E27FC236}">
                <a16:creationId xmlns:a16="http://schemas.microsoft.com/office/drawing/2014/main" id="{7D738DAB-0E84-4E8F-912F-A568C44D2547}"/>
              </a:ext>
            </a:extLst>
          </p:cNvPr>
          <p:cNvSpPr>
            <a:spLocks noGrp="1"/>
          </p:cNvSpPr>
          <p:nvPr/>
        </p:nvSpPr>
        <p:spPr>
          <a:xfrm>
            <a:off x="8678330" y="594538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72" name="02_predicted_pose_5071">
            <a:extLst>
              <a:ext uri="{FF2B5EF4-FFF2-40B4-BE49-F238E27FC236}">
                <a16:creationId xmlns:a16="http://schemas.microsoft.com/office/drawing/2014/main" id="{BBF3D368-8096-4EF8-AA27-3EB70DB33A00}"/>
              </a:ext>
            </a:extLst>
          </p:cNvPr>
          <p:cNvSpPr>
            <a:spLocks noGrp="1"/>
          </p:cNvSpPr>
          <p:nvPr/>
        </p:nvSpPr>
        <p:spPr>
          <a:xfrm>
            <a:off x="8776772" y="605089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73" name="02_predicted_pose_5072">
            <a:extLst>
              <a:ext uri="{FF2B5EF4-FFF2-40B4-BE49-F238E27FC236}">
                <a16:creationId xmlns:a16="http://schemas.microsoft.com/office/drawing/2014/main" id="{71B95841-518B-47AF-AA98-831FCE719545}"/>
              </a:ext>
            </a:extLst>
          </p:cNvPr>
          <p:cNvSpPr>
            <a:spLocks noGrp="1"/>
          </p:cNvSpPr>
          <p:nvPr/>
        </p:nvSpPr>
        <p:spPr>
          <a:xfrm>
            <a:off x="8875213" y="610809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74" name="02_predicted_pose_5073">
            <a:extLst>
              <a:ext uri="{FF2B5EF4-FFF2-40B4-BE49-F238E27FC236}">
                <a16:creationId xmlns:a16="http://schemas.microsoft.com/office/drawing/2014/main" id="{C929DD68-ECC5-4630-BD93-5C3058B69EAD}"/>
              </a:ext>
            </a:extLst>
          </p:cNvPr>
          <p:cNvSpPr>
            <a:spLocks noGrp="1"/>
          </p:cNvSpPr>
          <p:nvPr/>
        </p:nvSpPr>
        <p:spPr>
          <a:xfrm>
            <a:off x="8730833" y="609132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75" name="02_predicted_pose_5074">
            <a:extLst>
              <a:ext uri="{FF2B5EF4-FFF2-40B4-BE49-F238E27FC236}">
                <a16:creationId xmlns:a16="http://schemas.microsoft.com/office/drawing/2014/main" id="{E763CD93-9DE1-4E75-BC46-FDB454B966FC}"/>
              </a:ext>
            </a:extLst>
          </p:cNvPr>
          <p:cNvSpPr>
            <a:spLocks noGrp="1"/>
          </p:cNvSpPr>
          <p:nvPr/>
        </p:nvSpPr>
        <p:spPr>
          <a:xfrm>
            <a:off x="8829273" y="609592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76" name="02_predicted_pose_5075">
            <a:extLst>
              <a:ext uri="{FF2B5EF4-FFF2-40B4-BE49-F238E27FC236}">
                <a16:creationId xmlns:a16="http://schemas.microsoft.com/office/drawing/2014/main" id="{080C9309-2497-44CD-99A8-5ACBF8FEEEF9}"/>
              </a:ext>
            </a:extLst>
          </p:cNvPr>
          <p:cNvSpPr>
            <a:spLocks noGrp="1"/>
          </p:cNvSpPr>
          <p:nvPr/>
        </p:nvSpPr>
        <p:spPr>
          <a:xfrm>
            <a:off x="8927714" y="603598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77" name="02_predicted_pose_5076">
            <a:extLst>
              <a:ext uri="{FF2B5EF4-FFF2-40B4-BE49-F238E27FC236}">
                <a16:creationId xmlns:a16="http://schemas.microsoft.com/office/drawing/2014/main" id="{3300B423-66A0-4A4D-817D-C73A43A6685E}"/>
              </a:ext>
            </a:extLst>
          </p:cNvPr>
          <p:cNvSpPr>
            <a:spLocks noGrp="1"/>
          </p:cNvSpPr>
          <p:nvPr/>
        </p:nvSpPr>
        <p:spPr>
          <a:xfrm>
            <a:off x="8662654" y="607931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78" name="02_predicted_pose_5077">
            <a:extLst>
              <a:ext uri="{FF2B5EF4-FFF2-40B4-BE49-F238E27FC236}">
                <a16:creationId xmlns:a16="http://schemas.microsoft.com/office/drawing/2014/main" id="{6DE84FB1-2B53-4B00-A3B7-42341DF49282}"/>
              </a:ext>
            </a:extLst>
          </p:cNvPr>
          <p:cNvSpPr>
            <a:spLocks noGrp="1"/>
          </p:cNvSpPr>
          <p:nvPr/>
        </p:nvSpPr>
        <p:spPr>
          <a:xfrm>
            <a:off x="8761094" y="608707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79" name="02_predicted_pose_5078">
            <a:extLst>
              <a:ext uri="{FF2B5EF4-FFF2-40B4-BE49-F238E27FC236}">
                <a16:creationId xmlns:a16="http://schemas.microsoft.com/office/drawing/2014/main" id="{BDD78CC9-1031-46B9-BC97-7A2DA5FED076}"/>
              </a:ext>
            </a:extLst>
          </p:cNvPr>
          <p:cNvSpPr>
            <a:spLocks noGrp="1"/>
          </p:cNvSpPr>
          <p:nvPr/>
        </p:nvSpPr>
        <p:spPr>
          <a:xfrm>
            <a:off x="8859535" y="613938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80" name="02_predicted_pose_5079">
            <a:extLst>
              <a:ext uri="{FF2B5EF4-FFF2-40B4-BE49-F238E27FC236}">
                <a16:creationId xmlns:a16="http://schemas.microsoft.com/office/drawing/2014/main" id="{D29415C9-EAC0-40CC-A249-B79EC6ED3A74}"/>
              </a:ext>
            </a:extLst>
          </p:cNvPr>
          <p:cNvSpPr>
            <a:spLocks noGrp="1"/>
          </p:cNvSpPr>
          <p:nvPr/>
        </p:nvSpPr>
        <p:spPr>
          <a:xfrm>
            <a:off x="8594473" y="600888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81" name="02_predicted_pose_5080">
            <a:extLst>
              <a:ext uri="{FF2B5EF4-FFF2-40B4-BE49-F238E27FC236}">
                <a16:creationId xmlns:a16="http://schemas.microsoft.com/office/drawing/2014/main" id="{98FF11E2-F3D6-4DE4-A2FF-6DBCC429D366}"/>
              </a:ext>
            </a:extLst>
          </p:cNvPr>
          <p:cNvSpPr>
            <a:spLocks noGrp="1"/>
          </p:cNvSpPr>
          <p:nvPr/>
        </p:nvSpPr>
        <p:spPr>
          <a:xfrm>
            <a:off x="8692915" y="614034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82" name="02_predicted_pose_5081">
            <a:extLst>
              <a:ext uri="{FF2B5EF4-FFF2-40B4-BE49-F238E27FC236}">
                <a16:creationId xmlns:a16="http://schemas.microsoft.com/office/drawing/2014/main" id="{4CEDB5D8-2469-4036-B594-7FF7436808AB}"/>
              </a:ext>
            </a:extLst>
          </p:cNvPr>
          <p:cNvSpPr>
            <a:spLocks noGrp="1"/>
          </p:cNvSpPr>
          <p:nvPr/>
        </p:nvSpPr>
        <p:spPr>
          <a:xfrm>
            <a:off x="8791356" y="611288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83" name="02_predicted_pose_5082">
            <a:extLst>
              <a:ext uri="{FF2B5EF4-FFF2-40B4-BE49-F238E27FC236}">
                <a16:creationId xmlns:a16="http://schemas.microsoft.com/office/drawing/2014/main" id="{7873BF24-A207-4B27-BD1C-408C7ACAAA63}"/>
              </a:ext>
            </a:extLst>
          </p:cNvPr>
          <p:cNvSpPr>
            <a:spLocks noGrp="1"/>
          </p:cNvSpPr>
          <p:nvPr/>
        </p:nvSpPr>
        <p:spPr>
          <a:xfrm>
            <a:off x="8889796" y="599231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84" name="02_predicted_pose_5083">
            <a:extLst>
              <a:ext uri="{FF2B5EF4-FFF2-40B4-BE49-F238E27FC236}">
                <a16:creationId xmlns:a16="http://schemas.microsoft.com/office/drawing/2014/main" id="{7103135B-C9F7-4900-84E9-27EE18392B9D}"/>
              </a:ext>
            </a:extLst>
          </p:cNvPr>
          <p:cNvSpPr>
            <a:spLocks noGrp="1"/>
          </p:cNvSpPr>
          <p:nvPr/>
        </p:nvSpPr>
        <p:spPr>
          <a:xfrm>
            <a:off x="8745416" y="602848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85" name="02_predicted_pose_5084">
            <a:extLst>
              <a:ext uri="{FF2B5EF4-FFF2-40B4-BE49-F238E27FC236}">
                <a16:creationId xmlns:a16="http://schemas.microsoft.com/office/drawing/2014/main" id="{791C9B30-9753-4C97-94E4-25DACE83DA88}"/>
              </a:ext>
            </a:extLst>
          </p:cNvPr>
          <p:cNvSpPr>
            <a:spLocks noGrp="1"/>
          </p:cNvSpPr>
          <p:nvPr/>
        </p:nvSpPr>
        <p:spPr>
          <a:xfrm>
            <a:off x="8843857" y="601575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86" name="02_predicted_pose_5085">
            <a:extLst>
              <a:ext uri="{FF2B5EF4-FFF2-40B4-BE49-F238E27FC236}">
                <a16:creationId xmlns:a16="http://schemas.microsoft.com/office/drawing/2014/main" id="{78906862-9898-4CCA-8548-85CBF1496CA0}"/>
              </a:ext>
            </a:extLst>
          </p:cNvPr>
          <p:cNvSpPr>
            <a:spLocks noGrp="1"/>
          </p:cNvSpPr>
          <p:nvPr/>
        </p:nvSpPr>
        <p:spPr>
          <a:xfrm>
            <a:off x="8942299" y="606839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87" name="02_predicted_pose_5086">
            <a:extLst>
              <a:ext uri="{FF2B5EF4-FFF2-40B4-BE49-F238E27FC236}">
                <a16:creationId xmlns:a16="http://schemas.microsoft.com/office/drawing/2014/main" id="{50668252-262B-4DF6-8931-444643EFCE1C}"/>
              </a:ext>
            </a:extLst>
          </p:cNvPr>
          <p:cNvSpPr>
            <a:spLocks noGrp="1"/>
          </p:cNvSpPr>
          <p:nvPr/>
        </p:nvSpPr>
        <p:spPr>
          <a:xfrm>
            <a:off x="8677237" y="607349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88" name="02_predicted_pose_5087">
            <a:extLst>
              <a:ext uri="{FF2B5EF4-FFF2-40B4-BE49-F238E27FC236}">
                <a16:creationId xmlns:a16="http://schemas.microsoft.com/office/drawing/2014/main" id="{46F334DC-8430-4C1F-A0DE-AAAE1A85E02C}"/>
              </a:ext>
            </a:extLst>
          </p:cNvPr>
          <p:cNvSpPr>
            <a:spLocks noGrp="1"/>
          </p:cNvSpPr>
          <p:nvPr/>
        </p:nvSpPr>
        <p:spPr>
          <a:xfrm>
            <a:off x="8775678" y="611504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89" name="02_predicted_pose_5088">
            <a:extLst>
              <a:ext uri="{FF2B5EF4-FFF2-40B4-BE49-F238E27FC236}">
                <a16:creationId xmlns:a16="http://schemas.microsoft.com/office/drawing/2014/main" id="{009CBC68-2A28-4858-9B0F-D053C78F713B}"/>
              </a:ext>
            </a:extLst>
          </p:cNvPr>
          <p:cNvSpPr>
            <a:spLocks noGrp="1"/>
          </p:cNvSpPr>
          <p:nvPr/>
        </p:nvSpPr>
        <p:spPr>
          <a:xfrm>
            <a:off x="8874119" y="606293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90" name="02_predicted_pose_5089">
            <a:extLst>
              <a:ext uri="{FF2B5EF4-FFF2-40B4-BE49-F238E27FC236}">
                <a16:creationId xmlns:a16="http://schemas.microsoft.com/office/drawing/2014/main" id="{8BA92620-B365-4E62-ABAA-E27FB8E7019F}"/>
              </a:ext>
            </a:extLst>
          </p:cNvPr>
          <p:cNvSpPr>
            <a:spLocks noGrp="1"/>
          </p:cNvSpPr>
          <p:nvPr/>
        </p:nvSpPr>
        <p:spPr>
          <a:xfrm>
            <a:off x="8609057" y="59898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91" name="02_predicted_pose_5090">
            <a:extLst>
              <a:ext uri="{FF2B5EF4-FFF2-40B4-BE49-F238E27FC236}">
                <a16:creationId xmlns:a16="http://schemas.microsoft.com/office/drawing/2014/main" id="{9470A739-3567-4F2B-B8A6-4CDEE5590C1A}"/>
              </a:ext>
            </a:extLst>
          </p:cNvPr>
          <p:cNvSpPr>
            <a:spLocks noGrp="1"/>
          </p:cNvSpPr>
          <p:nvPr/>
        </p:nvSpPr>
        <p:spPr>
          <a:xfrm>
            <a:off x="8707499" y="610564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92" name="02_predicted_pose_5091">
            <a:extLst>
              <a:ext uri="{FF2B5EF4-FFF2-40B4-BE49-F238E27FC236}">
                <a16:creationId xmlns:a16="http://schemas.microsoft.com/office/drawing/2014/main" id="{DB8B9B05-D5C0-4C1A-A3FA-0B26E5A238C0}"/>
              </a:ext>
            </a:extLst>
          </p:cNvPr>
          <p:cNvSpPr>
            <a:spLocks noGrp="1"/>
          </p:cNvSpPr>
          <p:nvPr/>
        </p:nvSpPr>
        <p:spPr>
          <a:xfrm>
            <a:off x="8805939" y="610250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93" name="02_predicted_pose_5092">
            <a:extLst>
              <a:ext uri="{FF2B5EF4-FFF2-40B4-BE49-F238E27FC236}">
                <a16:creationId xmlns:a16="http://schemas.microsoft.com/office/drawing/2014/main" id="{7E744232-0F66-4FE0-ADC0-0792BD1F5A6B}"/>
              </a:ext>
            </a:extLst>
          </p:cNvPr>
          <p:cNvSpPr>
            <a:spLocks noGrp="1"/>
          </p:cNvSpPr>
          <p:nvPr/>
        </p:nvSpPr>
        <p:spPr>
          <a:xfrm>
            <a:off x="8904380" y="613560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94" name="02_predicted_pose_5093">
            <a:extLst>
              <a:ext uri="{FF2B5EF4-FFF2-40B4-BE49-F238E27FC236}">
                <a16:creationId xmlns:a16="http://schemas.microsoft.com/office/drawing/2014/main" id="{B9D07D81-3121-4E45-A029-261A00159F8E}"/>
              </a:ext>
            </a:extLst>
          </p:cNvPr>
          <p:cNvSpPr>
            <a:spLocks noGrp="1"/>
          </p:cNvSpPr>
          <p:nvPr/>
        </p:nvSpPr>
        <p:spPr>
          <a:xfrm>
            <a:off x="8760000" y="607183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95" name="02_predicted_pose_5094">
            <a:extLst>
              <a:ext uri="{FF2B5EF4-FFF2-40B4-BE49-F238E27FC236}">
                <a16:creationId xmlns:a16="http://schemas.microsoft.com/office/drawing/2014/main" id="{9F7F75BC-CB65-40B2-BE7D-ED4ABF163D48}"/>
              </a:ext>
            </a:extLst>
          </p:cNvPr>
          <p:cNvSpPr>
            <a:spLocks noGrp="1"/>
          </p:cNvSpPr>
          <p:nvPr/>
        </p:nvSpPr>
        <p:spPr>
          <a:xfrm>
            <a:off x="8858442" y="606587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96" name="02_predicted_pose_5095">
            <a:extLst>
              <a:ext uri="{FF2B5EF4-FFF2-40B4-BE49-F238E27FC236}">
                <a16:creationId xmlns:a16="http://schemas.microsoft.com/office/drawing/2014/main" id="{5D55FB02-1A3E-46DA-A976-4E67EF529651}"/>
              </a:ext>
            </a:extLst>
          </p:cNvPr>
          <p:cNvSpPr>
            <a:spLocks noGrp="1"/>
          </p:cNvSpPr>
          <p:nvPr/>
        </p:nvSpPr>
        <p:spPr>
          <a:xfrm>
            <a:off x="8593380" y="601566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97" name="02_predicted_pose_5096">
            <a:extLst>
              <a:ext uri="{FF2B5EF4-FFF2-40B4-BE49-F238E27FC236}">
                <a16:creationId xmlns:a16="http://schemas.microsoft.com/office/drawing/2014/main" id="{86A76BA3-0082-4BA4-AFF2-AF42C37E9101}"/>
              </a:ext>
            </a:extLst>
          </p:cNvPr>
          <p:cNvSpPr>
            <a:spLocks noGrp="1"/>
          </p:cNvSpPr>
          <p:nvPr/>
        </p:nvSpPr>
        <p:spPr>
          <a:xfrm>
            <a:off x="8691821" y="600275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98" name="02_predicted_pose_5097">
            <a:extLst>
              <a:ext uri="{FF2B5EF4-FFF2-40B4-BE49-F238E27FC236}">
                <a16:creationId xmlns:a16="http://schemas.microsoft.com/office/drawing/2014/main" id="{9059BC60-6133-405A-90E0-CB7F67145381}"/>
              </a:ext>
            </a:extLst>
          </p:cNvPr>
          <p:cNvSpPr>
            <a:spLocks noGrp="1"/>
          </p:cNvSpPr>
          <p:nvPr/>
        </p:nvSpPr>
        <p:spPr>
          <a:xfrm>
            <a:off x="8790261" y="62010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99" name="02_predicted_pose_5098">
            <a:extLst>
              <a:ext uri="{FF2B5EF4-FFF2-40B4-BE49-F238E27FC236}">
                <a16:creationId xmlns:a16="http://schemas.microsoft.com/office/drawing/2014/main" id="{496C2411-E2C1-42B9-983E-9F9044A97A9D}"/>
              </a:ext>
            </a:extLst>
          </p:cNvPr>
          <p:cNvSpPr>
            <a:spLocks noGrp="1"/>
          </p:cNvSpPr>
          <p:nvPr/>
        </p:nvSpPr>
        <p:spPr>
          <a:xfrm>
            <a:off x="8888703" y="613457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00" name="02_predicted_pose_5099">
            <a:extLst>
              <a:ext uri="{FF2B5EF4-FFF2-40B4-BE49-F238E27FC236}">
                <a16:creationId xmlns:a16="http://schemas.microsoft.com/office/drawing/2014/main" id="{C3224920-40E6-4CAF-987B-AE8A560EC4E0}"/>
              </a:ext>
            </a:extLst>
          </p:cNvPr>
          <p:cNvSpPr>
            <a:spLocks noGrp="1"/>
          </p:cNvSpPr>
          <p:nvPr/>
        </p:nvSpPr>
        <p:spPr>
          <a:xfrm>
            <a:off x="8623642" y="598149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01" name="02_predicted_pose_5100">
            <a:extLst>
              <a:ext uri="{FF2B5EF4-FFF2-40B4-BE49-F238E27FC236}">
                <a16:creationId xmlns:a16="http://schemas.microsoft.com/office/drawing/2014/main" id="{F490A3E9-205D-4E80-B2F1-8E41C33D8D45}"/>
              </a:ext>
            </a:extLst>
          </p:cNvPr>
          <p:cNvSpPr>
            <a:spLocks noGrp="1"/>
          </p:cNvSpPr>
          <p:nvPr/>
        </p:nvSpPr>
        <p:spPr>
          <a:xfrm>
            <a:off x="8722082" y="610451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02" name="02_predicted_pose_5101">
            <a:extLst>
              <a:ext uri="{FF2B5EF4-FFF2-40B4-BE49-F238E27FC236}">
                <a16:creationId xmlns:a16="http://schemas.microsoft.com/office/drawing/2014/main" id="{A993FBF8-0D6C-47D0-AFAE-7EB07579ECDB}"/>
              </a:ext>
            </a:extLst>
          </p:cNvPr>
          <p:cNvSpPr>
            <a:spLocks noGrp="1"/>
          </p:cNvSpPr>
          <p:nvPr/>
        </p:nvSpPr>
        <p:spPr>
          <a:xfrm>
            <a:off x="8820523" y="608020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03" name="02_predicted_pose_5102">
            <a:extLst>
              <a:ext uri="{FF2B5EF4-FFF2-40B4-BE49-F238E27FC236}">
                <a16:creationId xmlns:a16="http://schemas.microsoft.com/office/drawing/2014/main" id="{A24038A5-57FE-49EB-A9DA-F9D38912ACCF}"/>
              </a:ext>
            </a:extLst>
          </p:cNvPr>
          <p:cNvSpPr>
            <a:spLocks noGrp="1"/>
          </p:cNvSpPr>
          <p:nvPr/>
        </p:nvSpPr>
        <p:spPr>
          <a:xfrm>
            <a:off x="8918965" y="599866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04" name="02_predicted_pose_5103">
            <a:extLst>
              <a:ext uri="{FF2B5EF4-FFF2-40B4-BE49-F238E27FC236}">
                <a16:creationId xmlns:a16="http://schemas.microsoft.com/office/drawing/2014/main" id="{78742307-2F5B-4555-A82A-DD8E85BAEB95}"/>
              </a:ext>
            </a:extLst>
          </p:cNvPr>
          <p:cNvSpPr>
            <a:spLocks noGrp="1"/>
          </p:cNvSpPr>
          <p:nvPr/>
        </p:nvSpPr>
        <p:spPr>
          <a:xfrm>
            <a:off x="8774584" y="609022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05" name="02_predicted_pose_5104">
            <a:extLst>
              <a:ext uri="{FF2B5EF4-FFF2-40B4-BE49-F238E27FC236}">
                <a16:creationId xmlns:a16="http://schemas.microsoft.com/office/drawing/2014/main" id="{5251A79F-5AB9-45E4-B3D9-C2DF8A6598D0}"/>
              </a:ext>
            </a:extLst>
          </p:cNvPr>
          <p:cNvSpPr>
            <a:spLocks noGrp="1"/>
          </p:cNvSpPr>
          <p:nvPr/>
        </p:nvSpPr>
        <p:spPr>
          <a:xfrm>
            <a:off x="8873025" y="606994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06" name="02_predicted_pose_5105">
            <a:extLst>
              <a:ext uri="{FF2B5EF4-FFF2-40B4-BE49-F238E27FC236}">
                <a16:creationId xmlns:a16="http://schemas.microsoft.com/office/drawing/2014/main" id="{44F375E6-7452-4253-BDAA-B55AC2ED7DB5}"/>
              </a:ext>
            </a:extLst>
          </p:cNvPr>
          <p:cNvSpPr>
            <a:spLocks noGrp="1"/>
          </p:cNvSpPr>
          <p:nvPr/>
        </p:nvSpPr>
        <p:spPr>
          <a:xfrm>
            <a:off x="8607964" y="610951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07" name="02_predicted_pose_5106">
            <a:extLst>
              <a:ext uri="{FF2B5EF4-FFF2-40B4-BE49-F238E27FC236}">
                <a16:creationId xmlns:a16="http://schemas.microsoft.com/office/drawing/2014/main" id="{BC0906E9-A671-4B96-B154-013C09A22BE8}"/>
              </a:ext>
            </a:extLst>
          </p:cNvPr>
          <p:cNvSpPr>
            <a:spLocks noGrp="1"/>
          </p:cNvSpPr>
          <p:nvPr/>
        </p:nvSpPr>
        <p:spPr>
          <a:xfrm>
            <a:off x="8706404" y="615896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08" name="02_predicted_pose_5107">
            <a:extLst>
              <a:ext uri="{FF2B5EF4-FFF2-40B4-BE49-F238E27FC236}">
                <a16:creationId xmlns:a16="http://schemas.microsoft.com/office/drawing/2014/main" id="{6376476B-55ED-475E-86ED-04CF2C506520}"/>
              </a:ext>
            </a:extLst>
          </p:cNvPr>
          <p:cNvSpPr>
            <a:spLocks noGrp="1"/>
          </p:cNvSpPr>
          <p:nvPr/>
        </p:nvSpPr>
        <p:spPr>
          <a:xfrm>
            <a:off x="8804846" y="611422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09" name="02_predicted_pose_5108">
            <a:extLst>
              <a:ext uri="{FF2B5EF4-FFF2-40B4-BE49-F238E27FC236}">
                <a16:creationId xmlns:a16="http://schemas.microsoft.com/office/drawing/2014/main" id="{77604A5E-CB46-401B-A395-0234CAEB2FA9}"/>
              </a:ext>
            </a:extLst>
          </p:cNvPr>
          <p:cNvSpPr>
            <a:spLocks noGrp="1"/>
          </p:cNvSpPr>
          <p:nvPr/>
        </p:nvSpPr>
        <p:spPr>
          <a:xfrm>
            <a:off x="8903287" y="601206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10" name="02_predicted_pose_5109">
            <a:extLst>
              <a:ext uri="{FF2B5EF4-FFF2-40B4-BE49-F238E27FC236}">
                <a16:creationId xmlns:a16="http://schemas.microsoft.com/office/drawing/2014/main" id="{B8F594EB-634B-458E-8274-734B9A15015E}"/>
              </a:ext>
            </a:extLst>
          </p:cNvPr>
          <p:cNvSpPr>
            <a:spLocks noGrp="1"/>
          </p:cNvSpPr>
          <p:nvPr/>
        </p:nvSpPr>
        <p:spPr>
          <a:xfrm>
            <a:off x="8638225" y="615550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11" name="02_predicted_pose_5110">
            <a:extLst>
              <a:ext uri="{FF2B5EF4-FFF2-40B4-BE49-F238E27FC236}">
                <a16:creationId xmlns:a16="http://schemas.microsoft.com/office/drawing/2014/main" id="{0EFCB66E-7D2C-4602-912C-915AE2875FF8}"/>
              </a:ext>
            </a:extLst>
          </p:cNvPr>
          <p:cNvSpPr>
            <a:spLocks noGrp="1"/>
          </p:cNvSpPr>
          <p:nvPr/>
        </p:nvSpPr>
        <p:spPr>
          <a:xfrm>
            <a:off x="8736666" y="608627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12" name="02_predicted_pose_5111">
            <a:extLst>
              <a:ext uri="{FF2B5EF4-FFF2-40B4-BE49-F238E27FC236}">
                <a16:creationId xmlns:a16="http://schemas.microsoft.com/office/drawing/2014/main" id="{95082F42-AE77-443C-B349-F6D69DD62AD5}"/>
              </a:ext>
            </a:extLst>
          </p:cNvPr>
          <p:cNvSpPr>
            <a:spLocks noGrp="1"/>
          </p:cNvSpPr>
          <p:nvPr/>
        </p:nvSpPr>
        <p:spPr>
          <a:xfrm>
            <a:off x="8835108" y="600895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13" name="02_predicted_pose_5112">
            <a:extLst>
              <a:ext uri="{FF2B5EF4-FFF2-40B4-BE49-F238E27FC236}">
                <a16:creationId xmlns:a16="http://schemas.microsoft.com/office/drawing/2014/main" id="{012F7FF6-0879-44B3-914A-DBF0D3F628C6}"/>
              </a:ext>
            </a:extLst>
          </p:cNvPr>
          <p:cNvSpPr>
            <a:spLocks noGrp="1"/>
          </p:cNvSpPr>
          <p:nvPr/>
        </p:nvSpPr>
        <p:spPr>
          <a:xfrm>
            <a:off x="8933548" y="621853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14" name="02_predicted_pose_5113">
            <a:extLst>
              <a:ext uri="{FF2B5EF4-FFF2-40B4-BE49-F238E27FC236}">
                <a16:creationId xmlns:a16="http://schemas.microsoft.com/office/drawing/2014/main" id="{FE19BF0D-65A0-4082-93ED-DDDEC4859A8A}"/>
              </a:ext>
            </a:extLst>
          </p:cNvPr>
          <p:cNvSpPr>
            <a:spLocks noGrp="1"/>
          </p:cNvSpPr>
          <p:nvPr/>
        </p:nvSpPr>
        <p:spPr>
          <a:xfrm>
            <a:off x="8887609" y="602877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15" name="02_predicted_pose_5114">
            <a:extLst>
              <a:ext uri="{FF2B5EF4-FFF2-40B4-BE49-F238E27FC236}">
                <a16:creationId xmlns:a16="http://schemas.microsoft.com/office/drawing/2014/main" id="{9DB5FF27-4F64-4883-ACEC-FFF23DC3AD10}"/>
              </a:ext>
            </a:extLst>
          </p:cNvPr>
          <p:cNvSpPr>
            <a:spLocks noGrp="1"/>
          </p:cNvSpPr>
          <p:nvPr/>
        </p:nvSpPr>
        <p:spPr>
          <a:xfrm>
            <a:off x="8622547" y="609595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16" name="02_predicted_pose_5115">
            <a:extLst>
              <a:ext uri="{FF2B5EF4-FFF2-40B4-BE49-F238E27FC236}">
                <a16:creationId xmlns:a16="http://schemas.microsoft.com/office/drawing/2014/main" id="{A19C19F4-0CE3-4690-9852-632FF52E2B00}"/>
              </a:ext>
            </a:extLst>
          </p:cNvPr>
          <p:cNvSpPr>
            <a:spLocks noGrp="1"/>
          </p:cNvSpPr>
          <p:nvPr/>
        </p:nvSpPr>
        <p:spPr>
          <a:xfrm>
            <a:off x="8720988" y="611633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17" name="02_predicted_pose_5116">
            <a:extLst>
              <a:ext uri="{FF2B5EF4-FFF2-40B4-BE49-F238E27FC236}">
                <a16:creationId xmlns:a16="http://schemas.microsoft.com/office/drawing/2014/main" id="{5A584AF6-BA8D-47C5-A7AD-24A559712690}"/>
              </a:ext>
            </a:extLst>
          </p:cNvPr>
          <p:cNvSpPr>
            <a:spLocks noGrp="1"/>
          </p:cNvSpPr>
          <p:nvPr/>
        </p:nvSpPr>
        <p:spPr>
          <a:xfrm>
            <a:off x="8819430" y="594361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18" name="02_predicted_pose_5117">
            <a:extLst>
              <a:ext uri="{FF2B5EF4-FFF2-40B4-BE49-F238E27FC236}">
                <a16:creationId xmlns:a16="http://schemas.microsoft.com/office/drawing/2014/main" id="{5943BC4F-F6BD-4D93-9A82-4A4A9028F836}"/>
              </a:ext>
            </a:extLst>
          </p:cNvPr>
          <p:cNvSpPr>
            <a:spLocks noGrp="1"/>
          </p:cNvSpPr>
          <p:nvPr/>
        </p:nvSpPr>
        <p:spPr>
          <a:xfrm>
            <a:off x="8917870" y="611408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19" name="02_predicted_pose_5118">
            <a:extLst>
              <a:ext uri="{FF2B5EF4-FFF2-40B4-BE49-F238E27FC236}">
                <a16:creationId xmlns:a16="http://schemas.microsoft.com/office/drawing/2014/main" id="{2AEB0390-A608-4A43-BBE0-F748B90F2111}"/>
              </a:ext>
            </a:extLst>
          </p:cNvPr>
          <p:cNvSpPr>
            <a:spLocks noGrp="1"/>
          </p:cNvSpPr>
          <p:nvPr/>
        </p:nvSpPr>
        <p:spPr>
          <a:xfrm>
            <a:off x="8652809" y="609989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20" name="02_predicted_pose_5119">
            <a:extLst>
              <a:ext uri="{FF2B5EF4-FFF2-40B4-BE49-F238E27FC236}">
                <a16:creationId xmlns:a16="http://schemas.microsoft.com/office/drawing/2014/main" id="{C7EE070C-8D81-42E5-9F80-DFA8ACB9B16C}"/>
              </a:ext>
            </a:extLst>
          </p:cNvPr>
          <p:cNvSpPr>
            <a:spLocks noGrp="1"/>
          </p:cNvSpPr>
          <p:nvPr/>
        </p:nvSpPr>
        <p:spPr>
          <a:xfrm>
            <a:off x="8751249" y="599295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21" name="02_predicted_pose_5120">
            <a:extLst>
              <a:ext uri="{FF2B5EF4-FFF2-40B4-BE49-F238E27FC236}">
                <a16:creationId xmlns:a16="http://schemas.microsoft.com/office/drawing/2014/main" id="{93428B4A-FDAE-4870-A389-F7F82FC3C012}"/>
              </a:ext>
            </a:extLst>
          </p:cNvPr>
          <p:cNvSpPr>
            <a:spLocks noGrp="1"/>
          </p:cNvSpPr>
          <p:nvPr/>
        </p:nvSpPr>
        <p:spPr>
          <a:xfrm>
            <a:off x="8849691" y="612428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22" name="02_predicted_pose_5121">
            <a:extLst>
              <a:ext uri="{FF2B5EF4-FFF2-40B4-BE49-F238E27FC236}">
                <a16:creationId xmlns:a16="http://schemas.microsoft.com/office/drawing/2014/main" id="{C3C744FF-AA3A-45AA-BE94-A52FC5B2F2DD}"/>
              </a:ext>
            </a:extLst>
          </p:cNvPr>
          <p:cNvSpPr>
            <a:spLocks noGrp="1"/>
          </p:cNvSpPr>
          <p:nvPr/>
        </p:nvSpPr>
        <p:spPr>
          <a:xfrm>
            <a:off x="8584630" y="611879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23" name="02_predicted_pose_5122">
            <a:extLst>
              <a:ext uri="{FF2B5EF4-FFF2-40B4-BE49-F238E27FC236}">
                <a16:creationId xmlns:a16="http://schemas.microsoft.com/office/drawing/2014/main" id="{56CEF754-99B1-44C3-8D34-A5981AFC76EE}"/>
              </a:ext>
            </a:extLst>
          </p:cNvPr>
          <p:cNvSpPr>
            <a:spLocks noGrp="1"/>
          </p:cNvSpPr>
          <p:nvPr/>
        </p:nvSpPr>
        <p:spPr>
          <a:xfrm>
            <a:off x="8803752" y="603202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24" name="02_predicted_pose_5123">
            <a:extLst>
              <a:ext uri="{FF2B5EF4-FFF2-40B4-BE49-F238E27FC236}">
                <a16:creationId xmlns:a16="http://schemas.microsoft.com/office/drawing/2014/main" id="{287A7173-A0FA-46B3-B62F-7CF782F9B1FD}"/>
              </a:ext>
            </a:extLst>
          </p:cNvPr>
          <p:cNvSpPr>
            <a:spLocks noGrp="1"/>
          </p:cNvSpPr>
          <p:nvPr/>
        </p:nvSpPr>
        <p:spPr>
          <a:xfrm>
            <a:off x="8902193" y="609556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25" name="02_predicted_pose_5124">
            <a:extLst>
              <a:ext uri="{FF2B5EF4-FFF2-40B4-BE49-F238E27FC236}">
                <a16:creationId xmlns:a16="http://schemas.microsoft.com/office/drawing/2014/main" id="{4D3293B8-2AFE-4CD1-B308-DDC7991DF928}"/>
              </a:ext>
            </a:extLst>
          </p:cNvPr>
          <p:cNvSpPr>
            <a:spLocks noGrp="1"/>
          </p:cNvSpPr>
          <p:nvPr/>
        </p:nvSpPr>
        <p:spPr>
          <a:xfrm>
            <a:off x="8637131" y="613137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26" name="02_predicted_pose_5125">
            <a:extLst>
              <a:ext uri="{FF2B5EF4-FFF2-40B4-BE49-F238E27FC236}">
                <a16:creationId xmlns:a16="http://schemas.microsoft.com/office/drawing/2014/main" id="{F6DA8592-B524-40E6-A4BB-4A3C3511C0F1}"/>
              </a:ext>
            </a:extLst>
          </p:cNvPr>
          <p:cNvSpPr>
            <a:spLocks noGrp="1"/>
          </p:cNvSpPr>
          <p:nvPr/>
        </p:nvSpPr>
        <p:spPr>
          <a:xfrm>
            <a:off x="8735573" y="603883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27" name="02_predicted_pose_5126">
            <a:extLst>
              <a:ext uri="{FF2B5EF4-FFF2-40B4-BE49-F238E27FC236}">
                <a16:creationId xmlns:a16="http://schemas.microsoft.com/office/drawing/2014/main" id="{A72EEBEB-A036-456A-A860-DF95E9FE60F8}"/>
              </a:ext>
            </a:extLst>
          </p:cNvPr>
          <p:cNvSpPr>
            <a:spLocks noGrp="1"/>
          </p:cNvSpPr>
          <p:nvPr/>
        </p:nvSpPr>
        <p:spPr>
          <a:xfrm>
            <a:off x="8834013" y="606450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28" name="02_predicted_pose_5127">
            <a:extLst>
              <a:ext uri="{FF2B5EF4-FFF2-40B4-BE49-F238E27FC236}">
                <a16:creationId xmlns:a16="http://schemas.microsoft.com/office/drawing/2014/main" id="{774D4B7A-900C-4132-B384-B2DA1CEDE209}"/>
              </a:ext>
            </a:extLst>
          </p:cNvPr>
          <p:cNvSpPr>
            <a:spLocks noGrp="1"/>
          </p:cNvSpPr>
          <p:nvPr/>
        </p:nvSpPr>
        <p:spPr>
          <a:xfrm>
            <a:off x="8932454" y="612825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29" name="02_predicted_pose_5128">
            <a:extLst>
              <a:ext uri="{FF2B5EF4-FFF2-40B4-BE49-F238E27FC236}">
                <a16:creationId xmlns:a16="http://schemas.microsoft.com/office/drawing/2014/main" id="{A8E6C44A-4C68-42C3-82C6-745237F6036E}"/>
              </a:ext>
            </a:extLst>
          </p:cNvPr>
          <p:cNvSpPr>
            <a:spLocks noGrp="1"/>
          </p:cNvSpPr>
          <p:nvPr/>
        </p:nvSpPr>
        <p:spPr>
          <a:xfrm>
            <a:off x="8667392" y="602648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30" name="02_predicted_pose_5129">
            <a:extLst>
              <a:ext uri="{FF2B5EF4-FFF2-40B4-BE49-F238E27FC236}">
                <a16:creationId xmlns:a16="http://schemas.microsoft.com/office/drawing/2014/main" id="{162761BB-B7CE-49C2-A220-AA694A6CBAC4}"/>
              </a:ext>
            </a:extLst>
          </p:cNvPr>
          <p:cNvSpPr>
            <a:spLocks noGrp="1"/>
          </p:cNvSpPr>
          <p:nvPr/>
        </p:nvSpPr>
        <p:spPr>
          <a:xfrm>
            <a:off x="8765834" y="610875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31" name="02_predicted_pose_5130">
            <a:extLst>
              <a:ext uri="{FF2B5EF4-FFF2-40B4-BE49-F238E27FC236}">
                <a16:creationId xmlns:a16="http://schemas.microsoft.com/office/drawing/2014/main" id="{48744116-B363-4059-BBD7-BC46B91D39AD}"/>
              </a:ext>
            </a:extLst>
          </p:cNvPr>
          <p:cNvSpPr>
            <a:spLocks noGrp="1"/>
          </p:cNvSpPr>
          <p:nvPr/>
        </p:nvSpPr>
        <p:spPr>
          <a:xfrm>
            <a:off x="8727916" y="614169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32" name="02_predicted_pose_5131">
            <a:extLst>
              <a:ext uri="{FF2B5EF4-FFF2-40B4-BE49-F238E27FC236}">
                <a16:creationId xmlns:a16="http://schemas.microsoft.com/office/drawing/2014/main" id="{9EF696B0-8871-4ACB-8D63-4EB0A8E3A2D2}"/>
              </a:ext>
            </a:extLst>
          </p:cNvPr>
          <p:cNvSpPr>
            <a:spLocks noGrp="1"/>
          </p:cNvSpPr>
          <p:nvPr/>
        </p:nvSpPr>
        <p:spPr>
          <a:xfrm>
            <a:off x="8742500" y="613872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33" name="02_predicted_pose_5132">
            <a:extLst>
              <a:ext uri="{FF2B5EF4-FFF2-40B4-BE49-F238E27FC236}">
                <a16:creationId xmlns:a16="http://schemas.microsoft.com/office/drawing/2014/main" id="{AF8F8BEF-16AD-47DB-9C13-F7BE338F6A57}"/>
              </a:ext>
            </a:extLst>
          </p:cNvPr>
          <p:cNvSpPr>
            <a:spLocks noGrp="1"/>
          </p:cNvSpPr>
          <p:nvPr/>
        </p:nvSpPr>
        <p:spPr>
          <a:xfrm>
            <a:off x="8719166" y="591856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34" name="02_predicted_pose_5133">
            <a:extLst>
              <a:ext uri="{FF2B5EF4-FFF2-40B4-BE49-F238E27FC236}">
                <a16:creationId xmlns:a16="http://schemas.microsoft.com/office/drawing/2014/main" id="{A5DCA2BA-5C48-4B68-BD4C-B4DCC2C541A3}"/>
              </a:ext>
            </a:extLst>
          </p:cNvPr>
          <p:cNvSpPr>
            <a:spLocks noGrp="1"/>
          </p:cNvSpPr>
          <p:nvPr/>
        </p:nvSpPr>
        <p:spPr>
          <a:xfrm>
            <a:off x="8748333" y="588016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35" name="02_predicted_pose_5134">
            <a:extLst>
              <a:ext uri="{FF2B5EF4-FFF2-40B4-BE49-F238E27FC236}">
                <a16:creationId xmlns:a16="http://schemas.microsoft.com/office/drawing/2014/main" id="{3B9351E2-8C8D-4122-8AC2-7AA522D03B8D}"/>
              </a:ext>
            </a:extLst>
          </p:cNvPr>
          <p:cNvSpPr>
            <a:spLocks noGrp="1"/>
          </p:cNvSpPr>
          <p:nvPr/>
        </p:nvSpPr>
        <p:spPr>
          <a:xfrm>
            <a:off x="8777501" y="606144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36" name="02_predicted_pose_5135">
            <a:extLst>
              <a:ext uri="{FF2B5EF4-FFF2-40B4-BE49-F238E27FC236}">
                <a16:creationId xmlns:a16="http://schemas.microsoft.com/office/drawing/2014/main" id="{C10CBA9F-6B91-49B3-8695-C8BD23A242E0}"/>
              </a:ext>
            </a:extLst>
          </p:cNvPr>
          <p:cNvSpPr>
            <a:spLocks noGrp="1"/>
          </p:cNvSpPr>
          <p:nvPr/>
        </p:nvSpPr>
        <p:spPr>
          <a:xfrm>
            <a:off x="8758907" y="612118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37" name="02_predicted_pose_5136">
            <a:extLst>
              <a:ext uri="{FF2B5EF4-FFF2-40B4-BE49-F238E27FC236}">
                <a16:creationId xmlns:a16="http://schemas.microsoft.com/office/drawing/2014/main" id="{668F4CD2-6AA7-4889-9E89-40C22892F0DB}"/>
              </a:ext>
            </a:extLst>
          </p:cNvPr>
          <p:cNvSpPr>
            <a:spLocks noGrp="1"/>
          </p:cNvSpPr>
          <p:nvPr/>
        </p:nvSpPr>
        <p:spPr>
          <a:xfrm>
            <a:off x="8592286" y="613371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38" name="02_predicted_pose_5137">
            <a:extLst>
              <a:ext uri="{FF2B5EF4-FFF2-40B4-BE49-F238E27FC236}">
                <a16:creationId xmlns:a16="http://schemas.microsoft.com/office/drawing/2014/main" id="{B55C8199-954F-4F36-BB9E-9CD7CCE31E8A}"/>
              </a:ext>
            </a:extLst>
          </p:cNvPr>
          <p:cNvSpPr>
            <a:spLocks noGrp="1"/>
          </p:cNvSpPr>
          <p:nvPr/>
        </p:nvSpPr>
        <p:spPr>
          <a:xfrm>
            <a:off x="8789168" y="616699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39" name="02_predicted_pose_5138">
            <a:extLst>
              <a:ext uri="{FF2B5EF4-FFF2-40B4-BE49-F238E27FC236}">
                <a16:creationId xmlns:a16="http://schemas.microsoft.com/office/drawing/2014/main" id="{98B7020F-5467-4C04-A4CD-97D8DB3D51A0}"/>
              </a:ext>
            </a:extLst>
          </p:cNvPr>
          <p:cNvSpPr>
            <a:spLocks noGrp="1"/>
          </p:cNvSpPr>
          <p:nvPr/>
        </p:nvSpPr>
        <p:spPr>
          <a:xfrm>
            <a:off x="8622547" y="608693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40" name="02_predicted_pose_5139">
            <a:extLst>
              <a:ext uri="{FF2B5EF4-FFF2-40B4-BE49-F238E27FC236}">
                <a16:creationId xmlns:a16="http://schemas.microsoft.com/office/drawing/2014/main" id="{D882F4C8-FD68-43EB-A753-4A50E992D0FA}"/>
              </a:ext>
            </a:extLst>
          </p:cNvPr>
          <p:cNvSpPr>
            <a:spLocks noGrp="1"/>
          </p:cNvSpPr>
          <p:nvPr/>
        </p:nvSpPr>
        <p:spPr>
          <a:xfrm>
            <a:off x="8768386" y="620560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41" name="02_predicted_pose_5140">
            <a:extLst>
              <a:ext uri="{FF2B5EF4-FFF2-40B4-BE49-F238E27FC236}">
                <a16:creationId xmlns:a16="http://schemas.microsoft.com/office/drawing/2014/main" id="{EE5A7AB6-8531-4078-B74D-2B70C3A561D3}"/>
              </a:ext>
            </a:extLst>
          </p:cNvPr>
          <p:cNvSpPr>
            <a:spLocks noGrp="1"/>
          </p:cNvSpPr>
          <p:nvPr/>
        </p:nvSpPr>
        <p:spPr>
          <a:xfrm>
            <a:off x="8782970" y="608583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42" name="02_predicted_pose_5141">
            <a:extLst>
              <a:ext uri="{FF2B5EF4-FFF2-40B4-BE49-F238E27FC236}">
                <a16:creationId xmlns:a16="http://schemas.microsoft.com/office/drawing/2014/main" id="{27CAF700-5EA3-40C6-B251-3BBE22871CEF}"/>
              </a:ext>
            </a:extLst>
          </p:cNvPr>
          <p:cNvSpPr>
            <a:spLocks noGrp="1"/>
          </p:cNvSpPr>
          <p:nvPr/>
        </p:nvSpPr>
        <p:spPr>
          <a:xfrm>
            <a:off x="8826721" y="619623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43" name="02_predicted_pose_5142">
            <a:extLst>
              <a:ext uri="{FF2B5EF4-FFF2-40B4-BE49-F238E27FC236}">
                <a16:creationId xmlns:a16="http://schemas.microsoft.com/office/drawing/2014/main" id="{947F2C76-C8BB-4ACB-AAB9-F9B1F608F47D}"/>
              </a:ext>
            </a:extLst>
          </p:cNvPr>
          <p:cNvSpPr>
            <a:spLocks noGrp="1"/>
          </p:cNvSpPr>
          <p:nvPr/>
        </p:nvSpPr>
        <p:spPr>
          <a:xfrm>
            <a:off x="8841306" y="588603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44" name="02_predicted_pose_5143">
            <a:extLst>
              <a:ext uri="{FF2B5EF4-FFF2-40B4-BE49-F238E27FC236}">
                <a16:creationId xmlns:a16="http://schemas.microsoft.com/office/drawing/2014/main" id="{0DC25D3A-3C69-4C7F-8E77-0E40E8AE034B}"/>
              </a:ext>
            </a:extLst>
          </p:cNvPr>
          <p:cNvSpPr>
            <a:spLocks noGrp="1"/>
          </p:cNvSpPr>
          <p:nvPr/>
        </p:nvSpPr>
        <p:spPr>
          <a:xfrm>
            <a:off x="8885056" y="588465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45" name="02_predicted_pose_5144">
            <a:extLst>
              <a:ext uri="{FF2B5EF4-FFF2-40B4-BE49-F238E27FC236}">
                <a16:creationId xmlns:a16="http://schemas.microsoft.com/office/drawing/2014/main" id="{C1808769-15D8-45B7-B5D3-1EF5D769B5B4}"/>
              </a:ext>
            </a:extLst>
          </p:cNvPr>
          <p:cNvSpPr>
            <a:spLocks noGrp="1"/>
          </p:cNvSpPr>
          <p:nvPr/>
        </p:nvSpPr>
        <p:spPr>
          <a:xfrm>
            <a:off x="8899641" y="620338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46" name="02_predicted_pose_5145">
            <a:extLst>
              <a:ext uri="{FF2B5EF4-FFF2-40B4-BE49-F238E27FC236}">
                <a16:creationId xmlns:a16="http://schemas.microsoft.com/office/drawing/2014/main" id="{8174C47D-EDFC-493F-A9C0-CB67ED34DBCD}"/>
              </a:ext>
            </a:extLst>
          </p:cNvPr>
          <p:cNvSpPr>
            <a:spLocks noGrp="1"/>
          </p:cNvSpPr>
          <p:nvPr/>
        </p:nvSpPr>
        <p:spPr>
          <a:xfrm>
            <a:off x="8615985" y="625299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47" name="02_predicted_pose_5146">
            <a:extLst>
              <a:ext uri="{FF2B5EF4-FFF2-40B4-BE49-F238E27FC236}">
                <a16:creationId xmlns:a16="http://schemas.microsoft.com/office/drawing/2014/main" id="{93067584-5EB7-424C-B953-1A979436F996}"/>
              </a:ext>
            </a:extLst>
          </p:cNvPr>
          <p:cNvSpPr>
            <a:spLocks noGrp="1"/>
          </p:cNvSpPr>
          <p:nvPr/>
        </p:nvSpPr>
        <p:spPr>
          <a:xfrm>
            <a:off x="8714426" y="620082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48" name="02_predicted_pose_5147">
            <a:extLst>
              <a:ext uri="{FF2B5EF4-FFF2-40B4-BE49-F238E27FC236}">
                <a16:creationId xmlns:a16="http://schemas.microsoft.com/office/drawing/2014/main" id="{84FB3258-7B3A-4FD8-818A-E72446CBDC70}"/>
              </a:ext>
            </a:extLst>
          </p:cNvPr>
          <p:cNvSpPr>
            <a:spLocks noGrp="1"/>
          </p:cNvSpPr>
          <p:nvPr/>
        </p:nvSpPr>
        <p:spPr>
          <a:xfrm>
            <a:off x="8646247" y="572911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49" name="02_predicted_pose_5148">
            <a:extLst>
              <a:ext uri="{FF2B5EF4-FFF2-40B4-BE49-F238E27FC236}">
                <a16:creationId xmlns:a16="http://schemas.microsoft.com/office/drawing/2014/main" id="{9FAD0EA1-5551-43DE-BF16-E91D1E22E9FB}"/>
              </a:ext>
            </a:extLst>
          </p:cNvPr>
          <p:cNvSpPr>
            <a:spLocks noGrp="1"/>
          </p:cNvSpPr>
          <p:nvPr/>
        </p:nvSpPr>
        <p:spPr>
          <a:xfrm>
            <a:off x="8744687" y="592584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50" name="02_predicted_pose_5149">
            <a:extLst>
              <a:ext uri="{FF2B5EF4-FFF2-40B4-BE49-F238E27FC236}">
                <a16:creationId xmlns:a16="http://schemas.microsoft.com/office/drawing/2014/main" id="{882B0B20-704B-46B2-851B-C6DD5F9E82C3}"/>
              </a:ext>
            </a:extLst>
          </p:cNvPr>
          <p:cNvSpPr>
            <a:spLocks noGrp="1"/>
          </p:cNvSpPr>
          <p:nvPr/>
        </p:nvSpPr>
        <p:spPr>
          <a:xfrm>
            <a:off x="8796825" y="584014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51" name="02_predicted_pose_5150">
            <a:extLst>
              <a:ext uri="{FF2B5EF4-FFF2-40B4-BE49-F238E27FC236}">
                <a16:creationId xmlns:a16="http://schemas.microsoft.com/office/drawing/2014/main" id="{A2B1F68C-3202-4373-B228-EE5258538DDD}"/>
              </a:ext>
            </a:extLst>
          </p:cNvPr>
          <p:cNvSpPr>
            <a:spLocks noGrp="1"/>
          </p:cNvSpPr>
          <p:nvPr/>
        </p:nvSpPr>
        <p:spPr>
          <a:xfrm>
            <a:off x="8624735" y="616994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52" name="02_predicted_pose_5151">
            <a:extLst>
              <a:ext uri="{FF2B5EF4-FFF2-40B4-BE49-F238E27FC236}">
                <a16:creationId xmlns:a16="http://schemas.microsoft.com/office/drawing/2014/main" id="{71219C62-A5EF-49EF-A05C-E58CCE82437F}"/>
              </a:ext>
            </a:extLst>
          </p:cNvPr>
          <p:cNvSpPr>
            <a:spLocks noGrp="1"/>
          </p:cNvSpPr>
          <p:nvPr/>
        </p:nvSpPr>
        <p:spPr>
          <a:xfrm>
            <a:off x="8893078" y="608690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53" name="02_predicted_pose_5152">
            <a:extLst>
              <a:ext uri="{FF2B5EF4-FFF2-40B4-BE49-F238E27FC236}">
                <a16:creationId xmlns:a16="http://schemas.microsoft.com/office/drawing/2014/main" id="{3460A0CD-DD45-4329-82F9-B63FA4970F07}"/>
              </a:ext>
            </a:extLst>
          </p:cNvPr>
          <p:cNvSpPr>
            <a:spLocks noGrp="1"/>
          </p:cNvSpPr>
          <p:nvPr/>
        </p:nvSpPr>
        <p:spPr>
          <a:xfrm>
            <a:off x="8760000" y="612574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54" name="02_predicted_pose_5153">
            <a:extLst>
              <a:ext uri="{FF2B5EF4-FFF2-40B4-BE49-F238E27FC236}">
                <a16:creationId xmlns:a16="http://schemas.microsoft.com/office/drawing/2014/main" id="{1DF2E81E-0870-4CF9-A1F4-B09108462667}"/>
              </a:ext>
            </a:extLst>
          </p:cNvPr>
          <p:cNvSpPr>
            <a:spLocks noGrp="1"/>
          </p:cNvSpPr>
          <p:nvPr/>
        </p:nvSpPr>
        <p:spPr>
          <a:xfrm>
            <a:off x="8631298" y="602726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55" name="02_predicted_pose_5154">
            <a:extLst>
              <a:ext uri="{FF2B5EF4-FFF2-40B4-BE49-F238E27FC236}">
                <a16:creationId xmlns:a16="http://schemas.microsoft.com/office/drawing/2014/main" id="{E1CD7DBB-9622-4F1D-A147-D85D6F5461F8}"/>
              </a:ext>
            </a:extLst>
          </p:cNvPr>
          <p:cNvSpPr>
            <a:spLocks noGrp="1"/>
          </p:cNvSpPr>
          <p:nvPr/>
        </p:nvSpPr>
        <p:spPr>
          <a:xfrm>
            <a:off x="8675050" y="59856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56" name="02_predicted_pose_5155">
            <a:extLst>
              <a:ext uri="{FF2B5EF4-FFF2-40B4-BE49-F238E27FC236}">
                <a16:creationId xmlns:a16="http://schemas.microsoft.com/office/drawing/2014/main" id="{89714868-1B19-4A65-AE24-5C8599119DBB}"/>
              </a:ext>
            </a:extLst>
          </p:cNvPr>
          <p:cNvSpPr>
            <a:spLocks noGrp="1"/>
          </p:cNvSpPr>
          <p:nvPr/>
        </p:nvSpPr>
        <p:spPr>
          <a:xfrm>
            <a:off x="8718801" y="626452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57" name="02_predicted_pose_5156">
            <a:extLst>
              <a:ext uri="{FF2B5EF4-FFF2-40B4-BE49-F238E27FC236}">
                <a16:creationId xmlns:a16="http://schemas.microsoft.com/office/drawing/2014/main" id="{83A74F5C-387C-4B48-A930-CBEF5EC7CECB}"/>
              </a:ext>
            </a:extLst>
          </p:cNvPr>
          <p:cNvSpPr>
            <a:spLocks noGrp="1"/>
          </p:cNvSpPr>
          <p:nvPr/>
        </p:nvSpPr>
        <p:spPr>
          <a:xfrm>
            <a:off x="8903287" y="616319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58" name="02_predicted_pose_5157">
            <a:extLst>
              <a:ext uri="{FF2B5EF4-FFF2-40B4-BE49-F238E27FC236}">
                <a16:creationId xmlns:a16="http://schemas.microsoft.com/office/drawing/2014/main" id="{BB100F1C-0486-4402-B8EF-C382F70E4848}"/>
              </a:ext>
            </a:extLst>
          </p:cNvPr>
          <p:cNvSpPr>
            <a:spLocks noGrp="1"/>
          </p:cNvSpPr>
          <p:nvPr/>
        </p:nvSpPr>
        <p:spPr>
          <a:xfrm>
            <a:off x="8583535" y="608537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59" name="02_predicted_pose_5158">
            <a:extLst>
              <a:ext uri="{FF2B5EF4-FFF2-40B4-BE49-F238E27FC236}">
                <a16:creationId xmlns:a16="http://schemas.microsoft.com/office/drawing/2014/main" id="{E04C9153-8B39-4DEC-A99D-9200EBBEB4C0}"/>
              </a:ext>
            </a:extLst>
          </p:cNvPr>
          <p:cNvSpPr>
            <a:spLocks noGrp="1"/>
          </p:cNvSpPr>
          <p:nvPr/>
        </p:nvSpPr>
        <p:spPr>
          <a:xfrm>
            <a:off x="8805575" y="618387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60" name="02_predicted_pose_5159">
            <a:extLst>
              <a:ext uri="{FF2B5EF4-FFF2-40B4-BE49-F238E27FC236}">
                <a16:creationId xmlns:a16="http://schemas.microsoft.com/office/drawing/2014/main" id="{9EF1453F-EA27-4A38-9C14-BE1335BEAE5E}"/>
              </a:ext>
            </a:extLst>
          </p:cNvPr>
          <p:cNvSpPr>
            <a:spLocks noGrp="1"/>
          </p:cNvSpPr>
          <p:nvPr/>
        </p:nvSpPr>
        <p:spPr>
          <a:xfrm>
            <a:off x="8904016" y="607486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61" name="02_predicted_pose_5160">
            <a:extLst>
              <a:ext uri="{FF2B5EF4-FFF2-40B4-BE49-F238E27FC236}">
                <a16:creationId xmlns:a16="http://schemas.microsoft.com/office/drawing/2014/main" id="{76FA3250-42F6-4AD4-AC6A-9DDB6C819FEB}"/>
              </a:ext>
            </a:extLst>
          </p:cNvPr>
          <p:cNvSpPr>
            <a:spLocks noGrp="1"/>
          </p:cNvSpPr>
          <p:nvPr/>
        </p:nvSpPr>
        <p:spPr>
          <a:xfrm>
            <a:off x="8724999" y="575358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62" name="02_predicted_pose_5161">
            <a:extLst>
              <a:ext uri="{FF2B5EF4-FFF2-40B4-BE49-F238E27FC236}">
                <a16:creationId xmlns:a16="http://schemas.microsoft.com/office/drawing/2014/main" id="{3FB3C9D7-FE9A-4C84-ACB2-596E60201BCA}"/>
              </a:ext>
            </a:extLst>
          </p:cNvPr>
          <p:cNvSpPr>
            <a:spLocks noGrp="1"/>
          </p:cNvSpPr>
          <p:nvPr/>
        </p:nvSpPr>
        <p:spPr>
          <a:xfrm>
            <a:off x="8739583" y="591563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63" name="02_predicted_pose_5162">
            <a:extLst>
              <a:ext uri="{FF2B5EF4-FFF2-40B4-BE49-F238E27FC236}">
                <a16:creationId xmlns:a16="http://schemas.microsoft.com/office/drawing/2014/main" id="{6CBA15C6-826B-4809-9C59-D0924B4B3C60}"/>
              </a:ext>
            </a:extLst>
          </p:cNvPr>
          <p:cNvSpPr>
            <a:spLocks noGrp="1"/>
          </p:cNvSpPr>
          <p:nvPr/>
        </p:nvSpPr>
        <p:spPr>
          <a:xfrm>
            <a:off x="8656820" y="598491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64" name="02_predicted_pose_5163">
            <a:extLst>
              <a:ext uri="{FF2B5EF4-FFF2-40B4-BE49-F238E27FC236}">
                <a16:creationId xmlns:a16="http://schemas.microsoft.com/office/drawing/2014/main" id="{CDDF9162-FE88-4004-BA31-2CCA15EC699A}"/>
              </a:ext>
            </a:extLst>
          </p:cNvPr>
          <p:cNvSpPr>
            <a:spLocks noGrp="1"/>
          </p:cNvSpPr>
          <p:nvPr/>
        </p:nvSpPr>
        <p:spPr>
          <a:xfrm>
            <a:off x="8671403" y="602300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65" name="02_predicted_pose_5164">
            <a:extLst>
              <a:ext uri="{FF2B5EF4-FFF2-40B4-BE49-F238E27FC236}">
                <a16:creationId xmlns:a16="http://schemas.microsoft.com/office/drawing/2014/main" id="{AAB96EBA-FB94-40CC-B736-D6CBFF1AC56E}"/>
              </a:ext>
            </a:extLst>
          </p:cNvPr>
          <p:cNvSpPr>
            <a:spLocks noGrp="1"/>
          </p:cNvSpPr>
          <p:nvPr/>
        </p:nvSpPr>
        <p:spPr>
          <a:xfrm>
            <a:off x="8685987" y="600699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66" name="02_predicted_pose_5165">
            <a:extLst>
              <a:ext uri="{FF2B5EF4-FFF2-40B4-BE49-F238E27FC236}">
                <a16:creationId xmlns:a16="http://schemas.microsoft.com/office/drawing/2014/main" id="{D29B8FA4-C33D-47CD-A3FE-5ABB833C32F8}"/>
              </a:ext>
            </a:extLst>
          </p:cNvPr>
          <p:cNvSpPr>
            <a:spLocks noGrp="1"/>
          </p:cNvSpPr>
          <p:nvPr/>
        </p:nvSpPr>
        <p:spPr>
          <a:xfrm>
            <a:off x="8700571" y="600265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67" name="02_predicted_pose_5166">
            <a:extLst>
              <a:ext uri="{FF2B5EF4-FFF2-40B4-BE49-F238E27FC236}">
                <a16:creationId xmlns:a16="http://schemas.microsoft.com/office/drawing/2014/main" id="{169412C8-A107-44F7-A396-0FB8DCC79A7F}"/>
              </a:ext>
            </a:extLst>
          </p:cNvPr>
          <p:cNvSpPr>
            <a:spLocks noGrp="1"/>
          </p:cNvSpPr>
          <p:nvPr/>
        </p:nvSpPr>
        <p:spPr>
          <a:xfrm>
            <a:off x="8715155" y="596935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68" name="02_predicted_pose_5167">
            <a:extLst>
              <a:ext uri="{FF2B5EF4-FFF2-40B4-BE49-F238E27FC236}">
                <a16:creationId xmlns:a16="http://schemas.microsoft.com/office/drawing/2014/main" id="{13B03A93-8146-4F5E-91C8-CC638B05280A}"/>
              </a:ext>
            </a:extLst>
          </p:cNvPr>
          <p:cNvSpPr>
            <a:spLocks noGrp="1"/>
          </p:cNvSpPr>
          <p:nvPr/>
        </p:nvSpPr>
        <p:spPr>
          <a:xfrm>
            <a:off x="8729739" y="606549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69" name="02_predicted_pose_5168">
            <a:extLst>
              <a:ext uri="{FF2B5EF4-FFF2-40B4-BE49-F238E27FC236}">
                <a16:creationId xmlns:a16="http://schemas.microsoft.com/office/drawing/2014/main" id="{7E20345B-8D7B-42D0-8759-22ED29652383}"/>
              </a:ext>
            </a:extLst>
          </p:cNvPr>
          <p:cNvSpPr>
            <a:spLocks noGrp="1"/>
          </p:cNvSpPr>
          <p:nvPr/>
        </p:nvSpPr>
        <p:spPr>
          <a:xfrm>
            <a:off x="8744322" y="612409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70" name="02_predicted_pose_5169">
            <a:extLst>
              <a:ext uri="{FF2B5EF4-FFF2-40B4-BE49-F238E27FC236}">
                <a16:creationId xmlns:a16="http://schemas.microsoft.com/office/drawing/2014/main" id="{293CDF21-BF93-4377-B1CE-E91DD77089FB}"/>
              </a:ext>
            </a:extLst>
          </p:cNvPr>
          <p:cNvSpPr>
            <a:spLocks noGrp="1"/>
          </p:cNvSpPr>
          <p:nvPr/>
        </p:nvSpPr>
        <p:spPr>
          <a:xfrm>
            <a:off x="8758907" y="604343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71" name="02_predicted_pose_5170">
            <a:extLst>
              <a:ext uri="{FF2B5EF4-FFF2-40B4-BE49-F238E27FC236}">
                <a16:creationId xmlns:a16="http://schemas.microsoft.com/office/drawing/2014/main" id="{60C2FF33-BA92-463F-8477-3275A7C66F1E}"/>
              </a:ext>
            </a:extLst>
          </p:cNvPr>
          <p:cNvSpPr>
            <a:spLocks noGrp="1"/>
          </p:cNvSpPr>
          <p:nvPr/>
        </p:nvSpPr>
        <p:spPr>
          <a:xfrm>
            <a:off x="8773490" y="610132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72" name="02_predicted_pose_5171">
            <a:extLst>
              <a:ext uri="{FF2B5EF4-FFF2-40B4-BE49-F238E27FC236}">
                <a16:creationId xmlns:a16="http://schemas.microsoft.com/office/drawing/2014/main" id="{2FE546D1-50A6-4C59-8BAF-BE933FBAB1B4}"/>
              </a:ext>
            </a:extLst>
          </p:cNvPr>
          <p:cNvSpPr>
            <a:spLocks noGrp="1"/>
          </p:cNvSpPr>
          <p:nvPr/>
        </p:nvSpPr>
        <p:spPr>
          <a:xfrm>
            <a:off x="8788074" y="602872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73" name="02_predicted_pose_5172">
            <a:extLst>
              <a:ext uri="{FF2B5EF4-FFF2-40B4-BE49-F238E27FC236}">
                <a16:creationId xmlns:a16="http://schemas.microsoft.com/office/drawing/2014/main" id="{76B1A0F9-EF30-4044-B33C-2B4FBDEAD5A8}"/>
              </a:ext>
            </a:extLst>
          </p:cNvPr>
          <p:cNvSpPr>
            <a:spLocks noGrp="1"/>
          </p:cNvSpPr>
          <p:nvPr/>
        </p:nvSpPr>
        <p:spPr>
          <a:xfrm>
            <a:off x="8671039" y="600457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74" name="02_predicted_pose_5173">
            <a:extLst>
              <a:ext uri="{FF2B5EF4-FFF2-40B4-BE49-F238E27FC236}">
                <a16:creationId xmlns:a16="http://schemas.microsoft.com/office/drawing/2014/main" id="{FCAB7230-E6DD-4423-8BEE-30ECF85F41A3}"/>
              </a:ext>
            </a:extLst>
          </p:cNvPr>
          <p:cNvSpPr>
            <a:spLocks noGrp="1"/>
          </p:cNvSpPr>
          <p:nvPr/>
        </p:nvSpPr>
        <p:spPr>
          <a:xfrm>
            <a:off x="8873389" y="625660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75" name="02_predicted_pose_5174">
            <a:extLst>
              <a:ext uri="{FF2B5EF4-FFF2-40B4-BE49-F238E27FC236}">
                <a16:creationId xmlns:a16="http://schemas.microsoft.com/office/drawing/2014/main" id="{387ED29E-FB09-4EED-BB40-0B1F530D7C93}"/>
              </a:ext>
            </a:extLst>
          </p:cNvPr>
          <p:cNvSpPr>
            <a:spLocks noGrp="1"/>
          </p:cNvSpPr>
          <p:nvPr/>
        </p:nvSpPr>
        <p:spPr>
          <a:xfrm>
            <a:off x="8737031" y="625329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76" name="02_predicted_pose_5175">
            <a:extLst>
              <a:ext uri="{FF2B5EF4-FFF2-40B4-BE49-F238E27FC236}">
                <a16:creationId xmlns:a16="http://schemas.microsoft.com/office/drawing/2014/main" id="{4DFE2C80-B837-423D-AE14-10E0634E0159}"/>
              </a:ext>
            </a:extLst>
          </p:cNvPr>
          <p:cNvSpPr>
            <a:spLocks noGrp="1"/>
          </p:cNvSpPr>
          <p:nvPr/>
        </p:nvSpPr>
        <p:spPr>
          <a:xfrm>
            <a:off x="8622912" y="599737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77" name="02_predicted_pose_5176">
            <a:extLst>
              <a:ext uri="{FF2B5EF4-FFF2-40B4-BE49-F238E27FC236}">
                <a16:creationId xmlns:a16="http://schemas.microsoft.com/office/drawing/2014/main" id="{80B59819-1729-49A7-B1B0-E286A2C0B6E5}"/>
              </a:ext>
            </a:extLst>
          </p:cNvPr>
          <p:cNvSpPr>
            <a:spLocks noGrp="1"/>
          </p:cNvSpPr>
          <p:nvPr/>
        </p:nvSpPr>
        <p:spPr>
          <a:xfrm>
            <a:off x="8751615" y="622633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78" name="02_predicted_pose_5177">
            <a:extLst>
              <a:ext uri="{FF2B5EF4-FFF2-40B4-BE49-F238E27FC236}">
                <a16:creationId xmlns:a16="http://schemas.microsoft.com/office/drawing/2014/main" id="{61E5252D-1F05-4C1F-9D87-E37BF47A4D29}"/>
              </a:ext>
            </a:extLst>
          </p:cNvPr>
          <p:cNvSpPr>
            <a:spLocks noGrp="1"/>
          </p:cNvSpPr>
          <p:nvPr/>
        </p:nvSpPr>
        <p:spPr>
          <a:xfrm>
            <a:off x="8865004" y="588505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79" name="02_predicted_pose_5178">
            <a:extLst>
              <a:ext uri="{FF2B5EF4-FFF2-40B4-BE49-F238E27FC236}">
                <a16:creationId xmlns:a16="http://schemas.microsoft.com/office/drawing/2014/main" id="{7FE9A3A4-0FCE-43CE-9E2C-21B7E3F768A4}"/>
              </a:ext>
            </a:extLst>
          </p:cNvPr>
          <p:cNvSpPr>
            <a:spLocks noGrp="1"/>
          </p:cNvSpPr>
          <p:nvPr/>
        </p:nvSpPr>
        <p:spPr>
          <a:xfrm>
            <a:off x="8923339" y="611700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80" name="02_predicted_pose_5179">
            <a:extLst>
              <a:ext uri="{FF2B5EF4-FFF2-40B4-BE49-F238E27FC236}">
                <a16:creationId xmlns:a16="http://schemas.microsoft.com/office/drawing/2014/main" id="{054B4066-DF74-475D-8CB0-D8CF9C315E29}"/>
              </a:ext>
            </a:extLst>
          </p:cNvPr>
          <p:cNvSpPr>
            <a:spLocks noGrp="1"/>
          </p:cNvSpPr>
          <p:nvPr/>
        </p:nvSpPr>
        <p:spPr>
          <a:xfrm>
            <a:off x="8704582" y="597386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81" name="02_predicted_pose_5180">
            <a:extLst>
              <a:ext uri="{FF2B5EF4-FFF2-40B4-BE49-F238E27FC236}">
                <a16:creationId xmlns:a16="http://schemas.microsoft.com/office/drawing/2014/main" id="{55B3A920-EEE7-491F-98D2-F9FE91B06612}"/>
              </a:ext>
            </a:extLst>
          </p:cNvPr>
          <p:cNvSpPr>
            <a:spLocks noGrp="1"/>
          </p:cNvSpPr>
          <p:nvPr/>
        </p:nvSpPr>
        <p:spPr>
          <a:xfrm>
            <a:off x="8733749" y="604041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82" name="02_predicted_pose_5181">
            <a:extLst>
              <a:ext uri="{FF2B5EF4-FFF2-40B4-BE49-F238E27FC236}">
                <a16:creationId xmlns:a16="http://schemas.microsoft.com/office/drawing/2014/main" id="{89D5D1E3-FA01-4514-A9CF-8B793C322ECE}"/>
              </a:ext>
            </a:extLst>
          </p:cNvPr>
          <p:cNvSpPr>
            <a:spLocks noGrp="1"/>
          </p:cNvSpPr>
          <p:nvPr/>
        </p:nvSpPr>
        <p:spPr>
          <a:xfrm>
            <a:off x="8777501" y="593693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83" name="02_predicted_pose_5182">
            <a:extLst>
              <a:ext uri="{FF2B5EF4-FFF2-40B4-BE49-F238E27FC236}">
                <a16:creationId xmlns:a16="http://schemas.microsoft.com/office/drawing/2014/main" id="{DB6B45B4-F832-4786-986F-887E22BC64DA}"/>
              </a:ext>
            </a:extLst>
          </p:cNvPr>
          <p:cNvSpPr>
            <a:spLocks noGrp="1"/>
          </p:cNvSpPr>
          <p:nvPr/>
        </p:nvSpPr>
        <p:spPr>
          <a:xfrm>
            <a:off x="8806668" y="597098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84" name="02_predicted_pose_5183">
            <a:extLst>
              <a:ext uri="{FF2B5EF4-FFF2-40B4-BE49-F238E27FC236}">
                <a16:creationId xmlns:a16="http://schemas.microsoft.com/office/drawing/2014/main" id="{F95A520D-9812-4BB2-8297-B161E25BA764}"/>
              </a:ext>
            </a:extLst>
          </p:cNvPr>
          <p:cNvSpPr>
            <a:spLocks noGrp="1"/>
          </p:cNvSpPr>
          <p:nvPr/>
        </p:nvSpPr>
        <p:spPr>
          <a:xfrm>
            <a:off x="8821252" y="601642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85" name="02_predicted_pose_5184">
            <a:extLst>
              <a:ext uri="{FF2B5EF4-FFF2-40B4-BE49-F238E27FC236}">
                <a16:creationId xmlns:a16="http://schemas.microsoft.com/office/drawing/2014/main" id="{42723D7E-A19B-4097-933A-3EB598D96B8A}"/>
              </a:ext>
            </a:extLst>
          </p:cNvPr>
          <p:cNvSpPr>
            <a:spLocks noGrp="1"/>
          </p:cNvSpPr>
          <p:nvPr/>
        </p:nvSpPr>
        <p:spPr>
          <a:xfrm>
            <a:off x="8718801" y="597777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86" name="02_predicted_pose_5185">
            <a:extLst>
              <a:ext uri="{FF2B5EF4-FFF2-40B4-BE49-F238E27FC236}">
                <a16:creationId xmlns:a16="http://schemas.microsoft.com/office/drawing/2014/main" id="{5B8EC8EE-9A1C-45F1-A441-0B14CB606EF3}"/>
              </a:ext>
            </a:extLst>
          </p:cNvPr>
          <p:cNvSpPr>
            <a:spLocks noGrp="1"/>
          </p:cNvSpPr>
          <p:nvPr/>
        </p:nvSpPr>
        <p:spPr>
          <a:xfrm>
            <a:off x="8827450" y="618134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87" name="02_predicted_pose_5186">
            <a:extLst>
              <a:ext uri="{FF2B5EF4-FFF2-40B4-BE49-F238E27FC236}">
                <a16:creationId xmlns:a16="http://schemas.microsoft.com/office/drawing/2014/main" id="{1D5B9269-14D4-4277-A725-22212D4CFB1D}"/>
              </a:ext>
            </a:extLst>
          </p:cNvPr>
          <p:cNvSpPr>
            <a:spLocks noGrp="1"/>
          </p:cNvSpPr>
          <p:nvPr/>
        </p:nvSpPr>
        <p:spPr>
          <a:xfrm>
            <a:off x="8856618" y="623698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88" name="02_predicted_pose_5187">
            <a:extLst>
              <a:ext uri="{FF2B5EF4-FFF2-40B4-BE49-F238E27FC236}">
                <a16:creationId xmlns:a16="http://schemas.microsoft.com/office/drawing/2014/main" id="{3AA5A9F2-5F5E-4B52-97B3-7BACF72927FD}"/>
              </a:ext>
            </a:extLst>
          </p:cNvPr>
          <p:cNvSpPr>
            <a:spLocks noGrp="1"/>
          </p:cNvSpPr>
          <p:nvPr/>
        </p:nvSpPr>
        <p:spPr>
          <a:xfrm>
            <a:off x="8885786" y="618574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89" name="02_predicted_pose_5188">
            <a:extLst>
              <a:ext uri="{FF2B5EF4-FFF2-40B4-BE49-F238E27FC236}">
                <a16:creationId xmlns:a16="http://schemas.microsoft.com/office/drawing/2014/main" id="{E6CEC995-8084-4565-80B1-A1E99341793E}"/>
              </a:ext>
            </a:extLst>
          </p:cNvPr>
          <p:cNvSpPr>
            <a:spLocks noGrp="1"/>
          </p:cNvSpPr>
          <p:nvPr/>
        </p:nvSpPr>
        <p:spPr>
          <a:xfrm>
            <a:off x="8914954" y="617952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90" name="02_predicted_pose_5189">
            <a:extLst>
              <a:ext uri="{FF2B5EF4-FFF2-40B4-BE49-F238E27FC236}">
                <a16:creationId xmlns:a16="http://schemas.microsoft.com/office/drawing/2014/main" id="{5122D37B-BCEA-4198-9E25-07550DF33E4D}"/>
              </a:ext>
            </a:extLst>
          </p:cNvPr>
          <p:cNvSpPr>
            <a:spLocks noGrp="1"/>
          </p:cNvSpPr>
          <p:nvPr/>
        </p:nvSpPr>
        <p:spPr>
          <a:xfrm>
            <a:off x="8670674" y="618339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91" name="02_predicted_pose_5190">
            <a:extLst>
              <a:ext uri="{FF2B5EF4-FFF2-40B4-BE49-F238E27FC236}">
                <a16:creationId xmlns:a16="http://schemas.microsoft.com/office/drawing/2014/main" id="{5B44AAFA-B592-4FB2-88C0-7CF633F21BE8}"/>
              </a:ext>
            </a:extLst>
          </p:cNvPr>
          <p:cNvSpPr>
            <a:spLocks noGrp="1"/>
          </p:cNvSpPr>
          <p:nvPr/>
        </p:nvSpPr>
        <p:spPr>
          <a:xfrm>
            <a:off x="8685258" y="623461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92" name="02_predicted_pose_5191">
            <a:extLst>
              <a:ext uri="{FF2B5EF4-FFF2-40B4-BE49-F238E27FC236}">
                <a16:creationId xmlns:a16="http://schemas.microsoft.com/office/drawing/2014/main" id="{04BFE38F-E224-4E7E-94FA-62A3ABB8B54B}"/>
              </a:ext>
            </a:extLst>
          </p:cNvPr>
          <p:cNvSpPr>
            <a:spLocks noGrp="1"/>
          </p:cNvSpPr>
          <p:nvPr/>
        </p:nvSpPr>
        <p:spPr>
          <a:xfrm>
            <a:off x="8714426" y="62324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93" name="02_predicted_pose_5192">
            <a:extLst>
              <a:ext uri="{FF2B5EF4-FFF2-40B4-BE49-F238E27FC236}">
                <a16:creationId xmlns:a16="http://schemas.microsoft.com/office/drawing/2014/main" id="{9ED8C28B-A137-42F8-9FA3-D21DBE497E85}"/>
              </a:ext>
            </a:extLst>
          </p:cNvPr>
          <p:cNvSpPr>
            <a:spLocks noGrp="1"/>
          </p:cNvSpPr>
          <p:nvPr/>
        </p:nvSpPr>
        <p:spPr>
          <a:xfrm>
            <a:off x="8743593" y="613306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94" name="02_predicted_pose_5193">
            <a:extLst>
              <a:ext uri="{FF2B5EF4-FFF2-40B4-BE49-F238E27FC236}">
                <a16:creationId xmlns:a16="http://schemas.microsoft.com/office/drawing/2014/main" id="{97EF5A71-15B1-4D0E-BC59-66E694B42329}"/>
              </a:ext>
            </a:extLst>
          </p:cNvPr>
          <p:cNvSpPr>
            <a:spLocks noGrp="1"/>
          </p:cNvSpPr>
          <p:nvPr/>
        </p:nvSpPr>
        <p:spPr>
          <a:xfrm>
            <a:off x="8772761" y="616915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95" name="02_predicted_pose_5194">
            <a:extLst>
              <a:ext uri="{FF2B5EF4-FFF2-40B4-BE49-F238E27FC236}">
                <a16:creationId xmlns:a16="http://schemas.microsoft.com/office/drawing/2014/main" id="{0BE0FFDD-A468-450B-9B43-87CDE70AE5F7}"/>
              </a:ext>
            </a:extLst>
          </p:cNvPr>
          <p:cNvSpPr>
            <a:spLocks noGrp="1"/>
          </p:cNvSpPr>
          <p:nvPr/>
        </p:nvSpPr>
        <p:spPr>
          <a:xfrm>
            <a:off x="8799012" y="565208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96" name="02_predicted_pose_5195">
            <a:extLst>
              <a:ext uri="{FF2B5EF4-FFF2-40B4-BE49-F238E27FC236}">
                <a16:creationId xmlns:a16="http://schemas.microsoft.com/office/drawing/2014/main" id="{9ADA3383-217F-42DE-B644-DCBD378D6971}"/>
              </a:ext>
            </a:extLst>
          </p:cNvPr>
          <p:cNvSpPr>
            <a:spLocks noGrp="1"/>
          </p:cNvSpPr>
          <p:nvPr/>
        </p:nvSpPr>
        <p:spPr>
          <a:xfrm>
            <a:off x="8813596" y="581470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97" name="02_predicted_pose_5196">
            <a:extLst>
              <a:ext uri="{FF2B5EF4-FFF2-40B4-BE49-F238E27FC236}">
                <a16:creationId xmlns:a16="http://schemas.microsoft.com/office/drawing/2014/main" id="{DC59DF0C-BCD5-4B96-AEC2-359B37D4DFED}"/>
              </a:ext>
            </a:extLst>
          </p:cNvPr>
          <p:cNvSpPr>
            <a:spLocks noGrp="1"/>
          </p:cNvSpPr>
          <p:nvPr/>
        </p:nvSpPr>
        <p:spPr>
          <a:xfrm>
            <a:off x="8740677" y="594401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98" name="02_predicted_pose_5197">
            <a:extLst>
              <a:ext uri="{FF2B5EF4-FFF2-40B4-BE49-F238E27FC236}">
                <a16:creationId xmlns:a16="http://schemas.microsoft.com/office/drawing/2014/main" id="{F763F628-5593-4266-9D96-0451F30130CA}"/>
              </a:ext>
            </a:extLst>
          </p:cNvPr>
          <p:cNvSpPr>
            <a:spLocks noGrp="1"/>
          </p:cNvSpPr>
          <p:nvPr/>
        </p:nvSpPr>
        <p:spPr>
          <a:xfrm>
            <a:off x="8684894" y="620547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99" name="02_predicted_pose_5198">
            <a:extLst>
              <a:ext uri="{FF2B5EF4-FFF2-40B4-BE49-F238E27FC236}">
                <a16:creationId xmlns:a16="http://schemas.microsoft.com/office/drawing/2014/main" id="{7654B53C-0CF5-4923-A2C3-9BCF38D3D123}"/>
              </a:ext>
            </a:extLst>
          </p:cNvPr>
          <p:cNvSpPr>
            <a:spLocks noGrp="1"/>
          </p:cNvSpPr>
          <p:nvPr/>
        </p:nvSpPr>
        <p:spPr>
          <a:xfrm>
            <a:off x="8596661" y="616365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00" name="02_predicted_pose_5199">
            <a:extLst>
              <a:ext uri="{FF2B5EF4-FFF2-40B4-BE49-F238E27FC236}">
                <a16:creationId xmlns:a16="http://schemas.microsoft.com/office/drawing/2014/main" id="{90A6DBF7-B26B-49BE-A490-00628BCC9570}"/>
              </a:ext>
            </a:extLst>
          </p:cNvPr>
          <p:cNvSpPr>
            <a:spLocks noGrp="1"/>
          </p:cNvSpPr>
          <p:nvPr/>
        </p:nvSpPr>
        <p:spPr>
          <a:xfrm>
            <a:off x="8854795" y="577747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01" name="02_predicted_pose_5200">
            <a:extLst>
              <a:ext uri="{FF2B5EF4-FFF2-40B4-BE49-F238E27FC236}">
                <a16:creationId xmlns:a16="http://schemas.microsoft.com/office/drawing/2014/main" id="{C6616CE1-C3C8-4F4E-927E-CAAD2D1C72B8}"/>
              </a:ext>
            </a:extLst>
          </p:cNvPr>
          <p:cNvSpPr>
            <a:spLocks noGrp="1"/>
          </p:cNvSpPr>
          <p:nvPr/>
        </p:nvSpPr>
        <p:spPr>
          <a:xfrm>
            <a:off x="8809221" y="537811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02" name="02_predicted_pose_5201">
            <a:extLst>
              <a:ext uri="{FF2B5EF4-FFF2-40B4-BE49-F238E27FC236}">
                <a16:creationId xmlns:a16="http://schemas.microsoft.com/office/drawing/2014/main" id="{5EC6525C-5F0C-4AFE-BEF5-922910A46BE9}"/>
              </a:ext>
            </a:extLst>
          </p:cNvPr>
          <p:cNvSpPr>
            <a:spLocks noGrp="1"/>
          </p:cNvSpPr>
          <p:nvPr/>
        </p:nvSpPr>
        <p:spPr>
          <a:xfrm>
            <a:off x="8823805" y="546459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03" name="02_predicted_pose_5202">
            <a:extLst>
              <a:ext uri="{FF2B5EF4-FFF2-40B4-BE49-F238E27FC236}">
                <a16:creationId xmlns:a16="http://schemas.microsoft.com/office/drawing/2014/main" id="{326680F7-6103-490A-A531-2CE3722345A7}"/>
              </a:ext>
            </a:extLst>
          </p:cNvPr>
          <p:cNvSpPr>
            <a:spLocks noGrp="1"/>
          </p:cNvSpPr>
          <p:nvPr/>
        </p:nvSpPr>
        <p:spPr>
          <a:xfrm>
            <a:off x="8618537" y="613604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04" name="02_predicted_pose_5203">
            <a:extLst>
              <a:ext uri="{FF2B5EF4-FFF2-40B4-BE49-F238E27FC236}">
                <a16:creationId xmlns:a16="http://schemas.microsoft.com/office/drawing/2014/main" id="{541D8746-2A4A-4BA5-AAAB-0E4C67D41772}"/>
              </a:ext>
            </a:extLst>
          </p:cNvPr>
          <p:cNvSpPr>
            <a:spLocks noGrp="1"/>
          </p:cNvSpPr>
          <p:nvPr/>
        </p:nvSpPr>
        <p:spPr>
          <a:xfrm>
            <a:off x="8809585" y="625962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05" name="02_predicted_pose_5204">
            <a:extLst>
              <a:ext uri="{FF2B5EF4-FFF2-40B4-BE49-F238E27FC236}">
                <a16:creationId xmlns:a16="http://schemas.microsoft.com/office/drawing/2014/main" id="{4A87FFC0-9EB2-40E2-A6DA-1FBB12BDA7F0}"/>
              </a:ext>
            </a:extLst>
          </p:cNvPr>
          <p:cNvSpPr>
            <a:spLocks noGrp="1"/>
          </p:cNvSpPr>
          <p:nvPr/>
        </p:nvSpPr>
        <p:spPr>
          <a:xfrm>
            <a:off x="8824170" y="622662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06" name="02_predicted_pose_5205">
            <a:extLst>
              <a:ext uri="{FF2B5EF4-FFF2-40B4-BE49-F238E27FC236}">
                <a16:creationId xmlns:a16="http://schemas.microsoft.com/office/drawing/2014/main" id="{C846945A-8319-433E-BCAF-5DC9F1D9E59B}"/>
              </a:ext>
            </a:extLst>
          </p:cNvPr>
          <p:cNvSpPr>
            <a:spLocks noGrp="1"/>
          </p:cNvSpPr>
          <p:nvPr/>
        </p:nvSpPr>
        <p:spPr>
          <a:xfrm>
            <a:off x="8838753" y="626502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07" name="02_predicted_pose_5206">
            <a:extLst>
              <a:ext uri="{FF2B5EF4-FFF2-40B4-BE49-F238E27FC236}">
                <a16:creationId xmlns:a16="http://schemas.microsoft.com/office/drawing/2014/main" id="{6D37BF65-8747-4FD5-A57C-4E3E113E442F}"/>
              </a:ext>
            </a:extLst>
          </p:cNvPr>
          <p:cNvSpPr>
            <a:spLocks noGrp="1"/>
          </p:cNvSpPr>
          <p:nvPr/>
        </p:nvSpPr>
        <p:spPr>
          <a:xfrm>
            <a:off x="8853337" y="587844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08" name="02_predicted_pose_5207">
            <a:extLst>
              <a:ext uri="{FF2B5EF4-FFF2-40B4-BE49-F238E27FC236}">
                <a16:creationId xmlns:a16="http://schemas.microsoft.com/office/drawing/2014/main" id="{8B051A90-6F9C-442E-B3AF-6BE169C34B2C}"/>
              </a:ext>
            </a:extLst>
          </p:cNvPr>
          <p:cNvSpPr>
            <a:spLocks noGrp="1"/>
          </p:cNvSpPr>
          <p:nvPr/>
        </p:nvSpPr>
        <p:spPr>
          <a:xfrm>
            <a:off x="8867920" y="626368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09" name="02_predicted_pose_5208">
            <a:extLst>
              <a:ext uri="{FF2B5EF4-FFF2-40B4-BE49-F238E27FC236}">
                <a16:creationId xmlns:a16="http://schemas.microsoft.com/office/drawing/2014/main" id="{31105DB7-07C4-4ADF-B857-920BCF7313E3}"/>
              </a:ext>
            </a:extLst>
          </p:cNvPr>
          <p:cNvSpPr>
            <a:spLocks noGrp="1"/>
          </p:cNvSpPr>
          <p:nvPr/>
        </p:nvSpPr>
        <p:spPr>
          <a:xfrm>
            <a:off x="8684528" y="553976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10" name="02_predicted_pose_5209">
            <a:extLst>
              <a:ext uri="{FF2B5EF4-FFF2-40B4-BE49-F238E27FC236}">
                <a16:creationId xmlns:a16="http://schemas.microsoft.com/office/drawing/2014/main" id="{041961BD-57D4-49B8-B759-6B1B0CEE906A}"/>
              </a:ext>
            </a:extLst>
          </p:cNvPr>
          <p:cNvSpPr>
            <a:spLocks noGrp="1"/>
          </p:cNvSpPr>
          <p:nvPr/>
        </p:nvSpPr>
        <p:spPr>
          <a:xfrm>
            <a:off x="8772761" y="596405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11" name="02_predicted_pose_5210">
            <a:extLst>
              <a:ext uri="{FF2B5EF4-FFF2-40B4-BE49-F238E27FC236}">
                <a16:creationId xmlns:a16="http://schemas.microsoft.com/office/drawing/2014/main" id="{F9C60AE8-24CD-46EA-92FF-4BA9FD1B01BE}"/>
              </a:ext>
            </a:extLst>
          </p:cNvPr>
          <p:cNvSpPr>
            <a:spLocks noGrp="1"/>
          </p:cNvSpPr>
          <p:nvPr/>
        </p:nvSpPr>
        <p:spPr>
          <a:xfrm>
            <a:off x="8801929" y="598848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12" name="02_predicted_pose_5211">
            <a:extLst>
              <a:ext uri="{FF2B5EF4-FFF2-40B4-BE49-F238E27FC236}">
                <a16:creationId xmlns:a16="http://schemas.microsoft.com/office/drawing/2014/main" id="{4745F8C5-C4E4-40F9-85E3-5D6729A4435C}"/>
              </a:ext>
            </a:extLst>
          </p:cNvPr>
          <p:cNvSpPr>
            <a:spLocks noGrp="1"/>
          </p:cNvSpPr>
          <p:nvPr/>
        </p:nvSpPr>
        <p:spPr>
          <a:xfrm>
            <a:off x="8831097" y="598810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13" name="02_predicted_pose_5212">
            <a:extLst>
              <a:ext uri="{FF2B5EF4-FFF2-40B4-BE49-F238E27FC236}">
                <a16:creationId xmlns:a16="http://schemas.microsoft.com/office/drawing/2014/main" id="{85DAF884-56DD-40F8-9084-B317F67D5754}"/>
              </a:ext>
            </a:extLst>
          </p:cNvPr>
          <p:cNvSpPr>
            <a:spLocks noGrp="1"/>
          </p:cNvSpPr>
          <p:nvPr/>
        </p:nvSpPr>
        <p:spPr>
          <a:xfrm>
            <a:off x="8860264" y="595390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14" name="02_predicted_pose_5213">
            <a:extLst>
              <a:ext uri="{FF2B5EF4-FFF2-40B4-BE49-F238E27FC236}">
                <a16:creationId xmlns:a16="http://schemas.microsoft.com/office/drawing/2014/main" id="{DD7C8420-AE56-468C-B67A-5BFEC61AF3B0}"/>
              </a:ext>
            </a:extLst>
          </p:cNvPr>
          <p:cNvSpPr>
            <a:spLocks noGrp="1"/>
          </p:cNvSpPr>
          <p:nvPr/>
        </p:nvSpPr>
        <p:spPr>
          <a:xfrm>
            <a:off x="8944850" y="606404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15" name="02_predicted_pose_5214">
            <a:extLst>
              <a:ext uri="{FF2B5EF4-FFF2-40B4-BE49-F238E27FC236}">
                <a16:creationId xmlns:a16="http://schemas.microsoft.com/office/drawing/2014/main" id="{EA991B7B-29FB-49BA-B493-FCAFD37C65D8}"/>
              </a:ext>
            </a:extLst>
          </p:cNvPr>
          <p:cNvSpPr>
            <a:spLocks noGrp="1"/>
          </p:cNvSpPr>
          <p:nvPr/>
        </p:nvSpPr>
        <p:spPr>
          <a:xfrm>
            <a:off x="8610516" y="608779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16" name="02_predicted_pose_5215">
            <a:extLst>
              <a:ext uri="{FF2B5EF4-FFF2-40B4-BE49-F238E27FC236}">
                <a16:creationId xmlns:a16="http://schemas.microsoft.com/office/drawing/2014/main" id="{3AD56445-B8FC-4B5C-8CE0-F9B37E749CD0}"/>
              </a:ext>
            </a:extLst>
          </p:cNvPr>
          <p:cNvSpPr>
            <a:spLocks noGrp="1"/>
          </p:cNvSpPr>
          <p:nvPr/>
        </p:nvSpPr>
        <p:spPr>
          <a:xfrm>
            <a:off x="8639683" y="586801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17" name="02_predicted_pose_5216">
            <a:extLst>
              <a:ext uri="{FF2B5EF4-FFF2-40B4-BE49-F238E27FC236}">
                <a16:creationId xmlns:a16="http://schemas.microsoft.com/office/drawing/2014/main" id="{8B81987F-9972-4CA9-A02B-250C7215A898}"/>
              </a:ext>
            </a:extLst>
          </p:cNvPr>
          <p:cNvSpPr>
            <a:spLocks noGrp="1"/>
          </p:cNvSpPr>
          <p:nvPr/>
        </p:nvSpPr>
        <p:spPr>
          <a:xfrm>
            <a:off x="8668852" y="601755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18" name="02_predicted_pose_5217">
            <a:extLst>
              <a:ext uri="{FF2B5EF4-FFF2-40B4-BE49-F238E27FC236}">
                <a16:creationId xmlns:a16="http://schemas.microsoft.com/office/drawing/2014/main" id="{A5B16EC9-A0F5-4B31-8CC9-1D666B24265B}"/>
              </a:ext>
            </a:extLst>
          </p:cNvPr>
          <p:cNvSpPr>
            <a:spLocks noGrp="1"/>
          </p:cNvSpPr>
          <p:nvPr/>
        </p:nvSpPr>
        <p:spPr>
          <a:xfrm>
            <a:off x="8698019" y="605878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19" name="02_predicted_pose_5218">
            <a:extLst>
              <a:ext uri="{FF2B5EF4-FFF2-40B4-BE49-F238E27FC236}">
                <a16:creationId xmlns:a16="http://schemas.microsoft.com/office/drawing/2014/main" id="{29D57BFA-BF7F-4BF9-A90E-1A368564D445}"/>
              </a:ext>
            </a:extLst>
          </p:cNvPr>
          <p:cNvSpPr>
            <a:spLocks noGrp="1"/>
          </p:cNvSpPr>
          <p:nvPr/>
        </p:nvSpPr>
        <p:spPr>
          <a:xfrm>
            <a:off x="8595568" y="602135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20" name="02_predicted_pose_5219">
            <a:extLst>
              <a:ext uri="{FF2B5EF4-FFF2-40B4-BE49-F238E27FC236}">
                <a16:creationId xmlns:a16="http://schemas.microsoft.com/office/drawing/2014/main" id="{47964002-FD10-46DF-9848-FD85AFAACEE3}"/>
              </a:ext>
            </a:extLst>
          </p:cNvPr>
          <p:cNvSpPr>
            <a:spLocks noGrp="1"/>
          </p:cNvSpPr>
          <p:nvPr/>
        </p:nvSpPr>
        <p:spPr>
          <a:xfrm>
            <a:off x="8648069" y="635485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21" name="02_predicted_pose_5220">
            <a:extLst>
              <a:ext uri="{FF2B5EF4-FFF2-40B4-BE49-F238E27FC236}">
                <a16:creationId xmlns:a16="http://schemas.microsoft.com/office/drawing/2014/main" id="{93613B62-E193-4118-8C26-711135D56BA5}"/>
              </a:ext>
            </a:extLst>
          </p:cNvPr>
          <p:cNvSpPr>
            <a:spLocks noGrp="1"/>
          </p:cNvSpPr>
          <p:nvPr/>
        </p:nvSpPr>
        <p:spPr>
          <a:xfrm>
            <a:off x="8798283" y="607778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22" name="02_predicted_pose_5221">
            <a:extLst>
              <a:ext uri="{FF2B5EF4-FFF2-40B4-BE49-F238E27FC236}">
                <a16:creationId xmlns:a16="http://schemas.microsoft.com/office/drawing/2014/main" id="{A3842ADB-331A-481E-BD2D-02F13375FD68}"/>
              </a:ext>
            </a:extLst>
          </p:cNvPr>
          <p:cNvSpPr>
            <a:spLocks noGrp="1"/>
          </p:cNvSpPr>
          <p:nvPr/>
        </p:nvSpPr>
        <p:spPr>
          <a:xfrm>
            <a:off x="8827450" y="605761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23" name="02_predicted_pose_5222">
            <a:extLst>
              <a:ext uri="{FF2B5EF4-FFF2-40B4-BE49-F238E27FC236}">
                <a16:creationId xmlns:a16="http://schemas.microsoft.com/office/drawing/2014/main" id="{8DDA99ED-D909-406C-82A9-CDEC9D9A51C3}"/>
              </a:ext>
            </a:extLst>
          </p:cNvPr>
          <p:cNvSpPr>
            <a:spLocks noGrp="1"/>
          </p:cNvSpPr>
          <p:nvPr/>
        </p:nvSpPr>
        <p:spPr>
          <a:xfrm>
            <a:off x="8871202" y="589340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24" name="02_predicted_pose_5223">
            <a:extLst>
              <a:ext uri="{FF2B5EF4-FFF2-40B4-BE49-F238E27FC236}">
                <a16:creationId xmlns:a16="http://schemas.microsoft.com/office/drawing/2014/main" id="{908C5052-DDAF-4520-9238-4012D3FF7A0A}"/>
              </a:ext>
            </a:extLst>
          </p:cNvPr>
          <p:cNvSpPr>
            <a:spLocks noGrp="1"/>
          </p:cNvSpPr>
          <p:nvPr/>
        </p:nvSpPr>
        <p:spPr>
          <a:xfrm>
            <a:off x="8900370" y="591514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25" name="02_predicted_pose_5224">
            <a:extLst>
              <a:ext uri="{FF2B5EF4-FFF2-40B4-BE49-F238E27FC236}">
                <a16:creationId xmlns:a16="http://schemas.microsoft.com/office/drawing/2014/main" id="{25E5419C-E2F5-4A04-A82B-9D3DD75644E9}"/>
              </a:ext>
            </a:extLst>
          </p:cNvPr>
          <p:cNvSpPr>
            <a:spLocks noGrp="1"/>
          </p:cNvSpPr>
          <p:nvPr/>
        </p:nvSpPr>
        <p:spPr>
          <a:xfrm>
            <a:off x="8929537" y="600676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26" name="02_predicted_pose_5225">
            <a:extLst>
              <a:ext uri="{FF2B5EF4-FFF2-40B4-BE49-F238E27FC236}">
                <a16:creationId xmlns:a16="http://schemas.microsoft.com/office/drawing/2014/main" id="{7AD8A9DF-C1A6-45BD-AC01-47DBC2FE5BFC}"/>
              </a:ext>
            </a:extLst>
          </p:cNvPr>
          <p:cNvSpPr>
            <a:spLocks noGrp="1"/>
          </p:cNvSpPr>
          <p:nvPr/>
        </p:nvSpPr>
        <p:spPr>
          <a:xfrm>
            <a:off x="8910943" y="61373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27" name="02_predicted_pose_5226">
            <a:extLst>
              <a:ext uri="{FF2B5EF4-FFF2-40B4-BE49-F238E27FC236}">
                <a16:creationId xmlns:a16="http://schemas.microsoft.com/office/drawing/2014/main" id="{8EAC7602-FD97-44AC-B3D3-C0F84AE8501E}"/>
              </a:ext>
            </a:extLst>
          </p:cNvPr>
          <p:cNvSpPr>
            <a:spLocks noGrp="1"/>
          </p:cNvSpPr>
          <p:nvPr/>
        </p:nvSpPr>
        <p:spPr>
          <a:xfrm>
            <a:off x="8645882" y="589247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28" name="02_predicted_pose_5227">
            <a:extLst>
              <a:ext uri="{FF2B5EF4-FFF2-40B4-BE49-F238E27FC236}">
                <a16:creationId xmlns:a16="http://schemas.microsoft.com/office/drawing/2014/main" id="{6AB27AE4-CB78-498D-9EB8-A1C5080793B6}"/>
              </a:ext>
            </a:extLst>
          </p:cNvPr>
          <p:cNvSpPr>
            <a:spLocks noGrp="1"/>
          </p:cNvSpPr>
          <p:nvPr/>
        </p:nvSpPr>
        <p:spPr>
          <a:xfrm>
            <a:off x="8941205" y="614399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29" name="02_predicted_pose_5228">
            <a:extLst>
              <a:ext uri="{FF2B5EF4-FFF2-40B4-BE49-F238E27FC236}">
                <a16:creationId xmlns:a16="http://schemas.microsoft.com/office/drawing/2014/main" id="{5DB0A073-8D60-44D5-A40D-6D07AACBB250}"/>
              </a:ext>
            </a:extLst>
          </p:cNvPr>
          <p:cNvSpPr>
            <a:spLocks noGrp="1"/>
          </p:cNvSpPr>
          <p:nvPr/>
        </p:nvSpPr>
        <p:spPr>
          <a:xfrm>
            <a:off x="8774584" y="602864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30" name="02_predicted_pose_5229">
            <a:extLst>
              <a:ext uri="{FF2B5EF4-FFF2-40B4-BE49-F238E27FC236}">
                <a16:creationId xmlns:a16="http://schemas.microsoft.com/office/drawing/2014/main" id="{7D61030A-DE7D-4101-942A-122FD6F73638}"/>
              </a:ext>
            </a:extLst>
          </p:cNvPr>
          <p:cNvSpPr>
            <a:spLocks noGrp="1"/>
          </p:cNvSpPr>
          <p:nvPr/>
        </p:nvSpPr>
        <p:spPr>
          <a:xfrm>
            <a:off x="8873025" y="599059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31" name="02_predicted_pose_5230">
            <a:extLst>
              <a:ext uri="{FF2B5EF4-FFF2-40B4-BE49-F238E27FC236}">
                <a16:creationId xmlns:a16="http://schemas.microsoft.com/office/drawing/2014/main" id="{CC170AD1-025F-4BA0-A42A-0982B514D56B}"/>
              </a:ext>
            </a:extLst>
          </p:cNvPr>
          <p:cNvSpPr>
            <a:spLocks noGrp="1"/>
          </p:cNvSpPr>
          <p:nvPr/>
        </p:nvSpPr>
        <p:spPr>
          <a:xfrm>
            <a:off x="8603224" y="60841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32" name="02_predicted_pose_5231">
            <a:extLst>
              <a:ext uri="{FF2B5EF4-FFF2-40B4-BE49-F238E27FC236}">
                <a16:creationId xmlns:a16="http://schemas.microsoft.com/office/drawing/2014/main" id="{F72C2FEE-7AE5-437F-89E0-DA32FA14CF56}"/>
              </a:ext>
            </a:extLst>
          </p:cNvPr>
          <p:cNvSpPr>
            <a:spLocks noGrp="1"/>
          </p:cNvSpPr>
          <p:nvPr/>
        </p:nvSpPr>
        <p:spPr>
          <a:xfrm>
            <a:off x="8617808" y="617748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33" name="02_predicted_pose_5232">
            <a:extLst>
              <a:ext uri="{FF2B5EF4-FFF2-40B4-BE49-F238E27FC236}">
                <a16:creationId xmlns:a16="http://schemas.microsoft.com/office/drawing/2014/main" id="{77CF1EC2-3EB5-4799-8CFA-151D33CF894E}"/>
              </a:ext>
            </a:extLst>
          </p:cNvPr>
          <p:cNvSpPr>
            <a:spLocks noGrp="1"/>
          </p:cNvSpPr>
          <p:nvPr/>
        </p:nvSpPr>
        <p:spPr>
          <a:xfrm>
            <a:off x="8632391" y="606914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34" name="02_predicted_pose_5233">
            <a:extLst>
              <a:ext uri="{FF2B5EF4-FFF2-40B4-BE49-F238E27FC236}">
                <a16:creationId xmlns:a16="http://schemas.microsoft.com/office/drawing/2014/main" id="{14C62ECD-686C-44D8-8380-D1F03E620824}"/>
              </a:ext>
            </a:extLst>
          </p:cNvPr>
          <p:cNvSpPr>
            <a:spLocks noGrp="1"/>
          </p:cNvSpPr>
          <p:nvPr/>
        </p:nvSpPr>
        <p:spPr>
          <a:xfrm>
            <a:off x="8646976" y="595687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35" name="02_predicted_pose_5234">
            <a:extLst>
              <a:ext uri="{FF2B5EF4-FFF2-40B4-BE49-F238E27FC236}">
                <a16:creationId xmlns:a16="http://schemas.microsoft.com/office/drawing/2014/main" id="{36969418-F5CE-41D3-B924-FD6938635569}"/>
              </a:ext>
            </a:extLst>
          </p:cNvPr>
          <p:cNvSpPr>
            <a:spLocks noGrp="1"/>
          </p:cNvSpPr>
          <p:nvPr/>
        </p:nvSpPr>
        <p:spPr>
          <a:xfrm>
            <a:off x="8599942" y="594535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36" name="02_predicted_pose_5235">
            <a:extLst>
              <a:ext uri="{FF2B5EF4-FFF2-40B4-BE49-F238E27FC236}">
                <a16:creationId xmlns:a16="http://schemas.microsoft.com/office/drawing/2014/main" id="{D56D9330-C8BE-4DAC-A178-663F8AB5BF32}"/>
              </a:ext>
            </a:extLst>
          </p:cNvPr>
          <p:cNvSpPr>
            <a:spLocks noGrp="1"/>
          </p:cNvSpPr>
          <p:nvPr/>
        </p:nvSpPr>
        <p:spPr>
          <a:xfrm>
            <a:off x="8629111" y="609627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37" name="02_predicted_pose_5236">
            <a:extLst>
              <a:ext uri="{FF2B5EF4-FFF2-40B4-BE49-F238E27FC236}">
                <a16:creationId xmlns:a16="http://schemas.microsoft.com/office/drawing/2014/main" id="{2B6044A3-B68E-4410-AB29-24EA440BF2D2}"/>
              </a:ext>
            </a:extLst>
          </p:cNvPr>
          <p:cNvSpPr>
            <a:spLocks noGrp="1"/>
          </p:cNvSpPr>
          <p:nvPr/>
        </p:nvSpPr>
        <p:spPr>
          <a:xfrm>
            <a:off x="8718437" y="592483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38" name="02_predicted_pose_5237">
            <a:extLst>
              <a:ext uri="{FF2B5EF4-FFF2-40B4-BE49-F238E27FC236}">
                <a16:creationId xmlns:a16="http://schemas.microsoft.com/office/drawing/2014/main" id="{B2A8945A-79EF-4511-A3BD-17543D58510D}"/>
              </a:ext>
            </a:extLst>
          </p:cNvPr>
          <p:cNvSpPr>
            <a:spLocks noGrp="1"/>
          </p:cNvSpPr>
          <p:nvPr/>
        </p:nvSpPr>
        <p:spPr>
          <a:xfrm>
            <a:off x="8663383" y="604178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39" name="02_predicted_pose_5238">
            <a:extLst>
              <a:ext uri="{FF2B5EF4-FFF2-40B4-BE49-F238E27FC236}">
                <a16:creationId xmlns:a16="http://schemas.microsoft.com/office/drawing/2014/main" id="{4593551C-C26E-4EE4-8364-5CB56C313509}"/>
              </a:ext>
            </a:extLst>
          </p:cNvPr>
          <p:cNvSpPr>
            <a:spLocks noGrp="1"/>
          </p:cNvSpPr>
          <p:nvPr/>
        </p:nvSpPr>
        <p:spPr>
          <a:xfrm>
            <a:off x="8677966" y="645553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40" name="02_predicted_pose_5239">
            <a:extLst>
              <a:ext uri="{FF2B5EF4-FFF2-40B4-BE49-F238E27FC236}">
                <a16:creationId xmlns:a16="http://schemas.microsoft.com/office/drawing/2014/main" id="{322F34EC-44FB-4627-BB04-84F1A9FCF033}"/>
              </a:ext>
            </a:extLst>
          </p:cNvPr>
          <p:cNvSpPr>
            <a:spLocks noGrp="1"/>
          </p:cNvSpPr>
          <p:nvPr/>
        </p:nvSpPr>
        <p:spPr>
          <a:xfrm>
            <a:off x="8692550" y="614279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41" name="02_predicted_pose_5240">
            <a:extLst>
              <a:ext uri="{FF2B5EF4-FFF2-40B4-BE49-F238E27FC236}">
                <a16:creationId xmlns:a16="http://schemas.microsoft.com/office/drawing/2014/main" id="{36618FD5-F4F3-4614-9440-D17D2F611B56}"/>
              </a:ext>
            </a:extLst>
          </p:cNvPr>
          <p:cNvSpPr>
            <a:spLocks noGrp="1"/>
          </p:cNvSpPr>
          <p:nvPr/>
        </p:nvSpPr>
        <p:spPr>
          <a:xfrm>
            <a:off x="8641142" y="585558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42" name="02_predicted_pose_5241">
            <a:extLst>
              <a:ext uri="{FF2B5EF4-FFF2-40B4-BE49-F238E27FC236}">
                <a16:creationId xmlns:a16="http://schemas.microsoft.com/office/drawing/2014/main" id="{8C3C72DC-6215-4DF0-AA54-F2A298B2E289}"/>
              </a:ext>
            </a:extLst>
          </p:cNvPr>
          <p:cNvSpPr>
            <a:spLocks noGrp="1"/>
          </p:cNvSpPr>
          <p:nvPr/>
        </p:nvSpPr>
        <p:spPr>
          <a:xfrm>
            <a:off x="8655725" y="588552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43" name="02_predicted_pose_5242">
            <a:extLst>
              <a:ext uri="{FF2B5EF4-FFF2-40B4-BE49-F238E27FC236}">
                <a16:creationId xmlns:a16="http://schemas.microsoft.com/office/drawing/2014/main" id="{43F1848B-0B78-491E-AC48-E4489B80E483}"/>
              </a:ext>
            </a:extLst>
          </p:cNvPr>
          <p:cNvSpPr>
            <a:spLocks noGrp="1"/>
          </p:cNvSpPr>
          <p:nvPr/>
        </p:nvSpPr>
        <p:spPr>
          <a:xfrm>
            <a:off x="8670310" y="583719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44" name="02_predicted_pose_5243">
            <a:extLst>
              <a:ext uri="{FF2B5EF4-FFF2-40B4-BE49-F238E27FC236}">
                <a16:creationId xmlns:a16="http://schemas.microsoft.com/office/drawing/2014/main" id="{EB2BC613-F841-4921-9056-EF565E8A79CD}"/>
              </a:ext>
            </a:extLst>
          </p:cNvPr>
          <p:cNvSpPr>
            <a:spLocks noGrp="1"/>
          </p:cNvSpPr>
          <p:nvPr/>
        </p:nvSpPr>
        <p:spPr>
          <a:xfrm>
            <a:off x="8690727" y="555237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45" name="02_predicted_pose_5244">
            <a:extLst>
              <a:ext uri="{FF2B5EF4-FFF2-40B4-BE49-F238E27FC236}">
                <a16:creationId xmlns:a16="http://schemas.microsoft.com/office/drawing/2014/main" id="{3CC9DFA2-1E77-446B-BE12-19FE40786429}"/>
              </a:ext>
            </a:extLst>
          </p:cNvPr>
          <p:cNvSpPr>
            <a:spLocks noGrp="1"/>
          </p:cNvSpPr>
          <p:nvPr/>
        </p:nvSpPr>
        <p:spPr>
          <a:xfrm>
            <a:off x="8734478" y="58889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46" name="02_predicted_pose_5245">
            <a:extLst>
              <a:ext uri="{FF2B5EF4-FFF2-40B4-BE49-F238E27FC236}">
                <a16:creationId xmlns:a16="http://schemas.microsoft.com/office/drawing/2014/main" id="{A5CC746B-3346-4079-8FC9-B7235E6B81EB}"/>
              </a:ext>
            </a:extLst>
          </p:cNvPr>
          <p:cNvSpPr>
            <a:spLocks noGrp="1"/>
          </p:cNvSpPr>
          <p:nvPr/>
        </p:nvSpPr>
        <p:spPr>
          <a:xfrm>
            <a:off x="8803387" y="558808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47" name="02_predicted_pose_5246">
            <a:extLst>
              <a:ext uri="{FF2B5EF4-FFF2-40B4-BE49-F238E27FC236}">
                <a16:creationId xmlns:a16="http://schemas.microsoft.com/office/drawing/2014/main" id="{0BBC0D45-9317-4B6E-BAE7-D68F1F7396D7}"/>
              </a:ext>
            </a:extLst>
          </p:cNvPr>
          <p:cNvSpPr>
            <a:spLocks noGrp="1"/>
          </p:cNvSpPr>
          <p:nvPr/>
        </p:nvSpPr>
        <p:spPr>
          <a:xfrm>
            <a:off x="8932090" y="578247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48" name="02_predicted_pose_5247">
            <a:extLst>
              <a:ext uri="{FF2B5EF4-FFF2-40B4-BE49-F238E27FC236}">
                <a16:creationId xmlns:a16="http://schemas.microsoft.com/office/drawing/2014/main" id="{65ABC453-CDB7-4598-B929-B54BC5B9AEDA}"/>
              </a:ext>
            </a:extLst>
          </p:cNvPr>
          <p:cNvSpPr>
            <a:spLocks noGrp="1"/>
          </p:cNvSpPr>
          <p:nvPr/>
        </p:nvSpPr>
        <p:spPr>
          <a:xfrm>
            <a:off x="8667028" y="553127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49" name="02_predicted_pose_5248">
            <a:extLst>
              <a:ext uri="{FF2B5EF4-FFF2-40B4-BE49-F238E27FC236}">
                <a16:creationId xmlns:a16="http://schemas.microsoft.com/office/drawing/2014/main" id="{47E5A5C3-6061-4EF1-A964-A7B9429D809A}"/>
              </a:ext>
            </a:extLst>
          </p:cNvPr>
          <p:cNvSpPr>
            <a:spLocks noGrp="1"/>
          </p:cNvSpPr>
          <p:nvPr/>
        </p:nvSpPr>
        <p:spPr>
          <a:xfrm>
            <a:off x="8822711" y="602526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50" name="02_predicted_pose_5249">
            <a:extLst>
              <a:ext uri="{FF2B5EF4-FFF2-40B4-BE49-F238E27FC236}">
                <a16:creationId xmlns:a16="http://schemas.microsoft.com/office/drawing/2014/main" id="{FEFDBC30-33A3-4A72-AFE1-7770C740E70A}"/>
              </a:ext>
            </a:extLst>
          </p:cNvPr>
          <p:cNvSpPr>
            <a:spLocks noGrp="1"/>
          </p:cNvSpPr>
          <p:nvPr/>
        </p:nvSpPr>
        <p:spPr>
          <a:xfrm>
            <a:off x="8837295" y="60944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51" name="02_predicted_pose_5250">
            <a:extLst>
              <a:ext uri="{FF2B5EF4-FFF2-40B4-BE49-F238E27FC236}">
                <a16:creationId xmlns:a16="http://schemas.microsoft.com/office/drawing/2014/main" id="{FAA02E84-25CD-4879-9ABC-086B739F9120}"/>
              </a:ext>
            </a:extLst>
          </p:cNvPr>
          <p:cNvSpPr>
            <a:spLocks noGrp="1"/>
          </p:cNvSpPr>
          <p:nvPr/>
        </p:nvSpPr>
        <p:spPr>
          <a:xfrm>
            <a:off x="8795366" y="574965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52" name="02_predicted_pose_5251">
            <a:extLst>
              <a:ext uri="{FF2B5EF4-FFF2-40B4-BE49-F238E27FC236}">
                <a16:creationId xmlns:a16="http://schemas.microsoft.com/office/drawing/2014/main" id="{7CC90816-FF62-4E58-AF5A-9F2751C76CAF}"/>
              </a:ext>
            </a:extLst>
          </p:cNvPr>
          <p:cNvSpPr>
            <a:spLocks noGrp="1"/>
          </p:cNvSpPr>
          <p:nvPr/>
        </p:nvSpPr>
        <p:spPr>
          <a:xfrm>
            <a:off x="8809950" y="591663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53" name="02_predicted_pose_5252">
            <a:extLst>
              <a:ext uri="{FF2B5EF4-FFF2-40B4-BE49-F238E27FC236}">
                <a16:creationId xmlns:a16="http://schemas.microsoft.com/office/drawing/2014/main" id="{A3B17BD4-368E-4405-B0D2-0FE9F20FA2FF}"/>
              </a:ext>
            </a:extLst>
          </p:cNvPr>
          <p:cNvSpPr>
            <a:spLocks noGrp="1"/>
          </p:cNvSpPr>
          <p:nvPr/>
        </p:nvSpPr>
        <p:spPr>
          <a:xfrm>
            <a:off x="8824534" y="590810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54" name="02_predicted_pose_5253">
            <a:extLst>
              <a:ext uri="{FF2B5EF4-FFF2-40B4-BE49-F238E27FC236}">
                <a16:creationId xmlns:a16="http://schemas.microsoft.com/office/drawing/2014/main" id="{5BCB35D0-63E4-4EB7-9DC3-D4FB11ACA881}"/>
              </a:ext>
            </a:extLst>
          </p:cNvPr>
          <p:cNvSpPr>
            <a:spLocks noGrp="1"/>
          </p:cNvSpPr>
          <p:nvPr/>
        </p:nvSpPr>
        <p:spPr>
          <a:xfrm>
            <a:off x="8853702" y="596480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55" name="02_predicted_pose_5254">
            <a:extLst>
              <a:ext uri="{FF2B5EF4-FFF2-40B4-BE49-F238E27FC236}">
                <a16:creationId xmlns:a16="http://schemas.microsoft.com/office/drawing/2014/main" id="{72909AF7-DC38-469D-8D98-24F39505F509}"/>
              </a:ext>
            </a:extLst>
          </p:cNvPr>
          <p:cNvSpPr>
            <a:spLocks noGrp="1"/>
          </p:cNvSpPr>
          <p:nvPr/>
        </p:nvSpPr>
        <p:spPr>
          <a:xfrm>
            <a:off x="8868286" y="598824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56" name="02_predicted_pose_5255">
            <a:extLst>
              <a:ext uri="{FF2B5EF4-FFF2-40B4-BE49-F238E27FC236}">
                <a16:creationId xmlns:a16="http://schemas.microsoft.com/office/drawing/2014/main" id="{D8CC0A19-776B-4D50-B533-57FD5BDE0649}"/>
              </a:ext>
            </a:extLst>
          </p:cNvPr>
          <p:cNvSpPr>
            <a:spLocks noGrp="1"/>
          </p:cNvSpPr>
          <p:nvPr/>
        </p:nvSpPr>
        <p:spPr>
          <a:xfrm>
            <a:off x="8671039" y="602081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57" name="02_predicted_pose_5256">
            <a:extLst>
              <a:ext uri="{FF2B5EF4-FFF2-40B4-BE49-F238E27FC236}">
                <a16:creationId xmlns:a16="http://schemas.microsoft.com/office/drawing/2014/main" id="{D3ACCD82-D06A-4A72-A694-2430960C4DC6}"/>
              </a:ext>
            </a:extLst>
          </p:cNvPr>
          <p:cNvSpPr>
            <a:spLocks noGrp="1"/>
          </p:cNvSpPr>
          <p:nvPr/>
        </p:nvSpPr>
        <p:spPr>
          <a:xfrm>
            <a:off x="8779689" y="595442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58" name="02_predicted_pose_5257">
            <a:extLst>
              <a:ext uri="{FF2B5EF4-FFF2-40B4-BE49-F238E27FC236}">
                <a16:creationId xmlns:a16="http://schemas.microsoft.com/office/drawing/2014/main" id="{FC3B4DA8-DE7B-40C0-9F21-8055784992DA}"/>
              </a:ext>
            </a:extLst>
          </p:cNvPr>
          <p:cNvSpPr>
            <a:spLocks noGrp="1"/>
          </p:cNvSpPr>
          <p:nvPr/>
        </p:nvSpPr>
        <p:spPr>
          <a:xfrm>
            <a:off x="8823440" y="577479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59" name="02_predicted_pose_5258">
            <a:extLst>
              <a:ext uri="{FF2B5EF4-FFF2-40B4-BE49-F238E27FC236}">
                <a16:creationId xmlns:a16="http://schemas.microsoft.com/office/drawing/2014/main" id="{3B9CDA6F-1FDF-49FA-B35A-53C7A479198B}"/>
              </a:ext>
            </a:extLst>
          </p:cNvPr>
          <p:cNvSpPr>
            <a:spLocks noGrp="1"/>
          </p:cNvSpPr>
          <p:nvPr/>
        </p:nvSpPr>
        <p:spPr>
          <a:xfrm>
            <a:off x="8838024" y="591762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60" name="02_predicted_pose_5259">
            <a:extLst>
              <a:ext uri="{FF2B5EF4-FFF2-40B4-BE49-F238E27FC236}">
                <a16:creationId xmlns:a16="http://schemas.microsoft.com/office/drawing/2014/main" id="{5740077C-D066-4673-A3EC-49BA45C21D50}"/>
              </a:ext>
            </a:extLst>
          </p:cNvPr>
          <p:cNvSpPr>
            <a:spLocks noGrp="1"/>
          </p:cNvSpPr>
          <p:nvPr/>
        </p:nvSpPr>
        <p:spPr>
          <a:xfrm>
            <a:off x="8867191" y="575561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61" name="02_predicted_pose_5260">
            <a:extLst>
              <a:ext uri="{FF2B5EF4-FFF2-40B4-BE49-F238E27FC236}">
                <a16:creationId xmlns:a16="http://schemas.microsoft.com/office/drawing/2014/main" id="{CB859A43-0B5C-4D5E-8EC4-9CC75FE48252}"/>
              </a:ext>
            </a:extLst>
          </p:cNvPr>
          <p:cNvSpPr>
            <a:spLocks noGrp="1"/>
          </p:cNvSpPr>
          <p:nvPr/>
        </p:nvSpPr>
        <p:spPr>
          <a:xfrm>
            <a:off x="8751615" y="612450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62" name="02_predicted_pose_5261">
            <a:extLst>
              <a:ext uri="{FF2B5EF4-FFF2-40B4-BE49-F238E27FC236}">
                <a16:creationId xmlns:a16="http://schemas.microsoft.com/office/drawing/2014/main" id="{7D75284D-237E-4CB1-8BF3-E2374C501B31}"/>
              </a:ext>
            </a:extLst>
          </p:cNvPr>
          <p:cNvSpPr>
            <a:spLocks noGrp="1"/>
          </p:cNvSpPr>
          <p:nvPr/>
        </p:nvSpPr>
        <p:spPr>
          <a:xfrm>
            <a:off x="8780782" y="611507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63" name="02_predicted_pose_5262">
            <a:extLst>
              <a:ext uri="{FF2B5EF4-FFF2-40B4-BE49-F238E27FC236}">
                <a16:creationId xmlns:a16="http://schemas.microsoft.com/office/drawing/2014/main" id="{D9608CEE-205D-4523-A7FA-B152FFC4FA6B}"/>
              </a:ext>
            </a:extLst>
          </p:cNvPr>
          <p:cNvSpPr>
            <a:spLocks noGrp="1"/>
          </p:cNvSpPr>
          <p:nvPr/>
        </p:nvSpPr>
        <p:spPr>
          <a:xfrm>
            <a:off x="8809950" y="610742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64" name="02_predicted_pose_5263">
            <a:extLst>
              <a:ext uri="{FF2B5EF4-FFF2-40B4-BE49-F238E27FC236}">
                <a16:creationId xmlns:a16="http://schemas.microsoft.com/office/drawing/2014/main" id="{4C4FF4C4-B6B9-4C77-8D8E-209F88CCDF1A}"/>
              </a:ext>
            </a:extLst>
          </p:cNvPr>
          <p:cNvSpPr>
            <a:spLocks noGrp="1"/>
          </p:cNvSpPr>
          <p:nvPr/>
        </p:nvSpPr>
        <p:spPr>
          <a:xfrm>
            <a:off x="8839117" y="623148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65" name="02_predicted_pose_5264">
            <a:extLst>
              <a:ext uri="{FF2B5EF4-FFF2-40B4-BE49-F238E27FC236}">
                <a16:creationId xmlns:a16="http://schemas.microsoft.com/office/drawing/2014/main" id="{833B497B-826D-421A-9D15-4B84A94EC6BA}"/>
              </a:ext>
            </a:extLst>
          </p:cNvPr>
          <p:cNvSpPr>
            <a:spLocks noGrp="1"/>
          </p:cNvSpPr>
          <p:nvPr/>
        </p:nvSpPr>
        <p:spPr>
          <a:xfrm>
            <a:off x="8868286" y="620898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66" name="02_predicted_pose_5265">
            <a:extLst>
              <a:ext uri="{FF2B5EF4-FFF2-40B4-BE49-F238E27FC236}">
                <a16:creationId xmlns:a16="http://schemas.microsoft.com/office/drawing/2014/main" id="{51C02E90-717F-4F3C-8FFF-77A2EC87283B}"/>
              </a:ext>
            </a:extLst>
          </p:cNvPr>
          <p:cNvSpPr>
            <a:spLocks noGrp="1"/>
          </p:cNvSpPr>
          <p:nvPr/>
        </p:nvSpPr>
        <p:spPr>
          <a:xfrm>
            <a:off x="8765834" y="618269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67" name="02_predicted_pose_5266">
            <a:extLst>
              <a:ext uri="{FF2B5EF4-FFF2-40B4-BE49-F238E27FC236}">
                <a16:creationId xmlns:a16="http://schemas.microsoft.com/office/drawing/2014/main" id="{208AE3F5-D619-45F2-836F-C6F983A16AA2}"/>
              </a:ext>
            </a:extLst>
          </p:cNvPr>
          <p:cNvSpPr>
            <a:spLocks noGrp="1"/>
          </p:cNvSpPr>
          <p:nvPr/>
        </p:nvSpPr>
        <p:spPr>
          <a:xfrm>
            <a:off x="8889796" y="578956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68" name="02_predicted_pose_5267">
            <a:extLst>
              <a:ext uri="{FF2B5EF4-FFF2-40B4-BE49-F238E27FC236}">
                <a16:creationId xmlns:a16="http://schemas.microsoft.com/office/drawing/2014/main" id="{6F26BE62-41A6-460C-8653-E21610C82816}"/>
              </a:ext>
            </a:extLst>
          </p:cNvPr>
          <p:cNvSpPr>
            <a:spLocks noGrp="1"/>
          </p:cNvSpPr>
          <p:nvPr/>
        </p:nvSpPr>
        <p:spPr>
          <a:xfrm>
            <a:off x="8904380" y="576699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69" name="02_predicted_pose_5268">
            <a:extLst>
              <a:ext uri="{FF2B5EF4-FFF2-40B4-BE49-F238E27FC236}">
                <a16:creationId xmlns:a16="http://schemas.microsoft.com/office/drawing/2014/main" id="{ED1ADA89-DE59-4D68-89B3-70836FBD13D1}"/>
              </a:ext>
            </a:extLst>
          </p:cNvPr>
          <p:cNvSpPr>
            <a:spLocks noGrp="1"/>
          </p:cNvSpPr>
          <p:nvPr/>
        </p:nvSpPr>
        <p:spPr>
          <a:xfrm>
            <a:off x="8674685" y="603818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70" name="02_predicted_pose_5269">
            <a:extLst>
              <a:ext uri="{FF2B5EF4-FFF2-40B4-BE49-F238E27FC236}">
                <a16:creationId xmlns:a16="http://schemas.microsoft.com/office/drawing/2014/main" id="{B81F463F-53D3-41A8-A92C-CF4145C169D0}"/>
              </a:ext>
            </a:extLst>
          </p:cNvPr>
          <p:cNvSpPr>
            <a:spLocks noGrp="1"/>
          </p:cNvSpPr>
          <p:nvPr/>
        </p:nvSpPr>
        <p:spPr>
          <a:xfrm>
            <a:off x="8687810" y="610730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71" name="02_predicted_pose_5270">
            <a:extLst>
              <a:ext uri="{FF2B5EF4-FFF2-40B4-BE49-F238E27FC236}">
                <a16:creationId xmlns:a16="http://schemas.microsoft.com/office/drawing/2014/main" id="{B2348786-FABE-4DAA-9AA0-E5DD5F90AEC6}"/>
              </a:ext>
            </a:extLst>
          </p:cNvPr>
          <p:cNvSpPr>
            <a:spLocks noGrp="1"/>
          </p:cNvSpPr>
          <p:nvPr/>
        </p:nvSpPr>
        <p:spPr>
          <a:xfrm>
            <a:off x="8731926" y="616009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72" name="02_predicted_pose_5271">
            <a:extLst>
              <a:ext uri="{FF2B5EF4-FFF2-40B4-BE49-F238E27FC236}">
                <a16:creationId xmlns:a16="http://schemas.microsoft.com/office/drawing/2014/main" id="{BAAAAE77-666A-4032-8181-FA54B739DD40}"/>
              </a:ext>
            </a:extLst>
          </p:cNvPr>
          <p:cNvSpPr>
            <a:spLocks noGrp="1"/>
          </p:cNvSpPr>
          <p:nvPr/>
        </p:nvSpPr>
        <p:spPr>
          <a:xfrm>
            <a:off x="8693279" y="608858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73" name="02_predicted_pose_5272">
            <a:extLst>
              <a:ext uri="{FF2B5EF4-FFF2-40B4-BE49-F238E27FC236}">
                <a16:creationId xmlns:a16="http://schemas.microsoft.com/office/drawing/2014/main" id="{4EC51529-C882-4F28-ADA5-18D0B216AF8C}"/>
              </a:ext>
            </a:extLst>
          </p:cNvPr>
          <p:cNvSpPr>
            <a:spLocks noGrp="1"/>
          </p:cNvSpPr>
          <p:nvPr/>
        </p:nvSpPr>
        <p:spPr>
          <a:xfrm>
            <a:off x="8638225" y="590486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74" name="02_predicted_pose_5273">
            <a:extLst>
              <a:ext uri="{FF2B5EF4-FFF2-40B4-BE49-F238E27FC236}">
                <a16:creationId xmlns:a16="http://schemas.microsoft.com/office/drawing/2014/main" id="{F2CA5EC4-C9FF-4753-99DE-748D6F44EB17}"/>
              </a:ext>
            </a:extLst>
          </p:cNvPr>
          <p:cNvSpPr>
            <a:spLocks noGrp="1"/>
          </p:cNvSpPr>
          <p:nvPr/>
        </p:nvSpPr>
        <p:spPr>
          <a:xfrm>
            <a:off x="8778230" y="625422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75" name="02_predicted_pose_5274">
            <a:extLst>
              <a:ext uri="{FF2B5EF4-FFF2-40B4-BE49-F238E27FC236}">
                <a16:creationId xmlns:a16="http://schemas.microsoft.com/office/drawing/2014/main" id="{3DBA64A7-10CB-4AA7-9735-1D246BE856D2}"/>
              </a:ext>
            </a:extLst>
          </p:cNvPr>
          <p:cNvSpPr>
            <a:spLocks noGrp="1"/>
          </p:cNvSpPr>
          <p:nvPr/>
        </p:nvSpPr>
        <p:spPr>
          <a:xfrm>
            <a:off x="8792814" y="630555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76" name="02_predicted_pose_5275">
            <a:extLst>
              <a:ext uri="{FF2B5EF4-FFF2-40B4-BE49-F238E27FC236}">
                <a16:creationId xmlns:a16="http://schemas.microsoft.com/office/drawing/2014/main" id="{4AF6D736-2153-43B7-9C84-5C3471471402}"/>
              </a:ext>
            </a:extLst>
          </p:cNvPr>
          <p:cNvSpPr>
            <a:spLocks noGrp="1"/>
          </p:cNvSpPr>
          <p:nvPr/>
        </p:nvSpPr>
        <p:spPr>
          <a:xfrm>
            <a:off x="8807398" y="623875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77" name="02_predicted_pose_5276">
            <a:extLst>
              <a:ext uri="{FF2B5EF4-FFF2-40B4-BE49-F238E27FC236}">
                <a16:creationId xmlns:a16="http://schemas.microsoft.com/office/drawing/2014/main" id="{82623726-5DCC-4D90-B150-291269027A15}"/>
              </a:ext>
            </a:extLst>
          </p:cNvPr>
          <p:cNvSpPr>
            <a:spLocks noGrp="1"/>
          </p:cNvSpPr>
          <p:nvPr/>
        </p:nvSpPr>
        <p:spPr>
          <a:xfrm>
            <a:off x="8821981" y="625392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78" name="02_predicted_pose_5277">
            <a:extLst>
              <a:ext uri="{FF2B5EF4-FFF2-40B4-BE49-F238E27FC236}">
                <a16:creationId xmlns:a16="http://schemas.microsoft.com/office/drawing/2014/main" id="{C2287A61-83BF-4087-A390-5529C5E34018}"/>
              </a:ext>
            </a:extLst>
          </p:cNvPr>
          <p:cNvSpPr>
            <a:spLocks noGrp="1"/>
          </p:cNvSpPr>
          <p:nvPr/>
        </p:nvSpPr>
        <p:spPr>
          <a:xfrm>
            <a:off x="8605047" y="621663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79" name="02_predicted_pose_5278">
            <a:extLst>
              <a:ext uri="{FF2B5EF4-FFF2-40B4-BE49-F238E27FC236}">
                <a16:creationId xmlns:a16="http://schemas.microsoft.com/office/drawing/2014/main" id="{57793276-3F91-4EB2-98DF-0C4CA1964FE3}"/>
              </a:ext>
            </a:extLst>
          </p:cNvPr>
          <p:cNvSpPr>
            <a:spLocks noGrp="1"/>
          </p:cNvSpPr>
          <p:nvPr/>
        </p:nvSpPr>
        <p:spPr>
          <a:xfrm>
            <a:off x="8634214" y="622881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80" name="02_predicted_pose_5279">
            <a:extLst>
              <a:ext uri="{FF2B5EF4-FFF2-40B4-BE49-F238E27FC236}">
                <a16:creationId xmlns:a16="http://schemas.microsoft.com/office/drawing/2014/main" id="{120CBA1D-A365-4B9D-9805-4760AB8E4F18}"/>
              </a:ext>
            </a:extLst>
          </p:cNvPr>
          <p:cNvSpPr>
            <a:spLocks noGrp="1"/>
          </p:cNvSpPr>
          <p:nvPr/>
        </p:nvSpPr>
        <p:spPr>
          <a:xfrm>
            <a:off x="8858077" y="593726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81" name="02_predicted_pose_5280">
            <a:extLst>
              <a:ext uri="{FF2B5EF4-FFF2-40B4-BE49-F238E27FC236}">
                <a16:creationId xmlns:a16="http://schemas.microsoft.com/office/drawing/2014/main" id="{670E4C78-7DAA-4520-A6E4-1488BFFD5CBD}"/>
              </a:ext>
            </a:extLst>
          </p:cNvPr>
          <p:cNvSpPr>
            <a:spLocks noGrp="1"/>
          </p:cNvSpPr>
          <p:nvPr/>
        </p:nvSpPr>
        <p:spPr>
          <a:xfrm>
            <a:off x="8894901" y="584655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82" name="02_predicted_pose_5281">
            <a:extLst>
              <a:ext uri="{FF2B5EF4-FFF2-40B4-BE49-F238E27FC236}">
                <a16:creationId xmlns:a16="http://schemas.microsoft.com/office/drawing/2014/main" id="{FEC9382B-ADD0-4B9F-AC83-918CEB4FF3F0}"/>
              </a:ext>
            </a:extLst>
          </p:cNvPr>
          <p:cNvSpPr>
            <a:spLocks noGrp="1"/>
          </p:cNvSpPr>
          <p:nvPr/>
        </p:nvSpPr>
        <p:spPr>
          <a:xfrm>
            <a:off x="6903919" y="5090854"/>
            <a:ext cx="202" cy="1635108"/>
          </a:xfrm>
          <a:custGeom>
            <a:avLst/>
            <a:gdLst/>
            <a:ahLst/>
            <a:cxnLst/>
            <a:rect l="0" t="0" r="0" b="0"/>
            <a:pathLst>
              <a:path w="191" h="1545120">
                <a:moveTo>
                  <a:pt x="0" y="1545120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1983" name="02_predicted_pose_5282">
            <a:extLst>
              <a:ext uri="{FF2B5EF4-FFF2-40B4-BE49-F238E27FC236}">
                <a16:creationId xmlns:a16="http://schemas.microsoft.com/office/drawing/2014/main" id="{37B7862D-9489-4DFB-8191-8EFB21C45CAF}"/>
              </a:ext>
            </a:extLst>
          </p:cNvPr>
          <p:cNvSpPr>
            <a:spLocks noGrp="1"/>
          </p:cNvSpPr>
          <p:nvPr/>
        </p:nvSpPr>
        <p:spPr>
          <a:xfrm>
            <a:off x="6903919" y="6725962"/>
            <a:ext cx="2541965" cy="202"/>
          </a:xfrm>
          <a:custGeom>
            <a:avLst/>
            <a:gdLst/>
            <a:ahLst/>
            <a:cxnLst/>
            <a:rect l="0" t="0" r="0" b="0"/>
            <a:pathLst>
              <a:path w="2402069" h="191">
                <a:moveTo>
                  <a:pt x="0" y="0"/>
                </a:moveTo>
                <a:lnTo>
                  <a:pt x="2402069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1984" name="02_predicted_pose_5283">
            <a:extLst>
              <a:ext uri="{FF2B5EF4-FFF2-40B4-BE49-F238E27FC236}">
                <a16:creationId xmlns:a16="http://schemas.microsoft.com/office/drawing/2014/main" id="{AFF5CE45-6743-4F88-B094-E770DBB6B4C2}"/>
              </a:ext>
            </a:extLst>
          </p:cNvPr>
          <p:cNvSpPr>
            <a:spLocks noGrp="1"/>
          </p:cNvSpPr>
          <p:nvPr/>
        </p:nvSpPr>
        <p:spPr>
          <a:xfrm>
            <a:off x="7418364" y="6185980"/>
            <a:ext cx="302615" cy="177597"/>
          </a:xfrm>
          <a:custGeom>
            <a:avLst/>
            <a:gdLst/>
            <a:ahLst/>
            <a:cxnLst/>
            <a:rect l="0" t="0" r="0" b="0"/>
            <a:pathLst>
              <a:path w="285961" h="167823">
                <a:moveTo>
                  <a:pt x="0" y="167823"/>
                </a:moveTo>
                <a:lnTo>
                  <a:pt x="285961" y="167823"/>
                </a:lnTo>
                <a:lnTo>
                  <a:pt x="285961" y="0"/>
                </a:lnTo>
                <a:lnTo>
                  <a:pt x="0" y="0"/>
                </a:lnTo>
                <a:lnTo>
                  <a:pt x="0" y="167823"/>
                </a:lnTo>
                <a:lnTo>
                  <a:pt x="0" y="167823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5879BD"/>
            </a:solidFill>
            <a:prstDash val="solid"/>
          </a:ln>
        </p:spPr>
      </p:sp>
      <p:sp>
        <p:nvSpPr>
          <p:cNvPr id="1985" name="02_predicted_pose_5284">
            <a:extLst>
              <a:ext uri="{FF2B5EF4-FFF2-40B4-BE49-F238E27FC236}">
                <a16:creationId xmlns:a16="http://schemas.microsoft.com/office/drawing/2014/main" id="{2F1765CE-B9D9-4EFD-952B-D5E0A3CB488B}"/>
              </a:ext>
            </a:extLst>
          </p:cNvPr>
          <p:cNvSpPr>
            <a:spLocks noGrp="1"/>
          </p:cNvSpPr>
          <p:nvPr/>
        </p:nvSpPr>
        <p:spPr>
          <a:xfrm>
            <a:off x="7569671" y="6363577"/>
            <a:ext cx="202" cy="133168"/>
          </a:xfrm>
          <a:custGeom>
            <a:avLst/>
            <a:gdLst/>
            <a:ahLst/>
            <a:cxnLst/>
            <a:rect l="0" t="0" r="0" b="0"/>
            <a:pathLst>
              <a:path w="191" h="125839">
                <a:moveTo>
                  <a:pt x="0" y="0"/>
                </a:moveTo>
                <a:lnTo>
                  <a:pt x="0" y="125839"/>
                </a:lnTo>
              </a:path>
            </a:pathLst>
          </a:custGeom>
          <a:noFill/>
          <a:ln w="8890">
            <a:solidFill>
              <a:srgbClr val="5879BD"/>
            </a:solidFill>
            <a:prstDash val="solid"/>
          </a:ln>
        </p:spPr>
      </p:sp>
      <p:sp>
        <p:nvSpPr>
          <p:cNvPr id="1986" name="02_predicted_pose_5285">
            <a:extLst>
              <a:ext uri="{FF2B5EF4-FFF2-40B4-BE49-F238E27FC236}">
                <a16:creationId xmlns:a16="http://schemas.microsoft.com/office/drawing/2014/main" id="{BB4A2BE9-AD3C-41E0-93CA-B5D6F4715565}"/>
              </a:ext>
            </a:extLst>
          </p:cNvPr>
          <p:cNvSpPr>
            <a:spLocks noGrp="1"/>
          </p:cNvSpPr>
          <p:nvPr/>
        </p:nvSpPr>
        <p:spPr>
          <a:xfrm>
            <a:off x="7569671" y="5849184"/>
            <a:ext cx="202" cy="336797"/>
          </a:xfrm>
          <a:custGeom>
            <a:avLst/>
            <a:gdLst/>
            <a:ahLst/>
            <a:cxnLst/>
            <a:rect l="0" t="0" r="0" b="0"/>
            <a:pathLst>
              <a:path w="191" h="318261">
                <a:moveTo>
                  <a:pt x="0" y="318261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5879BD"/>
            </a:solidFill>
            <a:prstDash val="solid"/>
          </a:ln>
        </p:spPr>
      </p:sp>
      <p:sp>
        <p:nvSpPr>
          <p:cNvPr id="1987" name="02_predicted_pose_5286">
            <a:extLst>
              <a:ext uri="{FF2B5EF4-FFF2-40B4-BE49-F238E27FC236}">
                <a16:creationId xmlns:a16="http://schemas.microsoft.com/office/drawing/2014/main" id="{ECC41C6D-96EF-4E6D-8EB7-5AC86BF84C13}"/>
              </a:ext>
            </a:extLst>
          </p:cNvPr>
          <p:cNvSpPr>
            <a:spLocks noGrp="1"/>
          </p:cNvSpPr>
          <p:nvPr/>
        </p:nvSpPr>
        <p:spPr>
          <a:xfrm>
            <a:off x="7494017" y="6496745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5879BD"/>
            </a:solidFill>
            <a:prstDash val="solid"/>
          </a:ln>
        </p:spPr>
      </p:sp>
      <p:sp>
        <p:nvSpPr>
          <p:cNvPr id="1988" name="02_predicted_pose_5287">
            <a:extLst>
              <a:ext uri="{FF2B5EF4-FFF2-40B4-BE49-F238E27FC236}">
                <a16:creationId xmlns:a16="http://schemas.microsoft.com/office/drawing/2014/main" id="{2FE53DE1-9A5B-4E0C-9794-11C91C8B1969}"/>
              </a:ext>
            </a:extLst>
          </p:cNvPr>
          <p:cNvSpPr>
            <a:spLocks noGrp="1"/>
          </p:cNvSpPr>
          <p:nvPr/>
        </p:nvSpPr>
        <p:spPr>
          <a:xfrm>
            <a:off x="7494017" y="5849184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5879BD"/>
            </a:solidFill>
            <a:prstDash val="solid"/>
          </a:ln>
        </p:spPr>
      </p:sp>
      <p:sp>
        <p:nvSpPr>
          <p:cNvPr id="1989" name="02_predicted_pose_5288">
            <a:extLst>
              <a:ext uri="{FF2B5EF4-FFF2-40B4-BE49-F238E27FC236}">
                <a16:creationId xmlns:a16="http://schemas.microsoft.com/office/drawing/2014/main" id="{4DD58686-564E-4007-A725-A9944D5D16D8}"/>
              </a:ext>
            </a:extLst>
          </p:cNvPr>
          <p:cNvSpPr>
            <a:spLocks noGrp="1"/>
          </p:cNvSpPr>
          <p:nvPr/>
        </p:nvSpPr>
        <p:spPr>
          <a:xfrm>
            <a:off x="8628823" y="5995588"/>
            <a:ext cx="302615" cy="155154"/>
          </a:xfrm>
          <a:custGeom>
            <a:avLst/>
            <a:gdLst/>
            <a:ahLst/>
            <a:cxnLst/>
            <a:rect l="0" t="0" r="0" b="0"/>
            <a:pathLst>
              <a:path w="285961" h="146615">
                <a:moveTo>
                  <a:pt x="0" y="146615"/>
                </a:moveTo>
                <a:lnTo>
                  <a:pt x="285961" y="146615"/>
                </a:lnTo>
                <a:lnTo>
                  <a:pt x="285961" y="0"/>
                </a:lnTo>
                <a:lnTo>
                  <a:pt x="0" y="0"/>
                </a:lnTo>
                <a:lnTo>
                  <a:pt x="0" y="146615"/>
                </a:lnTo>
                <a:lnTo>
                  <a:pt x="0" y="146615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B57442"/>
            </a:solidFill>
            <a:prstDash val="solid"/>
          </a:ln>
        </p:spPr>
      </p:sp>
      <p:sp>
        <p:nvSpPr>
          <p:cNvPr id="1990" name="02_predicted_pose_5289">
            <a:extLst>
              <a:ext uri="{FF2B5EF4-FFF2-40B4-BE49-F238E27FC236}">
                <a16:creationId xmlns:a16="http://schemas.microsoft.com/office/drawing/2014/main" id="{2FC7CBA3-5A2E-4E9B-8959-C4F47E6AC3BB}"/>
              </a:ext>
            </a:extLst>
          </p:cNvPr>
          <p:cNvSpPr>
            <a:spLocks noGrp="1"/>
          </p:cNvSpPr>
          <p:nvPr/>
        </p:nvSpPr>
        <p:spPr>
          <a:xfrm>
            <a:off x="8780132" y="6150742"/>
            <a:ext cx="202" cy="112224"/>
          </a:xfrm>
          <a:custGeom>
            <a:avLst/>
            <a:gdLst/>
            <a:ahLst/>
            <a:cxnLst/>
            <a:rect l="0" t="0" r="0" b="0"/>
            <a:pathLst>
              <a:path w="191" h="106048">
                <a:moveTo>
                  <a:pt x="0" y="0"/>
                </a:moveTo>
                <a:lnTo>
                  <a:pt x="0" y="106048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1991" name="02_predicted_pose_5290">
            <a:extLst>
              <a:ext uri="{FF2B5EF4-FFF2-40B4-BE49-F238E27FC236}">
                <a16:creationId xmlns:a16="http://schemas.microsoft.com/office/drawing/2014/main" id="{AC0AF261-D774-4980-8A04-C2260C09159E}"/>
              </a:ext>
            </a:extLst>
          </p:cNvPr>
          <p:cNvSpPr>
            <a:spLocks noGrp="1"/>
          </p:cNvSpPr>
          <p:nvPr/>
        </p:nvSpPr>
        <p:spPr>
          <a:xfrm>
            <a:off x="8780132" y="5784728"/>
            <a:ext cx="202" cy="210860"/>
          </a:xfrm>
          <a:custGeom>
            <a:avLst/>
            <a:gdLst/>
            <a:ahLst/>
            <a:cxnLst/>
            <a:rect l="0" t="0" r="0" b="0"/>
            <a:pathLst>
              <a:path w="191" h="199255">
                <a:moveTo>
                  <a:pt x="0" y="199255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1992" name="02_predicted_pose_5291">
            <a:extLst>
              <a:ext uri="{FF2B5EF4-FFF2-40B4-BE49-F238E27FC236}">
                <a16:creationId xmlns:a16="http://schemas.microsoft.com/office/drawing/2014/main" id="{0A8E7389-9E33-475C-AD1C-64E72B23CDF9}"/>
              </a:ext>
            </a:extLst>
          </p:cNvPr>
          <p:cNvSpPr>
            <a:spLocks noGrp="1"/>
          </p:cNvSpPr>
          <p:nvPr/>
        </p:nvSpPr>
        <p:spPr>
          <a:xfrm>
            <a:off x="8704477" y="6262966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1993" name="02_predicted_pose_5292">
            <a:extLst>
              <a:ext uri="{FF2B5EF4-FFF2-40B4-BE49-F238E27FC236}">
                <a16:creationId xmlns:a16="http://schemas.microsoft.com/office/drawing/2014/main" id="{B236BBB1-DCD9-46CE-92E3-B987E9583F38}"/>
              </a:ext>
            </a:extLst>
          </p:cNvPr>
          <p:cNvSpPr>
            <a:spLocks noGrp="1"/>
          </p:cNvSpPr>
          <p:nvPr/>
        </p:nvSpPr>
        <p:spPr>
          <a:xfrm>
            <a:off x="8704477" y="5784729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1994" name="text_5293">
            <a:extLst>
              <a:ext uri="{FF2B5EF4-FFF2-40B4-BE49-F238E27FC236}">
                <a16:creationId xmlns:a16="http://schemas.microsoft.com/office/drawing/2014/main" id="{C3A1B0B0-D5DD-45D0-AEAF-02CF789ABEC6}"/>
              </a:ext>
            </a:extLst>
          </p:cNvPr>
          <p:cNvSpPr>
            <a:spLocks noGrp="1"/>
          </p:cNvSpPr>
          <p:nvPr/>
        </p:nvSpPr>
        <p:spPr>
          <a:xfrm>
            <a:off x="6446365" y="4917368"/>
            <a:ext cx="95556" cy="1679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58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1995" name="text_5294">
            <a:extLst>
              <a:ext uri="{FF2B5EF4-FFF2-40B4-BE49-F238E27FC236}">
                <a16:creationId xmlns:a16="http://schemas.microsoft.com/office/drawing/2014/main" id="{A43E71FC-979E-46CD-8A27-76E449774180}"/>
              </a:ext>
            </a:extLst>
          </p:cNvPr>
          <p:cNvSpPr>
            <a:spLocks noGrp="1"/>
          </p:cNvSpPr>
          <p:nvPr/>
        </p:nvSpPr>
        <p:spPr>
          <a:xfrm>
            <a:off x="6903918" y="4866210"/>
            <a:ext cx="813556" cy="1427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99">
                <a:solidFill>
                  <a:srgbClr val="273744"/>
                </a:solidFill>
                <a:latin typeface="Arial"/>
                <a:ea typeface="Arial"/>
                <a:cs typeface="Arial"/>
              </a:rPr>
              <a:t>CA2, Best of 50</a:t>
            </a:r>
          </a:p>
        </p:txBody>
      </p:sp>
      <p:sp>
        <p:nvSpPr>
          <p:cNvPr id="1996" name="02_predicted_pose_5295">
            <a:extLst>
              <a:ext uri="{FF2B5EF4-FFF2-40B4-BE49-F238E27FC236}">
                <a16:creationId xmlns:a16="http://schemas.microsoft.com/office/drawing/2014/main" id="{6FAB4C77-57EA-4A17-966F-8F21157E97A2}"/>
              </a:ext>
            </a:extLst>
          </p:cNvPr>
          <p:cNvSpPr>
            <a:spLocks noGrp="1"/>
          </p:cNvSpPr>
          <p:nvPr/>
        </p:nvSpPr>
        <p:spPr>
          <a:xfrm>
            <a:off x="7418364" y="6298497"/>
            <a:ext cx="302615" cy="202"/>
          </a:xfrm>
          <a:custGeom>
            <a:avLst/>
            <a:gdLst/>
            <a:ahLst/>
            <a:cxnLst/>
            <a:rect l="0" t="0" r="0" b="0"/>
            <a:pathLst>
              <a:path w="285961" h="191">
                <a:moveTo>
                  <a:pt x="0" y="0"/>
                </a:moveTo>
                <a:lnTo>
                  <a:pt x="285961" y="0"/>
                </a:lnTo>
              </a:path>
            </a:pathLst>
          </a:custGeom>
          <a:noFill/>
          <a:ln w="19050">
            <a:solidFill>
              <a:srgbClr val="5879BD"/>
            </a:solidFill>
            <a:prstDash val="solid"/>
          </a:ln>
        </p:spPr>
      </p:sp>
      <p:sp>
        <p:nvSpPr>
          <p:cNvPr id="1997" name="02_predicted_pose_5296">
            <a:extLst>
              <a:ext uri="{FF2B5EF4-FFF2-40B4-BE49-F238E27FC236}">
                <a16:creationId xmlns:a16="http://schemas.microsoft.com/office/drawing/2014/main" id="{B8017D2C-05AC-46EE-BEB1-E9642D972E7C}"/>
              </a:ext>
            </a:extLst>
          </p:cNvPr>
          <p:cNvSpPr>
            <a:spLocks noGrp="1"/>
          </p:cNvSpPr>
          <p:nvPr/>
        </p:nvSpPr>
        <p:spPr>
          <a:xfrm>
            <a:off x="8628823" y="6085911"/>
            <a:ext cx="302615" cy="202"/>
          </a:xfrm>
          <a:custGeom>
            <a:avLst/>
            <a:gdLst/>
            <a:ahLst/>
            <a:cxnLst/>
            <a:rect l="0" t="0" r="0" b="0"/>
            <a:pathLst>
              <a:path w="285961" h="191">
                <a:moveTo>
                  <a:pt x="0" y="0"/>
                </a:moveTo>
                <a:lnTo>
                  <a:pt x="285961" y="0"/>
                </a:lnTo>
              </a:path>
            </a:pathLst>
          </a:custGeom>
          <a:noFill/>
          <a:ln w="19050">
            <a:solidFill>
              <a:srgbClr val="B57442"/>
            </a:solidFill>
            <a:prstDash val="solid"/>
          </a:ln>
        </p:spPr>
      </p:sp>
      <p:sp>
        <p:nvSpPr>
          <p:cNvPr id="1998" name="text_5297">
            <a:extLst>
              <a:ext uri="{FF2B5EF4-FFF2-40B4-BE49-F238E27FC236}">
                <a16:creationId xmlns:a16="http://schemas.microsoft.com/office/drawing/2014/main" id="{E6125190-5F3C-4FC9-A16F-60A5640BC303}"/>
              </a:ext>
            </a:extLst>
          </p:cNvPr>
          <p:cNvSpPr>
            <a:spLocks noGrp="1"/>
          </p:cNvSpPr>
          <p:nvPr/>
        </p:nvSpPr>
        <p:spPr>
          <a:xfrm>
            <a:off x="3548524" y="1909597"/>
            <a:ext cx="2954021" cy="1763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111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Docking guided by predicted ligand regions</a:t>
            </a:r>
          </a:p>
        </p:txBody>
      </p:sp>
    </p:spTree>
    <p:extLst>
      <p:ext uri="{BB962C8B-B14F-4D97-AF65-F5344CB8AC3E}">
        <p14:creationId xmlns:p14="http://schemas.microsoft.com/office/powerpoint/2010/main" val="387422459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215</TotalTime>
  <Words>1521</Words>
  <Application>Microsoft Office PowerPoint</Application>
  <PresentationFormat>自定义</PresentationFormat>
  <Paragraphs>140</Paragraphs>
  <Slides>3</Slides>
  <Notes>3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5" baseType="lpstr">
      <vt:lpstr>Arial</vt:lpstr>
      <vt:lpstr>Office Theme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Manuscript figures</dc:creator>
  <cp:lastModifiedBy>Hongen Peng</cp:lastModifiedBy>
  <cp:revision>25</cp:revision>
  <dcterms:created xsi:type="dcterms:W3CDTF">2026-10-02T14:55:31Z</dcterms:created>
  <dcterms:modified xsi:type="dcterms:W3CDTF">2026-10-20T13:09:25Z</dcterms:modified>
</cp:coreProperties>
</file>