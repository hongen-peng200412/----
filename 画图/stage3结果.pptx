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comments/modernComment_102_E6EBF9D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  <p188:cm id="{52FBA44F-8392-46AA-AF08-FF77C7FED7C0}" authorId="{D3F71A66-0C34-DF1A-5236-FECDBC820DCB}" created="2026-10-22T15:53:22.979Z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t>PROVENANCE v1</a:t>
        </a:r>
      </a:p>
      <a:p>
        <a:r>
          <a:t>id: stage3-official-tuned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stage3-official-tuned｜官方模型与密度引导微调模型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`stage3-official-tuned`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official-tune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**展示内容与当前载体。** 正文及英文正文的同名 `pptfig` 引用 `画图/stage3结果.pptx`。图比较 PocketXMol-official 和 PocketXMol-tuned，分别使用沉积受体 GT、CryoAtom2 重建受体 CA2，以及 Centre pocket（C0）和 Envelope pocket（E）。上排为原 self-ranking 排第一的构象，下排为同一批 50 个候选中的最低 RMSD。这里的真实中心或包络输入与另一张预测区域引导的公平比较不同。</a:t>
        </a:r>
      </a:p>
      <a:p>
        <a:r>
          <a:t/>
        </a:r>
      </a:p>
      <a:p>
        <a:r>
          <a:t>**直接生成链。** `stage3/calculate/stage3-official-tuned/assemble_data.py::main` 读取冻结评价并构造 `stage3/output/stage3-official-tuned/data.json`；`build_editable_deck.mjs` 的 `officialFigure → fullPanel → distribution` 直接生成 PPT 原生散点、箱体和坐标轴。`plot_stage3.py::main → draw_distribution` 从同一输入生成 Matplotlib 预览及 `summary.json`。这两个渲染入口都应保留：Python 预览不等同于原生 PPT 的直接生成函数。PPT 发布曾经保留作者既有图注，当前正式 PPT 的备注和手工版式作为作者维护载体。</a:t>
        </a:r>
      </a:p>
      <a:p>
        <a:r>
          <a:t/>
        </a:r>
      </a:p>
      <a:p>
        <a:r>
          <a:t>从仓库根运行计算、预览和原生候选生成入口：</a:t>
        </a:r>
      </a:p>
      <a:p>
        <a:r>
          <a:t/>
        </a:r>
      </a:p>
      <a:p>
        <a:r>
          <a:t>```powershell</a:t>
        </a:r>
      </a:p>
      <a:p>
        <a:r>
          <a:t>python 画图/画图代码/stage3/calculate/stage3-official-tuned/assemble_data.py --pocket-dir 画图/画图代码/stage3/output/stage3-official-tuned/frozen --build-dir 补充数据/Find-Match-Build_20261018/metadata/emap_original --output 画图/画图代码/stage3/output/stage3-official-tuned/regenerated/data.json</a:t>
        </a:r>
      </a:p>
      <a:p>
        <a:r>
          <a:t>python 画图/画图代码/stage3/calculate/stage3-official-tuned/plot_stage3.py</a:t>
        </a:r>
      </a:p>
      <a:p>
        <a:r>
          <a:t>node 画图/画图代码/stage3/calculate/stage3-official-tuned/build_editable_deck.mjs</a:t>
        </a:r>
      </a:p>
      <a:p>
        <a:r>
          <a:t>```</a:t>
        </a:r>
      </a:p>
      <a:p>
        <a:r>
          <a:t/>
        </a:r>
      </a:p>
      <a:p>
        <a:r>
          <a:t>**冻结输入与连接。** `data.json.series` 有八组，每组 `rows` 含 446 个实例，字段 `pdb_id`、`occurrence_id`、`top1`、`best`、`status` 保留逐实例距离和失败。`source` 是原服务器评价位置，`source_sha256` 是原文件散列。`frozen/` 中八份本地副本逐字节符合这些散列，原位置如下：</a:t>
        </a:r>
      </a:p>
      <a:p>
        <a:r>
          <a:t/>
        </a:r>
      </a:p>
      <a:p>
        <a:r>
          <a:t>| 本地文件 | 原评价来源 |</a:t>
        </a:r>
      </a:p>
      <a:p>
        <a:r>
          <a:t>|---|---|</a:t>
        </a:r>
      </a:p>
      <a:p>
        <a:r>
          <a:t>| `official_GT_C0.json`、`official_GT_E.json` | `/storage/penghongen/PocketXMol/sampling/official-SMILES/test/{C0,E}/occurrences.json` |</a:t>
        </a:r>
      </a:p>
      <a:p>
        <a:r>
          <a:t>| `local_cov_GT_C0.json` | `/storage/penghongen/PocketXMol/sampling/local_cov-C-T0-RA/test/C0/occurrences.json` |</a:t>
        </a:r>
      </a:p>
      <a:p>
        <a:r>
          <a:t>| `local_cov_GT_E.json` | `/storage/penghongen/PocketXMol/sampling/local_cov-E-T0-RA/test/E/occurrences.json` |</a:t>
        </a:r>
      </a:p>
      <a:p>
        <a:r>
          <a:t>| `official_CA2_C0.json`、`official_CA2_E.json` | `/storage/penghongen/PocketXMol/final_evaluation/standard/ca2/official/test/{C0,E}/occurrences.json` |</a:t>
        </a:r>
      </a:p>
      <a:p>
        <a:r>
          <a:t>| `local_cov_CA2_C0.json` | `/storage/penghongen/PocketXMol/final_evaluation/standard/ca2/local_cov-C/test/C0/occurrences.json` |</a:t>
        </a:r>
      </a:p>
      <a:p>
        <a:r>
          <a:t>| `local_cov_CA2_E.json` | `/storage/penghongen/PocketXMol/final_evaluation/standard/ca2/local_cov-E/test/E/occurrences.json` |</a:t>
        </a:r>
      </a:p>
      <a:p>
        <a:r>
          <a:t/>
        </a:r>
      </a:p>
      <a:p>
        <a:r>
          <a:t>大括号明确表示两份独立协议文件。各组都是固定测试集 446 个实例；official GT 的 C0、E 各有 1 个实例无有效距离，所以箱图各有 445 个点，其余组为 446。距离缺失为 `null`，不填替代值；阈值成功率的完整分母仍为 446。输入中的历史 `subset_count=243` 和 `build` 字段属于旧 Find 命中比较，不用于本图完整测试集，也不能替代现用 head-to-head。</a:t>
        </a:r>
      </a:p>
      <a:p>
        <a:r>
          <a:t/>
        </a:r>
      </a:p>
      <a:p>
        <a:r>
          <a:t>**统计与正文数字。** 箱体为第 25–75 百分位，中心线为中位数，须为第 5–95 百分位。大于 50 Å 的点只在显示时置于 `50+` 区，不截断分位数计算。横向哈希抖动只改善重叠显示，不改变距离。严格 `&lt;2 Å`、`&lt;3 Å` 的成功不包括等号。</a:t>
        </a:r>
      </a:p>
      <a:p>
        <a:r>
          <a:t/>
        </a:r>
      </a:p>
      <a:p>
        <a:r>
          <a:t>| 条件 | 官方 top-1 中位数 | 微调 top-1 中位数 | 官方 best 中位数 | 微调 best 中位数 |</a:t>
        </a:r>
      </a:p>
      <a:p>
        <a:r>
          <a:t>|---|---:|---:|---:|---:|</a:t>
        </a:r>
      </a:p>
      <a:p>
        <a:r>
          <a:t>| GT、C0 | 2.312081 | 1.288763 | 1.430835 | 0.770799 |</a:t>
        </a:r>
      </a:p>
      <a:p>
        <a:r>
          <a:t>| CA2、C0 | 3.013660 | 1.438240 | 1.744151 | 0.865590 |</a:t>
        </a:r>
      </a:p>
      <a:p>
        <a:r>
          <a:t>| GT、E | 1.554979 | 1.137006 | 0.943153 | 0.690788 |</a:t>
        </a:r>
      </a:p>
      <a:p>
        <a:r>
          <a:t>| CA2、E | 1.813358 | 1.212400 | 1.152167 | 0.774636 |</a:t>
        </a:r>
      </a:p>
      <a:p>
        <a:r>
          <a:t/>
        </a:r>
      </a:p>
      <a:p>
        <a:r>
          <a:t>正文 C0 段落的 2.31→1.29、1.43→0.77、CA2 的 3.01→1.44 均由对应行四舍五入得到。摘要和 Introduction 的 1.55→1.14 来自 **GT、E**，并不是 CA2 条件的中位数；解释这些数字时必须保留协议含义。原逐实例距离在输出留档中，可复核 44.7%、73.8%、83.4%、61.6%、93.0% 等阈值统计。</a:t>
        </a:r>
      </a:p>
      <a:p>
        <a:r>
          <a:t/>
        </a:r>
      </a:p>
      <a:p>
        <a:r>
          <a:t>**实验版本与核验边界。** `evidence/local_cov本轮实验日志.md` 保存第三次 local_cov 实验的训练、测试命令及不可变 release；`evidence/实现与共同数据准备.md` 保存实例冻结。当前其他仓库 HEAD 不是历史运行版本。八份原评价、本图逐实例输入和统计均已本地核对；本轮未重新执行模型、构象排名或 RMSD 评价。原始 50 个 SDF 候选和模型权重仍依各 `source` 所属服务器实验目录追溯，不能从本图的两列距离还原全部原子坐标。</a:t>
        </a:r>
      </a:p>
      <a:p>
        <a:r>
          <a:t/>
        </a:r>
      </a:p>
      <a:p>
        <a:r>
          <a:t>迁移后的 `plot_stage3.py` 已实际运行，新预览和统计只写 `output/stage3-official-tuned/regenerated/`，生成的完整 `summary.json` 与冻结摘要解析后逐字段完全相等。当前正式PPT未由重绘覆盖。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comments/modernComment_102_E6EBF9D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F25589-E830-422A-ACB0-AB3BC75EBFD9}" authorId="{D3F71A66-0C34-DF1A-5236-FECDBC820DCB}" created="2026-10-16T07:02:37.193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rPr lang="zh-CN" altLang="en-US"/>
          <a:t>@@stage3-predicted-region-head-to-head</a:t>
        </a:r>
      </a:p>
    </p188:txBody>
  </p188:cm>
  <p188:cm id="{EEC7C71A-43AD-4FA3-8ABC-3FB5A13E7E21}" authorId="{D3F71A66-0C34-DF1A-5236-FECDBC820DCB}" created="2026-10-22T15:53:22.979Z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t>PROVENANCE v1</a:t>
        </a:r>
      </a:p>
      <a:p>
        <a:r>
          <a:t>id: stage3-predicted-region-head-to-head</a:t>
        </a:r>
      </a:p>
      <a:p>
        <a:r>
          <a:t>source: 画图/画图代码/stage3/calculate/图表追溯.md</a:t>
        </a:r>
      </a:p>
      <a:p>
        <a:r>
          <a:t/>
        </a:r>
      </a:p>
      <a:p>
        <a:r>
          <a:t>## stage3-predicted-region-head-to-head｜两种 Find 共同命中的预测区域引导对接</a:t>
        </a:r>
      </a:p>
      <a:p>
        <a:r>
          <a:t/>
        </a:r>
      </a:p>
      <a:p>
        <a:r>
          <a:t>**共享关系与本图选择。** 本图与`@@e2e-find-build-direct-comparison`、`@@find-only-instance-completion`、`@@supp-find-correct-match-build`关联的共享代码位于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`stage3-predicted-region-head-to-head`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3-predicted-region-head-to-head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**科学问题与载体。** 正文和英文正文引用 `画图/stage3结果.pptx` 中同名图。两种方法均给定正确 SMILES；PocketXMol-tuned 用 LigandSeek-Find 的完整 blob 质心构造 15 Å 中心口袋，Emap2lig-Build 用其 Find 的原生三维 blob。GT、CA2 各自定义一组共同命中实例；不能拿真实配体中心对接的旧 237 实例图代替。</a:t>
        </a:r>
      </a:p>
      <a:p>
        <a:r>
          <a:t/>
        </a:r>
      </a:p>
      <a:p>
        <a:r>
          <a:t>**直接生成链。** `e2e/calculate/find-build-shared/assemble_data.py::main` 读取 `e2e/output/find-build-shared/sources/{GT,CA2,Emap2lig}/docking_results.jsonl`，按 `(pdb_id, matched_occurrence_id)` 连接，写出 `data.json.pairs`、`paired_pose.csv` 和 `summary.json`。直接绘图函数为 `stage3/calculate/stage3-predicted-region-head-to-head/plot.py::draw_rmsd`，由该文件的 `main` 生成唯一的 `02_predicted_pose` 页面；`svg_shapes.py` 展开同源 SVG，`assemble.mjs` 将这些图形装配为原生 PPT。图集归并保留相同稳定图名。</a:t>
        </a:r>
      </a:p>
      <a:p>
        <a:r>
          <a:t/>
        </a:r>
      </a:p>
      <a:p>
        <a:r>
          <a:t>**分母、缺失与统计。** GT 共同命中为 235 个、四项距离齐全为 231 个；CA2 共同命中为 230 个、四项距离齐全为 228 个。`all_rows` 保存全部 465 个共同实例及缺失；`numeric_rows` 只保存两种方法的 top-1、best 四项距离均有效的配对，用于散点、箱体、中位数；成功率分母保留 235／230。`tuned_blob`、`emap_blob` 是各自原 blob 编号，不能当作真实实例编号。RMSD 为 Å，`null` 表示无有效评价。原 self-ranking 和 `consistency_iou` 排名保留，均从 50 个候选取 top-1／best，不按 GT 距离重新挑选 top-1。</a:t>
        </a:r>
      </a:p>
      <a:p>
        <a:r>
          <a:t/>
        </a:r>
      </a:p>
      <a:p>
        <a:r>
          <a:t>图 a/b 对应 GT 的 top-1／best，c/d 对应 CA2。箱体、须和阈值线定义同本文件上一图；纵轴为对数刻度。GT 中位数：tuned top-1 为 0.852578 Å、best 为 0.633977 Å；Emap2lig 分别为 1.826763 Å、1.320193 Å。CA2 中位数分别为 1.020339／0.706682 Å 和 1.826411／1.323884 Å。</a:t>
        </a:r>
      </a:p>
      <a:p>
        <a:r>
          <a:t/>
        </a:r>
      </a:p>
      <a:p>
        <a:r>
          <a:t>**原实验链。** 三域逐 blob 记录来自服务器统一根 `/storage/penghongen/Adaligand_E2E/test/test_0/evaluation/`。原文件散列与服务器位置保存在补充归档 `补充数据/Find-Match-Build_20261018/provenance/source_manifest.json`；相同归档的 `configs/`、`provenance/git_endpoints.json`、`reference_logs/AdaLigand/` 保存配置、源码端点及实际 release／launch，`metadata/pipeline/` 保留原记录。GT／CA2 的中心模型为 `local_cov-C-T0-RA-b72` 的 best checkpoint `step=24800.ckpt`，历史不可变 PocketXMol release 为 `PocketXMol_f4d72bbea387`。Emap2lig 原实验、原 CIF 排名与六例失败见归档的 `metadata/emap_original/` 和 `reference_logs/Emap2lig/`。</a:t>
        </a:r>
      </a:p>
      <a:p>
        <a:r>
          <a:t/>
        </a:r>
      </a:p>
      <a:p>
        <a:r>
          <a:t>**已核验与已知差异。** 本地冻结摘要与直接配对记录一致；旧 Stage3 237 例与当前 GT235／CA2230 的共同集已分清。当前正文将 231／228 描述为“共同预测出的实例”，并把 Emap2lig 的 237 个有效姿态称作合格 blob 数；冻结管线实际保留 Emap2lig 243 个候选目标，其中 237 个有有效姿态。本轮保存作者正文，明确记录这个统计口径差异，不能用正文措辞覆盖冻结分母。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PocketXMol-official 与密度引导的 PocketXMol-tuned 在 446 个小分子对接任务上的比较。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分布。左侧为以结合位点中心定义的 15 Å 球形口袋（Centre pocket），右侧为以配体原子周围 10 Å 包络定义的口袋（Envelope pocket）。两种口袋定义均在真实受体和 CryoAtom2 重建受体条件下评估。每个点代表一个配体实例。箱体、中心线和须分别表示第 25–75 百分位数、中位数和第 5–95 百分位数。纵轴采用对数尺度；超过 50 Å 的离群值以顶部三角形表示。官方模型在一个测试实例上失败，原因是选定口袋不含有效蛋白质原子，该实例从其统计中排除。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Comparison of </a:t>
            </a:r>
            <a:r>
              <a:rPr dirty="0" err="1"/>
              <a:t>PocketXMol</a:t>
            </a:r>
            <a:r>
              <a:rPr dirty="0"/>
              <a:t>-official and density-guided </a:t>
            </a:r>
            <a:r>
              <a:rPr dirty="0" err="1"/>
              <a:t>PocketXMol</a:t>
            </a:r>
            <a:r>
              <a:rPr dirty="0"/>
              <a:t>-tuned on 446 small-molecule docking tasks.</a:t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PocketXMol-tuned 与 Emap2lig-Build 在 Emap2lig-Find 检出的实例上的对接性能（n = 237）。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分布。PocketXMol-tuned 使用以结合位点为中心的 15 Å 球形口袋，分别在真实受体和 CryoAtom2 重建受体条件下评估。Emap2lig-Build 使用 Emap2lig-Find 预测的原始三维候选 blob 作为提示区域。每个点代表一个配体实例。箱体、中心线和须分别表示第 25–75 百分位数、中位数和第 5–95 百分位数。纵轴采用对数尺度。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预测配体区域引导下的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与</a:t>
            </a:r>
            <a:r>
              <a:rPr lang="en-US" altLang="zh-CN" dirty="0"/>
              <a:t>Emap2lig-Build</a:t>
            </a:r>
            <a:r>
              <a:rPr lang="zh-CN" altLang="en-US" dirty="0"/>
              <a:t>对接比较。</a:t>
            </a:r>
            <a:r>
              <a:rPr lang="en-US" altLang="zh-CN" dirty="0" err="1"/>
              <a:t>a,b</a:t>
            </a:r>
            <a:r>
              <a:rPr lang="zh-CN" altLang="en-US" dirty="0"/>
              <a:t>，沉积受体</a:t>
            </a:r>
            <a:r>
              <a:rPr lang="en-US" altLang="zh-CN" dirty="0"/>
              <a:t>(GT)</a:t>
            </a:r>
            <a:r>
              <a:rPr lang="zh-CN" altLang="en-US" dirty="0"/>
              <a:t>条件下</a:t>
            </a:r>
            <a:r>
              <a:rPr lang="en-US" altLang="zh-CN" dirty="0"/>
              <a:t>LigandSeek2-Find</a:t>
            </a:r>
            <a:r>
              <a:rPr lang="zh-CN" altLang="en-US" dirty="0"/>
              <a:t>与</a:t>
            </a:r>
            <a:r>
              <a:rPr lang="en-US" altLang="zh-CN" dirty="0"/>
              <a:t>Emap2lig-Find</a:t>
            </a:r>
            <a:r>
              <a:rPr lang="zh-CN" altLang="en-US" dirty="0"/>
              <a:t>共同命中的</a:t>
            </a:r>
            <a:r>
              <a:rPr lang="en-US" altLang="zh-CN" dirty="0"/>
              <a:t>235</a:t>
            </a:r>
            <a:r>
              <a:rPr lang="zh-CN" altLang="en-US" dirty="0"/>
              <a:t>个实例；</a:t>
            </a:r>
            <a:r>
              <a:rPr lang="en-US" altLang="zh-CN" dirty="0" err="1"/>
              <a:t>c,d</a:t>
            </a:r>
            <a:r>
              <a:rPr lang="zh-CN" altLang="en-US" dirty="0"/>
              <a:t>，</a:t>
            </a:r>
            <a:r>
              <a:rPr lang="en-US" altLang="zh-CN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(CA2)</a:t>
            </a:r>
            <a:r>
              <a:rPr lang="zh-CN" altLang="en-US" dirty="0"/>
              <a:t>条件下共同命中的</a:t>
            </a:r>
            <a:r>
              <a:rPr lang="en-US" altLang="zh-CN" dirty="0"/>
              <a:t>230</a:t>
            </a:r>
            <a:r>
              <a:rPr lang="zh-CN" altLang="en-US" dirty="0"/>
              <a:t>个实例。</a:t>
            </a:r>
            <a:r>
              <a:rPr lang="en-US" altLang="zh-CN" dirty="0"/>
              <a:t>RMSD</a:t>
            </a:r>
            <a:r>
              <a:rPr lang="zh-CN" altLang="en-US" dirty="0"/>
              <a:t>分布分别包含</a:t>
            </a:r>
            <a:r>
              <a:rPr lang="en-US" altLang="zh-CN" dirty="0"/>
              <a:t>231</a:t>
            </a:r>
            <a:r>
              <a:rPr lang="zh-CN" altLang="en-US" dirty="0"/>
              <a:t>和</a:t>
            </a:r>
            <a:r>
              <a:rPr lang="en-US" altLang="zh-CN" dirty="0"/>
              <a:t>228</a:t>
            </a:r>
            <a:r>
              <a:rPr lang="zh-CN" altLang="en-US" dirty="0"/>
              <a:t>个配对实例。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以</a:t>
            </a:r>
            <a:r>
              <a:rPr lang="en-US" altLang="zh-CN" dirty="0"/>
              <a:t>LigandSeek2-Find</a:t>
            </a:r>
            <a:r>
              <a:rPr lang="zh-CN" altLang="en-US" dirty="0"/>
              <a:t>完整</a:t>
            </a:r>
            <a:r>
              <a:rPr lang="en-US" altLang="zh-CN" dirty="0"/>
              <a:t>blob</a:t>
            </a:r>
            <a:r>
              <a:rPr lang="zh-CN" altLang="en-US" dirty="0"/>
              <a:t>的质心选取</a:t>
            </a:r>
            <a:r>
              <a:rPr lang="en-US" altLang="zh-CN" dirty="0"/>
              <a:t>$15\,\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中心口袋；</a:t>
            </a:r>
            <a:r>
              <a:rPr lang="en-US" altLang="zh-CN" dirty="0"/>
              <a:t>Emap2lig-Build</a:t>
            </a:r>
            <a:r>
              <a:rPr lang="zh-CN" altLang="en-US" dirty="0"/>
              <a:t>使用其</a:t>
            </a:r>
            <a:r>
              <a:rPr lang="en-US" altLang="zh-CN" dirty="0"/>
              <a:t>Find</a:t>
            </a:r>
            <a:r>
              <a:rPr lang="zh-CN" altLang="en-US" dirty="0"/>
              <a:t>产生的原生三维</a:t>
            </a:r>
            <a:r>
              <a:rPr lang="en-US" altLang="zh-CN" dirty="0"/>
              <a:t>blob</a:t>
            </a:r>
            <a:r>
              <a:rPr lang="zh-CN" altLang="en-US" dirty="0"/>
              <a:t>。两者均给定正确</a:t>
            </a:r>
            <a:r>
              <a:rPr lang="en-US" altLang="zh-CN" dirty="0"/>
              <a:t>SMILES</a:t>
            </a:r>
            <a:r>
              <a:rPr lang="zh-CN" altLang="en-US" dirty="0"/>
              <a:t>，以</a:t>
            </a:r>
            <a:r>
              <a:rPr lang="en-US" altLang="zh-CN" dirty="0"/>
              <a:t>100</a:t>
            </a:r>
            <a:r>
              <a:rPr lang="zh-CN" altLang="en-US" dirty="0"/>
              <a:t>步生成</a:t>
            </a:r>
            <a:r>
              <a:rPr lang="en-US" altLang="zh-CN" dirty="0"/>
              <a:t>50</a:t>
            </a:r>
            <a:r>
              <a:rPr lang="zh-CN" altLang="en-US" dirty="0"/>
              <a:t>个候选。左列为模型评分首选构象，右列为</a:t>
            </a:r>
            <a:r>
              <a:rPr lang="en-US" altLang="zh-CN" dirty="0"/>
              <a:t>50</a:t>
            </a:r>
            <a:r>
              <a:rPr lang="zh-CN" altLang="en-US" dirty="0"/>
              <a:t>个候选中的最低重原子</a:t>
            </a:r>
            <a:r>
              <a:rPr lang="en-US" altLang="zh-CN" dirty="0"/>
              <a:t>RMSD</a:t>
            </a:r>
            <a:r>
              <a:rPr lang="zh-CN" altLang="en-US" dirty="0"/>
              <a:t>。散点表示实例，箱体为</a:t>
            </a:r>
            <a:r>
              <a:rPr lang="en-US" altLang="zh-CN" dirty="0"/>
              <a:t>25–75</a:t>
            </a:r>
            <a:r>
              <a:rPr lang="zh-CN" altLang="en-US" dirty="0"/>
              <a:t>百分位，中线为中位数，须为</a:t>
            </a:r>
            <a:r>
              <a:rPr lang="en-US" altLang="zh-CN" dirty="0"/>
              <a:t>5–95</a:t>
            </a:r>
            <a:r>
              <a:rPr lang="zh-CN" altLang="en-US" dirty="0"/>
              <a:t>百分位。纵轴为对数刻度；细虚线表示</a:t>
            </a:r>
            <a:r>
              <a:rPr lang="en-US" altLang="zh-CN" dirty="0"/>
              <a:t>$2\,\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和</a:t>
            </a:r>
            <a:r>
              <a:rPr lang="en-US" altLang="zh-CN" dirty="0"/>
              <a:t>$3\,\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altLang="zh-CN" dirty="0"/>
              <a:t>ENGLISH:
</a:t>
            </a:r>
            <a:r>
              <a:rPr lang="en-US" altLang="zh-CN" b="1" dirty="0"/>
              <a:t>Docking performance of </a:t>
            </a:r>
            <a:r>
              <a:rPr lang="en-US" altLang="zh-CN" b="1" dirty="0" err="1"/>
              <a:t>PocketXMol</a:t>
            </a:r>
            <a:r>
              <a:rPr lang="en-US" altLang="zh-CN" b="1" dirty="0"/>
              <a:t>-tuned and Emap2lig-Build using predicted ligand regions. </a:t>
            </a:r>
            <a:r>
              <a:rPr lang="en-US" altLang="zh-CN" sz="1200" b="1" kern="1200" dirty="0" err="1"/>
              <a:t>a,b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Deposited receptor (GT) comparison on 231 instances jointly detected by </a:t>
            </a:r>
            <a:r>
              <a:rPr lang="en-US" altLang="zh-CN" dirty="0" err="1"/>
              <a:t>LigandSeek</a:t>
            </a:r>
            <a:r>
              <a:rPr lang="en-US" altLang="zh-CN" dirty="0"/>
              <a:t>-Find and Emap2lig-Find. </a:t>
            </a:r>
            <a:r>
              <a:rPr lang="en-US" altLang="zh-CN" sz="1200" b="1" kern="1200" dirty="0" err="1"/>
              <a:t>c,d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CryoAtom2-reconstructed receptor (CA2) comparison on 228 instances jointly detected by both methods. </a:t>
            </a:r>
            <a:r>
              <a:rPr lang="en-US" altLang="zh-CN" dirty="0" err="1"/>
              <a:t>PocketXMol</a:t>
            </a:r>
            <a:r>
              <a:rPr lang="en-US" altLang="zh-CN" dirty="0"/>
              <a:t>-tuned uses the </a:t>
            </a:r>
            <a:r>
              <a:rPr lang="en-US" altLang="zh-CN" dirty="0" err="1"/>
              <a:t>LigandSeek</a:t>
            </a:r>
            <a:r>
              <a:rPr lang="en-US" altLang="zh-CN" dirty="0"/>
              <a:t>-Find blob centroid to define a 15 Å </a:t>
            </a:r>
            <a:r>
              <a:rPr lang="en-US" altLang="zh-CN" dirty="0" err="1"/>
              <a:t>centre</a:t>
            </a:r>
            <a:r>
              <a:rPr lang="en-US" altLang="zh-CN" dirty="0"/>
              <a:t> pocket; Emap2lig-Build uses the Emap2lig-Find predicted blob as its guiding region. Left (</a:t>
            </a:r>
            <a:r>
              <a:rPr lang="en-US" altLang="zh-CN" dirty="0" err="1"/>
              <a:t>a,c</a:t>
            </a:r>
            <a:r>
              <a:rPr lang="en-US" altLang="zh-CN" dirty="0"/>
              <a:t>), top-1 RMSD. Right (</a:t>
            </a:r>
            <a:r>
              <a:rPr lang="en-US" altLang="zh-CN" dirty="0" err="1"/>
              <a:t>b,d</a:t>
            </a:r>
            <a:r>
              <a:rPr lang="en-US" altLang="zh-CN" dirty="0"/>
              <a:t>), best-of-50 RMSD. Points represent ligand instances, boxes span the 25th–75th percentiles, </a:t>
            </a:r>
            <a:r>
              <a:rPr lang="en-US" altLang="zh-CN" dirty="0" err="1"/>
              <a:t>centre</a:t>
            </a:r>
            <a:r>
              <a:rPr lang="en-US" altLang="zh-CN" dirty="0"/>
              <a:t> lines show medians and whiskers span the 5th–95th percentiles. The y-axis is logarithmic. Dashed lines mark 2 Å and 3 Å.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3683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25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E6EBF9D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02_predicted_pose_3300">
            <a:extLst>
              <a:ext uri="{FF2B5EF4-FFF2-40B4-BE49-F238E27FC236}">
                <a16:creationId xmlns:a16="http://schemas.microsoft.com/office/drawing/2014/main" id="{4F1C634D-A514-4D8B-99D9-B1F14B04A572}"/>
              </a:ext>
            </a:extLst>
          </p:cNvPr>
          <p:cNvSpPr>
            <a:spLocks noGrp="1"/>
          </p:cNvSpPr>
          <p:nvPr/>
        </p:nvSpPr>
        <p:spPr>
          <a:xfrm>
            <a:off x="2794210" y="1809591"/>
            <a:ext cx="6857395" cy="552401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predicted_pose_3301">
            <a:extLst>
              <a:ext uri="{FF2B5EF4-FFF2-40B4-BE49-F238E27FC236}">
                <a16:creationId xmlns:a16="http://schemas.microsoft.com/office/drawing/2014/main" id="{57EDA375-768F-4775-881E-6907C731C29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predicted_pose_3302">
            <a:extLst>
              <a:ext uri="{FF2B5EF4-FFF2-40B4-BE49-F238E27FC236}">
                <a16:creationId xmlns:a16="http://schemas.microsoft.com/office/drawing/2014/main" id="{8CFBF945-3068-493C-9AAA-0B2D90541EE3}"/>
              </a:ext>
            </a:extLst>
          </p:cNvPr>
          <p:cNvSpPr>
            <a:spLocks noGrp="1"/>
          </p:cNvSpPr>
          <p:nvPr/>
        </p:nvSpPr>
        <p:spPr>
          <a:xfrm>
            <a:off x="3548525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4" name="02_predicted_pose_3303">
            <a:extLst>
              <a:ext uri="{FF2B5EF4-FFF2-40B4-BE49-F238E27FC236}">
                <a16:creationId xmlns:a16="http://schemas.microsoft.com/office/drawing/2014/main" id="{F7A55B42-5338-403F-A025-DCBB2D220326}"/>
              </a:ext>
            </a:extLst>
          </p:cNvPr>
          <p:cNvSpPr>
            <a:spLocks noGrp="1"/>
          </p:cNvSpPr>
          <p:nvPr/>
        </p:nvSpPr>
        <p:spPr>
          <a:xfrm>
            <a:off x="3548525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" name="02_predicted_pose_3304">
            <a:extLst>
              <a:ext uri="{FF2B5EF4-FFF2-40B4-BE49-F238E27FC236}">
                <a16:creationId xmlns:a16="http://schemas.microsoft.com/office/drawing/2014/main" id="{8CA75C1D-E6C3-4EF3-97A3-6C6DF46AC76A}"/>
              </a:ext>
            </a:extLst>
          </p:cNvPr>
          <p:cNvSpPr>
            <a:spLocks noGrp="1"/>
          </p:cNvSpPr>
          <p:nvPr/>
        </p:nvSpPr>
        <p:spPr>
          <a:xfrm>
            <a:off x="421427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6" name="text_3305">
            <a:extLst>
              <a:ext uri="{FF2B5EF4-FFF2-40B4-BE49-F238E27FC236}">
                <a16:creationId xmlns:a16="http://schemas.microsoft.com/office/drawing/2014/main" id="{03B776A6-0E54-48C3-90A2-5FACC3DCB438}"/>
              </a:ext>
            </a:extLst>
          </p:cNvPr>
          <p:cNvSpPr>
            <a:spLocks noGrp="1"/>
          </p:cNvSpPr>
          <p:nvPr/>
        </p:nvSpPr>
        <p:spPr>
          <a:xfrm>
            <a:off x="3829971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7" name="02_predicted_pose_3306">
            <a:extLst>
              <a:ext uri="{FF2B5EF4-FFF2-40B4-BE49-F238E27FC236}">
                <a16:creationId xmlns:a16="http://schemas.microsoft.com/office/drawing/2014/main" id="{46A94631-39D9-4A8D-86E1-8737DF87A0B1}"/>
              </a:ext>
            </a:extLst>
          </p:cNvPr>
          <p:cNvSpPr>
            <a:spLocks noGrp="1"/>
          </p:cNvSpPr>
          <p:nvPr/>
        </p:nvSpPr>
        <p:spPr>
          <a:xfrm>
            <a:off x="542473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8" name="text_3307">
            <a:extLst>
              <a:ext uri="{FF2B5EF4-FFF2-40B4-BE49-F238E27FC236}">
                <a16:creationId xmlns:a16="http://schemas.microsoft.com/office/drawing/2014/main" id="{80198C13-A99F-4935-955E-930AF8904ABC}"/>
              </a:ext>
            </a:extLst>
          </p:cNvPr>
          <p:cNvSpPr>
            <a:spLocks noGrp="1"/>
          </p:cNvSpPr>
          <p:nvPr/>
        </p:nvSpPr>
        <p:spPr>
          <a:xfrm>
            <a:off x="5108448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9" name="02_predicted_pose_3308">
            <a:extLst>
              <a:ext uri="{FF2B5EF4-FFF2-40B4-BE49-F238E27FC236}">
                <a16:creationId xmlns:a16="http://schemas.microsoft.com/office/drawing/2014/main" id="{E0861BEB-6027-4009-B94A-04538FF4A313}"/>
              </a:ext>
            </a:extLst>
          </p:cNvPr>
          <p:cNvSpPr>
            <a:spLocks noGrp="1"/>
          </p:cNvSpPr>
          <p:nvPr/>
        </p:nvSpPr>
        <p:spPr>
          <a:xfrm>
            <a:off x="3508205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" name="text_3309">
            <a:extLst>
              <a:ext uri="{FF2B5EF4-FFF2-40B4-BE49-F238E27FC236}">
                <a16:creationId xmlns:a16="http://schemas.microsoft.com/office/drawing/2014/main" id="{18459E52-B442-4FF3-9B62-6252B8C5DC0B}"/>
              </a:ext>
            </a:extLst>
          </p:cNvPr>
          <p:cNvSpPr>
            <a:spLocks noGrp="1"/>
          </p:cNvSpPr>
          <p:nvPr/>
        </p:nvSpPr>
        <p:spPr>
          <a:xfrm>
            <a:off x="3337119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1" name="02_predicted_pose_3310">
            <a:extLst>
              <a:ext uri="{FF2B5EF4-FFF2-40B4-BE49-F238E27FC236}">
                <a16:creationId xmlns:a16="http://schemas.microsoft.com/office/drawing/2014/main" id="{014A89FA-3F76-4EC6-B084-31D8560D1C1A}"/>
              </a:ext>
            </a:extLst>
          </p:cNvPr>
          <p:cNvSpPr>
            <a:spLocks noGrp="1"/>
          </p:cNvSpPr>
          <p:nvPr/>
        </p:nvSpPr>
        <p:spPr>
          <a:xfrm>
            <a:off x="3508205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2" name="text_3311">
            <a:extLst>
              <a:ext uri="{FF2B5EF4-FFF2-40B4-BE49-F238E27FC236}">
                <a16:creationId xmlns:a16="http://schemas.microsoft.com/office/drawing/2014/main" id="{8D0D3C74-8E19-4B82-9370-830029A0D992}"/>
              </a:ext>
            </a:extLst>
          </p:cNvPr>
          <p:cNvSpPr>
            <a:spLocks noGrp="1"/>
          </p:cNvSpPr>
          <p:nvPr/>
        </p:nvSpPr>
        <p:spPr>
          <a:xfrm>
            <a:off x="3337119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3" name="02_predicted_pose_3312">
            <a:extLst>
              <a:ext uri="{FF2B5EF4-FFF2-40B4-BE49-F238E27FC236}">
                <a16:creationId xmlns:a16="http://schemas.microsoft.com/office/drawing/2014/main" id="{B4F7452C-04E1-43A4-AFF5-4243D2DEA981}"/>
              </a:ext>
            </a:extLst>
          </p:cNvPr>
          <p:cNvSpPr>
            <a:spLocks noGrp="1"/>
          </p:cNvSpPr>
          <p:nvPr/>
        </p:nvSpPr>
        <p:spPr>
          <a:xfrm>
            <a:off x="3508205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4" name="text_3313">
            <a:extLst>
              <a:ext uri="{FF2B5EF4-FFF2-40B4-BE49-F238E27FC236}">
                <a16:creationId xmlns:a16="http://schemas.microsoft.com/office/drawing/2014/main" id="{461C4C64-3181-4752-85F5-BAF08C96C5CC}"/>
              </a:ext>
            </a:extLst>
          </p:cNvPr>
          <p:cNvSpPr>
            <a:spLocks noGrp="1"/>
          </p:cNvSpPr>
          <p:nvPr/>
        </p:nvSpPr>
        <p:spPr>
          <a:xfrm>
            <a:off x="3415580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02_predicted_pose_3314">
            <a:extLst>
              <a:ext uri="{FF2B5EF4-FFF2-40B4-BE49-F238E27FC236}">
                <a16:creationId xmlns:a16="http://schemas.microsoft.com/office/drawing/2014/main" id="{315E7F35-70EE-45A3-8BDF-7E036641DA2A}"/>
              </a:ext>
            </a:extLst>
          </p:cNvPr>
          <p:cNvSpPr>
            <a:spLocks noGrp="1"/>
          </p:cNvSpPr>
          <p:nvPr/>
        </p:nvSpPr>
        <p:spPr>
          <a:xfrm>
            <a:off x="3508205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6" name="text_3315">
            <a:extLst>
              <a:ext uri="{FF2B5EF4-FFF2-40B4-BE49-F238E27FC236}">
                <a16:creationId xmlns:a16="http://schemas.microsoft.com/office/drawing/2014/main" id="{7C5E32BD-7568-4BFC-830C-2B3587E9D0C6}"/>
              </a:ext>
            </a:extLst>
          </p:cNvPr>
          <p:cNvSpPr>
            <a:spLocks noGrp="1"/>
          </p:cNvSpPr>
          <p:nvPr/>
        </p:nvSpPr>
        <p:spPr>
          <a:xfrm>
            <a:off x="3415580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02_predicted_pose_3316">
            <a:extLst>
              <a:ext uri="{FF2B5EF4-FFF2-40B4-BE49-F238E27FC236}">
                <a16:creationId xmlns:a16="http://schemas.microsoft.com/office/drawing/2014/main" id="{6DCD94DA-2361-406E-AD8E-D4A6E5FF15A4}"/>
              </a:ext>
            </a:extLst>
          </p:cNvPr>
          <p:cNvSpPr>
            <a:spLocks noGrp="1"/>
          </p:cNvSpPr>
          <p:nvPr/>
        </p:nvSpPr>
        <p:spPr>
          <a:xfrm>
            <a:off x="3508205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8" name="text_3317">
            <a:extLst>
              <a:ext uri="{FF2B5EF4-FFF2-40B4-BE49-F238E27FC236}">
                <a16:creationId xmlns:a16="http://schemas.microsoft.com/office/drawing/2014/main" id="{95439B2F-7102-4EE6-AC12-A577A72DCBDB}"/>
              </a:ext>
            </a:extLst>
          </p:cNvPr>
          <p:cNvSpPr>
            <a:spLocks noGrp="1"/>
          </p:cNvSpPr>
          <p:nvPr/>
        </p:nvSpPr>
        <p:spPr>
          <a:xfrm>
            <a:off x="3415580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02_predicted_pose_3318">
            <a:extLst>
              <a:ext uri="{FF2B5EF4-FFF2-40B4-BE49-F238E27FC236}">
                <a16:creationId xmlns:a16="http://schemas.microsoft.com/office/drawing/2014/main" id="{DD1B6157-D8D0-49E2-A10C-232D07073BAE}"/>
              </a:ext>
            </a:extLst>
          </p:cNvPr>
          <p:cNvSpPr>
            <a:spLocks noGrp="1"/>
          </p:cNvSpPr>
          <p:nvPr/>
        </p:nvSpPr>
        <p:spPr>
          <a:xfrm>
            <a:off x="3508205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0" name="text_3319">
            <a:extLst>
              <a:ext uri="{FF2B5EF4-FFF2-40B4-BE49-F238E27FC236}">
                <a16:creationId xmlns:a16="http://schemas.microsoft.com/office/drawing/2014/main" id="{99906F21-0542-45DF-A19D-A76E8C7B5605}"/>
              </a:ext>
            </a:extLst>
          </p:cNvPr>
          <p:cNvSpPr>
            <a:spLocks noGrp="1"/>
          </p:cNvSpPr>
          <p:nvPr/>
        </p:nvSpPr>
        <p:spPr>
          <a:xfrm>
            <a:off x="3415580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02_predicted_pose_3320">
            <a:extLst>
              <a:ext uri="{FF2B5EF4-FFF2-40B4-BE49-F238E27FC236}">
                <a16:creationId xmlns:a16="http://schemas.microsoft.com/office/drawing/2014/main" id="{52A885BE-64D3-4A9E-969F-0A87CA948832}"/>
              </a:ext>
            </a:extLst>
          </p:cNvPr>
          <p:cNvSpPr>
            <a:spLocks noGrp="1"/>
          </p:cNvSpPr>
          <p:nvPr/>
        </p:nvSpPr>
        <p:spPr>
          <a:xfrm>
            <a:off x="3508205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2" name="text_3321">
            <a:extLst>
              <a:ext uri="{FF2B5EF4-FFF2-40B4-BE49-F238E27FC236}">
                <a16:creationId xmlns:a16="http://schemas.microsoft.com/office/drawing/2014/main" id="{16D93084-5ED9-49E7-AF16-41FB4C2312B0}"/>
              </a:ext>
            </a:extLst>
          </p:cNvPr>
          <p:cNvSpPr>
            <a:spLocks noGrp="1"/>
          </p:cNvSpPr>
          <p:nvPr/>
        </p:nvSpPr>
        <p:spPr>
          <a:xfrm>
            <a:off x="3363272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3" name="02_predicted_pose_3322">
            <a:extLst>
              <a:ext uri="{FF2B5EF4-FFF2-40B4-BE49-F238E27FC236}">
                <a16:creationId xmlns:a16="http://schemas.microsoft.com/office/drawing/2014/main" id="{3E46199D-4CDA-4CC8-B405-2107325E306A}"/>
              </a:ext>
            </a:extLst>
          </p:cNvPr>
          <p:cNvSpPr>
            <a:spLocks noGrp="1"/>
          </p:cNvSpPr>
          <p:nvPr/>
        </p:nvSpPr>
        <p:spPr>
          <a:xfrm>
            <a:off x="3508205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4" name="text_3323">
            <a:extLst>
              <a:ext uri="{FF2B5EF4-FFF2-40B4-BE49-F238E27FC236}">
                <a16:creationId xmlns:a16="http://schemas.microsoft.com/office/drawing/2014/main" id="{E1582130-ED0F-450B-9198-E9468326560E}"/>
              </a:ext>
            </a:extLst>
          </p:cNvPr>
          <p:cNvSpPr>
            <a:spLocks noGrp="1"/>
          </p:cNvSpPr>
          <p:nvPr/>
        </p:nvSpPr>
        <p:spPr>
          <a:xfrm>
            <a:off x="3363272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5" name="text_3324">
            <a:extLst>
              <a:ext uri="{FF2B5EF4-FFF2-40B4-BE49-F238E27FC236}">
                <a16:creationId xmlns:a16="http://schemas.microsoft.com/office/drawing/2014/main" id="{A8767219-F7EF-46E5-8CE6-E5DC9425077A}"/>
              </a:ext>
            </a:extLst>
          </p:cNvPr>
          <p:cNvSpPr>
            <a:spLocks noGrp="1"/>
          </p:cNvSpPr>
          <p:nvPr/>
        </p:nvSpPr>
        <p:spPr>
          <a:xfrm rot="-5400000">
            <a:off x="2998120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26" name="02_predicted_pose_3325">
            <a:extLst>
              <a:ext uri="{FF2B5EF4-FFF2-40B4-BE49-F238E27FC236}">
                <a16:creationId xmlns:a16="http://schemas.microsoft.com/office/drawing/2014/main" id="{F5FF715A-15B1-44F2-AF2F-6213B919E9B8}"/>
              </a:ext>
            </a:extLst>
          </p:cNvPr>
          <p:cNvSpPr>
            <a:spLocks noGrp="1"/>
          </p:cNvSpPr>
          <p:nvPr/>
        </p:nvSpPr>
        <p:spPr>
          <a:xfrm>
            <a:off x="4136175" y="3818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" name="02_predicted_pose_3326">
            <a:extLst>
              <a:ext uri="{FF2B5EF4-FFF2-40B4-BE49-F238E27FC236}">
                <a16:creationId xmlns:a16="http://schemas.microsoft.com/office/drawing/2014/main" id="{56A33195-E5CA-4B49-ACBB-52086F37D56A}"/>
              </a:ext>
            </a:extLst>
          </p:cNvPr>
          <p:cNvSpPr>
            <a:spLocks noGrp="1"/>
          </p:cNvSpPr>
          <p:nvPr/>
        </p:nvSpPr>
        <p:spPr>
          <a:xfrm>
            <a:off x="4150760" y="3787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" name="02_predicted_pose_3327">
            <a:extLst>
              <a:ext uri="{FF2B5EF4-FFF2-40B4-BE49-F238E27FC236}">
                <a16:creationId xmlns:a16="http://schemas.microsoft.com/office/drawing/2014/main" id="{AEE1020C-E0D7-456F-8BF8-498435D5C570}"/>
              </a:ext>
            </a:extLst>
          </p:cNvPr>
          <p:cNvSpPr>
            <a:spLocks noGrp="1"/>
          </p:cNvSpPr>
          <p:nvPr/>
        </p:nvSpPr>
        <p:spPr>
          <a:xfrm>
            <a:off x="4165343" y="38054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" name="02_predicted_pose_3328">
            <a:extLst>
              <a:ext uri="{FF2B5EF4-FFF2-40B4-BE49-F238E27FC236}">
                <a16:creationId xmlns:a16="http://schemas.microsoft.com/office/drawing/2014/main" id="{D144890A-D768-4913-B17B-DDDFFA72DF39}"/>
              </a:ext>
            </a:extLst>
          </p:cNvPr>
          <p:cNvSpPr>
            <a:spLocks noGrp="1"/>
          </p:cNvSpPr>
          <p:nvPr/>
        </p:nvSpPr>
        <p:spPr>
          <a:xfrm>
            <a:off x="4179927" y="3659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" name="02_predicted_pose_3329">
            <a:extLst>
              <a:ext uri="{FF2B5EF4-FFF2-40B4-BE49-F238E27FC236}">
                <a16:creationId xmlns:a16="http://schemas.microsoft.com/office/drawing/2014/main" id="{0775DC8E-8A3A-4054-ADF5-AAEBA52CD8C8}"/>
              </a:ext>
            </a:extLst>
          </p:cNvPr>
          <p:cNvSpPr>
            <a:spLocks noGrp="1"/>
          </p:cNvSpPr>
          <p:nvPr/>
        </p:nvSpPr>
        <p:spPr>
          <a:xfrm>
            <a:off x="4194511" y="38254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" name="02_predicted_pose_3330">
            <a:extLst>
              <a:ext uri="{FF2B5EF4-FFF2-40B4-BE49-F238E27FC236}">
                <a16:creationId xmlns:a16="http://schemas.microsoft.com/office/drawing/2014/main" id="{76DAF926-D705-451E-9517-8FB0CB9F6E45}"/>
              </a:ext>
            </a:extLst>
          </p:cNvPr>
          <p:cNvSpPr>
            <a:spLocks noGrp="1"/>
          </p:cNvSpPr>
          <p:nvPr/>
        </p:nvSpPr>
        <p:spPr>
          <a:xfrm>
            <a:off x="4209095" y="3790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" name="02_predicted_pose_3331">
            <a:extLst>
              <a:ext uri="{FF2B5EF4-FFF2-40B4-BE49-F238E27FC236}">
                <a16:creationId xmlns:a16="http://schemas.microsoft.com/office/drawing/2014/main" id="{E6D38EED-98E8-44DC-A943-9D2ED97D17F9}"/>
              </a:ext>
            </a:extLst>
          </p:cNvPr>
          <p:cNvSpPr>
            <a:spLocks noGrp="1"/>
          </p:cNvSpPr>
          <p:nvPr/>
        </p:nvSpPr>
        <p:spPr>
          <a:xfrm>
            <a:off x="4223679" y="36460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" name="02_predicted_pose_3332">
            <a:extLst>
              <a:ext uri="{FF2B5EF4-FFF2-40B4-BE49-F238E27FC236}">
                <a16:creationId xmlns:a16="http://schemas.microsoft.com/office/drawing/2014/main" id="{CEBF17C5-FF2C-4512-90C1-23D91C4DA39C}"/>
              </a:ext>
            </a:extLst>
          </p:cNvPr>
          <p:cNvSpPr>
            <a:spLocks noGrp="1"/>
          </p:cNvSpPr>
          <p:nvPr/>
        </p:nvSpPr>
        <p:spPr>
          <a:xfrm>
            <a:off x="4238262" y="3775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" name="02_predicted_pose_3333">
            <a:extLst>
              <a:ext uri="{FF2B5EF4-FFF2-40B4-BE49-F238E27FC236}">
                <a16:creationId xmlns:a16="http://schemas.microsoft.com/office/drawing/2014/main" id="{32A35694-7D57-49B5-A00F-7F874C464B95}"/>
              </a:ext>
            </a:extLst>
          </p:cNvPr>
          <p:cNvSpPr>
            <a:spLocks noGrp="1"/>
          </p:cNvSpPr>
          <p:nvPr/>
        </p:nvSpPr>
        <p:spPr>
          <a:xfrm>
            <a:off x="4252846" y="3807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" name="02_predicted_pose_3334">
            <a:extLst>
              <a:ext uri="{FF2B5EF4-FFF2-40B4-BE49-F238E27FC236}">
                <a16:creationId xmlns:a16="http://schemas.microsoft.com/office/drawing/2014/main" id="{9D376604-FB93-46EF-B661-83314CF6A2BF}"/>
              </a:ext>
            </a:extLst>
          </p:cNvPr>
          <p:cNvSpPr>
            <a:spLocks noGrp="1"/>
          </p:cNvSpPr>
          <p:nvPr/>
        </p:nvSpPr>
        <p:spPr>
          <a:xfrm>
            <a:off x="4267431" y="37308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" name="02_predicted_pose_3335">
            <a:extLst>
              <a:ext uri="{FF2B5EF4-FFF2-40B4-BE49-F238E27FC236}">
                <a16:creationId xmlns:a16="http://schemas.microsoft.com/office/drawing/2014/main" id="{38818220-9F17-4382-BA25-86DF617D23A4}"/>
              </a:ext>
            </a:extLst>
          </p:cNvPr>
          <p:cNvSpPr>
            <a:spLocks noGrp="1"/>
          </p:cNvSpPr>
          <p:nvPr/>
        </p:nvSpPr>
        <p:spPr>
          <a:xfrm>
            <a:off x="4150395" y="3581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" name="02_predicted_pose_3336">
            <a:extLst>
              <a:ext uri="{FF2B5EF4-FFF2-40B4-BE49-F238E27FC236}">
                <a16:creationId xmlns:a16="http://schemas.microsoft.com/office/drawing/2014/main" id="{08A56639-A102-442D-9D57-3938C1B74117}"/>
              </a:ext>
            </a:extLst>
          </p:cNvPr>
          <p:cNvSpPr>
            <a:spLocks noGrp="1"/>
          </p:cNvSpPr>
          <p:nvPr/>
        </p:nvSpPr>
        <p:spPr>
          <a:xfrm>
            <a:off x="4248835" y="35913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" name="02_predicted_pose_3337">
            <a:extLst>
              <a:ext uri="{FF2B5EF4-FFF2-40B4-BE49-F238E27FC236}">
                <a16:creationId xmlns:a16="http://schemas.microsoft.com/office/drawing/2014/main" id="{CBB006BE-609E-4F9A-94A8-9D4BA3A08999}"/>
              </a:ext>
            </a:extLst>
          </p:cNvPr>
          <p:cNvSpPr>
            <a:spLocks noGrp="1"/>
          </p:cNvSpPr>
          <p:nvPr/>
        </p:nvSpPr>
        <p:spPr>
          <a:xfrm>
            <a:off x="4347277" y="35917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" name="02_predicted_pose_3338">
            <a:extLst>
              <a:ext uri="{FF2B5EF4-FFF2-40B4-BE49-F238E27FC236}">
                <a16:creationId xmlns:a16="http://schemas.microsoft.com/office/drawing/2014/main" id="{1F4A0BDC-1030-43CD-B314-EB67E6A3A2D1}"/>
              </a:ext>
            </a:extLst>
          </p:cNvPr>
          <p:cNvSpPr>
            <a:spLocks noGrp="1"/>
          </p:cNvSpPr>
          <p:nvPr/>
        </p:nvSpPr>
        <p:spPr>
          <a:xfrm>
            <a:off x="4082215" y="38336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" name="02_predicted_pose_3339">
            <a:extLst>
              <a:ext uri="{FF2B5EF4-FFF2-40B4-BE49-F238E27FC236}">
                <a16:creationId xmlns:a16="http://schemas.microsoft.com/office/drawing/2014/main" id="{72B4D30C-8AF6-4F33-88F8-2216F7CAAF25}"/>
              </a:ext>
            </a:extLst>
          </p:cNvPr>
          <p:cNvSpPr>
            <a:spLocks noGrp="1"/>
          </p:cNvSpPr>
          <p:nvPr/>
        </p:nvSpPr>
        <p:spPr>
          <a:xfrm>
            <a:off x="4180656" y="37100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" name="02_predicted_pose_3340">
            <a:extLst>
              <a:ext uri="{FF2B5EF4-FFF2-40B4-BE49-F238E27FC236}">
                <a16:creationId xmlns:a16="http://schemas.microsoft.com/office/drawing/2014/main" id="{3C56ABCC-27AB-4FC8-A5E4-9B4A6B9D21BF}"/>
              </a:ext>
            </a:extLst>
          </p:cNvPr>
          <p:cNvSpPr>
            <a:spLocks noGrp="1"/>
          </p:cNvSpPr>
          <p:nvPr/>
        </p:nvSpPr>
        <p:spPr>
          <a:xfrm>
            <a:off x="4279098" y="38477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" name="02_predicted_pose_3341">
            <a:extLst>
              <a:ext uri="{FF2B5EF4-FFF2-40B4-BE49-F238E27FC236}">
                <a16:creationId xmlns:a16="http://schemas.microsoft.com/office/drawing/2014/main" id="{E8E29C30-2D9D-40BB-9F13-82C1B73C4CB9}"/>
              </a:ext>
            </a:extLst>
          </p:cNvPr>
          <p:cNvSpPr>
            <a:spLocks noGrp="1"/>
          </p:cNvSpPr>
          <p:nvPr/>
        </p:nvSpPr>
        <p:spPr>
          <a:xfrm>
            <a:off x="4377538" y="3763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" name="02_predicted_pose_3342">
            <a:extLst>
              <a:ext uri="{FF2B5EF4-FFF2-40B4-BE49-F238E27FC236}">
                <a16:creationId xmlns:a16="http://schemas.microsoft.com/office/drawing/2014/main" id="{73FBFFF2-352B-49A5-A4D6-6B0FC429BD69}"/>
              </a:ext>
            </a:extLst>
          </p:cNvPr>
          <p:cNvSpPr>
            <a:spLocks noGrp="1"/>
          </p:cNvSpPr>
          <p:nvPr/>
        </p:nvSpPr>
        <p:spPr>
          <a:xfrm>
            <a:off x="4112477" y="37293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" name="02_predicted_pose_3343">
            <a:extLst>
              <a:ext uri="{FF2B5EF4-FFF2-40B4-BE49-F238E27FC236}">
                <a16:creationId xmlns:a16="http://schemas.microsoft.com/office/drawing/2014/main" id="{F8A0EEAA-A55D-48ED-A156-FCD79384E1FE}"/>
              </a:ext>
            </a:extLst>
          </p:cNvPr>
          <p:cNvSpPr>
            <a:spLocks noGrp="1"/>
          </p:cNvSpPr>
          <p:nvPr/>
        </p:nvSpPr>
        <p:spPr>
          <a:xfrm>
            <a:off x="4210918" y="37940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" name="02_predicted_pose_3344">
            <a:extLst>
              <a:ext uri="{FF2B5EF4-FFF2-40B4-BE49-F238E27FC236}">
                <a16:creationId xmlns:a16="http://schemas.microsoft.com/office/drawing/2014/main" id="{B2425413-DB40-4E9D-988F-3A1E3D95CB7B}"/>
              </a:ext>
            </a:extLst>
          </p:cNvPr>
          <p:cNvSpPr>
            <a:spLocks noGrp="1"/>
          </p:cNvSpPr>
          <p:nvPr/>
        </p:nvSpPr>
        <p:spPr>
          <a:xfrm>
            <a:off x="4309359" y="37848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" name="02_predicted_pose_3345">
            <a:extLst>
              <a:ext uri="{FF2B5EF4-FFF2-40B4-BE49-F238E27FC236}">
                <a16:creationId xmlns:a16="http://schemas.microsoft.com/office/drawing/2014/main" id="{290CCEA6-F325-4719-B6FD-C87B8FA6B5F6}"/>
              </a:ext>
            </a:extLst>
          </p:cNvPr>
          <p:cNvSpPr>
            <a:spLocks noGrp="1"/>
          </p:cNvSpPr>
          <p:nvPr/>
        </p:nvSpPr>
        <p:spPr>
          <a:xfrm>
            <a:off x="4164978" y="35695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" name="02_predicted_pose_3346">
            <a:extLst>
              <a:ext uri="{FF2B5EF4-FFF2-40B4-BE49-F238E27FC236}">
                <a16:creationId xmlns:a16="http://schemas.microsoft.com/office/drawing/2014/main" id="{C0C5C001-AB6F-4EE1-96C8-A18303B318E1}"/>
              </a:ext>
            </a:extLst>
          </p:cNvPr>
          <p:cNvSpPr>
            <a:spLocks noGrp="1"/>
          </p:cNvSpPr>
          <p:nvPr/>
        </p:nvSpPr>
        <p:spPr>
          <a:xfrm>
            <a:off x="4263420" y="3699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" name="02_predicted_pose_3347">
            <a:extLst>
              <a:ext uri="{FF2B5EF4-FFF2-40B4-BE49-F238E27FC236}">
                <a16:creationId xmlns:a16="http://schemas.microsoft.com/office/drawing/2014/main" id="{D18B2BCC-FC7F-47BF-963E-5EC8AF010AF0}"/>
              </a:ext>
            </a:extLst>
          </p:cNvPr>
          <p:cNvSpPr>
            <a:spLocks noGrp="1"/>
          </p:cNvSpPr>
          <p:nvPr/>
        </p:nvSpPr>
        <p:spPr>
          <a:xfrm>
            <a:off x="4361861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9" name="02_predicted_pose_3348">
            <a:extLst>
              <a:ext uri="{FF2B5EF4-FFF2-40B4-BE49-F238E27FC236}">
                <a16:creationId xmlns:a16="http://schemas.microsoft.com/office/drawing/2014/main" id="{DC07A15F-0102-465F-9E75-75F85D8BBA7E}"/>
              </a:ext>
            </a:extLst>
          </p:cNvPr>
          <p:cNvSpPr>
            <a:spLocks noGrp="1"/>
          </p:cNvSpPr>
          <p:nvPr/>
        </p:nvSpPr>
        <p:spPr>
          <a:xfrm>
            <a:off x="4096799" y="37759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0" name="02_predicted_pose_3349">
            <a:extLst>
              <a:ext uri="{FF2B5EF4-FFF2-40B4-BE49-F238E27FC236}">
                <a16:creationId xmlns:a16="http://schemas.microsoft.com/office/drawing/2014/main" id="{F183BDCE-2456-4B09-A138-3A5E3C03AA14}"/>
              </a:ext>
            </a:extLst>
          </p:cNvPr>
          <p:cNvSpPr>
            <a:spLocks noGrp="1"/>
          </p:cNvSpPr>
          <p:nvPr/>
        </p:nvSpPr>
        <p:spPr>
          <a:xfrm>
            <a:off x="4195240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1" name="02_predicted_pose_3350">
            <a:extLst>
              <a:ext uri="{FF2B5EF4-FFF2-40B4-BE49-F238E27FC236}">
                <a16:creationId xmlns:a16="http://schemas.microsoft.com/office/drawing/2014/main" id="{C4F6CF6D-BD82-4B88-BCE5-3148F63D88A1}"/>
              </a:ext>
            </a:extLst>
          </p:cNvPr>
          <p:cNvSpPr>
            <a:spLocks noGrp="1"/>
          </p:cNvSpPr>
          <p:nvPr/>
        </p:nvSpPr>
        <p:spPr>
          <a:xfrm>
            <a:off x="4293681" y="3706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" name="02_predicted_pose_3351">
            <a:extLst>
              <a:ext uri="{FF2B5EF4-FFF2-40B4-BE49-F238E27FC236}">
                <a16:creationId xmlns:a16="http://schemas.microsoft.com/office/drawing/2014/main" id="{923C0F8E-D12B-499E-86FA-3ABBA1D5AD84}"/>
              </a:ext>
            </a:extLst>
          </p:cNvPr>
          <p:cNvSpPr>
            <a:spLocks noGrp="1"/>
          </p:cNvSpPr>
          <p:nvPr/>
        </p:nvSpPr>
        <p:spPr>
          <a:xfrm>
            <a:off x="4028620" y="3774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" name="02_predicted_pose_3352">
            <a:extLst>
              <a:ext uri="{FF2B5EF4-FFF2-40B4-BE49-F238E27FC236}">
                <a16:creationId xmlns:a16="http://schemas.microsoft.com/office/drawing/2014/main" id="{75E8F2BF-3D1F-40A6-8174-E263B770931B}"/>
              </a:ext>
            </a:extLst>
          </p:cNvPr>
          <p:cNvSpPr>
            <a:spLocks noGrp="1"/>
          </p:cNvSpPr>
          <p:nvPr/>
        </p:nvSpPr>
        <p:spPr>
          <a:xfrm>
            <a:off x="4127061" y="37899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" name="02_predicted_pose_3353">
            <a:extLst>
              <a:ext uri="{FF2B5EF4-FFF2-40B4-BE49-F238E27FC236}">
                <a16:creationId xmlns:a16="http://schemas.microsoft.com/office/drawing/2014/main" id="{6CA50B87-8AC2-43F7-885F-6346DF238906}"/>
              </a:ext>
            </a:extLst>
          </p:cNvPr>
          <p:cNvSpPr>
            <a:spLocks noGrp="1"/>
          </p:cNvSpPr>
          <p:nvPr/>
        </p:nvSpPr>
        <p:spPr>
          <a:xfrm>
            <a:off x="4225501" y="3757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" name="02_predicted_pose_3354">
            <a:extLst>
              <a:ext uri="{FF2B5EF4-FFF2-40B4-BE49-F238E27FC236}">
                <a16:creationId xmlns:a16="http://schemas.microsoft.com/office/drawing/2014/main" id="{AB58497F-0EC5-479C-9DA9-0BAADF2B052C}"/>
              </a:ext>
            </a:extLst>
          </p:cNvPr>
          <p:cNvSpPr>
            <a:spLocks noGrp="1"/>
          </p:cNvSpPr>
          <p:nvPr/>
        </p:nvSpPr>
        <p:spPr>
          <a:xfrm>
            <a:off x="4323943" y="36369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" name="02_predicted_pose_3355">
            <a:extLst>
              <a:ext uri="{FF2B5EF4-FFF2-40B4-BE49-F238E27FC236}">
                <a16:creationId xmlns:a16="http://schemas.microsoft.com/office/drawing/2014/main" id="{4642CA09-97D4-4FA1-A615-A6F18660D757}"/>
              </a:ext>
            </a:extLst>
          </p:cNvPr>
          <p:cNvSpPr>
            <a:spLocks noGrp="1"/>
          </p:cNvSpPr>
          <p:nvPr/>
        </p:nvSpPr>
        <p:spPr>
          <a:xfrm>
            <a:off x="4179563" y="3847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" name="02_predicted_pose_3356">
            <a:extLst>
              <a:ext uri="{FF2B5EF4-FFF2-40B4-BE49-F238E27FC236}">
                <a16:creationId xmlns:a16="http://schemas.microsoft.com/office/drawing/2014/main" id="{E3FE3624-0847-49AB-8250-D4D0A9D950C4}"/>
              </a:ext>
            </a:extLst>
          </p:cNvPr>
          <p:cNvSpPr>
            <a:spLocks noGrp="1"/>
          </p:cNvSpPr>
          <p:nvPr/>
        </p:nvSpPr>
        <p:spPr>
          <a:xfrm>
            <a:off x="4278004" y="37069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" name="02_predicted_pose_3357">
            <a:extLst>
              <a:ext uri="{FF2B5EF4-FFF2-40B4-BE49-F238E27FC236}">
                <a16:creationId xmlns:a16="http://schemas.microsoft.com/office/drawing/2014/main" id="{E744A7D9-A5BB-4727-A75B-4DC5BA80593B}"/>
              </a:ext>
            </a:extLst>
          </p:cNvPr>
          <p:cNvSpPr>
            <a:spLocks noGrp="1"/>
          </p:cNvSpPr>
          <p:nvPr/>
        </p:nvSpPr>
        <p:spPr>
          <a:xfrm>
            <a:off x="4376444" y="38070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" name="02_predicted_pose_3358">
            <a:extLst>
              <a:ext uri="{FF2B5EF4-FFF2-40B4-BE49-F238E27FC236}">
                <a16:creationId xmlns:a16="http://schemas.microsoft.com/office/drawing/2014/main" id="{2E3A3122-1309-4359-8C2C-A9B21CBEE7D4}"/>
              </a:ext>
            </a:extLst>
          </p:cNvPr>
          <p:cNvSpPr>
            <a:spLocks noGrp="1"/>
          </p:cNvSpPr>
          <p:nvPr/>
        </p:nvSpPr>
        <p:spPr>
          <a:xfrm>
            <a:off x="4111383" y="38047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" name="02_predicted_pose_3359">
            <a:extLst>
              <a:ext uri="{FF2B5EF4-FFF2-40B4-BE49-F238E27FC236}">
                <a16:creationId xmlns:a16="http://schemas.microsoft.com/office/drawing/2014/main" id="{9C15F108-494F-46C1-B327-A26E3E4369D0}"/>
              </a:ext>
            </a:extLst>
          </p:cNvPr>
          <p:cNvSpPr>
            <a:spLocks noGrp="1"/>
          </p:cNvSpPr>
          <p:nvPr/>
        </p:nvSpPr>
        <p:spPr>
          <a:xfrm>
            <a:off x="4209824" y="3822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" name="02_predicted_pose_3360">
            <a:extLst>
              <a:ext uri="{FF2B5EF4-FFF2-40B4-BE49-F238E27FC236}">
                <a16:creationId xmlns:a16="http://schemas.microsoft.com/office/drawing/2014/main" id="{17FBC203-C77A-4D15-AA57-711D26B9797A}"/>
              </a:ext>
            </a:extLst>
          </p:cNvPr>
          <p:cNvSpPr>
            <a:spLocks noGrp="1"/>
          </p:cNvSpPr>
          <p:nvPr/>
        </p:nvSpPr>
        <p:spPr>
          <a:xfrm>
            <a:off x="4308265" y="38011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" name="02_predicted_pose_3361">
            <a:extLst>
              <a:ext uri="{FF2B5EF4-FFF2-40B4-BE49-F238E27FC236}">
                <a16:creationId xmlns:a16="http://schemas.microsoft.com/office/drawing/2014/main" id="{06499690-96ED-49B9-8887-FB4220464F3A}"/>
              </a:ext>
            </a:extLst>
          </p:cNvPr>
          <p:cNvSpPr>
            <a:spLocks noGrp="1"/>
          </p:cNvSpPr>
          <p:nvPr/>
        </p:nvSpPr>
        <p:spPr>
          <a:xfrm>
            <a:off x="4043203" y="38475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" name="02_predicted_pose_3362">
            <a:extLst>
              <a:ext uri="{FF2B5EF4-FFF2-40B4-BE49-F238E27FC236}">
                <a16:creationId xmlns:a16="http://schemas.microsoft.com/office/drawing/2014/main" id="{286D7AD9-E631-4F4D-96ED-91F15CDFE08D}"/>
              </a:ext>
            </a:extLst>
          </p:cNvPr>
          <p:cNvSpPr>
            <a:spLocks noGrp="1"/>
          </p:cNvSpPr>
          <p:nvPr/>
        </p:nvSpPr>
        <p:spPr>
          <a:xfrm>
            <a:off x="4141644" y="3816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" name="02_predicted_pose_3363">
            <a:extLst>
              <a:ext uri="{FF2B5EF4-FFF2-40B4-BE49-F238E27FC236}">
                <a16:creationId xmlns:a16="http://schemas.microsoft.com/office/drawing/2014/main" id="{265A1ED2-3505-47DB-B0AF-EBF809DBD4F4}"/>
              </a:ext>
            </a:extLst>
          </p:cNvPr>
          <p:cNvSpPr>
            <a:spLocks noGrp="1"/>
          </p:cNvSpPr>
          <p:nvPr/>
        </p:nvSpPr>
        <p:spPr>
          <a:xfrm>
            <a:off x="4240086" y="3799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" name="02_predicted_pose_3364">
            <a:extLst>
              <a:ext uri="{FF2B5EF4-FFF2-40B4-BE49-F238E27FC236}">
                <a16:creationId xmlns:a16="http://schemas.microsoft.com/office/drawing/2014/main" id="{FD6AE4FC-5871-4C83-B685-91FF416EDE5F}"/>
              </a:ext>
            </a:extLst>
          </p:cNvPr>
          <p:cNvSpPr>
            <a:spLocks noGrp="1"/>
          </p:cNvSpPr>
          <p:nvPr/>
        </p:nvSpPr>
        <p:spPr>
          <a:xfrm>
            <a:off x="4338526" y="36163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" name="02_predicted_pose_3365">
            <a:extLst>
              <a:ext uri="{FF2B5EF4-FFF2-40B4-BE49-F238E27FC236}">
                <a16:creationId xmlns:a16="http://schemas.microsoft.com/office/drawing/2014/main" id="{163B6A4C-75F0-4F9D-9203-35923F54A751}"/>
              </a:ext>
            </a:extLst>
          </p:cNvPr>
          <p:cNvSpPr>
            <a:spLocks noGrp="1"/>
          </p:cNvSpPr>
          <p:nvPr/>
        </p:nvSpPr>
        <p:spPr>
          <a:xfrm>
            <a:off x="4194147" y="383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" name="02_predicted_pose_3366">
            <a:extLst>
              <a:ext uri="{FF2B5EF4-FFF2-40B4-BE49-F238E27FC236}">
                <a16:creationId xmlns:a16="http://schemas.microsoft.com/office/drawing/2014/main" id="{B5D21998-437E-4A07-92BC-062A83F194D3}"/>
              </a:ext>
            </a:extLst>
          </p:cNvPr>
          <p:cNvSpPr>
            <a:spLocks noGrp="1"/>
          </p:cNvSpPr>
          <p:nvPr/>
        </p:nvSpPr>
        <p:spPr>
          <a:xfrm>
            <a:off x="4292587" y="35856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" name="02_predicted_pose_3367">
            <a:extLst>
              <a:ext uri="{FF2B5EF4-FFF2-40B4-BE49-F238E27FC236}">
                <a16:creationId xmlns:a16="http://schemas.microsoft.com/office/drawing/2014/main" id="{C644052C-1D92-4ACA-A7EC-2F3D04A47A49}"/>
              </a:ext>
            </a:extLst>
          </p:cNvPr>
          <p:cNvSpPr>
            <a:spLocks noGrp="1"/>
          </p:cNvSpPr>
          <p:nvPr/>
        </p:nvSpPr>
        <p:spPr>
          <a:xfrm>
            <a:off x="4027526" y="35697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" name="02_predicted_pose_3368">
            <a:extLst>
              <a:ext uri="{FF2B5EF4-FFF2-40B4-BE49-F238E27FC236}">
                <a16:creationId xmlns:a16="http://schemas.microsoft.com/office/drawing/2014/main" id="{6F695541-9DFC-4557-AFEE-39CD67887C70}"/>
              </a:ext>
            </a:extLst>
          </p:cNvPr>
          <p:cNvSpPr>
            <a:spLocks noGrp="1"/>
          </p:cNvSpPr>
          <p:nvPr/>
        </p:nvSpPr>
        <p:spPr>
          <a:xfrm>
            <a:off x="4125967" y="37518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" name="02_predicted_pose_3369">
            <a:extLst>
              <a:ext uri="{FF2B5EF4-FFF2-40B4-BE49-F238E27FC236}">
                <a16:creationId xmlns:a16="http://schemas.microsoft.com/office/drawing/2014/main" id="{FE9B8B94-39C3-453D-85FA-19ECF570825D}"/>
              </a:ext>
            </a:extLst>
          </p:cNvPr>
          <p:cNvSpPr>
            <a:spLocks noGrp="1"/>
          </p:cNvSpPr>
          <p:nvPr/>
        </p:nvSpPr>
        <p:spPr>
          <a:xfrm>
            <a:off x="4224408" y="38383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" name="02_predicted_pose_3370">
            <a:extLst>
              <a:ext uri="{FF2B5EF4-FFF2-40B4-BE49-F238E27FC236}">
                <a16:creationId xmlns:a16="http://schemas.microsoft.com/office/drawing/2014/main" id="{9DDAC744-984D-45FE-9FEE-6505D817007B}"/>
              </a:ext>
            </a:extLst>
          </p:cNvPr>
          <p:cNvSpPr>
            <a:spLocks noGrp="1"/>
          </p:cNvSpPr>
          <p:nvPr/>
        </p:nvSpPr>
        <p:spPr>
          <a:xfrm>
            <a:off x="4322849" y="38365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" name="02_predicted_pose_3371">
            <a:extLst>
              <a:ext uri="{FF2B5EF4-FFF2-40B4-BE49-F238E27FC236}">
                <a16:creationId xmlns:a16="http://schemas.microsoft.com/office/drawing/2014/main" id="{0F39E680-5579-4408-B079-28BEFBBB5598}"/>
              </a:ext>
            </a:extLst>
          </p:cNvPr>
          <p:cNvSpPr>
            <a:spLocks noGrp="1"/>
          </p:cNvSpPr>
          <p:nvPr/>
        </p:nvSpPr>
        <p:spPr>
          <a:xfrm>
            <a:off x="4057787" y="35752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" name="02_predicted_pose_3372">
            <a:extLst>
              <a:ext uri="{FF2B5EF4-FFF2-40B4-BE49-F238E27FC236}">
                <a16:creationId xmlns:a16="http://schemas.microsoft.com/office/drawing/2014/main" id="{31918C94-F3B1-480B-BCEB-FA0E11FFF3A6}"/>
              </a:ext>
            </a:extLst>
          </p:cNvPr>
          <p:cNvSpPr>
            <a:spLocks noGrp="1"/>
          </p:cNvSpPr>
          <p:nvPr/>
        </p:nvSpPr>
        <p:spPr>
          <a:xfrm>
            <a:off x="4156229" y="37681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" name="02_predicted_pose_3373">
            <a:extLst>
              <a:ext uri="{FF2B5EF4-FFF2-40B4-BE49-F238E27FC236}">
                <a16:creationId xmlns:a16="http://schemas.microsoft.com/office/drawing/2014/main" id="{389391AB-5785-40C1-B58E-23D90C5F91E4}"/>
              </a:ext>
            </a:extLst>
          </p:cNvPr>
          <p:cNvSpPr>
            <a:spLocks noGrp="1"/>
          </p:cNvSpPr>
          <p:nvPr/>
        </p:nvSpPr>
        <p:spPr>
          <a:xfrm>
            <a:off x="4254669" y="38723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" name="02_predicted_pose_3374">
            <a:extLst>
              <a:ext uri="{FF2B5EF4-FFF2-40B4-BE49-F238E27FC236}">
                <a16:creationId xmlns:a16="http://schemas.microsoft.com/office/drawing/2014/main" id="{335C207D-18D0-4E77-9D25-A2A12B297649}"/>
              </a:ext>
            </a:extLst>
          </p:cNvPr>
          <p:cNvSpPr>
            <a:spLocks noGrp="1"/>
          </p:cNvSpPr>
          <p:nvPr/>
        </p:nvSpPr>
        <p:spPr>
          <a:xfrm>
            <a:off x="4353110" y="3542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" name="02_predicted_pose_3375">
            <a:extLst>
              <a:ext uri="{FF2B5EF4-FFF2-40B4-BE49-F238E27FC236}">
                <a16:creationId xmlns:a16="http://schemas.microsoft.com/office/drawing/2014/main" id="{A9530CBA-424F-4758-8BC1-C2E3634E2673}"/>
              </a:ext>
            </a:extLst>
          </p:cNvPr>
          <p:cNvSpPr>
            <a:spLocks noGrp="1"/>
          </p:cNvSpPr>
          <p:nvPr/>
        </p:nvSpPr>
        <p:spPr>
          <a:xfrm>
            <a:off x="4208730" y="37967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" name="02_predicted_pose_3376">
            <a:extLst>
              <a:ext uri="{FF2B5EF4-FFF2-40B4-BE49-F238E27FC236}">
                <a16:creationId xmlns:a16="http://schemas.microsoft.com/office/drawing/2014/main" id="{2A1D66C1-B122-4D00-89DC-12199827AB55}"/>
              </a:ext>
            </a:extLst>
          </p:cNvPr>
          <p:cNvSpPr>
            <a:spLocks noGrp="1"/>
          </p:cNvSpPr>
          <p:nvPr/>
        </p:nvSpPr>
        <p:spPr>
          <a:xfrm>
            <a:off x="4307171" y="3854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" name="02_predicted_pose_3377">
            <a:extLst>
              <a:ext uri="{FF2B5EF4-FFF2-40B4-BE49-F238E27FC236}">
                <a16:creationId xmlns:a16="http://schemas.microsoft.com/office/drawing/2014/main" id="{258DB688-B7EC-408D-9510-0DAAFC7C9C1E}"/>
              </a:ext>
            </a:extLst>
          </p:cNvPr>
          <p:cNvSpPr>
            <a:spLocks noGrp="1"/>
          </p:cNvSpPr>
          <p:nvPr/>
        </p:nvSpPr>
        <p:spPr>
          <a:xfrm>
            <a:off x="4042109" y="38936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" name="02_predicted_pose_3378">
            <a:extLst>
              <a:ext uri="{FF2B5EF4-FFF2-40B4-BE49-F238E27FC236}">
                <a16:creationId xmlns:a16="http://schemas.microsoft.com/office/drawing/2014/main" id="{62AF39A5-AA1B-45FF-9BC5-485A11B876DC}"/>
              </a:ext>
            </a:extLst>
          </p:cNvPr>
          <p:cNvSpPr>
            <a:spLocks noGrp="1"/>
          </p:cNvSpPr>
          <p:nvPr/>
        </p:nvSpPr>
        <p:spPr>
          <a:xfrm>
            <a:off x="4140551" y="36131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" name="02_predicted_pose_3379">
            <a:extLst>
              <a:ext uri="{FF2B5EF4-FFF2-40B4-BE49-F238E27FC236}">
                <a16:creationId xmlns:a16="http://schemas.microsoft.com/office/drawing/2014/main" id="{DB2A2F7E-0D01-4788-AC02-3DA624E816ED}"/>
              </a:ext>
            </a:extLst>
          </p:cNvPr>
          <p:cNvSpPr>
            <a:spLocks noGrp="1"/>
          </p:cNvSpPr>
          <p:nvPr/>
        </p:nvSpPr>
        <p:spPr>
          <a:xfrm>
            <a:off x="4238992" y="37954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" name="02_predicted_pose_3380">
            <a:extLst>
              <a:ext uri="{FF2B5EF4-FFF2-40B4-BE49-F238E27FC236}">
                <a16:creationId xmlns:a16="http://schemas.microsoft.com/office/drawing/2014/main" id="{9CBC4BB4-8BE5-407D-B467-ABAA19B8A150}"/>
              </a:ext>
            </a:extLst>
          </p:cNvPr>
          <p:cNvSpPr>
            <a:spLocks noGrp="1"/>
          </p:cNvSpPr>
          <p:nvPr/>
        </p:nvSpPr>
        <p:spPr>
          <a:xfrm>
            <a:off x="4337432" y="3583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" name="02_predicted_pose_3381">
            <a:extLst>
              <a:ext uri="{FF2B5EF4-FFF2-40B4-BE49-F238E27FC236}">
                <a16:creationId xmlns:a16="http://schemas.microsoft.com/office/drawing/2014/main" id="{28704C8B-3683-4E15-8BD5-36C3E847E6E7}"/>
              </a:ext>
            </a:extLst>
          </p:cNvPr>
          <p:cNvSpPr>
            <a:spLocks noGrp="1"/>
          </p:cNvSpPr>
          <p:nvPr/>
        </p:nvSpPr>
        <p:spPr>
          <a:xfrm>
            <a:off x="4072372" y="37728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" name="02_predicted_pose_3382">
            <a:extLst>
              <a:ext uri="{FF2B5EF4-FFF2-40B4-BE49-F238E27FC236}">
                <a16:creationId xmlns:a16="http://schemas.microsoft.com/office/drawing/2014/main" id="{65E06AD8-E269-482B-B949-CCD703521D66}"/>
              </a:ext>
            </a:extLst>
          </p:cNvPr>
          <p:cNvSpPr>
            <a:spLocks noGrp="1"/>
          </p:cNvSpPr>
          <p:nvPr/>
        </p:nvSpPr>
        <p:spPr>
          <a:xfrm>
            <a:off x="4170812" y="37828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" name="02_predicted_pose_3383">
            <a:extLst>
              <a:ext uri="{FF2B5EF4-FFF2-40B4-BE49-F238E27FC236}">
                <a16:creationId xmlns:a16="http://schemas.microsoft.com/office/drawing/2014/main" id="{AF513453-A036-4BF1-9BEF-23D62C140C81}"/>
              </a:ext>
            </a:extLst>
          </p:cNvPr>
          <p:cNvSpPr>
            <a:spLocks noGrp="1"/>
          </p:cNvSpPr>
          <p:nvPr/>
        </p:nvSpPr>
        <p:spPr>
          <a:xfrm>
            <a:off x="4269253" y="36784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" name="02_predicted_pose_3384">
            <a:extLst>
              <a:ext uri="{FF2B5EF4-FFF2-40B4-BE49-F238E27FC236}">
                <a16:creationId xmlns:a16="http://schemas.microsoft.com/office/drawing/2014/main" id="{B6631B4F-9518-42E6-82EB-E8F2160DD360}"/>
              </a:ext>
            </a:extLst>
          </p:cNvPr>
          <p:cNvSpPr>
            <a:spLocks noGrp="1"/>
          </p:cNvSpPr>
          <p:nvPr/>
        </p:nvSpPr>
        <p:spPr>
          <a:xfrm>
            <a:off x="4367695" y="3758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" name="02_predicted_pose_3385">
            <a:extLst>
              <a:ext uri="{FF2B5EF4-FFF2-40B4-BE49-F238E27FC236}">
                <a16:creationId xmlns:a16="http://schemas.microsoft.com/office/drawing/2014/main" id="{7CA01497-CBBD-460A-809E-C301DCCD92DF}"/>
              </a:ext>
            </a:extLst>
          </p:cNvPr>
          <p:cNvSpPr>
            <a:spLocks noGrp="1"/>
          </p:cNvSpPr>
          <p:nvPr/>
        </p:nvSpPr>
        <p:spPr>
          <a:xfrm>
            <a:off x="4321755" y="35910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" name="02_predicted_pose_3386">
            <a:extLst>
              <a:ext uri="{FF2B5EF4-FFF2-40B4-BE49-F238E27FC236}">
                <a16:creationId xmlns:a16="http://schemas.microsoft.com/office/drawing/2014/main" id="{776D3531-A16E-4EFA-A45A-085A7C1815A6}"/>
              </a:ext>
            </a:extLst>
          </p:cNvPr>
          <p:cNvSpPr>
            <a:spLocks noGrp="1"/>
          </p:cNvSpPr>
          <p:nvPr/>
        </p:nvSpPr>
        <p:spPr>
          <a:xfrm>
            <a:off x="4056694" y="38102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" name="02_predicted_pose_3387">
            <a:extLst>
              <a:ext uri="{FF2B5EF4-FFF2-40B4-BE49-F238E27FC236}">
                <a16:creationId xmlns:a16="http://schemas.microsoft.com/office/drawing/2014/main" id="{C2EC60CE-FAA1-4400-93D1-A9F6FDBC8099}"/>
              </a:ext>
            </a:extLst>
          </p:cNvPr>
          <p:cNvSpPr>
            <a:spLocks noGrp="1"/>
          </p:cNvSpPr>
          <p:nvPr/>
        </p:nvSpPr>
        <p:spPr>
          <a:xfrm>
            <a:off x="4155135" y="376147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" name="02_predicted_pose_3388">
            <a:extLst>
              <a:ext uri="{FF2B5EF4-FFF2-40B4-BE49-F238E27FC236}">
                <a16:creationId xmlns:a16="http://schemas.microsoft.com/office/drawing/2014/main" id="{9BFF2522-346F-4330-9C60-FAB5A3506187}"/>
              </a:ext>
            </a:extLst>
          </p:cNvPr>
          <p:cNvSpPr>
            <a:spLocks noGrp="1"/>
          </p:cNvSpPr>
          <p:nvPr/>
        </p:nvSpPr>
        <p:spPr>
          <a:xfrm>
            <a:off x="4253575" y="37898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" name="02_predicted_pose_3389">
            <a:extLst>
              <a:ext uri="{FF2B5EF4-FFF2-40B4-BE49-F238E27FC236}">
                <a16:creationId xmlns:a16="http://schemas.microsoft.com/office/drawing/2014/main" id="{CB273166-C44B-49FA-A1AD-D54F849B19F7}"/>
              </a:ext>
            </a:extLst>
          </p:cNvPr>
          <p:cNvSpPr>
            <a:spLocks noGrp="1"/>
          </p:cNvSpPr>
          <p:nvPr/>
        </p:nvSpPr>
        <p:spPr>
          <a:xfrm>
            <a:off x="4352017" y="37803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" name="02_predicted_pose_3390">
            <a:extLst>
              <a:ext uri="{FF2B5EF4-FFF2-40B4-BE49-F238E27FC236}">
                <a16:creationId xmlns:a16="http://schemas.microsoft.com/office/drawing/2014/main" id="{38653A09-7B6B-4C84-9C85-409C9646E45A}"/>
              </a:ext>
            </a:extLst>
          </p:cNvPr>
          <p:cNvSpPr>
            <a:spLocks noGrp="1"/>
          </p:cNvSpPr>
          <p:nvPr/>
        </p:nvSpPr>
        <p:spPr>
          <a:xfrm>
            <a:off x="4086955" y="37611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" name="02_predicted_pose_3391">
            <a:extLst>
              <a:ext uri="{FF2B5EF4-FFF2-40B4-BE49-F238E27FC236}">
                <a16:creationId xmlns:a16="http://schemas.microsoft.com/office/drawing/2014/main" id="{9E4C53BC-A0E7-4D09-A8CF-66A68F3EDCF4}"/>
              </a:ext>
            </a:extLst>
          </p:cNvPr>
          <p:cNvSpPr>
            <a:spLocks noGrp="1"/>
          </p:cNvSpPr>
          <p:nvPr/>
        </p:nvSpPr>
        <p:spPr>
          <a:xfrm>
            <a:off x="4185396" y="3735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" name="02_predicted_pose_3392">
            <a:extLst>
              <a:ext uri="{FF2B5EF4-FFF2-40B4-BE49-F238E27FC236}">
                <a16:creationId xmlns:a16="http://schemas.microsoft.com/office/drawing/2014/main" id="{2A374352-630A-4EE5-93A7-66F90AFDC186}"/>
              </a:ext>
            </a:extLst>
          </p:cNvPr>
          <p:cNvSpPr>
            <a:spLocks noGrp="1"/>
          </p:cNvSpPr>
          <p:nvPr/>
        </p:nvSpPr>
        <p:spPr>
          <a:xfrm>
            <a:off x="4283837" y="38037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" name="02_predicted_pose_3393">
            <a:extLst>
              <a:ext uri="{FF2B5EF4-FFF2-40B4-BE49-F238E27FC236}">
                <a16:creationId xmlns:a16="http://schemas.microsoft.com/office/drawing/2014/main" id="{AD19319C-FEF4-466B-B3B4-B84CF1F4E9F3}"/>
              </a:ext>
            </a:extLst>
          </p:cNvPr>
          <p:cNvSpPr>
            <a:spLocks noGrp="1"/>
          </p:cNvSpPr>
          <p:nvPr/>
        </p:nvSpPr>
        <p:spPr>
          <a:xfrm>
            <a:off x="4018776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" name="02_predicted_pose_3394">
            <a:extLst>
              <a:ext uri="{FF2B5EF4-FFF2-40B4-BE49-F238E27FC236}">
                <a16:creationId xmlns:a16="http://schemas.microsoft.com/office/drawing/2014/main" id="{78F58D33-0D20-402B-B172-7E9EB7D0C10D}"/>
              </a:ext>
            </a:extLst>
          </p:cNvPr>
          <p:cNvSpPr>
            <a:spLocks noGrp="1"/>
          </p:cNvSpPr>
          <p:nvPr/>
        </p:nvSpPr>
        <p:spPr>
          <a:xfrm>
            <a:off x="4237898" y="3813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" name="02_predicted_pose_3395">
            <a:extLst>
              <a:ext uri="{FF2B5EF4-FFF2-40B4-BE49-F238E27FC236}">
                <a16:creationId xmlns:a16="http://schemas.microsoft.com/office/drawing/2014/main" id="{EEE566C6-9C3D-44EA-980C-A33CB1A4D48A}"/>
              </a:ext>
            </a:extLst>
          </p:cNvPr>
          <p:cNvSpPr>
            <a:spLocks noGrp="1"/>
          </p:cNvSpPr>
          <p:nvPr/>
        </p:nvSpPr>
        <p:spPr>
          <a:xfrm>
            <a:off x="4336339" y="37854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" name="02_predicted_pose_3396">
            <a:extLst>
              <a:ext uri="{FF2B5EF4-FFF2-40B4-BE49-F238E27FC236}">
                <a16:creationId xmlns:a16="http://schemas.microsoft.com/office/drawing/2014/main" id="{09FFB847-D9B5-47DB-B1E5-7EE41F6515E1}"/>
              </a:ext>
            </a:extLst>
          </p:cNvPr>
          <p:cNvSpPr>
            <a:spLocks noGrp="1"/>
          </p:cNvSpPr>
          <p:nvPr/>
        </p:nvSpPr>
        <p:spPr>
          <a:xfrm>
            <a:off x="4071278" y="35860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" name="02_predicted_pose_3397">
            <a:extLst>
              <a:ext uri="{FF2B5EF4-FFF2-40B4-BE49-F238E27FC236}">
                <a16:creationId xmlns:a16="http://schemas.microsoft.com/office/drawing/2014/main" id="{85D13A4C-2C70-4F81-9B98-6B37C3401C32}"/>
              </a:ext>
            </a:extLst>
          </p:cNvPr>
          <p:cNvSpPr>
            <a:spLocks noGrp="1"/>
          </p:cNvSpPr>
          <p:nvPr/>
        </p:nvSpPr>
        <p:spPr>
          <a:xfrm>
            <a:off x="4169718" y="3767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" name="02_predicted_pose_3398">
            <a:extLst>
              <a:ext uri="{FF2B5EF4-FFF2-40B4-BE49-F238E27FC236}">
                <a16:creationId xmlns:a16="http://schemas.microsoft.com/office/drawing/2014/main" id="{CFBF60BF-2DD7-4537-B3F5-E2E3CC9D5BFB}"/>
              </a:ext>
            </a:extLst>
          </p:cNvPr>
          <p:cNvSpPr>
            <a:spLocks noGrp="1"/>
          </p:cNvSpPr>
          <p:nvPr/>
        </p:nvSpPr>
        <p:spPr>
          <a:xfrm>
            <a:off x="4268160" y="35736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0" name="02_predicted_pose_3399">
            <a:extLst>
              <a:ext uri="{FF2B5EF4-FFF2-40B4-BE49-F238E27FC236}">
                <a16:creationId xmlns:a16="http://schemas.microsoft.com/office/drawing/2014/main" id="{E3D76EB7-2B9E-4036-8CED-6CC0193C4B5E}"/>
              </a:ext>
            </a:extLst>
          </p:cNvPr>
          <p:cNvSpPr>
            <a:spLocks noGrp="1"/>
          </p:cNvSpPr>
          <p:nvPr/>
        </p:nvSpPr>
        <p:spPr>
          <a:xfrm>
            <a:off x="4366601" y="3617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1" name="02_predicted_pose_3400">
            <a:extLst>
              <a:ext uri="{FF2B5EF4-FFF2-40B4-BE49-F238E27FC236}">
                <a16:creationId xmlns:a16="http://schemas.microsoft.com/office/drawing/2014/main" id="{9BAFA984-FD2D-4643-94DA-577199F8432B}"/>
              </a:ext>
            </a:extLst>
          </p:cNvPr>
          <p:cNvSpPr>
            <a:spLocks noGrp="1"/>
          </p:cNvSpPr>
          <p:nvPr/>
        </p:nvSpPr>
        <p:spPr>
          <a:xfrm>
            <a:off x="4101539" y="38117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2" name="02_predicted_pose_3401">
            <a:extLst>
              <a:ext uri="{FF2B5EF4-FFF2-40B4-BE49-F238E27FC236}">
                <a16:creationId xmlns:a16="http://schemas.microsoft.com/office/drawing/2014/main" id="{0A22ED4C-1EDA-4F21-AB08-BD0D820AA654}"/>
              </a:ext>
            </a:extLst>
          </p:cNvPr>
          <p:cNvSpPr>
            <a:spLocks noGrp="1"/>
          </p:cNvSpPr>
          <p:nvPr/>
        </p:nvSpPr>
        <p:spPr>
          <a:xfrm>
            <a:off x="4199980" y="38131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" name="02_predicted_pose_3402">
            <a:extLst>
              <a:ext uri="{FF2B5EF4-FFF2-40B4-BE49-F238E27FC236}">
                <a16:creationId xmlns:a16="http://schemas.microsoft.com/office/drawing/2014/main" id="{966E9FAA-4349-4FF9-BEA8-74D3AA68A0CB}"/>
              </a:ext>
            </a:extLst>
          </p:cNvPr>
          <p:cNvSpPr>
            <a:spLocks noGrp="1"/>
          </p:cNvSpPr>
          <p:nvPr/>
        </p:nvSpPr>
        <p:spPr>
          <a:xfrm>
            <a:off x="4162062" y="36945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" name="02_predicted_pose_3403">
            <a:extLst>
              <a:ext uri="{FF2B5EF4-FFF2-40B4-BE49-F238E27FC236}">
                <a16:creationId xmlns:a16="http://schemas.microsoft.com/office/drawing/2014/main" id="{D44D55AF-164C-4256-8896-E31C3F97575D}"/>
              </a:ext>
            </a:extLst>
          </p:cNvPr>
          <p:cNvSpPr>
            <a:spLocks noGrp="1"/>
          </p:cNvSpPr>
          <p:nvPr/>
        </p:nvSpPr>
        <p:spPr>
          <a:xfrm>
            <a:off x="4176645" y="3853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" name="02_predicted_pose_3404">
            <a:extLst>
              <a:ext uri="{FF2B5EF4-FFF2-40B4-BE49-F238E27FC236}">
                <a16:creationId xmlns:a16="http://schemas.microsoft.com/office/drawing/2014/main" id="{333C2C73-E737-4345-9E03-6496FB4B1199}"/>
              </a:ext>
            </a:extLst>
          </p:cNvPr>
          <p:cNvSpPr>
            <a:spLocks noGrp="1"/>
          </p:cNvSpPr>
          <p:nvPr/>
        </p:nvSpPr>
        <p:spPr>
          <a:xfrm>
            <a:off x="4153311" y="37858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" name="02_predicted_pose_3405">
            <a:extLst>
              <a:ext uri="{FF2B5EF4-FFF2-40B4-BE49-F238E27FC236}">
                <a16:creationId xmlns:a16="http://schemas.microsoft.com/office/drawing/2014/main" id="{DFA8AE02-3AF1-4793-B622-96F662B2019A}"/>
              </a:ext>
            </a:extLst>
          </p:cNvPr>
          <p:cNvSpPr>
            <a:spLocks noGrp="1"/>
          </p:cNvSpPr>
          <p:nvPr/>
        </p:nvSpPr>
        <p:spPr>
          <a:xfrm>
            <a:off x="4182479" y="38334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" name="02_predicted_pose_3406">
            <a:extLst>
              <a:ext uri="{FF2B5EF4-FFF2-40B4-BE49-F238E27FC236}">
                <a16:creationId xmlns:a16="http://schemas.microsoft.com/office/drawing/2014/main" id="{F9F9A157-AA42-424D-B384-A8EBC0F82073}"/>
              </a:ext>
            </a:extLst>
          </p:cNvPr>
          <p:cNvSpPr>
            <a:spLocks noGrp="1"/>
          </p:cNvSpPr>
          <p:nvPr/>
        </p:nvSpPr>
        <p:spPr>
          <a:xfrm>
            <a:off x="4211647" y="38196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" name="02_predicted_pose_3407">
            <a:extLst>
              <a:ext uri="{FF2B5EF4-FFF2-40B4-BE49-F238E27FC236}">
                <a16:creationId xmlns:a16="http://schemas.microsoft.com/office/drawing/2014/main" id="{1340B248-6C7D-49AB-AC0A-553871430154}"/>
              </a:ext>
            </a:extLst>
          </p:cNvPr>
          <p:cNvSpPr>
            <a:spLocks noGrp="1"/>
          </p:cNvSpPr>
          <p:nvPr/>
        </p:nvSpPr>
        <p:spPr>
          <a:xfrm>
            <a:off x="4193052" y="3772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" name="02_predicted_pose_3408">
            <a:extLst>
              <a:ext uri="{FF2B5EF4-FFF2-40B4-BE49-F238E27FC236}">
                <a16:creationId xmlns:a16="http://schemas.microsoft.com/office/drawing/2014/main" id="{D78BE8E5-D6CF-4C4A-AC43-80D1D50A88C0}"/>
              </a:ext>
            </a:extLst>
          </p:cNvPr>
          <p:cNvSpPr>
            <a:spLocks noGrp="1"/>
          </p:cNvSpPr>
          <p:nvPr/>
        </p:nvSpPr>
        <p:spPr>
          <a:xfrm>
            <a:off x="4026432" y="38609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" name="02_predicted_pose_3409">
            <a:extLst>
              <a:ext uri="{FF2B5EF4-FFF2-40B4-BE49-F238E27FC236}">
                <a16:creationId xmlns:a16="http://schemas.microsoft.com/office/drawing/2014/main" id="{537788DE-A146-4BAF-B95C-5F35A2F73514}"/>
              </a:ext>
            </a:extLst>
          </p:cNvPr>
          <p:cNvSpPr>
            <a:spLocks noGrp="1"/>
          </p:cNvSpPr>
          <p:nvPr/>
        </p:nvSpPr>
        <p:spPr>
          <a:xfrm>
            <a:off x="4223314" y="38568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" name="02_predicted_pose_3410">
            <a:extLst>
              <a:ext uri="{FF2B5EF4-FFF2-40B4-BE49-F238E27FC236}">
                <a16:creationId xmlns:a16="http://schemas.microsoft.com/office/drawing/2014/main" id="{56E7B5B9-A31A-4E77-911A-46F473EA14B0}"/>
              </a:ext>
            </a:extLst>
          </p:cNvPr>
          <p:cNvSpPr>
            <a:spLocks noGrp="1"/>
          </p:cNvSpPr>
          <p:nvPr/>
        </p:nvSpPr>
        <p:spPr>
          <a:xfrm>
            <a:off x="4056694" y="3816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" name="02_predicted_pose_3411">
            <a:extLst>
              <a:ext uri="{FF2B5EF4-FFF2-40B4-BE49-F238E27FC236}">
                <a16:creationId xmlns:a16="http://schemas.microsoft.com/office/drawing/2014/main" id="{EF8E8462-2661-4129-82CD-300C2EEC3D89}"/>
              </a:ext>
            </a:extLst>
          </p:cNvPr>
          <p:cNvSpPr>
            <a:spLocks noGrp="1"/>
          </p:cNvSpPr>
          <p:nvPr/>
        </p:nvSpPr>
        <p:spPr>
          <a:xfrm>
            <a:off x="4202532" y="39414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" name="02_predicted_pose_3412">
            <a:extLst>
              <a:ext uri="{FF2B5EF4-FFF2-40B4-BE49-F238E27FC236}">
                <a16:creationId xmlns:a16="http://schemas.microsoft.com/office/drawing/2014/main" id="{8E46FDB1-A31C-42B7-8ECB-2AEDBFD87D30}"/>
              </a:ext>
            </a:extLst>
          </p:cNvPr>
          <p:cNvSpPr>
            <a:spLocks noGrp="1"/>
          </p:cNvSpPr>
          <p:nvPr/>
        </p:nvSpPr>
        <p:spPr>
          <a:xfrm>
            <a:off x="4217116" y="39246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" name="02_predicted_pose_3413">
            <a:extLst>
              <a:ext uri="{FF2B5EF4-FFF2-40B4-BE49-F238E27FC236}">
                <a16:creationId xmlns:a16="http://schemas.microsoft.com/office/drawing/2014/main" id="{5153F9A5-E316-4463-B2D4-608051C2FCA7}"/>
              </a:ext>
            </a:extLst>
          </p:cNvPr>
          <p:cNvSpPr>
            <a:spLocks noGrp="1"/>
          </p:cNvSpPr>
          <p:nvPr/>
        </p:nvSpPr>
        <p:spPr>
          <a:xfrm>
            <a:off x="4260868" y="37387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" name="02_predicted_pose_3414">
            <a:extLst>
              <a:ext uri="{FF2B5EF4-FFF2-40B4-BE49-F238E27FC236}">
                <a16:creationId xmlns:a16="http://schemas.microsoft.com/office/drawing/2014/main" id="{E0757D33-8CD8-487B-9D13-68194561F33A}"/>
              </a:ext>
            </a:extLst>
          </p:cNvPr>
          <p:cNvSpPr>
            <a:spLocks noGrp="1"/>
          </p:cNvSpPr>
          <p:nvPr/>
        </p:nvSpPr>
        <p:spPr>
          <a:xfrm>
            <a:off x="4275451" y="3858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" name="02_predicted_pose_3415">
            <a:extLst>
              <a:ext uri="{FF2B5EF4-FFF2-40B4-BE49-F238E27FC236}">
                <a16:creationId xmlns:a16="http://schemas.microsoft.com/office/drawing/2014/main" id="{156ABE39-D2DB-424C-8B23-25AA3BFEED6C}"/>
              </a:ext>
            </a:extLst>
          </p:cNvPr>
          <p:cNvSpPr>
            <a:spLocks noGrp="1"/>
          </p:cNvSpPr>
          <p:nvPr/>
        </p:nvSpPr>
        <p:spPr>
          <a:xfrm>
            <a:off x="4319203" y="40157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" name="02_predicted_pose_3416">
            <a:extLst>
              <a:ext uri="{FF2B5EF4-FFF2-40B4-BE49-F238E27FC236}">
                <a16:creationId xmlns:a16="http://schemas.microsoft.com/office/drawing/2014/main" id="{D3370164-119C-4602-B350-FB070F17840E}"/>
              </a:ext>
            </a:extLst>
          </p:cNvPr>
          <p:cNvSpPr>
            <a:spLocks noGrp="1"/>
          </p:cNvSpPr>
          <p:nvPr/>
        </p:nvSpPr>
        <p:spPr>
          <a:xfrm>
            <a:off x="4333787" y="39765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" name="02_predicted_pose_3417">
            <a:extLst>
              <a:ext uri="{FF2B5EF4-FFF2-40B4-BE49-F238E27FC236}">
                <a16:creationId xmlns:a16="http://schemas.microsoft.com/office/drawing/2014/main" id="{59AD42DB-E52F-41C7-90A3-5CC16C9885F0}"/>
              </a:ext>
            </a:extLst>
          </p:cNvPr>
          <p:cNvSpPr>
            <a:spLocks noGrp="1"/>
          </p:cNvSpPr>
          <p:nvPr/>
        </p:nvSpPr>
        <p:spPr>
          <a:xfrm>
            <a:off x="4050131" y="40064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" name="02_predicted_pose_3418">
            <a:extLst>
              <a:ext uri="{FF2B5EF4-FFF2-40B4-BE49-F238E27FC236}">
                <a16:creationId xmlns:a16="http://schemas.microsoft.com/office/drawing/2014/main" id="{C40CCD90-F51A-4DAA-884A-250FD4CF997C}"/>
              </a:ext>
            </a:extLst>
          </p:cNvPr>
          <p:cNvSpPr>
            <a:spLocks noGrp="1"/>
          </p:cNvSpPr>
          <p:nvPr/>
        </p:nvSpPr>
        <p:spPr>
          <a:xfrm>
            <a:off x="4148571" y="38248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" name="02_predicted_pose_3419">
            <a:extLst>
              <a:ext uri="{FF2B5EF4-FFF2-40B4-BE49-F238E27FC236}">
                <a16:creationId xmlns:a16="http://schemas.microsoft.com/office/drawing/2014/main" id="{AB33BA1E-7E4D-4E75-AB41-9FB19A879F34}"/>
              </a:ext>
            </a:extLst>
          </p:cNvPr>
          <p:cNvSpPr>
            <a:spLocks noGrp="1"/>
          </p:cNvSpPr>
          <p:nvPr/>
        </p:nvSpPr>
        <p:spPr>
          <a:xfrm>
            <a:off x="4080392" y="3781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" name="02_predicted_pose_3420">
            <a:extLst>
              <a:ext uri="{FF2B5EF4-FFF2-40B4-BE49-F238E27FC236}">
                <a16:creationId xmlns:a16="http://schemas.microsoft.com/office/drawing/2014/main" id="{74DCF40C-5A57-403C-9F42-27858D5D177A}"/>
              </a:ext>
            </a:extLst>
          </p:cNvPr>
          <p:cNvSpPr>
            <a:spLocks noGrp="1"/>
          </p:cNvSpPr>
          <p:nvPr/>
        </p:nvSpPr>
        <p:spPr>
          <a:xfrm>
            <a:off x="4178834" y="3753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" name="02_predicted_pose_3421">
            <a:extLst>
              <a:ext uri="{FF2B5EF4-FFF2-40B4-BE49-F238E27FC236}">
                <a16:creationId xmlns:a16="http://schemas.microsoft.com/office/drawing/2014/main" id="{9E2CC068-C08B-4AE7-ABC2-555BD12B4F71}"/>
              </a:ext>
            </a:extLst>
          </p:cNvPr>
          <p:cNvSpPr>
            <a:spLocks noGrp="1"/>
          </p:cNvSpPr>
          <p:nvPr/>
        </p:nvSpPr>
        <p:spPr>
          <a:xfrm>
            <a:off x="4230970" y="3855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" name="02_predicted_pose_3422">
            <a:extLst>
              <a:ext uri="{FF2B5EF4-FFF2-40B4-BE49-F238E27FC236}">
                <a16:creationId xmlns:a16="http://schemas.microsoft.com/office/drawing/2014/main" id="{E322CE39-9E21-4F2D-A080-41B6AC46B14D}"/>
              </a:ext>
            </a:extLst>
          </p:cNvPr>
          <p:cNvSpPr>
            <a:spLocks noGrp="1"/>
          </p:cNvSpPr>
          <p:nvPr/>
        </p:nvSpPr>
        <p:spPr>
          <a:xfrm>
            <a:off x="4058881" y="3761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" name="02_predicted_pose_3423">
            <a:extLst>
              <a:ext uri="{FF2B5EF4-FFF2-40B4-BE49-F238E27FC236}">
                <a16:creationId xmlns:a16="http://schemas.microsoft.com/office/drawing/2014/main" id="{A0B7D500-3D4C-4A8D-8B65-7DD9264BF24E}"/>
              </a:ext>
            </a:extLst>
          </p:cNvPr>
          <p:cNvSpPr>
            <a:spLocks noGrp="1"/>
          </p:cNvSpPr>
          <p:nvPr/>
        </p:nvSpPr>
        <p:spPr>
          <a:xfrm>
            <a:off x="4088048" y="4008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" name="02_predicted_pose_3424">
            <a:extLst>
              <a:ext uri="{FF2B5EF4-FFF2-40B4-BE49-F238E27FC236}">
                <a16:creationId xmlns:a16="http://schemas.microsoft.com/office/drawing/2014/main" id="{C2C8A2F8-3665-49D6-BC67-7B696BE04403}"/>
              </a:ext>
            </a:extLst>
          </p:cNvPr>
          <p:cNvSpPr>
            <a:spLocks noGrp="1"/>
          </p:cNvSpPr>
          <p:nvPr/>
        </p:nvSpPr>
        <p:spPr>
          <a:xfrm>
            <a:off x="4327224" y="3523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" name="02_predicted_pose_3425">
            <a:extLst>
              <a:ext uri="{FF2B5EF4-FFF2-40B4-BE49-F238E27FC236}">
                <a16:creationId xmlns:a16="http://schemas.microsoft.com/office/drawing/2014/main" id="{37740B56-12A9-4FBD-A02F-CB7319816266}"/>
              </a:ext>
            </a:extLst>
          </p:cNvPr>
          <p:cNvSpPr>
            <a:spLocks noGrp="1"/>
          </p:cNvSpPr>
          <p:nvPr/>
        </p:nvSpPr>
        <p:spPr>
          <a:xfrm>
            <a:off x="4194147" y="3759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" name="02_predicted_pose_3426">
            <a:extLst>
              <a:ext uri="{FF2B5EF4-FFF2-40B4-BE49-F238E27FC236}">
                <a16:creationId xmlns:a16="http://schemas.microsoft.com/office/drawing/2014/main" id="{5E44D1D3-0F11-4FF5-B931-8E7D65F20EF1}"/>
              </a:ext>
            </a:extLst>
          </p:cNvPr>
          <p:cNvSpPr>
            <a:spLocks noGrp="1"/>
          </p:cNvSpPr>
          <p:nvPr/>
        </p:nvSpPr>
        <p:spPr>
          <a:xfrm>
            <a:off x="4065443" y="37899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" name="02_predicted_pose_3427">
            <a:extLst>
              <a:ext uri="{FF2B5EF4-FFF2-40B4-BE49-F238E27FC236}">
                <a16:creationId xmlns:a16="http://schemas.microsoft.com/office/drawing/2014/main" id="{9486FABB-7926-486D-9A19-CD3DB753D0EA}"/>
              </a:ext>
            </a:extLst>
          </p:cNvPr>
          <p:cNvSpPr>
            <a:spLocks noGrp="1"/>
          </p:cNvSpPr>
          <p:nvPr/>
        </p:nvSpPr>
        <p:spPr>
          <a:xfrm>
            <a:off x="4109195" y="37003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" name="02_predicted_pose_3428">
            <a:extLst>
              <a:ext uri="{FF2B5EF4-FFF2-40B4-BE49-F238E27FC236}">
                <a16:creationId xmlns:a16="http://schemas.microsoft.com/office/drawing/2014/main" id="{F9BEF3D2-E19D-42BF-B9D9-CA3B388763E7}"/>
              </a:ext>
            </a:extLst>
          </p:cNvPr>
          <p:cNvSpPr>
            <a:spLocks noGrp="1"/>
          </p:cNvSpPr>
          <p:nvPr/>
        </p:nvSpPr>
        <p:spPr>
          <a:xfrm>
            <a:off x="4152947" y="36432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" name="02_predicted_pose_3429">
            <a:extLst>
              <a:ext uri="{FF2B5EF4-FFF2-40B4-BE49-F238E27FC236}">
                <a16:creationId xmlns:a16="http://schemas.microsoft.com/office/drawing/2014/main" id="{9C22E154-77D0-47AB-9824-015B644A29FC}"/>
              </a:ext>
            </a:extLst>
          </p:cNvPr>
          <p:cNvSpPr>
            <a:spLocks noGrp="1"/>
          </p:cNvSpPr>
          <p:nvPr/>
        </p:nvSpPr>
        <p:spPr>
          <a:xfrm>
            <a:off x="4337432" y="28540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" name="02_predicted_pose_3430">
            <a:extLst>
              <a:ext uri="{FF2B5EF4-FFF2-40B4-BE49-F238E27FC236}">
                <a16:creationId xmlns:a16="http://schemas.microsoft.com/office/drawing/2014/main" id="{92853356-5DB5-4272-87DC-FFEE7005036B}"/>
              </a:ext>
            </a:extLst>
          </p:cNvPr>
          <p:cNvSpPr>
            <a:spLocks noGrp="1"/>
          </p:cNvSpPr>
          <p:nvPr/>
        </p:nvSpPr>
        <p:spPr>
          <a:xfrm>
            <a:off x="4017682" y="3546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" name="02_predicted_pose_3431">
            <a:extLst>
              <a:ext uri="{FF2B5EF4-FFF2-40B4-BE49-F238E27FC236}">
                <a16:creationId xmlns:a16="http://schemas.microsoft.com/office/drawing/2014/main" id="{F20B5A41-33C9-48D5-A40E-B7A502C00B0F}"/>
              </a:ext>
            </a:extLst>
          </p:cNvPr>
          <p:cNvSpPr>
            <a:spLocks noGrp="1"/>
          </p:cNvSpPr>
          <p:nvPr/>
        </p:nvSpPr>
        <p:spPr>
          <a:xfrm>
            <a:off x="4239721" y="28523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" name="02_predicted_pose_3432">
            <a:extLst>
              <a:ext uri="{FF2B5EF4-FFF2-40B4-BE49-F238E27FC236}">
                <a16:creationId xmlns:a16="http://schemas.microsoft.com/office/drawing/2014/main" id="{920BF861-8F62-4DEB-9490-13313F0F1FC4}"/>
              </a:ext>
            </a:extLst>
          </p:cNvPr>
          <p:cNvSpPr>
            <a:spLocks noGrp="1"/>
          </p:cNvSpPr>
          <p:nvPr/>
        </p:nvSpPr>
        <p:spPr>
          <a:xfrm>
            <a:off x="4338162" y="32058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" name="02_predicted_pose_3433">
            <a:extLst>
              <a:ext uri="{FF2B5EF4-FFF2-40B4-BE49-F238E27FC236}">
                <a16:creationId xmlns:a16="http://schemas.microsoft.com/office/drawing/2014/main" id="{B5234E90-14F5-4EC6-B84A-4724939AC82B}"/>
              </a:ext>
            </a:extLst>
          </p:cNvPr>
          <p:cNvSpPr>
            <a:spLocks noGrp="1"/>
          </p:cNvSpPr>
          <p:nvPr/>
        </p:nvSpPr>
        <p:spPr>
          <a:xfrm>
            <a:off x="4159145" y="2896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" name="02_predicted_pose_3434">
            <a:extLst>
              <a:ext uri="{FF2B5EF4-FFF2-40B4-BE49-F238E27FC236}">
                <a16:creationId xmlns:a16="http://schemas.microsoft.com/office/drawing/2014/main" id="{3D2E23A8-151C-4F3B-A7D7-AB364F766654}"/>
              </a:ext>
            </a:extLst>
          </p:cNvPr>
          <p:cNvSpPr>
            <a:spLocks noGrp="1"/>
          </p:cNvSpPr>
          <p:nvPr/>
        </p:nvSpPr>
        <p:spPr>
          <a:xfrm>
            <a:off x="4173729" y="34265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" name="02_predicted_pose_3435">
            <a:extLst>
              <a:ext uri="{FF2B5EF4-FFF2-40B4-BE49-F238E27FC236}">
                <a16:creationId xmlns:a16="http://schemas.microsoft.com/office/drawing/2014/main" id="{62682FB7-EAE6-4B68-8606-EEC8651845D1}"/>
              </a:ext>
            </a:extLst>
          </p:cNvPr>
          <p:cNvSpPr>
            <a:spLocks noGrp="1"/>
          </p:cNvSpPr>
          <p:nvPr/>
        </p:nvSpPr>
        <p:spPr>
          <a:xfrm>
            <a:off x="4090966" y="34648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" name="02_predicted_pose_3436">
            <a:extLst>
              <a:ext uri="{FF2B5EF4-FFF2-40B4-BE49-F238E27FC236}">
                <a16:creationId xmlns:a16="http://schemas.microsoft.com/office/drawing/2014/main" id="{5EC6C063-A28F-471C-A34D-121D526A02DD}"/>
              </a:ext>
            </a:extLst>
          </p:cNvPr>
          <p:cNvSpPr>
            <a:spLocks noGrp="1"/>
          </p:cNvSpPr>
          <p:nvPr/>
        </p:nvSpPr>
        <p:spPr>
          <a:xfrm>
            <a:off x="4105550" y="35143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" name="02_predicted_pose_3437">
            <a:extLst>
              <a:ext uri="{FF2B5EF4-FFF2-40B4-BE49-F238E27FC236}">
                <a16:creationId xmlns:a16="http://schemas.microsoft.com/office/drawing/2014/main" id="{36A7675E-D483-4CF7-B51B-10DC2C29FAEF}"/>
              </a:ext>
            </a:extLst>
          </p:cNvPr>
          <p:cNvSpPr>
            <a:spLocks noGrp="1"/>
          </p:cNvSpPr>
          <p:nvPr/>
        </p:nvSpPr>
        <p:spPr>
          <a:xfrm>
            <a:off x="4120133" y="34971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" name="02_predicted_pose_3438">
            <a:extLst>
              <a:ext uri="{FF2B5EF4-FFF2-40B4-BE49-F238E27FC236}">
                <a16:creationId xmlns:a16="http://schemas.microsoft.com/office/drawing/2014/main" id="{A2911E64-B18A-4000-B96E-7372BFE713E9}"/>
              </a:ext>
            </a:extLst>
          </p:cNvPr>
          <p:cNvSpPr>
            <a:spLocks noGrp="1"/>
          </p:cNvSpPr>
          <p:nvPr/>
        </p:nvSpPr>
        <p:spPr>
          <a:xfrm>
            <a:off x="4134717" y="3466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" name="02_predicted_pose_3439">
            <a:extLst>
              <a:ext uri="{FF2B5EF4-FFF2-40B4-BE49-F238E27FC236}">
                <a16:creationId xmlns:a16="http://schemas.microsoft.com/office/drawing/2014/main" id="{32D49C3B-2132-4C0A-BC72-6BF250872427}"/>
              </a:ext>
            </a:extLst>
          </p:cNvPr>
          <p:cNvSpPr>
            <a:spLocks noGrp="1"/>
          </p:cNvSpPr>
          <p:nvPr/>
        </p:nvSpPr>
        <p:spPr>
          <a:xfrm>
            <a:off x="4149302" y="34896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" name="02_predicted_pose_3440">
            <a:extLst>
              <a:ext uri="{FF2B5EF4-FFF2-40B4-BE49-F238E27FC236}">
                <a16:creationId xmlns:a16="http://schemas.microsoft.com/office/drawing/2014/main" id="{A48CE4C8-7BD3-463A-A940-8FF9A04266E7}"/>
              </a:ext>
            </a:extLst>
          </p:cNvPr>
          <p:cNvSpPr>
            <a:spLocks noGrp="1"/>
          </p:cNvSpPr>
          <p:nvPr/>
        </p:nvSpPr>
        <p:spPr>
          <a:xfrm>
            <a:off x="4163885" y="35051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" name="02_predicted_pose_3441">
            <a:extLst>
              <a:ext uri="{FF2B5EF4-FFF2-40B4-BE49-F238E27FC236}">
                <a16:creationId xmlns:a16="http://schemas.microsoft.com/office/drawing/2014/main" id="{4EAE9F40-8178-4BA6-8640-5944C84A0E8B}"/>
              </a:ext>
            </a:extLst>
          </p:cNvPr>
          <p:cNvSpPr>
            <a:spLocks noGrp="1"/>
          </p:cNvSpPr>
          <p:nvPr/>
        </p:nvSpPr>
        <p:spPr>
          <a:xfrm>
            <a:off x="4178469" y="35003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" name="02_predicted_pose_3442">
            <a:extLst>
              <a:ext uri="{FF2B5EF4-FFF2-40B4-BE49-F238E27FC236}">
                <a16:creationId xmlns:a16="http://schemas.microsoft.com/office/drawing/2014/main" id="{1C4BFE9D-609D-4C4B-A6C7-F3415CA155D7}"/>
              </a:ext>
            </a:extLst>
          </p:cNvPr>
          <p:cNvSpPr>
            <a:spLocks noGrp="1"/>
          </p:cNvSpPr>
          <p:nvPr/>
        </p:nvSpPr>
        <p:spPr>
          <a:xfrm>
            <a:off x="4193052" y="3497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" name="02_predicted_pose_3443">
            <a:extLst>
              <a:ext uri="{FF2B5EF4-FFF2-40B4-BE49-F238E27FC236}">
                <a16:creationId xmlns:a16="http://schemas.microsoft.com/office/drawing/2014/main" id="{F0C539CC-C31B-4DA0-B59E-DB643A42A5E9}"/>
              </a:ext>
            </a:extLst>
          </p:cNvPr>
          <p:cNvSpPr>
            <a:spLocks noGrp="1"/>
          </p:cNvSpPr>
          <p:nvPr/>
        </p:nvSpPr>
        <p:spPr>
          <a:xfrm>
            <a:off x="4207636" y="34951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" name="02_predicted_pose_3444">
            <a:extLst>
              <a:ext uri="{FF2B5EF4-FFF2-40B4-BE49-F238E27FC236}">
                <a16:creationId xmlns:a16="http://schemas.microsoft.com/office/drawing/2014/main" id="{AA15F3FB-90CE-485B-A53E-D587316A4283}"/>
              </a:ext>
            </a:extLst>
          </p:cNvPr>
          <p:cNvSpPr>
            <a:spLocks noGrp="1"/>
          </p:cNvSpPr>
          <p:nvPr/>
        </p:nvSpPr>
        <p:spPr>
          <a:xfrm>
            <a:off x="4222221" y="3466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" name="02_predicted_pose_3445">
            <a:extLst>
              <a:ext uri="{FF2B5EF4-FFF2-40B4-BE49-F238E27FC236}">
                <a16:creationId xmlns:a16="http://schemas.microsoft.com/office/drawing/2014/main" id="{15AB82BF-38BB-47F2-86ED-965319F7B1C2}"/>
              </a:ext>
            </a:extLst>
          </p:cNvPr>
          <p:cNvSpPr>
            <a:spLocks noGrp="1"/>
          </p:cNvSpPr>
          <p:nvPr/>
        </p:nvSpPr>
        <p:spPr>
          <a:xfrm>
            <a:off x="4105185" y="34855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" name="02_predicted_pose_3446">
            <a:extLst>
              <a:ext uri="{FF2B5EF4-FFF2-40B4-BE49-F238E27FC236}">
                <a16:creationId xmlns:a16="http://schemas.microsoft.com/office/drawing/2014/main" id="{2D0BE95F-ACA7-437B-A898-015233BCD834}"/>
              </a:ext>
            </a:extLst>
          </p:cNvPr>
          <p:cNvSpPr>
            <a:spLocks noGrp="1"/>
          </p:cNvSpPr>
          <p:nvPr/>
        </p:nvSpPr>
        <p:spPr>
          <a:xfrm>
            <a:off x="4307536" y="38465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" name="02_predicted_pose_3447">
            <a:extLst>
              <a:ext uri="{FF2B5EF4-FFF2-40B4-BE49-F238E27FC236}">
                <a16:creationId xmlns:a16="http://schemas.microsoft.com/office/drawing/2014/main" id="{9C835A50-A2C6-40AA-A627-6F1866C5FA47}"/>
              </a:ext>
            </a:extLst>
          </p:cNvPr>
          <p:cNvSpPr>
            <a:spLocks noGrp="1"/>
          </p:cNvSpPr>
          <p:nvPr/>
        </p:nvSpPr>
        <p:spPr>
          <a:xfrm>
            <a:off x="4171176" y="4009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9" name="02_predicted_pose_3448">
            <a:extLst>
              <a:ext uri="{FF2B5EF4-FFF2-40B4-BE49-F238E27FC236}">
                <a16:creationId xmlns:a16="http://schemas.microsoft.com/office/drawing/2014/main" id="{C8424C33-2A6B-4452-B71A-A0F7DC29F476}"/>
              </a:ext>
            </a:extLst>
          </p:cNvPr>
          <p:cNvSpPr>
            <a:spLocks noGrp="1"/>
          </p:cNvSpPr>
          <p:nvPr/>
        </p:nvSpPr>
        <p:spPr>
          <a:xfrm>
            <a:off x="4057058" y="39670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0" name="02_predicted_pose_3449">
            <a:extLst>
              <a:ext uri="{FF2B5EF4-FFF2-40B4-BE49-F238E27FC236}">
                <a16:creationId xmlns:a16="http://schemas.microsoft.com/office/drawing/2014/main" id="{228350E1-6B51-43BB-BF1E-46BFE997EE75}"/>
              </a:ext>
            </a:extLst>
          </p:cNvPr>
          <p:cNvSpPr>
            <a:spLocks noGrp="1"/>
          </p:cNvSpPr>
          <p:nvPr/>
        </p:nvSpPr>
        <p:spPr>
          <a:xfrm>
            <a:off x="4185761" y="38872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1" name="02_predicted_pose_3450">
            <a:extLst>
              <a:ext uri="{FF2B5EF4-FFF2-40B4-BE49-F238E27FC236}">
                <a16:creationId xmlns:a16="http://schemas.microsoft.com/office/drawing/2014/main" id="{DC41E5F8-F5C1-4703-9F12-646E2A6C87FD}"/>
              </a:ext>
            </a:extLst>
          </p:cNvPr>
          <p:cNvSpPr>
            <a:spLocks noGrp="1"/>
          </p:cNvSpPr>
          <p:nvPr/>
        </p:nvSpPr>
        <p:spPr>
          <a:xfrm>
            <a:off x="4299150" y="3685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" name="02_predicted_pose_3451">
            <a:extLst>
              <a:ext uri="{FF2B5EF4-FFF2-40B4-BE49-F238E27FC236}">
                <a16:creationId xmlns:a16="http://schemas.microsoft.com/office/drawing/2014/main" id="{C1A45EFE-16E3-49C1-8DFA-CE6A8063CB35}"/>
              </a:ext>
            </a:extLst>
          </p:cNvPr>
          <p:cNvSpPr>
            <a:spLocks noGrp="1"/>
          </p:cNvSpPr>
          <p:nvPr/>
        </p:nvSpPr>
        <p:spPr>
          <a:xfrm>
            <a:off x="4357486" y="36229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" name="02_predicted_pose_3452">
            <a:extLst>
              <a:ext uri="{FF2B5EF4-FFF2-40B4-BE49-F238E27FC236}">
                <a16:creationId xmlns:a16="http://schemas.microsoft.com/office/drawing/2014/main" id="{99C00A12-8718-4B20-A23A-8D346BA46A37}"/>
              </a:ext>
            </a:extLst>
          </p:cNvPr>
          <p:cNvSpPr>
            <a:spLocks noGrp="1"/>
          </p:cNvSpPr>
          <p:nvPr/>
        </p:nvSpPr>
        <p:spPr>
          <a:xfrm>
            <a:off x="4138728" y="35607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" name="02_predicted_pose_3453">
            <a:extLst>
              <a:ext uri="{FF2B5EF4-FFF2-40B4-BE49-F238E27FC236}">
                <a16:creationId xmlns:a16="http://schemas.microsoft.com/office/drawing/2014/main" id="{0A909129-3359-4566-BCC5-4B28DF85021F}"/>
              </a:ext>
            </a:extLst>
          </p:cNvPr>
          <p:cNvSpPr>
            <a:spLocks noGrp="1"/>
          </p:cNvSpPr>
          <p:nvPr/>
        </p:nvSpPr>
        <p:spPr>
          <a:xfrm>
            <a:off x="4167896" y="35098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" name="02_predicted_pose_3454">
            <a:extLst>
              <a:ext uri="{FF2B5EF4-FFF2-40B4-BE49-F238E27FC236}">
                <a16:creationId xmlns:a16="http://schemas.microsoft.com/office/drawing/2014/main" id="{831C0D51-8ED8-406D-AAE5-A8465D426525}"/>
              </a:ext>
            </a:extLst>
          </p:cNvPr>
          <p:cNvSpPr>
            <a:spLocks noGrp="1"/>
          </p:cNvSpPr>
          <p:nvPr/>
        </p:nvSpPr>
        <p:spPr>
          <a:xfrm>
            <a:off x="4211647" y="3511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" name="02_predicted_pose_3455">
            <a:extLst>
              <a:ext uri="{FF2B5EF4-FFF2-40B4-BE49-F238E27FC236}">
                <a16:creationId xmlns:a16="http://schemas.microsoft.com/office/drawing/2014/main" id="{B4C40B0D-BF0B-41C0-8758-61C7397ED4C3}"/>
              </a:ext>
            </a:extLst>
          </p:cNvPr>
          <p:cNvSpPr>
            <a:spLocks noGrp="1"/>
          </p:cNvSpPr>
          <p:nvPr/>
        </p:nvSpPr>
        <p:spPr>
          <a:xfrm>
            <a:off x="4240815" y="35398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" name="02_predicted_pose_3456">
            <a:extLst>
              <a:ext uri="{FF2B5EF4-FFF2-40B4-BE49-F238E27FC236}">
                <a16:creationId xmlns:a16="http://schemas.microsoft.com/office/drawing/2014/main" id="{0BA47AA7-B68B-4724-9F75-00D03ECFF495}"/>
              </a:ext>
            </a:extLst>
          </p:cNvPr>
          <p:cNvSpPr>
            <a:spLocks noGrp="1"/>
          </p:cNvSpPr>
          <p:nvPr/>
        </p:nvSpPr>
        <p:spPr>
          <a:xfrm>
            <a:off x="4255399" y="35202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" name="02_predicted_pose_3457">
            <a:extLst>
              <a:ext uri="{FF2B5EF4-FFF2-40B4-BE49-F238E27FC236}">
                <a16:creationId xmlns:a16="http://schemas.microsoft.com/office/drawing/2014/main" id="{618A10FA-CA8D-400F-8D3D-F26E7951C832}"/>
              </a:ext>
            </a:extLst>
          </p:cNvPr>
          <p:cNvSpPr>
            <a:spLocks noGrp="1"/>
          </p:cNvSpPr>
          <p:nvPr/>
        </p:nvSpPr>
        <p:spPr>
          <a:xfrm>
            <a:off x="4152947" y="35078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" name="02_predicted_pose_3458">
            <a:extLst>
              <a:ext uri="{FF2B5EF4-FFF2-40B4-BE49-F238E27FC236}">
                <a16:creationId xmlns:a16="http://schemas.microsoft.com/office/drawing/2014/main" id="{1191CC02-C938-4795-9712-F6E25CD984CE}"/>
              </a:ext>
            </a:extLst>
          </p:cNvPr>
          <p:cNvSpPr>
            <a:spLocks noGrp="1"/>
          </p:cNvSpPr>
          <p:nvPr/>
        </p:nvSpPr>
        <p:spPr>
          <a:xfrm>
            <a:off x="4261597" y="38420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" name="02_predicted_pose_3459">
            <a:extLst>
              <a:ext uri="{FF2B5EF4-FFF2-40B4-BE49-F238E27FC236}">
                <a16:creationId xmlns:a16="http://schemas.microsoft.com/office/drawing/2014/main" id="{C4023391-7CE0-4D08-86BA-2ECCF574A577}"/>
              </a:ext>
            </a:extLst>
          </p:cNvPr>
          <p:cNvSpPr>
            <a:spLocks noGrp="1"/>
          </p:cNvSpPr>
          <p:nvPr/>
        </p:nvSpPr>
        <p:spPr>
          <a:xfrm>
            <a:off x="4290765" y="3870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" name="02_predicted_pose_3460">
            <a:extLst>
              <a:ext uri="{FF2B5EF4-FFF2-40B4-BE49-F238E27FC236}">
                <a16:creationId xmlns:a16="http://schemas.microsoft.com/office/drawing/2014/main" id="{F84DB103-38AB-40E7-A5F5-2AE94CBAA47B}"/>
              </a:ext>
            </a:extLst>
          </p:cNvPr>
          <p:cNvSpPr>
            <a:spLocks noGrp="1"/>
          </p:cNvSpPr>
          <p:nvPr/>
        </p:nvSpPr>
        <p:spPr>
          <a:xfrm>
            <a:off x="4319932" y="3721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" name="02_predicted_pose_3461">
            <a:extLst>
              <a:ext uri="{FF2B5EF4-FFF2-40B4-BE49-F238E27FC236}">
                <a16:creationId xmlns:a16="http://schemas.microsoft.com/office/drawing/2014/main" id="{F2B02CA9-B075-4FFC-BB20-01065B7A5E3C}"/>
              </a:ext>
            </a:extLst>
          </p:cNvPr>
          <p:cNvSpPr>
            <a:spLocks noGrp="1"/>
          </p:cNvSpPr>
          <p:nvPr/>
        </p:nvSpPr>
        <p:spPr>
          <a:xfrm>
            <a:off x="4349099" y="3777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" name="02_predicted_pose_3462">
            <a:extLst>
              <a:ext uri="{FF2B5EF4-FFF2-40B4-BE49-F238E27FC236}">
                <a16:creationId xmlns:a16="http://schemas.microsoft.com/office/drawing/2014/main" id="{3CD7B179-9D34-4307-8E3C-17BDC9C43024}"/>
              </a:ext>
            </a:extLst>
          </p:cNvPr>
          <p:cNvSpPr>
            <a:spLocks noGrp="1"/>
          </p:cNvSpPr>
          <p:nvPr/>
        </p:nvSpPr>
        <p:spPr>
          <a:xfrm>
            <a:off x="4095706" y="35983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" name="02_predicted_pose_3463">
            <a:extLst>
              <a:ext uri="{FF2B5EF4-FFF2-40B4-BE49-F238E27FC236}">
                <a16:creationId xmlns:a16="http://schemas.microsoft.com/office/drawing/2014/main" id="{8C9424E2-7CB8-4B9F-B5A6-86F32DD2AA00}"/>
              </a:ext>
            </a:extLst>
          </p:cNvPr>
          <p:cNvSpPr>
            <a:spLocks noGrp="1"/>
          </p:cNvSpPr>
          <p:nvPr/>
        </p:nvSpPr>
        <p:spPr>
          <a:xfrm>
            <a:off x="4104821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" name="02_predicted_pose_3464">
            <a:extLst>
              <a:ext uri="{FF2B5EF4-FFF2-40B4-BE49-F238E27FC236}">
                <a16:creationId xmlns:a16="http://schemas.microsoft.com/office/drawing/2014/main" id="{06A2127B-1961-406C-B254-742C2A5CDF03}"/>
              </a:ext>
            </a:extLst>
          </p:cNvPr>
          <p:cNvSpPr>
            <a:spLocks noGrp="1"/>
          </p:cNvSpPr>
          <p:nvPr/>
        </p:nvSpPr>
        <p:spPr>
          <a:xfrm>
            <a:off x="4119404" y="38123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" name="02_predicted_pose_3465">
            <a:extLst>
              <a:ext uri="{FF2B5EF4-FFF2-40B4-BE49-F238E27FC236}">
                <a16:creationId xmlns:a16="http://schemas.microsoft.com/office/drawing/2014/main" id="{689938E5-598F-4CCA-BB12-A2F3E62BF7D1}"/>
              </a:ext>
            </a:extLst>
          </p:cNvPr>
          <p:cNvSpPr>
            <a:spLocks noGrp="1"/>
          </p:cNvSpPr>
          <p:nvPr/>
        </p:nvSpPr>
        <p:spPr>
          <a:xfrm>
            <a:off x="4148571" y="3927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" name="02_predicted_pose_3466">
            <a:extLst>
              <a:ext uri="{FF2B5EF4-FFF2-40B4-BE49-F238E27FC236}">
                <a16:creationId xmlns:a16="http://schemas.microsoft.com/office/drawing/2014/main" id="{8A9DF158-2C8B-470C-96C2-3E66F10CE9AF}"/>
              </a:ext>
            </a:extLst>
          </p:cNvPr>
          <p:cNvSpPr>
            <a:spLocks noGrp="1"/>
          </p:cNvSpPr>
          <p:nvPr/>
        </p:nvSpPr>
        <p:spPr>
          <a:xfrm>
            <a:off x="4177740" y="3792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" name="02_predicted_pose_3467">
            <a:extLst>
              <a:ext uri="{FF2B5EF4-FFF2-40B4-BE49-F238E27FC236}">
                <a16:creationId xmlns:a16="http://schemas.microsoft.com/office/drawing/2014/main" id="{9628A5CD-FBCA-4280-A3D9-AC7D35BFB919}"/>
              </a:ext>
            </a:extLst>
          </p:cNvPr>
          <p:cNvSpPr>
            <a:spLocks noGrp="1"/>
          </p:cNvSpPr>
          <p:nvPr/>
        </p:nvSpPr>
        <p:spPr>
          <a:xfrm>
            <a:off x="4206907" y="3886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" name="02_predicted_pose_3468">
            <a:extLst>
              <a:ext uri="{FF2B5EF4-FFF2-40B4-BE49-F238E27FC236}">
                <a16:creationId xmlns:a16="http://schemas.microsoft.com/office/drawing/2014/main" id="{C60D47FA-EF47-4AD5-A16C-DA437EE77490}"/>
              </a:ext>
            </a:extLst>
          </p:cNvPr>
          <p:cNvSpPr>
            <a:spLocks noGrp="1"/>
          </p:cNvSpPr>
          <p:nvPr/>
        </p:nvSpPr>
        <p:spPr>
          <a:xfrm>
            <a:off x="4233159" y="27895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" name="02_predicted_pose_3469">
            <a:extLst>
              <a:ext uri="{FF2B5EF4-FFF2-40B4-BE49-F238E27FC236}">
                <a16:creationId xmlns:a16="http://schemas.microsoft.com/office/drawing/2014/main" id="{5AE3068E-53D2-41B1-A591-F77E51792DAB}"/>
              </a:ext>
            </a:extLst>
          </p:cNvPr>
          <p:cNvSpPr>
            <a:spLocks noGrp="1"/>
          </p:cNvSpPr>
          <p:nvPr/>
        </p:nvSpPr>
        <p:spPr>
          <a:xfrm>
            <a:off x="4247742" y="27773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" name="02_predicted_pose_3470">
            <a:extLst>
              <a:ext uri="{FF2B5EF4-FFF2-40B4-BE49-F238E27FC236}">
                <a16:creationId xmlns:a16="http://schemas.microsoft.com/office/drawing/2014/main" id="{FB9CDADD-6EBA-4649-970E-36B7976D4E84}"/>
              </a:ext>
            </a:extLst>
          </p:cNvPr>
          <p:cNvSpPr>
            <a:spLocks noGrp="1"/>
          </p:cNvSpPr>
          <p:nvPr/>
        </p:nvSpPr>
        <p:spPr>
          <a:xfrm>
            <a:off x="4174823" y="3768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" name="02_predicted_pose_3471">
            <a:extLst>
              <a:ext uri="{FF2B5EF4-FFF2-40B4-BE49-F238E27FC236}">
                <a16:creationId xmlns:a16="http://schemas.microsoft.com/office/drawing/2014/main" id="{96736C33-8D98-4928-925B-C746DF20A3E5}"/>
              </a:ext>
            </a:extLst>
          </p:cNvPr>
          <p:cNvSpPr>
            <a:spLocks noGrp="1"/>
          </p:cNvSpPr>
          <p:nvPr/>
        </p:nvSpPr>
        <p:spPr>
          <a:xfrm>
            <a:off x="4119039" y="38284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" name="02_predicted_pose_3472">
            <a:extLst>
              <a:ext uri="{FF2B5EF4-FFF2-40B4-BE49-F238E27FC236}">
                <a16:creationId xmlns:a16="http://schemas.microsoft.com/office/drawing/2014/main" id="{0E669562-A4CA-4B7E-B0B8-C6A151D92ACD}"/>
              </a:ext>
            </a:extLst>
          </p:cNvPr>
          <p:cNvSpPr>
            <a:spLocks noGrp="1"/>
          </p:cNvSpPr>
          <p:nvPr/>
        </p:nvSpPr>
        <p:spPr>
          <a:xfrm>
            <a:off x="4030807" y="3716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" name="02_predicted_pose_3473">
            <a:extLst>
              <a:ext uri="{FF2B5EF4-FFF2-40B4-BE49-F238E27FC236}">
                <a16:creationId xmlns:a16="http://schemas.microsoft.com/office/drawing/2014/main" id="{6F8F36BB-2053-4A54-90DA-08C2793CC7F2}"/>
              </a:ext>
            </a:extLst>
          </p:cNvPr>
          <p:cNvSpPr>
            <a:spLocks noGrp="1"/>
          </p:cNvSpPr>
          <p:nvPr/>
        </p:nvSpPr>
        <p:spPr>
          <a:xfrm>
            <a:off x="4288942" y="289904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" name="02_predicted_pose_3474">
            <a:extLst>
              <a:ext uri="{FF2B5EF4-FFF2-40B4-BE49-F238E27FC236}">
                <a16:creationId xmlns:a16="http://schemas.microsoft.com/office/drawing/2014/main" id="{6474C4C6-9E79-4568-B7B1-5170FED7A25F}"/>
              </a:ext>
            </a:extLst>
          </p:cNvPr>
          <p:cNvSpPr>
            <a:spLocks noGrp="1"/>
          </p:cNvSpPr>
          <p:nvPr/>
        </p:nvSpPr>
        <p:spPr>
          <a:xfrm>
            <a:off x="4243366" y="2759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" name="02_predicted_pose_3475">
            <a:extLst>
              <a:ext uri="{FF2B5EF4-FFF2-40B4-BE49-F238E27FC236}">
                <a16:creationId xmlns:a16="http://schemas.microsoft.com/office/drawing/2014/main" id="{DBEE084C-E236-437F-BC04-5A299CEEF435}"/>
              </a:ext>
            </a:extLst>
          </p:cNvPr>
          <p:cNvSpPr>
            <a:spLocks noGrp="1"/>
          </p:cNvSpPr>
          <p:nvPr/>
        </p:nvSpPr>
        <p:spPr>
          <a:xfrm>
            <a:off x="4257951" y="2782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" name="02_predicted_pose_3476">
            <a:extLst>
              <a:ext uri="{FF2B5EF4-FFF2-40B4-BE49-F238E27FC236}">
                <a16:creationId xmlns:a16="http://schemas.microsoft.com/office/drawing/2014/main" id="{F2059D6D-3891-4E51-92F5-72CA24275861}"/>
              </a:ext>
            </a:extLst>
          </p:cNvPr>
          <p:cNvSpPr>
            <a:spLocks noGrp="1"/>
          </p:cNvSpPr>
          <p:nvPr/>
        </p:nvSpPr>
        <p:spPr>
          <a:xfrm>
            <a:off x="4052683" y="31652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" name="02_predicted_pose_3477">
            <a:extLst>
              <a:ext uri="{FF2B5EF4-FFF2-40B4-BE49-F238E27FC236}">
                <a16:creationId xmlns:a16="http://schemas.microsoft.com/office/drawing/2014/main" id="{AE9B1CFF-D71C-479E-B16F-B4ABC473A4EC}"/>
              </a:ext>
            </a:extLst>
          </p:cNvPr>
          <p:cNvSpPr>
            <a:spLocks noGrp="1"/>
          </p:cNvSpPr>
          <p:nvPr/>
        </p:nvSpPr>
        <p:spPr>
          <a:xfrm>
            <a:off x="4243731" y="31479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" name="02_predicted_pose_3478">
            <a:extLst>
              <a:ext uri="{FF2B5EF4-FFF2-40B4-BE49-F238E27FC236}">
                <a16:creationId xmlns:a16="http://schemas.microsoft.com/office/drawing/2014/main" id="{18C19C78-F35A-4D49-91E1-EF7091BEB9A3}"/>
              </a:ext>
            </a:extLst>
          </p:cNvPr>
          <p:cNvSpPr>
            <a:spLocks noGrp="1"/>
          </p:cNvSpPr>
          <p:nvPr/>
        </p:nvSpPr>
        <p:spPr>
          <a:xfrm>
            <a:off x="4258315" y="3159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" name="02_predicted_pose_3479">
            <a:extLst>
              <a:ext uri="{FF2B5EF4-FFF2-40B4-BE49-F238E27FC236}">
                <a16:creationId xmlns:a16="http://schemas.microsoft.com/office/drawing/2014/main" id="{3CC9B740-8049-4C33-B750-7052396A1727}"/>
              </a:ext>
            </a:extLst>
          </p:cNvPr>
          <p:cNvSpPr>
            <a:spLocks noGrp="1"/>
          </p:cNvSpPr>
          <p:nvPr/>
        </p:nvSpPr>
        <p:spPr>
          <a:xfrm>
            <a:off x="4272899" y="37004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" name="02_predicted_pose_3480">
            <a:extLst>
              <a:ext uri="{FF2B5EF4-FFF2-40B4-BE49-F238E27FC236}">
                <a16:creationId xmlns:a16="http://schemas.microsoft.com/office/drawing/2014/main" id="{3845AEDF-32E7-4B01-8C80-ADBB82AD1408}"/>
              </a:ext>
            </a:extLst>
          </p:cNvPr>
          <p:cNvSpPr>
            <a:spLocks noGrp="1"/>
          </p:cNvSpPr>
          <p:nvPr/>
        </p:nvSpPr>
        <p:spPr>
          <a:xfrm>
            <a:off x="4287483" y="31275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" name="02_predicted_pose_3481">
            <a:extLst>
              <a:ext uri="{FF2B5EF4-FFF2-40B4-BE49-F238E27FC236}">
                <a16:creationId xmlns:a16="http://schemas.microsoft.com/office/drawing/2014/main" id="{4FB01506-FB57-4BCA-89DC-8951ED624CB5}"/>
              </a:ext>
            </a:extLst>
          </p:cNvPr>
          <p:cNvSpPr>
            <a:spLocks noGrp="1"/>
          </p:cNvSpPr>
          <p:nvPr/>
        </p:nvSpPr>
        <p:spPr>
          <a:xfrm>
            <a:off x="4302067" y="3214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" name="02_predicted_pose_3482">
            <a:extLst>
              <a:ext uri="{FF2B5EF4-FFF2-40B4-BE49-F238E27FC236}">
                <a16:creationId xmlns:a16="http://schemas.microsoft.com/office/drawing/2014/main" id="{25464D17-D958-4A44-AF40-E2B1BC6E3C73}"/>
              </a:ext>
            </a:extLst>
          </p:cNvPr>
          <p:cNvSpPr>
            <a:spLocks noGrp="1"/>
          </p:cNvSpPr>
          <p:nvPr/>
        </p:nvSpPr>
        <p:spPr>
          <a:xfrm>
            <a:off x="4118675" y="3500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" name="02_predicted_pose_3483">
            <a:extLst>
              <a:ext uri="{FF2B5EF4-FFF2-40B4-BE49-F238E27FC236}">
                <a16:creationId xmlns:a16="http://schemas.microsoft.com/office/drawing/2014/main" id="{A3E16477-ED26-4276-8E5E-306D6F4696AA}"/>
              </a:ext>
            </a:extLst>
          </p:cNvPr>
          <p:cNvSpPr>
            <a:spLocks noGrp="1"/>
          </p:cNvSpPr>
          <p:nvPr/>
        </p:nvSpPr>
        <p:spPr>
          <a:xfrm>
            <a:off x="4206907" y="3809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" name="02_predicted_pose_3484">
            <a:extLst>
              <a:ext uri="{FF2B5EF4-FFF2-40B4-BE49-F238E27FC236}">
                <a16:creationId xmlns:a16="http://schemas.microsoft.com/office/drawing/2014/main" id="{53C403E7-3472-4B07-968E-A4C93329B785}"/>
              </a:ext>
            </a:extLst>
          </p:cNvPr>
          <p:cNvSpPr>
            <a:spLocks noGrp="1"/>
          </p:cNvSpPr>
          <p:nvPr/>
        </p:nvSpPr>
        <p:spPr>
          <a:xfrm>
            <a:off x="4236075" y="38152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" name="02_predicted_pose_3485">
            <a:extLst>
              <a:ext uri="{FF2B5EF4-FFF2-40B4-BE49-F238E27FC236}">
                <a16:creationId xmlns:a16="http://schemas.microsoft.com/office/drawing/2014/main" id="{C16E536A-1CB6-47E3-B9F7-44F1E6D45B8A}"/>
              </a:ext>
            </a:extLst>
          </p:cNvPr>
          <p:cNvSpPr>
            <a:spLocks noGrp="1"/>
          </p:cNvSpPr>
          <p:nvPr/>
        </p:nvSpPr>
        <p:spPr>
          <a:xfrm>
            <a:off x="4265242" y="38082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" name="02_predicted_pose_3486">
            <a:extLst>
              <a:ext uri="{FF2B5EF4-FFF2-40B4-BE49-F238E27FC236}">
                <a16:creationId xmlns:a16="http://schemas.microsoft.com/office/drawing/2014/main" id="{DDE141D4-F85B-4D0C-A07E-C45A788E3DA4}"/>
              </a:ext>
            </a:extLst>
          </p:cNvPr>
          <p:cNvSpPr>
            <a:spLocks noGrp="1"/>
          </p:cNvSpPr>
          <p:nvPr/>
        </p:nvSpPr>
        <p:spPr>
          <a:xfrm>
            <a:off x="4294411" y="35756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" name="02_predicted_pose_3487">
            <a:extLst>
              <a:ext uri="{FF2B5EF4-FFF2-40B4-BE49-F238E27FC236}">
                <a16:creationId xmlns:a16="http://schemas.microsoft.com/office/drawing/2014/main" id="{4C73C9AE-70A4-4AA3-82F5-4F624CD65FA3}"/>
              </a:ext>
            </a:extLst>
          </p:cNvPr>
          <p:cNvSpPr>
            <a:spLocks noGrp="1"/>
          </p:cNvSpPr>
          <p:nvPr/>
        </p:nvSpPr>
        <p:spPr>
          <a:xfrm>
            <a:off x="4378997" y="3602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" name="02_predicted_pose_3488">
            <a:extLst>
              <a:ext uri="{FF2B5EF4-FFF2-40B4-BE49-F238E27FC236}">
                <a16:creationId xmlns:a16="http://schemas.microsoft.com/office/drawing/2014/main" id="{8AE02AD8-0467-4079-911B-36A62411E7F1}"/>
              </a:ext>
            </a:extLst>
          </p:cNvPr>
          <p:cNvSpPr>
            <a:spLocks noGrp="1"/>
          </p:cNvSpPr>
          <p:nvPr/>
        </p:nvSpPr>
        <p:spPr>
          <a:xfrm>
            <a:off x="4044662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" name="02_predicted_pose_3489">
            <a:extLst>
              <a:ext uri="{FF2B5EF4-FFF2-40B4-BE49-F238E27FC236}">
                <a16:creationId xmlns:a16="http://schemas.microsoft.com/office/drawing/2014/main" id="{7536387B-CDDC-47F7-80B5-963F679C7016}"/>
              </a:ext>
            </a:extLst>
          </p:cNvPr>
          <p:cNvSpPr>
            <a:spLocks noGrp="1"/>
          </p:cNvSpPr>
          <p:nvPr/>
        </p:nvSpPr>
        <p:spPr>
          <a:xfrm>
            <a:off x="4073830" y="3741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" name="02_predicted_pose_3490">
            <a:extLst>
              <a:ext uri="{FF2B5EF4-FFF2-40B4-BE49-F238E27FC236}">
                <a16:creationId xmlns:a16="http://schemas.microsoft.com/office/drawing/2014/main" id="{814B0E81-158A-4485-AD24-15781C7BB28D}"/>
              </a:ext>
            </a:extLst>
          </p:cNvPr>
          <p:cNvSpPr>
            <a:spLocks noGrp="1"/>
          </p:cNvSpPr>
          <p:nvPr/>
        </p:nvSpPr>
        <p:spPr>
          <a:xfrm>
            <a:off x="4102997" y="37677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" name="02_predicted_pose_3491">
            <a:extLst>
              <a:ext uri="{FF2B5EF4-FFF2-40B4-BE49-F238E27FC236}">
                <a16:creationId xmlns:a16="http://schemas.microsoft.com/office/drawing/2014/main" id="{1C14A7DD-D2B1-4463-A502-59E0B514CD71}"/>
              </a:ext>
            </a:extLst>
          </p:cNvPr>
          <p:cNvSpPr>
            <a:spLocks noGrp="1"/>
          </p:cNvSpPr>
          <p:nvPr/>
        </p:nvSpPr>
        <p:spPr>
          <a:xfrm>
            <a:off x="4132165" y="37759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" name="02_predicted_pose_3492">
            <a:extLst>
              <a:ext uri="{FF2B5EF4-FFF2-40B4-BE49-F238E27FC236}">
                <a16:creationId xmlns:a16="http://schemas.microsoft.com/office/drawing/2014/main" id="{99A07840-DFC6-4705-8021-4DA6487EE97A}"/>
              </a:ext>
            </a:extLst>
          </p:cNvPr>
          <p:cNvSpPr>
            <a:spLocks noGrp="1"/>
          </p:cNvSpPr>
          <p:nvPr/>
        </p:nvSpPr>
        <p:spPr>
          <a:xfrm>
            <a:off x="4029713" y="3674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" name="02_predicted_pose_3493">
            <a:extLst>
              <a:ext uri="{FF2B5EF4-FFF2-40B4-BE49-F238E27FC236}">
                <a16:creationId xmlns:a16="http://schemas.microsoft.com/office/drawing/2014/main" id="{2131E764-546B-4D4D-9C85-76E55D3A501E}"/>
              </a:ext>
            </a:extLst>
          </p:cNvPr>
          <p:cNvSpPr>
            <a:spLocks noGrp="1"/>
          </p:cNvSpPr>
          <p:nvPr/>
        </p:nvSpPr>
        <p:spPr>
          <a:xfrm>
            <a:off x="4082215" y="35579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" name="02_predicted_pose_3494">
            <a:extLst>
              <a:ext uri="{FF2B5EF4-FFF2-40B4-BE49-F238E27FC236}">
                <a16:creationId xmlns:a16="http://schemas.microsoft.com/office/drawing/2014/main" id="{CA6A2D6C-F071-424B-8DF0-54E11428670E}"/>
              </a:ext>
            </a:extLst>
          </p:cNvPr>
          <p:cNvSpPr>
            <a:spLocks noGrp="1"/>
          </p:cNvSpPr>
          <p:nvPr/>
        </p:nvSpPr>
        <p:spPr>
          <a:xfrm>
            <a:off x="4232429" y="38588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" name="02_predicted_pose_3495">
            <a:extLst>
              <a:ext uri="{FF2B5EF4-FFF2-40B4-BE49-F238E27FC236}">
                <a16:creationId xmlns:a16="http://schemas.microsoft.com/office/drawing/2014/main" id="{23A62C96-8873-4FDF-A3D4-EAF297B96E79}"/>
              </a:ext>
            </a:extLst>
          </p:cNvPr>
          <p:cNvSpPr>
            <a:spLocks noGrp="1"/>
          </p:cNvSpPr>
          <p:nvPr/>
        </p:nvSpPr>
        <p:spPr>
          <a:xfrm>
            <a:off x="4261597" y="3872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" name="02_predicted_pose_3496">
            <a:extLst>
              <a:ext uri="{FF2B5EF4-FFF2-40B4-BE49-F238E27FC236}">
                <a16:creationId xmlns:a16="http://schemas.microsoft.com/office/drawing/2014/main" id="{921FB6F3-65A4-4D66-A22B-09BD60183E48}"/>
              </a:ext>
            </a:extLst>
          </p:cNvPr>
          <p:cNvSpPr>
            <a:spLocks noGrp="1"/>
          </p:cNvSpPr>
          <p:nvPr/>
        </p:nvSpPr>
        <p:spPr>
          <a:xfrm>
            <a:off x="4305349" y="3902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" name="02_predicted_pose_3497">
            <a:extLst>
              <a:ext uri="{FF2B5EF4-FFF2-40B4-BE49-F238E27FC236}">
                <a16:creationId xmlns:a16="http://schemas.microsoft.com/office/drawing/2014/main" id="{B1B411E3-427D-4E5A-854D-8165E242CF25}"/>
              </a:ext>
            </a:extLst>
          </p:cNvPr>
          <p:cNvSpPr>
            <a:spLocks noGrp="1"/>
          </p:cNvSpPr>
          <p:nvPr/>
        </p:nvSpPr>
        <p:spPr>
          <a:xfrm>
            <a:off x="4334516" y="38881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9" name="02_predicted_pose_3498">
            <a:extLst>
              <a:ext uri="{FF2B5EF4-FFF2-40B4-BE49-F238E27FC236}">
                <a16:creationId xmlns:a16="http://schemas.microsoft.com/office/drawing/2014/main" id="{50AF02C0-F6C2-4740-B8E8-B9744903D971}"/>
              </a:ext>
            </a:extLst>
          </p:cNvPr>
          <p:cNvSpPr>
            <a:spLocks noGrp="1"/>
          </p:cNvSpPr>
          <p:nvPr/>
        </p:nvSpPr>
        <p:spPr>
          <a:xfrm>
            <a:off x="4363684" y="3963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0" name="02_predicted_pose_3499">
            <a:extLst>
              <a:ext uri="{FF2B5EF4-FFF2-40B4-BE49-F238E27FC236}">
                <a16:creationId xmlns:a16="http://schemas.microsoft.com/office/drawing/2014/main" id="{4616883A-C0EE-4655-B1D3-7B98BC9CCADA}"/>
              </a:ext>
            </a:extLst>
          </p:cNvPr>
          <p:cNvSpPr>
            <a:spLocks noGrp="1"/>
          </p:cNvSpPr>
          <p:nvPr/>
        </p:nvSpPr>
        <p:spPr>
          <a:xfrm>
            <a:off x="4345090" y="38744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1" name="02_predicted_pose_3500">
            <a:extLst>
              <a:ext uri="{FF2B5EF4-FFF2-40B4-BE49-F238E27FC236}">
                <a16:creationId xmlns:a16="http://schemas.microsoft.com/office/drawing/2014/main" id="{FFC9A037-2FD0-494E-87DB-8941116AB1D5}"/>
              </a:ext>
            </a:extLst>
          </p:cNvPr>
          <p:cNvSpPr>
            <a:spLocks noGrp="1"/>
          </p:cNvSpPr>
          <p:nvPr/>
        </p:nvSpPr>
        <p:spPr>
          <a:xfrm>
            <a:off x="4080028" y="397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2" name="02_predicted_pose_3501">
            <a:extLst>
              <a:ext uri="{FF2B5EF4-FFF2-40B4-BE49-F238E27FC236}">
                <a16:creationId xmlns:a16="http://schemas.microsoft.com/office/drawing/2014/main" id="{D0D372D8-5AED-42FC-9B3E-6C704B8DD197}"/>
              </a:ext>
            </a:extLst>
          </p:cNvPr>
          <p:cNvSpPr>
            <a:spLocks noGrp="1"/>
          </p:cNvSpPr>
          <p:nvPr/>
        </p:nvSpPr>
        <p:spPr>
          <a:xfrm>
            <a:off x="4375351" y="38428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3" name="02_predicted_pose_3502">
            <a:extLst>
              <a:ext uri="{FF2B5EF4-FFF2-40B4-BE49-F238E27FC236}">
                <a16:creationId xmlns:a16="http://schemas.microsoft.com/office/drawing/2014/main" id="{3E1BC242-1AB3-4041-A6A7-68C02E739FA1}"/>
              </a:ext>
            </a:extLst>
          </p:cNvPr>
          <p:cNvSpPr>
            <a:spLocks noGrp="1"/>
          </p:cNvSpPr>
          <p:nvPr/>
        </p:nvSpPr>
        <p:spPr>
          <a:xfrm>
            <a:off x="4208730" y="39609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4" name="02_predicted_pose_3503">
            <a:extLst>
              <a:ext uri="{FF2B5EF4-FFF2-40B4-BE49-F238E27FC236}">
                <a16:creationId xmlns:a16="http://schemas.microsoft.com/office/drawing/2014/main" id="{7F80128A-E7DB-4DAA-9DA3-89ADC560EF67}"/>
              </a:ext>
            </a:extLst>
          </p:cNvPr>
          <p:cNvSpPr>
            <a:spLocks noGrp="1"/>
          </p:cNvSpPr>
          <p:nvPr/>
        </p:nvSpPr>
        <p:spPr>
          <a:xfrm>
            <a:off x="4307171" y="38291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5" name="02_predicted_pose_3504">
            <a:extLst>
              <a:ext uri="{FF2B5EF4-FFF2-40B4-BE49-F238E27FC236}">
                <a16:creationId xmlns:a16="http://schemas.microsoft.com/office/drawing/2014/main" id="{345DB7D6-0124-4B14-A909-D7ECB0526A55}"/>
              </a:ext>
            </a:extLst>
          </p:cNvPr>
          <p:cNvSpPr>
            <a:spLocks noGrp="1"/>
          </p:cNvSpPr>
          <p:nvPr/>
        </p:nvSpPr>
        <p:spPr>
          <a:xfrm>
            <a:off x="4037370" y="35149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6" name="02_predicted_pose_3505">
            <a:extLst>
              <a:ext uri="{FF2B5EF4-FFF2-40B4-BE49-F238E27FC236}">
                <a16:creationId xmlns:a16="http://schemas.microsoft.com/office/drawing/2014/main" id="{C057C832-E0F5-4191-A7E2-8CF1CBF22801}"/>
              </a:ext>
            </a:extLst>
          </p:cNvPr>
          <p:cNvSpPr>
            <a:spLocks noGrp="1"/>
          </p:cNvSpPr>
          <p:nvPr/>
        </p:nvSpPr>
        <p:spPr>
          <a:xfrm>
            <a:off x="4051954" y="3444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7" name="02_predicted_pose_3506">
            <a:extLst>
              <a:ext uri="{FF2B5EF4-FFF2-40B4-BE49-F238E27FC236}">
                <a16:creationId xmlns:a16="http://schemas.microsoft.com/office/drawing/2014/main" id="{B1149B88-CF18-4D02-87C6-4E25A76F10D3}"/>
              </a:ext>
            </a:extLst>
          </p:cNvPr>
          <p:cNvSpPr>
            <a:spLocks noGrp="1"/>
          </p:cNvSpPr>
          <p:nvPr/>
        </p:nvSpPr>
        <p:spPr>
          <a:xfrm>
            <a:off x="4066538" y="349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8" name="02_predicted_pose_3507">
            <a:extLst>
              <a:ext uri="{FF2B5EF4-FFF2-40B4-BE49-F238E27FC236}">
                <a16:creationId xmlns:a16="http://schemas.microsoft.com/office/drawing/2014/main" id="{6FB2ECEE-F7BF-4F2C-B6E6-BFB93A47B651}"/>
              </a:ext>
            </a:extLst>
          </p:cNvPr>
          <p:cNvSpPr>
            <a:spLocks noGrp="1"/>
          </p:cNvSpPr>
          <p:nvPr/>
        </p:nvSpPr>
        <p:spPr>
          <a:xfrm>
            <a:off x="4081121" y="36804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9" name="02_predicted_pose_3508">
            <a:extLst>
              <a:ext uri="{FF2B5EF4-FFF2-40B4-BE49-F238E27FC236}">
                <a16:creationId xmlns:a16="http://schemas.microsoft.com/office/drawing/2014/main" id="{47FAB5F5-3AA3-4748-8A65-AF8952E58084}"/>
              </a:ext>
            </a:extLst>
          </p:cNvPr>
          <p:cNvSpPr>
            <a:spLocks noGrp="1"/>
          </p:cNvSpPr>
          <p:nvPr/>
        </p:nvSpPr>
        <p:spPr>
          <a:xfrm>
            <a:off x="4034089" y="37323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0" name="02_predicted_pose_3509">
            <a:extLst>
              <a:ext uri="{FF2B5EF4-FFF2-40B4-BE49-F238E27FC236}">
                <a16:creationId xmlns:a16="http://schemas.microsoft.com/office/drawing/2014/main" id="{B2AECC43-0B5D-40D3-94F6-E841EF60D743}"/>
              </a:ext>
            </a:extLst>
          </p:cNvPr>
          <p:cNvSpPr>
            <a:spLocks noGrp="1"/>
          </p:cNvSpPr>
          <p:nvPr/>
        </p:nvSpPr>
        <p:spPr>
          <a:xfrm>
            <a:off x="4063256" y="36426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1" name="02_predicted_pose_3510">
            <a:extLst>
              <a:ext uri="{FF2B5EF4-FFF2-40B4-BE49-F238E27FC236}">
                <a16:creationId xmlns:a16="http://schemas.microsoft.com/office/drawing/2014/main" id="{D4CF78B1-1165-4231-80ED-2DA5CEA76B02}"/>
              </a:ext>
            </a:extLst>
          </p:cNvPr>
          <p:cNvSpPr>
            <a:spLocks noGrp="1"/>
          </p:cNvSpPr>
          <p:nvPr/>
        </p:nvSpPr>
        <p:spPr>
          <a:xfrm>
            <a:off x="4152582" y="3831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2" name="02_predicted_pose_3511">
            <a:extLst>
              <a:ext uri="{FF2B5EF4-FFF2-40B4-BE49-F238E27FC236}">
                <a16:creationId xmlns:a16="http://schemas.microsoft.com/office/drawing/2014/main" id="{4773F566-C0A7-479C-9847-FC1E057FAC34}"/>
              </a:ext>
            </a:extLst>
          </p:cNvPr>
          <p:cNvSpPr>
            <a:spLocks noGrp="1"/>
          </p:cNvSpPr>
          <p:nvPr/>
        </p:nvSpPr>
        <p:spPr>
          <a:xfrm>
            <a:off x="4097528" y="34049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3" name="02_predicted_pose_3512">
            <a:extLst>
              <a:ext uri="{FF2B5EF4-FFF2-40B4-BE49-F238E27FC236}">
                <a16:creationId xmlns:a16="http://schemas.microsoft.com/office/drawing/2014/main" id="{60D10F1D-E584-4A8A-8E63-2437431C03E2}"/>
              </a:ext>
            </a:extLst>
          </p:cNvPr>
          <p:cNvSpPr>
            <a:spLocks noGrp="1"/>
          </p:cNvSpPr>
          <p:nvPr/>
        </p:nvSpPr>
        <p:spPr>
          <a:xfrm>
            <a:off x="4112112" y="38527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4" name="02_predicted_pose_3513">
            <a:extLst>
              <a:ext uri="{FF2B5EF4-FFF2-40B4-BE49-F238E27FC236}">
                <a16:creationId xmlns:a16="http://schemas.microsoft.com/office/drawing/2014/main" id="{E3BA5A22-63CA-40D9-8012-CA03D85C6C2B}"/>
              </a:ext>
            </a:extLst>
          </p:cNvPr>
          <p:cNvSpPr>
            <a:spLocks noGrp="1"/>
          </p:cNvSpPr>
          <p:nvPr/>
        </p:nvSpPr>
        <p:spPr>
          <a:xfrm>
            <a:off x="4126696" y="37863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5" name="02_predicted_pose_3514">
            <a:extLst>
              <a:ext uri="{FF2B5EF4-FFF2-40B4-BE49-F238E27FC236}">
                <a16:creationId xmlns:a16="http://schemas.microsoft.com/office/drawing/2014/main" id="{B9B1F4BF-30C1-4344-A1DF-6FB6B8BAFFE0}"/>
              </a:ext>
            </a:extLst>
          </p:cNvPr>
          <p:cNvSpPr>
            <a:spLocks noGrp="1"/>
          </p:cNvSpPr>
          <p:nvPr/>
        </p:nvSpPr>
        <p:spPr>
          <a:xfrm>
            <a:off x="4075288" y="3390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6" name="02_predicted_pose_3515">
            <a:extLst>
              <a:ext uri="{FF2B5EF4-FFF2-40B4-BE49-F238E27FC236}">
                <a16:creationId xmlns:a16="http://schemas.microsoft.com/office/drawing/2014/main" id="{7A76AC34-E9C5-4E56-B9C4-A85EA24788A6}"/>
              </a:ext>
            </a:extLst>
          </p:cNvPr>
          <p:cNvSpPr>
            <a:spLocks noGrp="1"/>
          </p:cNvSpPr>
          <p:nvPr/>
        </p:nvSpPr>
        <p:spPr>
          <a:xfrm>
            <a:off x="4089872" y="33451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7" name="02_predicted_pose_3516">
            <a:extLst>
              <a:ext uri="{FF2B5EF4-FFF2-40B4-BE49-F238E27FC236}">
                <a16:creationId xmlns:a16="http://schemas.microsoft.com/office/drawing/2014/main" id="{1D149B44-AC27-4206-A2A8-1C9372786921}"/>
              </a:ext>
            </a:extLst>
          </p:cNvPr>
          <p:cNvSpPr>
            <a:spLocks noGrp="1"/>
          </p:cNvSpPr>
          <p:nvPr/>
        </p:nvSpPr>
        <p:spPr>
          <a:xfrm>
            <a:off x="4104455" y="33206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8" name="02_predicted_pose_3517">
            <a:extLst>
              <a:ext uri="{FF2B5EF4-FFF2-40B4-BE49-F238E27FC236}">
                <a16:creationId xmlns:a16="http://schemas.microsoft.com/office/drawing/2014/main" id="{0157C2EB-F3A9-4A5F-8F98-725E59FDCBA1}"/>
              </a:ext>
            </a:extLst>
          </p:cNvPr>
          <p:cNvSpPr>
            <a:spLocks noGrp="1"/>
          </p:cNvSpPr>
          <p:nvPr/>
        </p:nvSpPr>
        <p:spPr>
          <a:xfrm>
            <a:off x="4124873" y="3047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9" name="02_predicted_pose_3518">
            <a:extLst>
              <a:ext uri="{FF2B5EF4-FFF2-40B4-BE49-F238E27FC236}">
                <a16:creationId xmlns:a16="http://schemas.microsoft.com/office/drawing/2014/main" id="{C9E3826B-8B75-4160-A4D5-09325045A135}"/>
              </a:ext>
            </a:extLst>
          </p:cNvPr>
          <p:cNvSpPr>
            <a:spLocks noGrp="1"/>
          </p:cNvSpPr>
          <p:nvPr/>
        </p:nvSpPr>
        <p:spPr>
          <a:xfrm>
            <a:off x="4168625" y="28964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0" name="02_predicted_pose_3519">
            <a:extLst>
              <a:ext uri="{FF2B5EF4-FFF2-40B4-BE49-F238E27FC236}">
                <a16:creationId xmlns:a16="http://schemas.microsoft.com/office/drawing/2014/main" id="{5D6EF725-08D4-4DF4-8B9D-4B5488BC2FED}"/>
              </a:ext>
            </a:extLst>
          </p:cNvPr>
          <p:cNvSpPr>
            <a:spLocks noGrp="1"/>
          </p:cNvSpPr>
          <p:nvPr/>
        </p:nvSpPr>
        <p:spPr>
          <a:xfrm>
            <a:off x="4139093" y="293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1" name="02_predicted_pose_3520">
            <a:extLst>
              <a:ext uri="{FF2B5EF4-FFF2-40B4-BE49-F238E27FC236}">
                <a16:creationId xmlns:a16="http://schemas.microsoft.com/office/drawing/2014/main" id="{55855428-6E39-44F8-8FC4-AD5ACA819DA9}"/>
              </a:ext>
            </a:extLst>
          </p:cNvPr>
          <p:cNvSpPr>
            <a:spLocks noGrp="1"/>
          </p:cNvSpPr>
          <p:nvPr/>
        </p:nvSpPr>
        <p:spPr>
          <a:xfrm>
            <a:off x="4237533" y="3101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2" name="02_predicted_pose_3521">
            <a:extLst>
              <a:ext uri="{FF2B5EF4-FFF2-40B4-BE49-F238E27FC236}">
                <a16:creationId xmlns:a16="http://schemas.microsoft.com/office/drawing/2014/main" id="{AAE20A7A-D173-488C-9AEF-12B1A26912BE}"/>
              </a:ext>
            </a:extLst>
          </p:cNvPr>
          <p:cNvSpPr>
            <a:spLocks noGrp="1"/>
          </p:cNvSpPr>
          <p:nvPr/>
        </p:nvSpPr>
        <p:spPr>
          <a:xfrm>
            <a:off x="4366235" y="2925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3" name="02_predicted_pose_3522">
            <a:extLst>
              <a:ext uri="{FF2B5EF4-FFF2-40B4-BE49-F238E27FC236}">
                <a16:creationId xmlns:a16="http://schemas.microsoft.com/office/drawing/2014/main" id="{02E20393-C869-480D-BD07-5C0F4A0B1D88}"/>
              </a:ext>
            </a:extLst>
          </p:cNvPr>
          <p:cNvSpPr>
            <a:spLocks noGrp="1"/>
          </p:cNvSpPr>
          <p:nvPr/>
        </p:nvSpPr>
        <p:spPr>
          <a:xfrm>
            <a:off x="4101174" y="30651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4" name="02_predicted_pose_3523">
            <a:extLst>
              <a:ext uri="{FF2B5EF4-FFF2-40B4-BE49-F238E27FC236}">
                <a16:creationId xmlns:a16="http://schemas.microsoft.com/office/drawing/2014/main" id="{95D8F1BE-A574-4D8A-BA6C-29722B6F8694}"/>
              </a:ext>
            </a:extLst>
          </p:cNvPr>
          <p:cNvSpPr>
            <a:spLocks noGrp="1"/>
          </p:cNvSpPr>
          <p:nvPr/>
        </p:nvSpPr>
        <p:spPr>
          <a:xfrm>
            <a:off x="4256857" y="36471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5" name="02_predicted_pose_3524">
            <a:extLst>
              <a:ext uri="{FF2B5EF4-FFF2-40B4-BE49-F238E27FC236}">
                <a16:creationId xmlns:a16="http://schemas.microsoft.com/office/drawing/2014/main" id="{16FC3490-B1DE-4339-B4E2-656638DC3830}"/>
              </a:ext>
            </a:extLst>
          </p:cNvPr>
          <p:cNvSpPr>
            <a:spLocks noGrp="1"/>
          </p:cNvSpPr>
          <p:nvPr/>
        </p:nvSpPr>
        <p:spPr>
          <a:xfrm>
            <a:off x="4271440" y="38734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6" name="02_predicted_pose_3525">
            <a:extLst>
              <a:ext uri="{FF2B5EF4-FFF2-40B4-BE49-F238E27FC236}">
                <a16:creationId xmlns:a16="http://schemas.microsoft.com/office/drawing/2014/main" id="{B2836B07-B041-4301-AEF3-BC81E32B43E7}"/>
              </a:ext>
            </a:extLst>
          </p:cNvPr>
          <p:cNvSpPr>
            <a:spLocks noGrp="1"/>
          </p:cNvSpPr>
          <p:nvPr/>
        </p:nvSpPr>
        <p:spPr>
          <a:xfrm>
            <a:off x="4229512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7" name="02_predicted_pose_3526">
            <a:extLst>
              <a:ext uri="{FF2B5EF4-FFF2-40B4-BE49-F238E27FC236}">
                <a16:creationId xmlns:a16="http://schemas.microsoft.com/office/drawing/2014/main" id="{00961182-6ABB-478E-AEA1-389D742C78DB}"/>
              </a:ext>
            </a:extLst>
          </p:cNvPr>
          <p:cNvSpPr>
            <a:spLocks noGrp="1"/>
          </p:cNvSpPr>
          <p:nvPr/>
        </p:nvSpPr>
        <p:spPr>
          <a:xfrm>
            <a:off x="4244097" y="35758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8" name="02_predicted_pose_3527">
            <a:extLst>
              <a:ext uri="{FF2B5EF4-FFF2-40B4-BE49-F238E27FC236}">
                <a16:creationId xmlns:a16="http://schemas.microsoft.com/office/drawing/2014/main" id="{194F56D8-B3CD-481D-B614-3DF51687CE8C}"/>
              </a:ext>
            </a:extLst>
          </p:cNvPr>
          <p:cNvSpPr>
            <a:spLocks noGrp="1"/>
          </p:cNvSpPr>
          <p:nvPr/>
        </p:nvSpPr>
        <p:spPr>
          <a:xfrm>
            <a:off x="4258680" y="35701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9" name="02_predicted_pose_3528">
            <a:extLst>
              <a:ext uri="{FF2B5EF4-FFF2-40B4-BE49-F238E27FC236}">
                <a16:creationId xmlns:a16="http://schemas.microsoft.com/office/drawing/2014/main" id="{E05E3482-4C8A-4B14-A399-47C794804F0A}"/>
              </a:ext>
            </a:extLst>
          </p:cNvPr>
          <p:cNvSpPr>
            <a:spLocks noGrp="1"/>
          </p:cNvSpPr>
          <p:nvPr/>
        </p:nvSpPr>
        <p:spPr>
          <a:xfrm>
            <a:off x="4287847" y="35461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0" name="02_predicted_pose_3529">
            <a:extLst>
              <a:ext uri="{FF2B5EF4-FFF2-40B4-BE49-F238E27FC236}">
                <a16:creationId xmlns:a16="http://schemas.microsoft.com/office/drawing/2014/main" id="{F0910291-D37A-40F3-9420-12C0146CE381}"/>
              </a:ext>
            </a:extLst>
          </p:cNvPr>
          <p:cNvSpPr>
            <a:spLocks noGrp="1"/>
          </p:cNvSpPr>
          <p:nvPr/>
        </p:nvSpPr>
        <p:spPr>
          <a:xfrm>
            <a:off x="4302431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1" name="02_predicted_pose_3530">
            <a:extLst>
              <a:ext uri="{FF2B5EF4-FFF2-40B4-BE49-F238E27FC236}">
                <a16:creationId xmlns:a16="http://schemas.microsoft.com/office/drawing/2014/main" id="{1CAF81E4-E64C-4325-981F-CE4482C1E594}"/>
              </a:ext>
            </a:extLst>
          </p:cNvPr>
          <p:cNvSpPr>
            <a:spLocks noGrp="1"/>
          </p:cNvSpPr>
          <p:nvPr/>
        </p:nvSpPr>
        <p:spPr>
          <a:xfrm>
            <a:off x="4105185" y="3937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2" name="02_predicted_pose_3531">
            <a:extLst>
              <a:ext uri="{FF2B5EF4-FFF2-40B4-BE49-F238E27FC236}">
                <a16:creationId xmlns:a16="http://schemas.microsoft.com/office/drawing/2014/main" id="{252FE7A8-DF56-48AE-80FD-09E2F910716C}"/>
              </a:ext>
            </a:extLst>
          </p:cNvPr>
          <p:cNvSpPr>
            <a:spLocks noGrp="1"/>
          </p:cNvSpPr>
          <p:nvPr/>
        </p:nvSpPr>
        <p:spPr>
          <a:xfrm>
            <a:off x="4213835" y="36058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3" name="02_predicted_pose_3532">
            <a:extLst>
              <a:ext uri="{FF2B5EF4-FFF2-40B4-BE49-F238E27FC236}">
                <a16:creationId xmlns:a16="http://schemas.microsoft.com/office/drawing/2014/main" id="{395F5DEE-8332-4DDF-AEB0-CCB1F8C7FB22}"/>
              </a:ext>
            </a:extLst>
          </p:cNvPr>
          <p:cNvSpPr>
            <a:spLocks noGrp="1"/>
          </p:cNvSpPr>
          <p:nvPr/>
        </p:nvSpPr>
        <p:spPr>
          <a:xfrm>
            <a:off x="4257586" y="3647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4" name="02_predicted_pose_3533">
            <a:extLst>
              <a:ext uri="{FF2B5EF4-FFF2-40B4-BE49-F238E27FC236}">
                <a16:creationId xmlns:a16="http://schemas.microsoft.com/office/drawing/2014/main" id="{9C27712E-67BB-4E03-96C6-27210EF59785}"/>
              </a:ext>
            </a:extLst>
          </p:cNvPr>
          <p:cNvSpPr>
            <a:spLocks noGrp="1"/>
          </p:cNvSpPr>
          <p:nvPr/>
        </p:nvSpPr>
        <p:spPr>
          <a:xfrm>
            <a:off x="4272170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5" name="02_predicted_pose_3534">
            <a:extLst>
              <a:ext uri="{FF2B5EF4-FFF2-40B4-BE49-F238E27FC236}">
                <a16:creationId xmlns:a16="http://schemas.microsoft.com/office/drawing/2014/main" id="{51C79942-6907-4154-8B5C-D415CF1E2517}"/>
              </a:ext>
            </a:extLst>
          </p:cNvPr>
          <p:cNvSpPr>
            <a:spLocks noGrp="1"/>
          </p:cNvSpPr>
          <p:nvPr/>
        </p:nvSpPr>
        <p:spPr>
          <a:xfrm>
            <a:off x="4301338" y="35883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6" name="02_predicted_pose_3535">
            <a:extLst>
              <a:ext uri="{FF2B5EF4-FFF2-40B4-BE49-F238E27FC236}">
                <a16:creationId xmlns:a16="http://schemas.microsoft.com/office/drawing/2014/main" id="{79E2D6FA-B995-4017-8678-7E91E2736E77}"/>
              </a:ext>
            </a:extLst>
          </p:cNvPr>
          <p:cNvSpPr>
            <a:spLocks noGrp="1"/>
          </p:cNvSpPr>
          <p:nvPr/>
        </p:nvSpPr>
        <p:spPr>
          <a:xfrm>
            <a:off x="4185761" y="38392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7" name="02_predicted_pose_3536">
            <a:extLst>
              <a:ext uri="{FF2B5EF4-FFF2-40B4-BE49-F238E27FC236}">
                <a16:creationId xmlns:a16="http://schemas.microsoft.com/office/drawing/2014/main" id="{1490C200-3D47-43B3-A31E-0A3DE960A26A}"/>
              </a:ext>
            </a:extLst>
          </p:cNvPr>
          <p:cNvSpPr>
            <a:spLocks noGrp="1"/>
          </p:cNvSpPr>
          <p:nvPr/>
        </p:nvSpPr>
        <p:spPr>
          <a:xfrm>
            <a:off x="4214928" y="38767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8" name="02_predicted_pose_3537">
            <a:extLst>
              <a:ext uri="{FF2B5EF4-FFF2-40B4-BE49-F238E27FC236}">
                <a16:creationId xmlns:a16="http://schemas.microsoft.com/office/drawing/2014/main" id="{B8A57C1B-95E4-4111-930C-F2D69FE9CC7D}"/>
              </a:ext>
            </a:extLst>
          </p:cNvPr>
          <p:cNvSpPr>
            <a:spLocks noGrp="1"/>
          </p:cNvSpPr>
          <p:nvPr/>
        </p:nvSpPr>
        <p:spPr>
          <a:xfrm>
            <a:off x="4244097" y="36989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9" name="02_predicted_pose_3538">
            <a:extLst>
              <a:ext uri="{FF2B5EF4-FFF2-40B4-BE49-F238E27FC236}">
                <a16:creationId xmlns:a16="http://schemas.microsoft.com/office/drawing/2014/main" id="{6E144F71-A2EB-4AB9-AB0A-CD4DF581D788}"/>
              </a:ext>
            </a:extLst>
          </p:cNvPr>
          <p:cNvSpPr>
            <a:spLocks noGrp="1"/>
          </p:cNvSpPr>
          <p:nvPr/>
        </p:nvSpPr>
        <p:spPr>
          <a:xfrm>
            <a:off x="4273264" y="3782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0" name="02_predicted_pose_3539">
            <a:extLst>
              <a:ext uri="{FF2B5EF4-FFF2-40B4-BE49-F238E27FC236}">
                <a16:creationId xmlns:a16="http://schemas.microsoft.com/office/drawing/2014/main" id="{D60350B2-5C4B-4632-9C59-F8F94429C0D4}"/>
              </a:ext>
            </a:extLst>
          </p:cNvPr>
          <p:cNvSpPr>
            <a:spLocks noGrp="1"/>
          </p:cNvSpPr>
          <p:nvPr/>
        </p:nvSpPr>
        <p:spPr>
          <a:xfrm>
            <a:off x="4302431" y="39541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1" name="02_predicted_pose_3540">
            <a:extLst>
              <a:ext uri="{FF2B5EF4-FFF2-40B4-BE49-F238E27FC236}">
                <a16:creationId xmlns:a16="http://schemas.microsoft.com/office/drawing/2014/main" id="{36B8F8DE-01C8-4A01-A1DF-A708E47EAB65}"/>
              </a:ext>
            </a:extLst>
          </p:cNvPr>
          <p:cNvSpPr>
            <a:spLocks noGrp="1"/>
          </p:cNvSpPr>
          <p:nvPr/>
        </p:nvSpPr>
        <p:spPr>
          <a:xfrm>
            <a:off x="4199980" y="382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2" name="02_predicted_pose_3541">
            <a:extLst>
              <a:ext uri="{FF2B5EF4-FFF2-40B4-BE49-F238E27FC236}">
                <a16:creationId xmlns:a16="http://schemas.microsoft.com/office/drawing/2014/main" id="{FC59AEB0-440B-4C0B-A2DB-61D869B119E6}"/>
              </a:ext>
            </a:extLst>
          </p:cNvPr>
          <p:cNvSpPr>
            <a:spLocks noGrp="1"/>
          </p:cNvSpPr>
          <p:nvPr/>
        </p:nvSpPr>
        <p:spPr>
          <a:xfrm>
            <a:off x="4323943" y="296938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3" name="02_predicted_pose_3542">
            <a:extLst>
              <a:ext uri="{FF2B5EF4-FFF2-40B4-BE49-F238E27FC236}">
                <a16:creationId xmlns:a16="http://schemas.microsoft.com/office/drawing/2014/main" id="{4970F049-8B13-4806-8EB3-B714F88907DD}"/>
              </a:ext>
            </a:extLst>
          </p:cNvPr>
          <p:cNvSpPr>
            <a:spLocks noGrp="1"/>
          </p:cNvSpPr>
          <p:nvPr/>
        </p:nvSpPr>
        <p:spPr>
          <a:xfrm>
            <a:off x="4338526" y="3516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4" name="02_predicted_pose_3543">
            <a:extLst>
              <a:ext uri="{FF2B5EF4-FFF2-40B4-BE49-F238E27FC236}">
                <a16:creationId xmlns:a16="http://schemas.microsoft.com/office/drawing/2014/main" id="{42FFC28B-9BF4-450F-BB49-1719847C6DAD}"/>
              </a:ext>
            </a:extLst>
          </p:cNvPr>
          <p:cNvSpPr>
            <a:spLocks noGrp="1"/>
          </p:cNvSpPr>
          <p:nvPr/>
        </p:nvSpPr>
        <p:spPr>
          <a:xfrm>
            <a:off x="4108831" y="30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5" name="02_predicted_pose_3544">
            <a:extLst>
              <a:ext uri="{FF2B5EF4-FFF2-40B4-BE49-F238E27FC236}">
                <a16:creationId xmlns:a16="http://schemas.microsoft.com/office/drawing/2014/main" id="{A3E1905D-C1A9-4612-9C92-5FD773ECA5D6}"/>
              </a:ext>
            </a:extLst>
          </p:cNvPr>
          <p:cNvSpPr>
            <a:spLocks noGrp="1"/>
          </p:cNvSpPr>
          <p:nvPr/>
        </p:nvSpPr>
        <p:spPr>
          <a:xfrm>
            <a:off x="4121957" y="40376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6" name="02_predicted_pose_3545">
            <a:extLst>
              <a:ext uri="{FF2B5EF4-FFF2-40B4-BE49-F238E27FC236}">
                <a16:creationId xmlns:a16="http://schemas.microsoft.com/office/drawing/2014/main" id="{91766740-1AA4-4DE6-AD4D-AFB38EF070E7}"/>
              </a:ext>
            </a:extLst>
          </p:cNvPr>
          <p:cNvSpPr>
            <a:spLocks noGrp="1"/>
          </p:cNvSpPr>
          <p:nvPr/>
        </p:nvSpPr>
        <p:spPr>
          <a:xfrm>
            <a:off x="4166073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7" name="02_predicted_pose_3546">
            <a:extLst>
              <a:ext uri="{FF2B5EF4-FFF2-40B4-BE49-F238E27FC236}">
                <a16:creationId xmlns:a16="http://schemas.microsoft.com/office/drawing/2014/main" id="{B9B57BE9-B6AA-4EBC-9B7C-2928896B876D}"/>
              </a:ext>
            </a:extLst>
          </p:cNvPr>
          <p:cNvSpPr>
            <a:spLocks noGrp="1"/>
          </p:cNvSpPr>
          <p:nvPr/>
        </p:nvSpPr>
        <p:spPr>
          <a:xfrm>
            <a:off x="4127426" y="38733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8" name="02_predicted_pose_3547">
            <a:extLst>
              <a:ext uri="{FF2B5EF4-FFF2-40B4-BE49-F238E27FC236}">
                <a16:creationId xmlns:a16="http://schemas.microsoft.com/office/drawing/2014/main" id="{64A41CF3-C563-4D62-949B-B03B9E55EF1D}"/>
              </a:ext>
            </a:extLst>
          </p:cNvPr>
          <p:cNvSpPr>
            <a:spLocks noGrp="1"/>
          </p:cNvSpPr>
          <p:nvPr/>
        </p:nvSpPr>
        <p:spPr>
          <a:xfrm>
            <a:off x="4072372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9" name="02_predicted_pose_3548">
            <a:extLst>
              <a:ext uri="{FF2B5EF4-FFF2-40B4-BE49-F238E27FC236}">
                <a16:creationId xmlns:a16="http://schemas.microsoft.com/office/drawing/2014/main" id="{EFF77604-B34D-44E1-B7F0-7D300D3E0B98}"/>
              </a:ext>
            </a:extLst>
          </p:cNvPr>
          <p:cNvSpPr>
            <a:spLocks noGrp="1"/>
          </p:cNvSpPr>
          <p:nvPr/>
        </p:nvSpPr>
        <p:spPr>
          <a:xfrm>
            <a:off x="4212376" y="39092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0" name="02_predicted_pose_3549">
            <a:extLst>
              <a:ext uri="{FF2B5EF4-FFF2-40B4-BE49-F238E27FC236}">
                <a16:creationId xmlns:a16="http://schemas.microsoft.com/office/drawing/2014/main" id="{D2BA4BF0-4EDF-41FD-B541-72224B675FDF}"/>
              </a:ext>
            </a:extLst>
          </p:cNvPr>
          <p:cNvSpPr>
            <a:spLocks noGrp="1"/>
          </p:cNvSpPr>
          <p:nvPr/>
        </p:nvSpPr>
        <p:spPr>
          <a:xfrm>
            <a:off x="4226960" y="3893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1" name="02_predicted_pose_3550">
            <a:extLst>
              <a:ext uri="{FF2B5EF4-FFF2-40B4-BE49-F238E27FC236}">
                <a16:creationId xmlns:a16="http://schemas.microsoft.com/office/drawing/2014/main" id="{FD223AE0-1E58-4A25-92C3-65F71836DA28}"/>
              </a:ext>
            </a:extLst>
          </p:cNvPr>
          <p:cNvSpPr>
            <a:spLocks noGrp="1"/>
          </p:cNvSpPr>
          <p:nvPr/>
        </p:nvSpPr>
        <p:spPr>
          <a:xfrm>
            <a:off x="4241544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2" name="02_predicted_pose_3551">
            <a:extLst>
              <a:ext uri="{FF2B5EF4-FFF2-40B4-BE49-F238E27FC236}">
                <a16:creationId xmlns:a16="http://schemas.microsoft.com/office/drawing/2014/main" id="{449FF647-DB4D-40F1-B6F0-4944D201941D}"/>
              </a:ext>
            </a:extLst>
          </p:cNvPr>
          <p:cNvSpPr>
            <a:spLocks noGrp="1"/>
          </p:cNvSpPr>
          <p:nvPr/>
        </p:nvSpPr>
        <p:spPr>
          <a:xfrm>
            <a:off x="4256128" y="38117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3" name="02_predicted_pose_3552">
            <a:extLst>
              <a:ext uri="{FF2B5EF4-FFF2-40B4-BE49-F238E27FC236}">
                <a16:creationId xmlns:a16="http://schemas.microsoft.com/office/drawing/2014/main" id="{E742DE8D-5524-4647-BC4E-14BA0B062287}"/>
              </a:ext>
            </a:extLst>
          </p:cNvPr>
          <p:cNvSpPr>
            <a:spLocks noGrp="1"/>
          </p:cNvSpPr>
          <p:nvPr/>
        </p:nvSpPr>
        <p:spPr>
          <a:xfrm>
            <a:off x="4039193" y="3976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4" name="02_predicted_pose_3553">
            <a:extLst>
              <a:ext uri="{FF2B5EF4-FFF2-40B4-BE49-F238E27FC236}">
                <a16:creationId xmlns:a16="http://schemas.microsoft.com/office/drawing/2014/main" id="{9FE97F73-274A-4501-9B6D-34C1ABB8FD65}"/>
              </a:ext>
            </a:extLst>
          </p:cNvPr>
          <p:cNvSpPr>
            <a:spLocks noGrp="1"/>
          </p:cNvSpPr>
          <p:nvPr/>
        </p:nvSpPr>
        <p:spPr>
          <a:xfrm>
            <a:off x="4068361" y="39445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5" name="02_predicted_pose_3554">
            <a:extLst>
              <a:ext uri="{FF2B5EF4-FFF2-40B4-BE49-F238E27FC236}">
                <a16:creationId xmlns:a16="http://schemas.microsoft.com/office/drawing/2014/main" id="{80776479-5BEE-4663-9163-3C9EDC220FC7}"/>
              </a:ext>
            </a:extLst>
          </p:cNvPr>
          <p:cNvSpPr>
            <a:spLocks noGrp="1"/>
          </p:cNvSpPr>
          <p:nvPr/>
        </p:nvSpPr>
        <p:spPr>
          <a:xfrm>
            <a:off x="4292223" y="33221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6" name="02_predicted_pose_3555">
            <a:extLst>
              <a:ext uri="{FF2B5EF4-FFF2-40B4-BE49-F238E27FC236}">
                <a16:creationId xmlns:a16="http://schemas.microsoft.com/office/drawing/2014/main" id="{6DD2EE6A-2080-46BC-8A33-94DAA1F85416}"/>
              </a:ext>
            </a:extLst>
          </p:cNvPr>
          <p:cNvSpPr>
            <a:spLocks noGrp="1"/>
          </p:cNvSpPr>
          <p:nvPr/>
        </p:nvSpPr>
        <p:spPr>
          <a:xfrm>
            <a:off x="4329047" y="38890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7" name="02_predicted_pose_3556">
            <a:extLst>
              <a:ext uri="{FF2B5EF4-FFF2-40B4-BE49-F238E27FC236}">
                <a16:creationId xmlns:a16="http://schemas.microsoft.com/office/drawing/2014/main" id="{683E2473-FFC3-4F68-9D03-3B661EAAF4A4}"/>
              </a:ext>
            </a:extLst>
          </p:cNvPr>
          <p:cNvSpPr>
            <a:spLocks noGrp="1"/>
          </p:cNvSpPr>
          <p:nvPr/>
        </p:nvSpPr>
        <p:spPr>
          <a:xfrm>
            <a:off x="5346635" y="35277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8" name="02_predicted_pose_3557">
            <a:extLst>
              <a:ext uri="{FF2B5EF4-FFF2-40B4-BE49-F238E27FC236}">
                <a16:creationId xmlns:a16="http://schemas.microsoft.com/office/drawing/2014/main" id="{5112FB5C-56B3-4A86-BE74-A882143CD03E}"/>
              </a:ext>
            </a:extLst>
          </p:cNvPr>
          <p:cNvSpPr>
            <a:spLocks noGrp="1"/>
          </p:cNvSpPr>
          <p:nvPr/>
        </p:nvSpPr>
        <p:spPr>
          <a:xfrm>
            <a:off x="5361219" y="35205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9" name="02_predicted_pose_3558">
            <a:extLst>
              <a:ext uri="{FF2B5EF4-FFF2-40B4-BE49-F238E27FC236}">
                <a16:creationId xmlns:a16="http://schemas.microsoft.com/office/drawing/2014/main" id="{A9B3E7C3-2B11-4359-9EBB-D68304994E11}"/>
              </a:ext>
            </a:extLst>
          </p:cNvPr>
          <p:cNvSpPr>
            <a:spLocks noGrp="1"/>
          </p:cNvSpPr>
          <p:nvPr/>
        </p:nvSpPr>
        <p:spPr>
          <a:xfrm>
            <a:off x="5375803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0" name="02_predicted_pose_3559">
            <a:extLst>
              <a:ext uri="{FF2B5EF4-FFF2-40B4-BE49-F238E27FC236}">
                <a16:creationId xmlns:a16="http://schemas.microsoft.com/office/drawing/2014/main" id="{72D4D717-1AA3-466F-B183-493C75CCD0A8}"/>
              </a:ext>
            </a:extLst>
          </p:cNvPr>
          <p:cNvSpPr>
            <a:spLocks noGrp="1"/>
          </p:cNvSpPr>
          <p:nvPr/>
        </p:nvSpPr>
        <p:spPr>
          <a:xfrm>
            <a:off x="5390387" y="3562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1" name="02_predicted_pose_3560">
            <a:extLst>
              <a:ext uri="{FF2B5EF4-FFF2-40B4-BE49-F238E27FC236}">
                <a16:creationId xmlns:a16="http://schemas.microsoft.com/office/drawing/2014/main" id="{1C708871-A15F-467C-83BA-2AE427DFA06E}"/>
              </a:ext>
            </a:extLst>
          </p:cNvPr>
          <p:cNvSpPr>
            <a:spLocks noGrp="1"/>
          </p:cNvSpPr>
          <p:nvPr/>
        </p:nvSpPr>
        <p:spPr>
          <a:xfrm>
            <a:off x="5404971" y="3543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2" name="02_predicted_pose_3561">
            <a:extLst>
              <a:ext uri="{FF2B5EF4-FFF2-40B4-BE49-F238E27FC236}">
                <a16:creationId xmlns:a16="http://schemas.microsoft.com/office/drawing/2014/main" id="{D8D2F51F-0FF6-4425-A158-3BAFEDCADD4B}"/>
              </a:ext>
            </a:extLst>
          </p:cNvPr>
          <p:cNvSpPr>
            <a:spLocks noGrp="1"/>
          </p:cNvSpPr>
          <p:nvPr/>
        </p:nvSpPr>
        <p:spPr>
          <a:xfrm>
            <a:off x="5419555" y="3542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3" name="02_predicted_pose_3562">
            <a:extLst>
              <a:ext uri="{FF2B5EF4-FFF2-40B4-BE49-F238E27FC236}">
                <a16:creationId xmlns:a16="http://schemas.microsoft.com/office/drawing/2014/main" id="{5C7C395A-47D7-4B65-82FD-D68ED34899A4}"/>
              </a:ext>
            </a:extLst>
          </p:cNvPr>
          <p:cNvSpPr>
            <a:spLocks noGrp="1"/>
          </p:cNvSpPr>
          <p:nvPr/>
        </p:nvSpPr>
        <p:spPr>
          <a:xfrm>
            <a:off x="5434138" y="3527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4" name="02_predicted_pose_3563">
            <a:extLst>
              <a:ext uri="{FF2B5EF4-FFF2-40B4-BE49-F238E27FC236}">
                <a16:creationId xmlns:a16="http://schemas.microsoft.com/office/drawing/2014/main" id="{CE7BD7D7-7CE1-4103-8FF4-533148549F04}"/>
              </a:ext>
            </a:extLst>
          </p:cNvPr>
          <p:cNvSpPr>
            <a:spLocks noGrp="1"/>
          </p:cNvSpPr>
          <p:nvPr/>
        </p:nvSpPr>
        <p:spPr>
          <a:xfrm>
            <a:off x="5448722" y="37044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5" name="02_predicted_pose_3564">
            <a:extLst>
              <a:ext uri="{FF2B5EF4-FFF2-40B4-BE49-F238E27FC236}">
                <a16:creationId xmlns:a16="http://schemas.microsoft.com/office/drawing/2014/main" id="{17AB5C10-7A7B-4068-BBE1-C4550E62D01E}"/>
              </a:ext>
            </a:extLst>
          </p:cNvPr>
          <p:cNvSpPr>
            <a:spLocks noGrp="1"/>
          </p:cNvSpPr>
          <p:nvPr/>
        </p:nvSpPr>
        <p:spPr>
          <a:xfrm>
            <a:off x="5463306" y="35841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6" name="02_predicted_pose_3565">
            <a:extLst>
              <a:ext uri="{FF2B5EF4-FFF2-40B4-BE49-F238E27FC236}">
                <a16:creationId xmlns:a16="http://schemas.microsoft.com/office/drawing/2014/main" id="{12B79865-F709-4292-A81F-BAE7DBBF6868}"/>
              </a:ext>
            </a:extLst>
          </p:cNvPr>
          <p:cNvSpPr>
            <a:spLocks noGrp="1"/>
          </p:cNvSpPr>
          <p:nvPr/>
        </p:nvSpPr>
        <p:spPr>
          <a:xfrm>
            <a:off x="5477890" y="35372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7" name="02_predicted_pose_3566">
            <a:extLst>
              <a:ext uri="{FF2B5EF4-FFF2-40B4-BE49-F238E27FC236}">
                <a16:creationId xmlns:a16="http://schemas.microsoft.com/office/drawing/2014/main" id="{BE077C86-CBC4-444F-AFAA-A5C1F38F0BAA}"/>
              </a:ext>
            </a:extLst>
          </p:cNvPr>
          <p:cNvSpPr>
            <a:spLocks noGrp="1"/>
          </p:cNvSpPr>
          <p:nvPr/>
        </p:nvSpPr>
        <p:spPr>
          <a:xfrm>
            <a:off x="5360854" y="3536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8" name="02_predicted_pose_3567">
            <a:extLst>
              <a:ext uri="{FF2B5EF4-FFF2-40B4-BE49-F238E27FC236}">
                <a16:creationId xmlns:a16="http://schemas.microsoft.com/office/drawing/2014/main" id="{43707AE9-974E-4101-A8F0-A62D8CD7FDB8}"/>
              </a:ext>
            </a:extLst>
          </p:cNvPr>
          <p:cNvSpPr>
            <a:spLocks noGrp="1"/>
          </p:cNvSpPr>
          <p:nvPr/>
        </p:nvSpPr>
        <p:spPr>
          <a:xfrm>
            <a:off x="5459296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9" name="02_predicted_pose_3568">
            <a:extLst>
              <a:ext uri="{FF2B5EF4-FFF2-40B4-BE49-F238E27FC236}">
                <a16:creationId xmlns:a16="http://schemas.microsoft.com/office/drawing/2014/main" id="{AFF6EE14-1ED6-4306-8298-D89DE8435143}"/>
              </a:ext>
            </a:extLst>
          </p:cNvPr>
          <p:cNvSpPr>
            <a:spLocks noGrp="1"/>
          </p:cNvSpPr>
          <p:nvPr/>
        </p:nvSpPr>
        <p:spPr>
          <a:xfrm>
            <a:off x="5557736" y="3573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0" name="02_predicted_pose_3569">
            <a:extLst>
              <a:ext uri="{FF2B5EF4-FFF2-40B4-BE49-F238E27FC236}">
                <a16:creationId xmlns:a16="http://schemas.microsoft.com/office/drawing/2014/main" id="{001F8CF2-7BB2-41A9-8F2F-0CB32E6B0A86}"/>
              </a:ext>
            </a:extLst>
          </p:cNvPr>
          <p:cNvSpPr>
            <a:spLocks noGrp="1"/>
          </p:cNvSpPr>
          <p:nvPr/>
        </p:nvSpPr>
        <p:spPr>
          <a:xfrm>
            <a:off x="5292675" y="34811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1" name="02_predicted_pose_3570">
            <a:extLst>
              <a:ext uri="{FF2B5EF4-FFF2-40B4-BE49-F238E27FC236}">
                <a16:creationId xmlns:a16="http://schemas.microsoft.com/office/drawing/2014/main" id="{A15CC59A-EFE0-4011-9821-86B52C601E4E}"/>
              </a:ext>
            </a:extLst>
          </p:cNvPr>
          <p:cNvSpPr>
            <a:spLocks noGrp="1"/>
          </p:cNvSpPr>
          <p:nvPr/>
        </p:nvSpPr>
        <p:spPr>
          <a:xfrm>
            <a:off x="5391116" y="34833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2" name="02_predicted_pose_3571">
            <a:extLst>
              <a:ext uri="{FF2B5EF4-FFF2-40B4-BE49-F238E27FC236}">
                <a16:creationId xmlns:a16="http://schemas.microsoft.com/office/drawing/2014/main" id="{CCA917DD-0F0C-4842-B75C-A1E6C13F19A3}"/>
              </a:ext>
            </a:extLst>
          </p:cNvPr>
          <p:cNvSpPr>
            <a:spLocks noGrp="1"/>
          </p:cNvSpPr>
          <p:nvPr/>
        </p:nvSpPr>
        <p:spPr>
          <a:xfrm>
            <a:off x="5489557" y="35564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3" name="02_predicted_pose_3572">
            <a:extLst>
              <a:ext uri="{FF2B5EF4-FFF2-40B4-BE49-F238E27FC236}">
                <a16:creationId xmlns:a16="http://schemas.microsoft.com/office/drawing/2014/main" id="{CC5A8419-F71C-4D95-B874-6114F6EBB75C}"/>
              </a:ext>
            </a:extLst>
          </p:cNvPr>
          <p:cNvSpPr>
            <a:spLocks noGrp="1"/>
          </p:cNvSpPr>
          <p:nvPr/>
        </p:nvSpPr>
        <p:spPr>
          <a:xfrm>
            <a:off x="5587998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4" name="02_predicted_pose_3573">
            <a:extLst>
              <a:ext uri="{FF2B5EF4-FFF2-40B4-BE49-F238E27FC236}">
                <a16:creationId xmlns:a16="http://schemas.microsoft.com/office/drawing/2014/main" id="{FB5862F5-B8A1-4E9A-8EC1-8907A22FE506}"/>
              </a:ext>
            </a:extLst>
          </p:cNvPr>
          <p:cNvSpPr>
            <a:spLocks noGrp="1"/>
          </p:cNvSpPr>
          <p:nvPr/>
        </p:nvSpPr>
        <p:spPr>
          <a:xfrm>
            <a:off x="5322936" y="34295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5" name="02_predicted_pose_3574">
            <a:extLst>
              <a:ext uri="{FF2B5EF4-FFF2-40B4-BE49-F238E27FC236}">
                <a16:creationId xmlns:a16="http://schemas.microsoft.com/office/drawing/2014/main" id="{7AC4F1BF-45E2-4590-A6EB-8E77C8400F69}"/>
              </a:ext>
            </a:extLst>
          </p:cNvPr>
          <p:cNvSpPr>
            <a:spLocks noGrp="1"/>
          </p:cNvSpPr>
          <p:nvPr/>
        </p:nvSpPr>
        <p:spPr>
          <a:xfrm>
            <a:off x="5421378" y="35917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6" name="02_predicted_pose_3575">
            <a:extLst>
              <a:ext uri="{FF2B5EF4-FFF2-40B4-BE49-F238E27FC236}">
                <a16:creationId xmlns:a16="http://schemas.microsoft.com/office/drawing/2014/main" id="{E380D597-AF46-43CA-B409-854BE1A99CC6}"/>
              </a:ext>
            </a:extLst>
          </p:cNvPr>
          <p:cNvSpPr>
            <a:spLocks noGrp="1"/>
          </p:cNvSpPr>
          <p:nvPr/>
        </p:nvSpPr>
        <p:spPr>
          <a:xfrm>
            <a:off x="5519819" y="36193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7" name="02_predicted_pose_3576">
            <a:extLst>
              <a:ext uri="{FF2B5EF4-FFF2-40B4-BE49-F238E27FC236}">
                <a16:creationId xmlns:a16="http://schemas.microsoft.com/office/drawing/2014/main" id="{B4D67C1E-6BEB-4EA8-A34C-213B529C4953}"/>
              </a:ext>
            </a:extLst>
          </p:cNvPr>
          <p:cNvSpPr>
            <a:spLocks noGrp="1"/>
          </p:cNvSpPr>
          <p:nvPr/>
        </p:nvSpPr>
        <p:spPr>
          <a:xfrm>
            <a:off x="5375439" y="34625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8" name="02_predicted_pose_3577">
            <a:extLst>
              <a:ext uri="{FF2B5EF4-FFF2-40B4-BE49-F238E27FC236}">
                <a16:creationId xmlns:a16="http://schemas.microsoft.com/office/drawing/2014/main" id="{C80786F4-BE59-432B-9381-5B44F5EA9F41}"/>
              </a:ext>
            </a:extLst>
          </p:cNvPr>
          <p:cNvSpPr>
            <a:spLocks noGrp="1"/>
          </p:cNvSpPr>
          <p:nvPr/>
        </p:nvSpPr>
        <p:spPr>
          <a:xfrm>
            <a:off x="5473879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9" name="02_predicted_pose_3578">
            <a:extLst>
              <a:ext uri="{FF2B5EF4-FFF2-40B4-BE49-F238E27FC236}">
                <a16:creationId xmlns:a16="http://schemas.microsoft.com/office/drawing/2014/main" id="{7C70C104-4D90-49D2-AD1E-55D61D79DC44}"/>
              </a:ext>
            </a:extLst>
          </p:cNvPr>
          <p:cNvSpPr>
            <a:spLocks noGrp="1"/>
          </p:cNvSpPr>
          <p:nvPr/>
        </p:nvSpPr>
        <p:spPr>
          <a:xfrm>
            <a:off x="5572320" y="35559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0" name="02_predicted_pose_3579">
            <a:extLst>
              <a:ext uri="{FF2B5EF4-FFF2-40B4-BE49-F238E27FC236}">
                <a16:creationId xmlns:a16="http://schemas.microsoft.com/office/drawing/2014/main" id="{BFCE21AB-886D-48CB-9DDB-16F5C7439CB0}"/>
              </a:ext>
            </a:extLst>
          </p:cNvPr>
          <p:cNvSpPr>
            <a:spLocks noGrp="1"/>
          </p:cNvSpPr>
          <p:nvPr/>
        </p:nvSpPr>
        <p:spPr>
          <a:xfrm>
            <a:off x="5307258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1" name="02_predicted_pose_3580">
            <a:extLst>
              <a:ext uri="{FF2B5EF4-FFF2-40B4-BE49-F238E27FC236}">
                <a16:creationId xmlns:a16="http://schemas.microsoft.com/office/drawing/2014/main" id="{624FB0DA-53C1-40BC-9353-FD45077D321C}"/>
              </a:ext>
            </a:extLst>
          </p:cNvPr>
          <p:cNvSpPr>
            <a:spLocks noGrp="1"/>
          </p:cNvSpPr>
          <p:nvPr/>
        </p:nvSpPr>
        <p:spPr>
          <a:xfrm>
            <a:off x="5405700" y="35372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2" name="02_predicted_pose_3581">
            <a:extLst>
              <a:ext uri="{FF2B5EF4-FFF2-40B4-BE49-F238E27FC236}">
                <a16:creationId xmlns:a16="http://schemas.microsoft.com/office/drawing/2014/main" id="{BD704534-AE92-4FEC-813D-4FA2CBDBFC5C}"/>
              </a:ext>
            </a:extLst>
          </p:cNvPr>
          <p:cNvSpPr>
            <a:spLocks noGrp="1"/>
          </p:cNvSpPr>
          <p:nvPr/>
        </p:nvSpPr>
        <p:spPr>
          <a:xfrm>
            <a:off x="5504141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3" name="02_predicted_pose_3582">
            <a:extLst>
              <a:ext uri="{FF2B5EF4-FFF2-40B4-BE49-F238E27FC236}">
                <a16:creationId xmlns:a16="http://schemas.microsoft.com/office/drawing/2014/main" id="{182370CB-EA1B-44B3-A337-138FD5E14EFD}"/>
              </a:ext>
            </a:extLst>
          </p:cNvPr>
          <p:cNvSpPr>
            <a:spLocks noGrp="1"/>
          </p:cNvSpPr>
          <p:nvPr/>
        </p:nvSpPr>
        <p:spPr>
          <a:xfrm>
            <a:off x="5239079" y="3460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4" name="02_predicted_pose_3583">
            <a:extLst>
              <a:ext uri="{FF2B5EF4-FFF2-40B4-BE49-F238E27FC236}">
                <a16:creationId xmlns:a16="http://schemas.microsoft.com/office/drawing/2014/main" id="{56A5C271-17B7-4076-899E-D9602A1D1967}"/>
              </a:ext>
            </a:extLst>
          </p:cNvPr>
          <p:cNvSpPr>
            <a:spLocks noGrp="1"/>
          </p:cNvSpPr>
          <p:nvPr/>
        </p:nvSpPr>
        <p:spPr>
          <a:xfrm>
            <a:off x="5337521" y="3608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5" name="02_predicted_pose_3584">
            <a:extLst>
              <a:ext uri="{FF2B5EF4-FFF2-40B4-BE49-F238E27FC236}">
                <a16:creationId xmlns:a16="http://schemas.microsoft.com/office/drawing/2014/main" id="{967757C4-B6C5-46F6-996F-A9AF70F23C8E}"/>
              </a:ext>
            </a:extLst>
          </p:cNvPr>
          <p:cNvSpPr>
            <a:spLocks noGrp="1"/>
          </p:cNvSpPr>
          <p:nvPr/>
        </p:nvSpPr>
        <p:spPr>
          <a:xfrm>
            <a:off x="5435962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6" name="02_predicted_pose_3585">
            <a:extLst>
              <a:ext uri="{FF2B5EF4-FFF2-40B4-BE49-F238E27FC236}">
                <a16:creationId xmlns:a16="http://schemas.microsoft.com/office/drawing/2014/main" id="{8A57D8BD-522A-4C14-B3DF-A06B74297F49}"/>
              </a:ext>
            </a:extLst>
          </p:cNvPr>
          <p:cNvSpPr>
            <a:spLocks noGrp="1"/>
          </p:cNvSpPr>
          <p:nvPr/>
        </p:nvSpPr>
        <p:spPr>
          <a:xfrm>
            <a:off x="5534402" y="3433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7" name="02_predicted_pose_3586">
            <a:extLst>
              <a:ext uri="{FF2B5EF4-FFF2-40B4-BE49-F238E27FC236}">
                <a16:creationId xmlns:a16="http://schemas.microsoft.com/office/drawing/2014/main" id="{192FCDE1-EA27-4BFA-8852-B079B407FC0E}"/>
              </a:ext>
            </a:extLst>
          </p:cNvPr>
          <p:cNvSpPr>
            <a:spLocks noGrp="1"/>
          </p:cNvSpPr>
          <p:nvPr/>
        </p:nvSpPr>
        <p:spPr>
          <a:xfrm>
            <a:off x="5390022" y="3525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8" name="02_predicted_pose_3587">
            <a:extLst>
              <a:ext uri="{FF2B5EF4-FFF2-40B4-BE49-F238E27FC236}">
                <a16:creationId xmlns:a16="http://schemas.microsoft.com/office/drawing/2014/main" id="{CE52B9E0-B4F9-4546-AEE1-B0D4B699E0FB}"/>
              </a:ext>
            </a:extLst>
          </p:cNvPr>
          <p:cNvSpPr>
            <a:spLocks noGrp="1"/>
          </p:cNvSpPr>
          <p:nvPr/>
        </p:nvSpPr>
        <p:spPr>
          <a:xfrm>
            <a:off x="5488463" y="3557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9" name="02_predicted_pose_3588">
            <a:extLst>
              <a:ext uri="{FF2B5EF4-FFF2-40B4-BE49-F238E27FC236}">
                <a16:creationId xmlns:a16="http://schemas.microsoft.com/office/drawing/2014/main" id="{30F312B6-7C1C-4384-8743-C08BDE65DFA9}"/>
              </a:ext>
            </a:extLst>
          </p:cNvPr>
          <p:cNvSpPr>
            <a:spLocks noGrp="1"/>
          </p:cNvSpPr>
          <p:nvPr/>
        </p:nvSpPr>
        <p:spPr>
          <a:xfrm>
            <a:off x="5586905" y="35356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0" name="02_predicted_pose_3589">
            <a:extLst>
              <a:ext uri="{FF2B5EF4-FFF2-40B4-BE49-F238E27FC236}">
                <a16:creationId xmlns:a16="http://schemas.microsoft.com/office/drawing/2014/main" id="{CC722863-E381-404F-B682-C0C9D5813AE9}"/>
              </a:ext>
            </a:extLst>
          </p:cNvPr>
          <p:cNvSpPr>
            <a:spLocks noGrp="1"/>
          </p:cNvSpPr>
          <p:nvPr/>
        </p:nvSpPr>
        <p:spPr>
          <a:xfrm>
            <a:off x="5321843" y="34437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1" name="02_predicted_pose_3590">
            <a:extLst>
              <a:ext uri="{FF2B5EF4-FFF2-40B4-BE49-F238E27FC236}">
                <a16:creationId xmlns:a16="http://schemas.microsoft.com/office/drawing/2014/main" id="{7F151036-D276-4EE2-A111-87D564C5A951}"/>
              </a:ext>
            </a:extLst>
          </p:cNvPr>
          <p:cNvSpPr>
            <a:spLocks noGrp="1"/>
          </p:cNvSpPr>
          <p:nvPr/>
        </p:nvSpPr>
        <p:spPr>
          <a:xfrm>
            <a:off x="5420284" y="3659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2" name="02_predicted_pose_3591">
            <a:extLst>
              <a:ext uri="{FF2B5EF4-FFF2-40B4-BE49-F238E27FC236}">
                <a16:creationId xmlns:a16="http://schemas.microsoft.com/office/drawing/2014/main" id="{FAB9ED12-91EE-40B1-9B95-3E9E34B020E4}"/>
              </a:ext>
            </a:extLst>
          </p:cNvPr>
          <p:cNvSpPr>
            <a:spLocks noGrp="1"/>
          </p:cNvSpPr>
          <p:nvPr/>
        </p:nvSpPr>
        <p:spPr>
          <a:xfrm>
            <a:off x="5518724" y="34220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3" name="02_predicted_pose_3592">
            <a:extLst>
              <a:ext uri="{FF2B5EF4-FFF2-40B4-BE49-F238E27FC236}">
                <a16:creationId xmlns:a16="http://schemas.microsoft.com/office/drawing/2014/main" id="{FF57460B-EB38-43A4-A87A-18CA17836463}"/>
              </a:ext>
            </a:extLst>
          </p:cNvPr>
          <p:cNvSpPr>
            <a:spLocks noGrp="1"/>
          </p:cNvSpPr>
          <p:nvPr/>
        </p:nvSpPr>
        <p:spPr>
          <a:xfrm>
            <a:off x="5253663" y="3532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4" name="02_predicted_pose_3593">
            <a:extLst>
              <a:ext uri="{FF2B5EF4-FFF2-40B4-BE49-F238E27FC236}">
                <a16:creationId xmlns:a16="http://schemas.microsoft.com/office/drawing/2014/main" id="{1ACF6A76-6911-4610-AA2F-EFE912ECA4CE}"/>
              </a:ext>
            </a:extLst>
          </p:cNvPr>
          <p:cNvSpPr>
            <a:spLocks noGrp="1"/>
          </p:cNvSpPr>
          <p:nvPr/>
        </p:nvSpPr>
        <p:spPr>
          <a:xfrm>
            <a:off x="5352104" y="3629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5" name="02_predicted_pose_3594">
            <a:extLst>
              <a:ext uri="{FF2B5EF4-FFF2-40B4-BE49-F238E27FC236}">
                <a16:creationId xmlns:a16="http://schemas.microsoft.com/office/drawing/2014/main" id="{5846D69F-9A89-44E7-924A-9C71B389BBAC}"/>
              </a:ext>
            </a:extLst>
          </p:cNvPr>
          <p:cNvSpPr>
            <a:spLocks noGrp="1"/>
          </p:cNvSpPr>
          <p:nvPr/>
        </p:nvSpPr>
        <p:spPr>
          <a:xfrm>
            <a:off x="5450545" y="35888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6" name="02_predicted_pose_3595">
            <a:extLst>
              <a:ext uri="{FF2B5EF4-FFF2-40B4-BE49-F238E27FC236}">
                <a16:creationId xmlns:a16="http://schemas.microsoft.com/office/drawing/2014/main" id="{3CD5D884-F491-425F-A866-924DB3D553A6}"/>
              </a:ext>
            </a:extLst>
          </p:cNvPr>
          <p:cNvSpPr>
            <a:spLocks noGrp="1"/>
          </p:cNvSpPr>
          <p:nvPr/>
        </p:nvSpPr>
        <p:spPr>
          <a:xfrm>
            <a:off x="5548986" y="3664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7" name="02_predicted_pose_3596">
            <a:extLst>
              <a:ext uri="{FF2B5EF4-FFF2-40B4-BE49-F238E27FC236}">
                <a16:creationId xmlns:a16="http://schemas.microsoft.com/office/drawing/2014/main" id="{47961DBF-F797-4F46-B8BD-F980041B0806}"/>
              </a:ext>
            </a:extLst>
          </p:cNvPr>
          <p:cNvSpPr>
            <a:spLocks noGrp="1"/>
          </p:cNvSpPr>
          <p:nvPr/>
        </p:nvSpPr>
        <p:spPr>
          <a:xfrm>
            <a:off x="5404606" y="3467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8" name="02_predicted_pose_3597">
            <a:extLst>
              <a:ext uri="{FF2B5EF4-FFF2-40B4-BE49-F238E27FC236}">
                <a16:creationId xmlns:a16="http://schemas.microsoft.com/office/drawing/2014/main" id="{538DD50C-1FB9-42E2-B8AC-EC07F286B14A}"/>
              </a:ext>
            </a:extLst>
          </p:cNvPr>
          <p:cNvSpPr>
            <a:spLocks noGrp="1"/>
          </p:cNvSpPr>
          <p:nvPr/>
        </p:nvSpPr>
        <p:spPr>
          <a:xfrm>
            <a:off x="5503048" y="3464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9" name="02_predicted_pose_3598">
            <a:extLst>
              <a:ext uri="{FF2B5EF4-FFF2-40B4-BE49-F238E27FC236}">
                <a16:creationId xmlns:a16="http://schemas.microsoft.com/office/drawing/2014/main" id="{2A0FE57F-5947-48A0-9AA0-925224927623}"/>
              </a:ext>
            </a:extLst>
          </p:cNvPr>
          <p:cNvSpPr>
            <a:spLocks noGrp="1"/>
          </p:cNvSpPr>
          <p:nvPr/>
        </p:nvSpPr>
        <p:spPr>
          <a:xfrm>
            <a:off x="5237986" y="3518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0" name="02_predicted_pose_3599">
            <a:extLst>
              <a:ext uri="{FF2B5EF4-FFF2-40B4-BE49-F238E27FC236}">
                <a16:creationId xmlns:a16="http://schemas.microsoft.com/office/drawing/2014/main" id="{0680ED2B-7F19-42E5-B5FB-29A2B70492EE}"/>
              </a:ext>
            </a:extLst>
          </p:cNvPr>
          <p:cNvSpPr>
            <a:spLocks noGrp="1"/>
          </p:cNvSpPr>
          <p:nvPr/>
        </p:nvSpPr>
        <p:spPr>
          <a:xfrm>
            <a:off x="5336427" y="3489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1" name="02_predicted_pose_3600">
            <a:extLst>
              <a:ext uri="{FF2B5EF4-FFF2-40B4-BE49-F238E27FC236}">
                <a16:creationId xmlns:a16="http://schemas.microsoft.com/office/drawing/2014/main" id="{F701CE26-099D-4128-9274-7BDACBD6C5BE}"/>
              </a:ext>
            </a:extLst>
          </p:cNvPr>
          <p:cNvSpPr>
            <a:spLocks noGrp="1"/>
          </p:cNvSpPr>
          <p:nvPr/>
        </p:nvSpPr>
        <p:spPr>
          <a:xfrm>
            <a:off x="5434867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2" name="02_predicted_pose_3601">
            <a:extLst>
              <a:ext uri="{FF2B5EF4-FFF2-40B4-BE49-F238E27FC236}">
                <a16:creationId xmlns:a16="http://schemas.microsoft.com/office/drawing/2014/main" id="{819B065E-0262-4D68-A6EE-A7B416797D5E}"/>
              </a:ext>
            </a:extLst>
          </p:cNvPr>
          <p:cNvSpPr>
            <a:spLocks noGrp="1"/>
          </p:cNvSpPr>
          <p:nvPr/>
        </p:nvSpPr>
        <p:spPr>
          <a:xfrm>
            <a:off x="5533309" y="3646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3" name="02_predicted_pose_3602">
            <a:extLst>
              <a:ext uri="{FF2B5EF4-FFF2-40B4-BE49-F238E27FC236}">
                <a16:creationId xmlns:a16="http://schemas.microsoft.com/office/drawing/2014/main" id="{C80BD4BD-FDF2-4C77-B904-3E8052B8CA95}"/>
              </a:ext>
            </a:extLst>
          </p:cNvPr>
          <p:cNvSpPr>
            <a:spLocks noGrp="1"/>
          </p:cNvSpPr>
          <p:nvPr/>
        </p:nvSpPr>
        <p:spPr>
          <a:xfrm>
            <a:off x="5268247" y="3412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4" name="02_predicted_pose_3603">
            <a:extLst>
              <a:ext uri="{FF2B5EF4-FFF2-40B4-BE49-F238E27FC236}">
                <a16:creationId xmlns:a16="http://schemas.microsoft.com/office/drawing/2014/main" id="{6D6E45CF-739E-4395-ABDD-60643A8113CE}"/>
              </a:ext>
            </a:extLst>
          </p:cNvPr>
          <p:cNvSpPr>
            <a:spLocks noGrp="1"/>
          </p:cNvSpPr>
          <p:nvPr/>
        </p:nvSpPr>
        <p:spPr>
          <a:xfrm>
            <a:off x="5366688" y="36216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5" name="02_predicted_pose_3604">
            <a:extLst>
              <a:ext uri="{FF2B5EF4-FFF2-40B4-BE49-F238E27FC236}">
                <a16:creationId xmlns:a16="http://schemas.microsoft.com/office/drawing/2014/main" id="{5CF829EC-4E02-454E-A862-F20883BDCFBB}"/>
              </a:ext>
            </a:extLst>
          </p:cNvPr>
          <p:cNvSpPr>
            <a:spLocks noGrp="1"/>
          </p:cNvSpPr>
          <p:nvPr/>
        </p:nvSpPr>
        <p:spPr>
          <a:xfrm>
            <a:off x="5465129" y="3494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6" name="02_predicted_pose_3605">
            <a:extLst>
              <a:ext uri="{FF2B5EF4-FFF2-40B4-BE49-F238E27FC236}">
                <a16:creationId xmlns:a16="http://schemas.microsoft.com/office/drawing/2014/main" id="{672BAF84-DA67-4C03-A9B8-3EA21F7D9DA0}"/>
              </a:ext>
            </a:extLst>
          </p:cNvPr>
          <p:cNvSpPr>
            <a:spLocks noGrp="1"/>
          </p:cNvSpPr>
          <p:nvPr/>
        </p:nvSpPr>
        <p:spPr>
          <a:xfrm>
            <a:off x="5563570" y="34073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7" name="02_predicted_pose_3606">
            <a:extLst>
              <a:ext uri="{FF2B5EF4-FFF2-40B4-BE49-F238E27FC236}">
                <a16:creationId xmlns:a16="http://schemas.microsoft.com/office/drawing/2014/main" id="{03776427-2CED-4160-9C4F-661318B1A27B}"/>
              </a:ext>
            </a:extLst>
          </p:cNvPr>
          <p:cNvSpPr>
            <a:spLocks noGrp="1"/>
          </p:cNvSpPr>
          <p:nvPr/>
        </p:nvSpPr>
        <p:spPr>
          <a:xfrm>
            <a:off x="5419189" y="361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8" name="02_predicted_pose_3607">
            <a:extLst>
              <a:ext uri="{FF2B5EF4-FFF2-40B4-BE49-F238E27FC236}">
                <a16:creationId xmlns:a16="http://schemas.microsoft.com/office/drawing/2014/main" id="{47F688D6-E753-4967-A353-77AB11F3BFC0}"/>
              </a:ext>
            </a:extLst>
          </p:cNvPr>
          <p:cNvSpPr>
            <a:spLocks noGrp="1"/>
          </p:cNvSpPr>
          <p:nvPr/>
        </p:nvSpPr>
        <p:spPr>
          <a:xfrm>
            <a:off x="5517631" y="3536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9" name="02_predicted_pose_3608">
            <a:extLst>
              <a:ext uri="{FF2B5EF4-FFF2-40B4-BE49-F238E27FC236}">
                <a16:creationId xmlns:a16="http://schemas.microsoft.com/office/drawing/2014/main" id="{692EA7C7-A4D7-4174-9435-8C7F367D84E2}"/>
              </a:ext>
            </a:extLst>
          </p:cNvPr>
          <p:cNvSpPr>
            <a:spLocks noGrp="1"/>
          </p:cNvSpPr>
          <p:nvPr/>
        </p:nvSpPr>
        <p:spPr>
          <a:xfrm>
            <a:off x="5252570" y="36541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0" name="02_predicted_pose_3609">
            <a:extLst>
              <a:ext uri="{FF2B5EF4-FFF2-40B4-BE49-F238E27FC236}">
                <a16:creationId xmlns:a16="http://schemas.microsoft.com/office/drawing/2014/main" id="{7AC75CED-3D40-40BE-8A50-89796AE5EDD5}"/>
              </a:ext>
            </a:extLst>
          </p:cNvPr>
          <p:cNvSpPr>
            <a:spLocks noGrp="1"/>
          </p:cNvSpPr>
          <p:nvPr/>
        </p:nvSpPr>
        <p:spPr>
          <a:xfrm>
            <a:off x="5351010" y="36352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1" name="02_predicted_pose_3610">
            <a:extLst>
              <a:ext uri="{FF2B5EF4-FFF2-40B4-BE49-F238E27FC236}">
                <a16:creationId xmlns:a16="http://schemas.microsoft.com/office/drawing/2014/main" id="{A4CA0DF3-25D7-4117-A802-BE418474F113}"/>
              </a:ext>
            </a:extLst>
          </p:cNvPr>
          <p:cNvSpPr>
            <a:spLocks noGrp="1"/>
          </p:cNvSpPr>
          <p:nvPr/>
        </p:nvSpPr>
        <p:spPr>
          <a:xfrm>
            <a:off x="5449451" y="3514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2" name="02_predicted_pose_3611">
            <a:extLst>
              <a:ext uri="{FF2B5EF4-FFF2-40B4-BE49-F238E27FC236}">
                <a16:creationId xmlns:a16="http://schemas.microsoft.com/office/drawing/2014/main" id="{BC8414A0-D581-45BF-B09E-0E9067CBBD79}"/>
              </a:ext>
            </a:extLst>
          </p:cNvPr>
          <p:cNvSpPr>
            <a:spLocks noGrp="1"/>
          </p:cNvSpPr>
          <p:nvPr/>
        </p:nvSpPr>
        <p:spPr>
          <a:xfrm>
            <a:off x="5547893" y="34913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3" name="02_predicted_pose_3612">
            <a:extLst>
              <a:ext uri="{FF2B5EF4-FFF2-40B4-BE49-F238E27FC236}">
                <a16:creationId xmlns:a16="http://schemas.microsoft.com/office/drawing/2014/main" id="{2D96ECC0-2E69-4653-91F5-75075E24A2AA}"/>
              </a:ext>
            </a:extLst>
          </p:cNvPr>
          <p:cNvSpPr>
            <a:spLocks noGrp="1"/>
          </p:cNvSpPr>
          <p:nvPr/>
        </p:nvSpPr>
        <p:spPr>
          <a:xfrm>
            <a:off x="5282831" y="3668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4" name="02_predicted_pose_3613">
            <a:extLst>
              <a:ext uri="{FF2B5EF4-FFF2-40B4-BE49-F238E27FC236}">
                <a16:creationId xmlns:a16="http://schemas.microsoft.com/office/drawing/2014/main" id="{F05730C0-5D92-449A-89E8-1EBC3445EB3E}"/>
              </a:ext>
            </a:extLst>
          </p:cNvPr>
          <p:cNvSpPr>
            <a:spLocks noGrp="1"/>
          </p:cNvSpPr>
          <p:nvPr/>
        </p:nvSpPr>
        <p:spPr>
          <a:xfrm>
            <a:off x="5381272" y="36210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5" name="02_predicted_pose_3614">
            <a:extLst>
              <a:ext uri="{FF2B5EF4-FFF2-40B4-BE49-F238E27FC236}">
                <a16:creationId xmlns:a16="http://schemas.microsoft.com/office/drawing/2014/main" id="{54CB308D-48EC-4420-9FDE-0D2DE1A31825}"/>
              </a:ext>
            </a:extLst>
          </p:cNvPr>
          <p:cNvSpPr>
            <a:spLocks noGrp="1"/>
          </p:cNvSpPr>
          <p:nvPr/>
        </p:nvSpPr>
        <p:spPr>
          <a:xfrm>
            <a:off x="5479713" y="3473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6" name="02_predicted_pose_3615">
            <a:extLst>
              <a:ext uri="{FF2B5EF4-FFF2-40B4-BE49-F238E27FC236}">
                <a16:creationId xmlns:a16="http://schemas.microsoft.com/office/drawing/2014/main" id="{7ED30DBB-4B78-4438-A27B-B8A71D24D731}"/>
              </a:ext>
            </a:extLst>
          </p:cNvPr>
          <p:cNvSpPr>
            <a:spLocks noGrp="1"/>
          </p:cNvSpPr>
          <p:nvPr/>
        </p:nvSpPr>
        <p:spPr>
          <a:xfrm>
            <a:off x="5578154" y="37399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7" name="02_predicted_pose_3616">
            <a:extLst>
              <a:ext uri="{FF2B5EF4-FFF2-40B4-BE49-F238E27FC236}">
                <a16:creationId xmlns:a16="http://schemas.microsoft.com/office/drawing/2014/main" id="{D915D495-9B7C-4A0D-B671-7950E465DC8E}"/>
              </a:ext>
            </a:extLst>
          </p:cNvPr>
          <p:cNvSpPr>
            <a:spLocks noGrp="1"/>
          </p:cNvSpPr>
          <p:nvPr/>
        </p:nvSpPr>
        <p:spPr>
          <a:xfrm>
            <a:off x="5532215" y="3414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8" name="02_predicted_pose_3617">
            <a:extLst>
              <a:ext uri="{FF2B5EF4-FFF2-40B4-BE49-F238E27FC236}">
                <a16:creationId xmlns:a16="http://schemas.microsoft.com/office/drawing/2014/main" id="{8F3DA256-5E61-4905-9748-B980481212D9}"/>
              </a:ext>
            </a:extLst>
          </p:cNvPr>
          <p:cNvSpPr>
            <a:spLocks noGrp="1"/>
          </p:cNvSpPr>
          <p:nvPr/>
        </p:nvSpPr>
        <p:spPr>
          <a:xfrm>
            <a:off x="5267153" y="35954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9" name="02_predicted_pose_3618">
            <a:extLst>
              <a:ext uri="{FF2B5EF4-FFF2-40B4-BE49-F238E27FC236}">
                <a16:creationId xmlns:a16="http://schemas.microsoft.com/office/drawing/2014/main" id="{68524052-0A72-47B4-B066-E88C55FE6159}"/>
              </a:ext>
            </a:extLst>
          </p:cNvPr>
          <p:cNvSpPr>
            <a:spLocks noGrp="1"/>
          </p:cNvSpPr>
          <p:nvPr/>
        </p:nvSpPr>
        <p:spPr>
          <a:xfrm>
            <a:off x="5365594" y="34736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0" name="02_predicted_pose_3619">
            <a:extLst>
              <a:ext uri="{FF2B5EF4-FFF2-40B4-BE49-F238E27FC236}">
                <a16:creationId xmlns:a16="http://schemas.microsoft.com/office/drawing/2014/main" id="{384614D2-BA67-4A76-8617-B61AD07C3B83}"/>
              </a:ext>
            </a:extLst>
          </p:cNvPr>
          <p:cNvSpPr>
            <a:spLocks noGrp="1"/>
          </p:cNvSpPr>
          <p:nvPr/>
        </p:nvSpPr>
        <p:spPr>
          <a:xfrm>
            <a:off x="5464036" y="3471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1" name="02_predicted_pose_3620">
            <a:extLst>
              <a:ext uri="{FF2B5EF4-FFF2-40B4-BE49-F238E27FC236}">
                <a16:creationId xmlns:a16="http://schemas.microsoft.com/office/drawing/2014/main" id="{039FE400-525B-4E34-88CC-8C5EE85773D7}"/>
              </a:ext>
            </a:extLst>
          </p:cNvPr>
          <p:cNvSpPr>
            <a:spLocks noGrp="1"/>
          </p:cNvSpPr>
          <p:nvPr/>
        </p:nvSpPr>
        <p:spPr>
          <a:xfrm>
            <a:off x="5562476" y="34737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2" name="02_predicted_pose_3621">
            <a:extLst>
              <a:ext uri="{FF2B5EF4-FFF2-40B4-BE49-F238E27FC236}">
                <a16:creationId xmlns:a16="http://schemas.microsoft.com/office/drawing/2014/main" id="{B821AEC7-703C-4210-9F85-DEA6FAE16849}"/>
              </a:ext>
            </a:extLst>
          </p:cNvPr>
          <p:cNvSpPr>
            <a:spLocks noGrp="1"/>
          </p:cNvSpPr>
          <p:nvPr/>
        </p:nvSpPr>
        <p:spPr>
          <a:xfrm>
            <a:off x="5297415" y="3509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3" name="02_predicted_pose_3622">
            <a:extLst>
              <a:ext uri="{FF2B5EF4-FFF2-40B4-BE49-F238E27FC236}">
                <a16:creationId xmlns:a16="http://schemas.microsoft.com/office/drawing/2014/main" id="{64EF4B4B-841A-4339-A69E-704545DB10A6}"/>
              </a:ext>
            </a:extLst>
          </p:cNvPr>
          <p:cNvSpPr>
            <a:spLocks noGrp="1"/>
          </p:cNvSpPr>
          <p:nvPr/>
        </p:nvSpPr>
        <p:spPr>
          <a:xfrm>
            <a:off x="5395855" y="3461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4" name="02_predicted_pose_3623">
            <a:extLst>
              <a:ext uri="{FF2B5EF4-FFF2-40B4-BE49-F238E27FC236}">
                <a16:creationId xmlns:a16="http://schemas.microsoft.com/office/drawing/2014/main" id="{435E88F1-57CE-475C-AA5B-7D41401EEEA1}"/>
              </a:ext>
            </a:extLst>
          </p:cNvPr>
          <p:cNvSpPr>
            <a:spLocks noGrp="1"/>
          </p:cNvSpPr>
          <p:nvPr/>
        </p:nvSpPr>
        <p:spPr>
          <a:xfrm>
            <a:off x="5494297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5" name="02_predicted_pose_3624">
            <a:extLst>
              <a:ext uri="{FF2B5EF4-FFF2-40B4-BE49-F238E27FC236}">
                <a16:creationId xmlns:a16="http://schemas.microsoft.com/office/drawing/2014/main" id="{7F464FF9-E3BB-44FE-8212-CAD35A2C3B8B}"/>
              </a:ext>
            </a:extLst>
          </p:cNvPr>
          <p:cNvSpPr>
            <a:spLocks noGrp="1"/>
          </p:cNvSpPr>
          <p:nvPr/>
        </p:nvSpPr>
        <p:spPr>
          <a:xfrm>
            <a:off x="5229235" y="3455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6" name="02_predicted_pose_3625">
            <a:extLst>
              <a:ext uri="{FF2B5EF4-FFF2-40B4-BE49-F238E27FC236}">
                <a16:creationId xmlns:a16="http://schemas.microsoft.com/office/drawing/2014/main" id="{A0E05BFA-1DB9-4CEA-9202-14B50F15C224}"/>
              </a:ext>
            </a:extLst>
          </p:cNvPr>
          <p:cNvSpPr>
            <a:spLocks noGrp="1"/>
          </p:cNvSpPr>
          <p:nvPr/>
        </p:nvSpPr>
        <p:spPr>
          <a:xfrm>
            <a:off x="5448358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7" name="02_predicted_pose_3626">
            <a:extLst>
              <a:ext uri="{FF2B5EF4-FFF2-40B4-BE49-F238E27FC236}">
                <a16:creationId xmlns:a16="http://schemas.microsoft.com/office/drawing/2014/main" id="{BB353A3F-507D-4FE4-ADDD-8274C6428FDA}"/>
              </a:ext>
            </a:extLst>
          </p:cNvPr>
          <p:cNvSpPr>
            <a:spLocks noGrp="1"/>
          </p:cNvSpPr>
          <p:nvPr/>
        </p:nvSpPr>
        <p:spPr>
          <a:xfrm>
            <a:off x="5546798" y="3509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8" name="02_predicted_pose_3627">
            <a:extLst>
              <a:ext uri="{FF2B5EF4-FFF2-40B4-BE49-F238E27FC236}">
                <a16:creationId xmlns:a16="http://schemas.microsoft.com/office/drawing/2014/main" id="{C5D7F28E-ED18-494B-8DA7-81B85AEA596A}"/>
              </a:ext>
            </a:extLst>
          </p:cNvPr>
          <p:cNvSpPr>
            <a:spLocks noGrp="1"/>
          </p:cNvSpPr>
          <p:nvPr/>
        </p:nvSpPr>
        <p:spPr>
          <a:xfrm>
            <a:off x="5281737" y="3658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9" name="02_predicted_pose_3628">
            <a:extLst>
              <a:ext uri="{FF2B5EF4-FFF2-40B4-BE49-F238E27FC236}">
                <a16:creationId xmlns:a16="http://schemas.microsoft.com/office/drawing/2014/main" id="{8BBCF1C6-DE48-4BEF-A03F-CAB51D24B944}"/>
              </a:ext>
            </a:extLst>
          </p:cNvPr>
          <p:cNvSpPr>
            <a:spLocks noGrp="1"/>
          </p:cNvSpPr>
          <p:nvPr/>
        </p:nvSpPr>
        <p:spPr>
          <a:xfrm>
            <a:off x="5380179" y="3498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0" name="02_predicted_pose_3629">
            <a:extLst>
              <a:ext uri="{FF2B5EF4-FFF2-40B4-BE49-F238E27FC236}">
                <a16:creationId xmlns:a16="http://schemas.microsoft.com/office/drawing/2014/main" id="{D66ACCA1-2BC6-49DD-A231-96EC7BC2F663}"/>
              </a:ext>
            </a:extLst>
          </p:cNvPr>
          <p:cNvSpPr>
            <a:spLocks noGrp="1"/>
          </p:cNvSpPr>
          <p:nvPr/>
        </p:nvSpPr>
        <p:spPr>
          <a:xfrm>
            <a:off x="5478619" y="36035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1" name="02_predicted_pose_3630">
            <a:extLst>
              <a:ext uri="{FF2B5EF4-FFF2-40B4-BE49-F238E27FC236}">
                <a16:creationId xmlns:a16="http://schemas.microsoft.com/office/drawing/2014/main" id="{DDF4F7FB-E91F-410E-AB0D-8C6E36567CA5}"/>
              </a:ext>
            </a:extLst>
          </p:cNvPr>
          <p:cNvSpPr>
            <a:spLocks noGrp="1"/>
          </p:cNvSpPr>
          <p:nvPr/>
        </p:nvSpPr>
        <p:spPr>
          <a:xfrm>
            <a:off x="5577060" y="3647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2" name="02_predicted_pose_3631">
            <a:extLst>
              <a:ext uri="{FF2B5EF4-FFF2-40B4-BE49-F238E27FC236}">
                <a16:creationId xmlns:a16="http://schemas.microsoft.com/office/drawing/2014/main" id="{0BD10851-C69A-418E-919E-CDBC0179F274}"/>
              </a:ext>
            </a:extLst>
          </p:cNvPr>
          <p:cNvSpPr>
            <a:spLocks noGrp="1"/>
          </p:cNvSpPr>
          <p:nvPr/>
        </p:nvSpPr>
        <p:spPr>
          <a:xfrm>
            <a:off x="5311998" y="351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3" name="02_predicted_pose_3632">
            <a:extLst>
              <a:ext uri="{FF2B5EF4-FFF2-40B4-BE49-F238E27FC236}">
                <a16:creationId xmlns:a16="http://schemas.microsoft.com/office/drawing/2014/main" id="{EC010F38-A815-4426-B80E-17BC945D2EC9}"/>
              </a:ext>
            </a:extLst>
          </p:cNvPr>
          <p:cNvSpPr>
            <a:spLocks noGrp="1"/>
          </p:cNvSpPr>
          <p:nvPr/>
        </p:nvSpPr>
        <p:spPr>
          <a:xfrm>
            <a:off x="5410440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4" name="02_predicted_pose_3633">
            <a:extLst>
              <a:ext uri="{FF2B5EF4-FFF2-40B4-BE49-F238E27FC236}">
                <a16:creationId xmlns:a16="http://schemas.microsoft.com/office/drawing/2014/main" id="{3CA20B46-E244-48C5-913E-DC42A96FFB0F}"/>
              </a:ext>
            </a:extLst>
          </p:cNvPr>
          <p:cNvSpPr>
            <a:spLocks noGrp="1"/>
          </p:cNvSpPr>
          <p:nvPr/>
        </p:nvSpPr>
        <p:spPr>
          <a:xfrm>
            <a:off x="5372521" y="3645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5" name="02_predicted_pose_3634">
            <a:extLst>
              <a:ext uri="{FF2B5EF4-FFF2-40B4-BE49-F238E27FC236}">
                <a16:creationId xmlns:a16="http://schemas.microsoft.com/office/drawing/2014/main" id="{2309ABCC-A892-429C-B07B-7E941E3CEAFA}"/>
              </a:ext>
            </a:extLst>
          </p:cNvPr>
          <p:cNvSpPr>
            <a:spLocks noGrp="1"/>
          </p:cNvSpPr>
          <p:nvPr/>
        </p:nvSpPr>
        <p:spPr>
          <a:xfrm>
            <a:off x="5387106" y="3592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6" name="02_predicted_pose_3635">
            <a:extLst>
              <a:ext uri="{FF2B5EF4-FFF2-40B4-BE49-F238E27FC236}">
                <a16:creationId xmlns:a16="http://schemas.microsoft.com/office/drawing/2014/main" id="{A671A785-C6DF-4D28-AD9D-0C08B66D47C6}"/>
              </a:ext>
            </a:extLst>
          </p:cNvPr>
          <p:cNvSpPr>
            <a:spLocks noGrp="1"/>
          </p:cNvSpPr>
          <p:nvPr/>
        </p:nvSpPr>
        <p:spPr>
          <a:xfrm>
            <a:off x="5363772" y="34547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7" name="02_predicted_pose_3636">
            <a:extLst>
              <a:ext uri="{FF2B5EF4-FFF2-40B4-BE49-F238E27FC236}">
                <a16:creationId xmlns:a16="http://schemas.microsoft.com/office/drawing/2014/main" id="{C5EA10A1-B13E-42E2-A76D-132919ABA441}"/>
              </a:ext>
            </a:extLst>
          </p:cNvPr>
          <p:cNvSpPr>
            <a:spLocks noGrp="1"/>
          </p:cNvSpPr>
          <p:nvPr/>
        </p:nvSpPr>
        <p:spPr>
          <a:xfrm>
            <a:off x="5392939" y="34131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8" name="02_predicted_pose_3637">
            <a:extLst>
              <a:ext uri="{FF2B5EF4-FFF2-40B4-BE49-F238E27FC236}">
                <a16:creationId xmlns:a16="http://schemas.microsoft.com/office/drawing/2014/main" id="{3A3C498A-8906-4CF6-84EF-BFC00CF91408}"/>
              </a:ext>
            </a:extLst>
          </p:cNvPr>
          <p:cNvSpPr>
            <a:spLocks noGrp="1"/>
          </p:cNvSpPr>
          <p:nvPr/>
        </p:nvSpPr>
        <p:spPr>
          <a:xfrm>
            <a:off x="5422107" y="3549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9" name="02_predicted_pose_3638">
            <a:extLst>
              <a:ext uri="{FF2B5EF4-FFF2-40B4-BE49-F238E27FC236}">
                <a16:creationId xmlns:a16="http://schemas.microsoft.com/office/drawing/2014/main" id="{AE706CFA-A631-41C2-A6B9-E5C557AF11CB}"/>
              </a:ext>
            </a:extLst>
          </p:cNvPr>
          <p:cNvSpPr>
            <a:spLocks noGrp="1"/>
          </p:cNvSpPr>
          <p:nvPr/>
        </p:nvSpPr>
        <p:spPr>
          <a:xfrm>
            <a:off x="5403513" y="35794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0" name="02_predicted_pose_3639">
            <a:extLst>
              <a:ext uri="{FF2B5EF4-FFF2-40B4-BE49-F238E27FC236}">
                <a16:creationId xmlns:a16="http://schemas.microsoft.com/office/drawing/2014/main" id="{76DDC2B0-B27F-4D82-9FA5-866A8D4A985F}"/>
              </a:ext>
            </a:extLst>
          </p:cNvPr>
          <p:cNvSpPr>
            <a:spLocks noGrp="1"/>
          </p:cNvSpPr>
          <p:nvPr/>
        </p:nvSpPr>
        <p:spPr>
          <a:xfrm>
            <a:off x="5236892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1" name="02_predicted_pose_3640">
            <a:extLst>
              <a:ext uri="{FF2B5EF4-FFF2-40B4-BE49-F238E27FC236}">
                <a16:creationId xmlns:a16="http://schemas.microsoft.com/office/drawing/2014/main" id="{3325E8F0-65A5-49F8-81C9-4117CC4F5F46}"/>
              </a:ext>
            </a:extLst>
          </p:cNvPr>
          <p:cNvSpPr>
            <a:spLocks noGrp="1"/>
          </p:cNvSpPr>
          <p:nvPr/>
        </p:nvSpPr>
        <p:spPr>
          <a:xfrm>
            <a:off x="5433774" y="36516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2" name="02_predicted_pose_3641">
            <a:extLst>
              <a:ext uri="{FF2B5EF4-FFF2-40B4-BE49-F238E27FC236}">
                <a16:creationId xmlns:a16="http://schemas.microsoft.com/office/drawing/2014/main" id="{B9B4FA6B-8B0E-4612-8115-56146F134A49}"/>
              </a:ext>
            </a:extLst>
          </p:cNvPr>
          <p:cNvSpPr>
            <a:spLocks noGrp="1"/>
          </p:cNvSpPr>
          <p:nvPr/>
        </p:nvSpPr>
        <p:spPr>
          <a:xfrm>
            <a:off x="5267153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3" name="02_predicted_pose_3642">
            <a:extLst>
              <a:ext uri="{FF2B5EF4-FFF2-40B4-BE49-F238E27FC236}">
                <a16:creationId xmlns:a16="http://schemas.microsoft.com/office/drawing/2014/main" id="{B284D210-4F36-43F1-B668-520BEEAD8F3F}"/>
              </a:ext>
            </a:extLst>
          </p:cNvPr>
          <p:cNvSpPr>
            <a:spLocks noGrp="1"/>
          </p:cNvSpPr>
          <p:nvPr/>
        </p:nvSpPr>
        <p:spPr>
          <a:xfrm>
            <a:off x="5412991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4" name="02_predicted_pose_3643">
            <a:extLst>
              <a:ext uri="{FF2B5EF4-FFF2-40B4-BE49-F238E27FC236}">
                <a16:creationId xmlns:a16="http://schemas.microsoft.com/office/drawing/2014/main" id="{031AC620-6D4C-42E1-B794-781EF849440E}"/>
              </a:ext>
            </a:extLst>
          </p:cNvPr>
          <p:cNvSpPr>
            <a:spLocks noGrp="1"/>
          </p:cNvSpPr>
          <p:nvPr/>
        </p:nvSpPr>
        <p:spPr>
          <a:xfrm>
            <a:off x="5427576" y="34414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5" name="02_predicted_pose_3644">
            <a:extLst>
              <a:ext uri="{FF2B5EF4-FFF2-40B4-BE49-F238E27FC236}">
                <a16:creationId xmlns:a16="http://schemas.microsoft.com/office/drawing/2014/main" id="{4E49CD5C-3ABA-4366-BDC2-ABF00D864DD1}"/>
              </a:ext>
            </a:extLst>
          </p:cNvPr>
          <p:cNvSpPr>
            <a:spLocks noGrp="1"/>
          </p:cNvSpPr>
          <p:nvPr/>
        </p:nvSpPr>
        <p:spPr>
          <a:xfrm>
            <a:off x="5471327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6" name="02_predicted_pose_3645">
            <a:extLst>
              <a:ext uri="{FF2B5EF4-FFF2-40B4-BE49-F238E27FC236}">
                <a16:creationId xmlns:a16="http://schemas.microsoft.com/office/drawing/2014/main" id="{1C2B83D2-3E22-4A96-9B1E-5AACBADFD98E}"/>
              </a:ext>
            </a:extLst>
          </p:cNvPr>
          <p:cNvSpPr>
            <a:spLocks noGrp="1"/>
          </p:cNvSpPr>
          <p:nvPr/>
        </p:nvSpPr>
        <p:spPr>
          <a:xfrm>
            <a:off x="5485911" y="33351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7" name="02_predicted_pose_3646">
            <a:extLst>
              <a:ext uri="{FF2B5EF4-FFF2-40B4-BE49-F238E27FC236}">
                <a16:creationId xmlns:a16="http://schemas.microsoft.com/office/drawing/2014/main" id="{CB01587C-1682-487C-96DC-83DB49209D57}"/>
              </a:ext>
            </a:extLst>
          </p:cNvPr>
          <p:cNvSpPr>
            <a:spLocks noGrp="1"/>
          </p:cNvSpPr>
          <p:nvPr/>
        </p:nvSpPr>
        <p:spPr>
          <a:xfrm>
            <a:off x="5529662" y="3403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8" name="02_predicted_pose_3647">
            <a:extLst>
              <a:ext uri="{FF2B5EF4-FFF2-40B4-BE49-F238E27FC236}">
                <a16:creationId xmlns:a16="http://schemas.microsoft.com/office/drawing/2014/main" id="{73E88EFB-7697-4C7F-AE24-18C0AABFC8FC}"/>
              </a:ext>
            </a:extLst>
          </p:cNvPr>
          <p:cNvSpPr>
            <a:spLocks noGrp="1"/>
          </p:cNvSpPr>
          <p:nvPr/>
        </p:nvSpPr>
        <p:spPr>
          <a:xfrm>
            <a:off x="5544247" y="37179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9" name="02_predicted_pose_3648">
            <a:extLst>
              <a:ext uri="{FF2B5EF4-FFF2-40B4-BE49-F238E27FC236}">
                <a16:creationId xmlns:a16="http://schemas.microsoft.com/office/drawing/2014/main" id="{0BA4AEEF-4193-4CE4-B26F-A1ACF1D45628}"/>
              </a:ext>
            </a:extLst>
          </p:cNvPr>
          <p:cNvSpPr>
            <a:spLocks noGrp="1"/>
          </p:cNvSpPr>
          <p:nvPr/>
        </p:nvSpPr>
        <p:spPr>
          <a:xfrm>
            <a:off x="5260591" y="37807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0" name="02_predicted_pose_3649">
            <a:extLst>
              <a:ext uri="{FF2B5EF4-FFF2-40B4-BE49-F238E27FC236}">
                <a16:creationId xmlns:a16="http://schemas.microsoft.com/office/drawing/2014/main" id="{455C158A-2CA0-4F61-9BD2-9FA570F73851}"/>
              </a:ext>
            </a:extLst>
          </p:cNvPr>
          <p:cNvSpPr>
            <a:spLocks noGrp="1"/>
          </p:cNvSpPr>
          <p:nvPr/>
        </p:nvSpPr>
        <p:spPr>
          <a:xfrm>
            <a:off x="5359032" y="3681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1" name="02_predicted_pose_3650">
            <a:extLst>
              <a:ext uri="{FF2B5EF4-FFF2-40B4-BE49-F238E27FC236}">
                <a16:creationId xmlns:a16="http://schemas.microsoft.com/office/drawing/2014/main" id="{C8C3A60D-A8D7-4893-BC9A-C1D719B718BE}"/>
              </a:ext>
            </a:extLst>
          </p:cNvPr>
          <p:cNvSpPr>
            <a:spLocks noGrp="1"/>
          </p:cNvSpPr>
          <p:nvPr/>
        </p:nvSpPr>
        <p:spPr>
          <a:xfrm>
            <a:off x="5290852" y="32109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2" name="02_predicted_pose_3651">
            <a:extLst>
              <a:ext uri="{FF2B5EF4-FFF2-40B4-BE49-F238E27FC236}">
                <a16:creationId xmlns:a16="http://schemas.microsoft.com/office/drawing/2014/main" id="{9AB161D6-B8D0-4B5B-8A57-678875443995}"/>
              </a:ext>
            </a:extLst>
          </p:cNvPr>
          <p:cNvSpPr>
            <a:spLocks noGrp="1"/>
          </p:cNvSpPr>
          <p:nvPr/>
        </p:nvSpPr>
        <p:spPr>
          <a:xfrm>
            <a:off x="5389293" y="3467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3" name="02_predicted_pose_3652">
            <a:extLst>
              <a:ext uri="{FF2B5EF4-FFF2-40B4-BE49-F238E27FC236}">
                <a16:creationId xmlns:a16="http://schemas.microsoft.com/office/drawing/2014/main" id="{A8F7E61C-FE08-4466-AEBC-8032D1EE053D}"/>
              </a:ext>
            </a:extLst>
          </p:cNvPr>
          <p:cNvSpPr>
            <a:spLocks noGrp="1"/>
          </p:cNvSpPr>
          <p:nvPr/>
        </p:nvSpPr>
        <p:spPr>
          <a:xfrm>
            <a:off x="5441430" y="3309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4" name="02_predicted_pose_3653">
            <a:extLst>
              <a:ext uri="{FF2B5EF4-FFF2-40B4-BE49-F238E27FC236}">
                <a16:creationId xmlns:a16="http://schemas.microsoft.com/office/drawing/2014/main" id="{2A261FBF-C52B-410C-9473-E0BB6991DC4B}"/>
              </a:ext>
            </a:extLst>
          </p:cNvPr>
          <p:cNvSpPr>
            <a:spLocks noGrp="1"/>
          </p:cNvSpPr>
          <p:nvPr/>
        </p:nvSpPr>
        <p:spPr>
          <a:xfrm>
            <a:off x="5269341" y="33581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5" name="02_predicted_pose_3654">
            <a:extLst>
              <a:ext uri="{FF2B5EF4-FFF2-40B4-BE49-F238E27FC236}">
                <a16:creationId xmlns:a16="http://schemas.microsoft.com/office/drawing/2014/main" id="{5E6FC5F2-F16F-4797-9536-A31222E4CB8C}"/>
              </a:ext>
            </a:extLst>
          </p:cNvPr>
          <p:cNvSpPr>
            <a:spLocks noGrp="1"/>
          </p:cNvSpPr>
          <p:nvPr/>
        </p:nvSpPr>
        <p:spPr>
          <a:xfrm>
            <a:off x="5298509" y="33727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6" name="02_predicted_pose_3655">
            <a:extLst>
              <a:ext uri="{FF2B5EF4-FFF2-40B4-BE49-F238E27FC236}">
                <a16:creationId xmlns:a16="http://schemas.microsoft.com/office/drawing/2014/main" id="{BD19642B-5DB7-4656-A5E7-CD66DA5944B6}"/>
              </a:ext>
            </a:extLst>
          </p:cNvPr>
          <p:cNvSpPr>
            <a:spLocks noGrp="1"/>
          </p:cNvSpPr>
          <p:nvPr/>
        </p:nvSpPr>
        <p:spPr>
          <a:xfrm>
            <a:off x="5537684" y="3270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7" name="02_predicted_pose_3656">
            <a:extLst>
              <a:ext uri="{FF2B5EF4-FFF2-40B4-BE49-F238E27FC236}">
                <a16:creationId xmlns:a16="http://schemas.microsoft.com/office/drawing/2014/main" id="{0C986063-F197-4A59-AAAF-540BACCE9182}"/>
              </a:ext>
            </a:extLst>
          </p:cNvPr>
          <p:cNvSpPr>
            <a:spLocks noGrp="1"/>
          </p:cNvSpPr>
          <p:nvPr/>
        </p:nvSpPr>
        <p:spPr>
          <a:xfrm>
            <a:off x="5404606" y="36070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8" name="02_predicted_pose_3657">
            <a:extLst>
              <a:ext uri="{FF2B5EF4-FFF2-40B4-BE49-F238E27FC236}">
                <a16:creationId xmlns:a16="http://schemas.microsoft.com/office/drawing/2014/main" id="{2BEE0C4D-BEEC-4113-ABEA-9DC75643C4A6}"/>
              </a:ext>
            </a:extLst>
          </p:cNvPr>
          <p:cNvSpPr>
            <a:spLocks noGrp="1"/>
          </p:cNvSpPr>
          <p:nvPr/>
        </p:nvSpPr>
        <p:spPr>
          <a:xfrm>
            <a:off x="5275904" y="34855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9" name="02_predicted_pose_3658">
            <a:extLst>
              <a:ext uri="{FF2B5EF4-FFF2-40B4-BE49-F238E27FC236}">
                <a16:creationId xmlns:a16="http://schemas.microsoft.com/office/drawing/2014/main" id="{FCAE3319-527B-488B-B689-0352D1978E05}"/>
              </a:ext>
            </a:extLst>
          </p:cNvPr>
          <p:cNvSpPr>
            <a:spLocks noGrp="1"/>
          </p:cNvSpPr>
          <p:nvPr/>
        </p:nvSpPr>
        <p:spPr>
          <a:xfrm>
            <a:off x="5319656" y="33923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0" name="02_predicted_pose_3659">
            <a:extLst>
              <a:ext uri="{FF2B5EF4-FFF2-40B4-BE49-F238E27FC236}">
                <a16:creationId xmlns:a16="http://schemas.microsoft.com/office/drawing/2014/main" id="{29708643-97CF-499C-A221-BB308C054C89}"/>
              </a:ext>
            </a:extLst>
          </p:cNvPr>
          <p:cNvSpPr>
            <a:spLocks noGrp="1"/>
          </p:cNvSpPr>
          <p:nvPr/>
        </p:nvSpPr>
        <p:spPr>
          <a:xfrm>
            <a:off x="5363406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1" name="02_predicted_pose_3660">
            <a:extLst>
              <a:ext uri="{FF2B5EF4-FFF2-40B4-BE49-F238E27FC236}">
                <a16:creationId xmlns:a16="http://schemas.microsoft.com/office/drawing/2014/main" id="{592B4E16-CD6F-4CB7-BB7E-2BFC8BCF3F42}"/>
              </a:ext>
            </a:extLst>
          </p:cNvPr>
          <p:cNvSpPr>
            <a:spLocks noGrp="1"/>
          </p:cNvSpPr>
          <p:nvPr/>
        </p:nvSpPr>
        <p:spPr>
          <a:xfrm>
            <a:off x="5547893" y="3358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2" name="02_predicted_pose_3661">
            <a:extLst>
              <a:ext uri="{FF2B5EF4-FFF2-40B4-BE49-F238E27FC236}">
                <a16:creationId xmlns:a16="http://schemas.microsoft.com/office/drawing/2014/main" id="{A0CDA088-8036-4533-A681-EB6798BF9BD9}"/>
              </a:ext>
            </a:extLst>
          </p:cNvPr>
          <p:cNvSpPr>
            <a:spLocks noGrp="1"/>
          </p:cNvSpPr>
          <p:nvPr/>
        </p:nvSpPr>
        <p:spPr>
          <a:xfrm>
            <a:off x="5228141" y="35770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3" name="02_predicted_pose_3662">
            <a:extLst>
              <a:ext uri="{FF2B5EF4-FFF2-40B4-BE49-F238E27FC236}">
                <a16:creationId xmlns:a16="http://schemas.microsoft.com/office/drawing/2014/main" id="{2F28AD4D-66B4-48B0-ACF7-99B6B41C0A61}"/>
              </a:ext>
            </a:extLst>
          </p:cNvPr>
          <p:cNvSpPr>
            <a:spLocks noGrp="1"/>
          </p:cNvSpPr>
          <p:nvPr/>
        </p:nvSpPr>
        <p:spPr>
          <a:xfrm>
            <a:off x="5450181" y="35882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4" name="02_predicted_pose_3663">
            <a:extLst>
              <a:ext uri="{FF2B5EF4-FFF2-40B4-BE49-F238E27FC236}">
                <a16:creationId xmlns:a16="http://schemas.microsoft.com/office/drawing/2014/main" id="{D272518E-5EDE-49FF-85E6-391879B8E15E}"/>
              </a:ext>
            </a:extLst>
          </p:cNvPr>
          <p:cNvSpPr>
            <a:spLocks noGrp="1"/>
          </p:cNvSpPr>
          <p:nvPr/>
        </p:nvSpPr>
        <p:spPr>
          <a:xfrm>
            <a:off x="5548622" y="35087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5" name="02_predicted_pose_3664">
            <a:extLst>
              <a:ext uri="{FF2B5EF4-FFF2-40B4-BE49-F238E27FC236}">
                <a16:creationId xmlns:a16="http://schemas.microsoft.com/office/drawing/2014/main" id="{D6452400-0FE2-4C12-B6D4-E7A8D2422561}"/>
              </a:ext>
            </a:extLst>
          </p:cNvPr>
          <p:cNvSpPr>
            <a:spLocks noGrp="1"/>
          </p:cNvSpPr>
          <p:nvPr/>
        </p:nvSpPr>
        <p:spPr>
          <a:xfrm>
            <a:off x="5369605" y="28940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6" name="02_predicted_pose_3665">
            <a:extLst>
              <a:ext uri="{FF2B5EF4-FFF2-40B4-BE49-F238E27FC236}">
                <a16:creationId xmlns:a16="http://schemas.microsoft.com/office/drawing/2014/main" id="{73D6931D-261C-4519-A828-7DB07EE59F87}"/>
              </a:ext>
            </a:extLst>
          </p:cNvPr>
          <p:cNvSpPr>
            <a:spLocks noGrp="1"/>
          </p:cNvSpPr>
          <p:nvPr/>
        </p:nvSpPr>
        <p:spPr>
          <a:xfrm>
            <a:off x="5384188" y="3373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7" name="02_predicted_pose_3666">
            <a:extLst>
              <a:ext uri="{FF2B5EF4-FFF2-40B4-BE49-F238E27FC236}">
                <a16:creationId xmlns:a16="http://schemas.microsoft.com/office/drawing/2014/main" id="{408D7878-0C98-4328-BDED-9AE5AB0FA5CE}"/>
              </a:ext>
            </a:extLst>
          </p:cNvPr>
          <p:cNvSpPr>
            <a:spLocks noGrp="1"/>
          </p:cNvSpPr>
          <p:nvPr/>
        </p:nvSpPr>
        <p:spPr>
          <a:xfrm>
            <a:off x="5301425" y="34853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8" name="02_predicted_pose_3667">
            <a:extLst>
              <a:ext uri="{FF2B5EF4-FFF2-40B4-BE49-F238E27FC236}">
                <a16:creationId xmlns:a16="http://schemas.microsoft.com/office/drawing/2014/main" id="{9B89FF0E-290A-4788-BE2A-FA777E858CA3}"/>
              </a:ext>
            </a:extLst>
          </p:cNvPr>
          <p:cNvSpPr>
            <a:spLocks noGrp="1"/>
          </p:cNvSpPr>
          <p:nvPr/>
        </p:nvSpPr>
        <p:spPr>
          <a:xfrm>
            <a:off x="5316009" y="35132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9" name="02_predicted_pose_3668">
            <a:extLst>
              <a:ext uri="{FF2B5EF4-FFF2-40B4-BE49-F238E27FC236}">
                <a16:creationId xmlns:a16="http://schemas.microsoft.com/office/drawing/2014/main" id="{F477EADA-20DA-4DA7-BAAD-6C4D087812B2}"/>
              </a:ext>
            </a:extLst>
          </p:cNvPr>
          <p:cNvSpPr>
            <a:spLocks noGrp="1"/>
          </p:cNvSpPr>
          <p:nvPr/>
        </p:nvSpPr>
        <p:spPr>
          <a:xfrm>
            <a:off x="5330593" y="34728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0" name="02_predicted_pose_3669">
            <a:extLst>
              <a:ext uri="{FF2B5EF4-FFF2-40B4-BE49-F238E27FC236}">
                <a16:creationId xmlns:a16="http://schemas.microsoft.com/office/drawing/2014/main" id="{354D25FF-C7B2-400D-9413-F8FFEAB9694B}"/>
              </a:ext>
            </a:extLst>
          </p:cNvPr>
          <p:cNvSpPr>
            <a:spLocks noGrp="1"/>
          </p:cNvSpPr>
          <p:nvPr/>
        </p:nvSpPr>
        <p:spPr>
          <a:xfrm>
            <a:off x="5345177" y="3476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1" name="02_predicted_pose_3670">
            <a:extLst>
              <a:ext uri="{FF2B5EF4-FFF2-40B4-BE49-F238E27FC236}">
                <a16:creationId xmlns:a16="http://schemas.microsoft.com/office/drawing/2014/main" id="{ECDDC3F4-DA37-4082-B5AA-A570F9600122}"/>
              </a:ext>
            </a:extLst>
          </p:cNvPr>
          <p:cNvSpPr>
            <a:spLocks noGrp="1"/>
          </p:cNvSpPr>
          <p:nvPr/>
        </p:nvSpPr>
        <p:spPr>
          <a:xfrm>
            <a:off x="5359761" y="3440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2" name="02_predicted_pose_3671">
            <a:extLst>
              <a:ext uri="{FF2B5EF4-FFF2-40B4-BE49-F238E27FC236}">
                <a16:creationId xmlns:a16="http://schemas.microsoft.com/office/drawing/2014/main" id="{18792617-4983-4400-B13B-83EBBC720B56}"/>
              </a:ext>
            </a:extLst>
          </p:cNvPr>
          <p:cNvSpPr>
            <a:spLocks noGrp="1"/>
          </p:cNvSpPr>
          <p:nvPr/>
        </p:nvSpPr>
        <p:spPr>
          <a:xfrm>
            <a:off x="5374344" y="3470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3" name="02_predicted_pose_3672">
            <a:extLst>
              <a:ext uri="{FF2B5EF4-FFF2-40B4-BE49-F238E27FC236}">
                <a16:creationId xmlns:a16="http://schemas.microsoft.com/office/drawing/2014/main" id="{C04EE54B-3ED0-4613-9DC3-19EB2FB6E57C}"/>
              </a:ext>
            </a:extLst>
          </p:cNvPr>
          <p:cNvSpPr>
            <a:spLocks noGrp="1"/>
          </p:cNvSpPr>
          <p:nvPr/>
        </p:nvSpPr>
        <p:spPr>
          <a:xfrm>
            <a:off x="5388928" y="3483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4" name="02_predicted_pose_3673">
            <a:extLst>
              <a:ext uri="{FF2B5EF4-FFF2-40B4-BE49-F238E27FC236}">
                <a16:creationId xmlns:a16="http://schemas.microsoft.com/office/drawing/2014/main" id="{42A5D6E4-78E9-4D44-9EA4-C7B85610C9A3}"/>
              </a:ext>
            </a:extLst>
          </p:cNvPr>
          <p:cNvSpPr>
            <a:spLocks noGrp="1"/>
          </p:cNvSpPr>
          <p:nvPr/>
        </p:nvSpPr>
        <p:spPr>
          <a:xfrm>
            <a:off x="5403513" y="34893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5" name="02_predicted_pose_3674">
            <a:extLst>
              <a:ext uri="{FF2B5EF4-FFF2-40B4-BE49-F238E27FC236}">
                <a16:creationId xmlns:a16="http://schemas.microsoft.com/office/drawing/2014/main" id="{87A9E23F-2649-471A-A33B-4A4E4CF26B4A}"/>
              </a:ext>
            </a:extLst>
          </p:cNvPr>
          <p:cNvSpPr>
            <a:spLocks noGrp="1"/>
          </p:cNvSpPr>
          <p:nvPr/>
        </p:nvSpPr>
        <p:spPr>
          <a:xfrm>
            <a:off x="5418096" y="3526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6" name="02_predicted_pose_3675">
            <a:extLst>
              <a:ext uri="{FF2B5EF4-FFF2-40B4-BE49-F238E27FC236}">
                <a16:creationId xmlns:a16="http://schemas.microsoft.com/office/drawing/2014/main" id="{4E3AA36E-319B-42AE-A562-58F57AE03E9C}"/>
              </a:ext>
            </a:extLst>
          </p:cNvPr>
          <p:cNvSpPr>
            <a:spLocks noGrp="1"/>
          </p:cNvSpPr>
          <p:nvPr/>
        </p:nvSpPr>
        <p:spPr>
          <a:xfrm>
            <a:off x="5432680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7" name="02_predicted_pose_3676">
            <a:extLst>
              <a:ext uri="{FF2B5EF4-FFF2-40B4-BE49-F238E27FC236}">
                <a16:creationId xmlns:a16="http://schemas.microsoft.com/office/drawing/2014/main" id="{02CBBE1B-B7BD-4E4E-96B9-143509C42F1D}"/>
              </a:ext>
            </a:extLst>
          </p:cNvPr>
          <p:cNvSpPr>
            <a:spLocks noGrp="1"/>
          </p:cNvSpPr>
          <p:nvPr/>
        </p:nvSpPr>
        <p:spPr>
          <a:xfrm>
            <a:off x="5315645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8" name="02_predicted_pose_3677">
            <a:extLst>
              <a:ext uri="{FF2B5EF4-FFF2-40B4-BE49-F238E27FC236}">
                <a16:creationId xmlns:a16="http://schemas.microsoft.com/office/drawing/2014/main" id="{28C75E9E-0B38-4E18-9C8D-412CD1528214}"/>
              </a:ext>
            </a:extLst>
          </p:cNvPr>
          <p:cNvSpPr>
            <a:spLocks noGrp="1"/>
          </p:cNvSpPr>
          <p:nvPr/>
        </p:nvSpPr>
        <p:spPr>
          <a:xfrm>
            <a:off x="5517995" y="3790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9" name="02_predicted_pose_3678">
            <a:extLst>
              <a:ext uri="{FF2B5EF4-FFF2-40B4-BE49-F238E27FC236}">
                <a16:creationId xmlns:a16="http://schemas.microsoft.com/office/drawing/2014/main" id="{13DBB1A3-3FAA-43BA-BE3D-86C0ADDE5694}"/>
              </a:ext>
            </a:extLst>
          </p:cNvPr>
          <p:cNvSpPr>
            <a:spLocks noGrp="1"/>
          </p:cNvSpPr>
          <p:nvPr/>
        </p:nvSpPr>
        <p:spPr>
          <a:xfrm>
            <a:off x="5381637" y="3783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0" name="02_predicted_pose_3679">
            <a:extLst>
              <a:ext uri="{FF2B5EF4-FFF2-40B4-BE49-F238E27FC236}">
                <a16:creationId xmlns:a16="http://schemas.microsoft.com/office/drawing/2014/main" id="{CA2AD686-A7CB-4335-A452-11FCA4AF4229}"/>
              </a:ext>
            </a:extLst>
          </p:cNvPr>
          <p:cNvSpPr>
            <a:spLocks noGrp="1"/>
          </p:cNvSpPr>
          <p:nvPr/>
        </p:nvSpPr>
        <p:spPr>
          <a:xfrm>
            <a:off x="5267518" y="347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1" name="02_predicted_pose_3680">
            <a:extLst>
              <a:ext uri="{FF2B5EF4-FFF2-40B4-BE49-F238E27FC236}">
                <a16:creationId xmlns:a16="http://schemas.microsoft.com/office/drawing/2014/main" id="{8CC6707F-AF0B-4B28-B49B-78ACE4C330E4}"/>
              </a:ext>
            </a:extLst>
          </p:cNvPr>
          <p:cNvSpPr>
            <a:spLocks noGrp="1"/>
          </p:cNvSpPr>
          <p:nvPr/>
        </p:nvSpPr>
        <p:spPr>
          <a:xfrm>
            <a:off x="5396220" y="3753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2" name="02_predicted_pose_3681">
            <a:extLst>
              <a:ext uri="{FF2B5EF4-FFF2-40B4-BE49-F238E27FC236}">
                <a16:creationId xmlns:a16="http://schemas.microsoft.com/office/drawing/2014/main" id="{99005A6A-6DAA-448A-B01F-85C318A2F3D0}"/>
              </a:ext>
            </a:extLst>
          </p:cNvPr>
          <p:cNvSpPr>
            <a:spLocks noGrp="1"/>
          </p:cNvSpPr>
          <p:nvPr/>
        </p:nvSpPr>
        <p:spPr>
          <a:xfrm>
            <a:off x="5509610" y="3350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3" name="02_predicted_pose_3682">
            <a:extLst>
              <a:ext uri="{FF2B5EF4-FFF2-40B4-BE49-F238E27FC236}">
                <a16:creationId xmlns:a16="http://schemas.microsoft.com/office/drawing/2014/main" id="{44413FEF-9224-45CA-8D38-FEA94D0BF366}"/>
              </a:ext>
            </a:extLst>
          </p:cNvPr>
          <p:cNvSpPr>
            <a:spLocks noGrp="1"/>
          </p:cNvSpPr>
          <p:nvPr/>
        </p:nvSpPr>
        <p:spPr>
          <a:xfrm>
            <a:off x="5567945" y="36524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4" name="02_predicted_pose_3683">
            <a:extLst>
              <a:ext uri="{FF2B5EF4-FFF2-40B4-BE49-F238E27FC236}">
                <a16:creationId xmlns:a16="http://schemas.microsoft.com/office/drawing/2014/main" id="{1ABF2C07-2EA8-4799-A3F2-1B657B5E6DE3}"/>
              </a:ext>
            </a:extLst>
          </p:cNvPr>
          <p:cNvSpPr>
            <a:spLocks noGrp="1"/>
          </p:cNvSpPr>
          <p:nvPr/>
        </p:nvSpPr>
        <p:spPr>
          <a:xfrm>
            <a:off x="5349188" y="3488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5" name="02_predicted_pose_3684">
            <a:extLst>
              <a:ext uri="{FF2B5EF4-FFF2-40B4-BE49-F238E27FC236}">
                <a16:creationId xmlns:a16="http://schemas.microsoft.com/office/drawing/2014/main" id="{82154AAB-7CC3-47A6-AE00-4AB8045D5B89}"/>
              </a:ext>
            </a:extLst>
          </p:cNvPr>
          <p:cNvSpPr>
            <a:spLocks noGrp="1"/>
          </p:cNvSpPr>
          <p:nvPr/>
        </p:nvSpPr>
        <p:spPr>
          <a:xfrm>
            <a:off x="5378355" y="3465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6" name="02_predicted_pose_3685">
            <a:extLst>
              <a:ext uri="{FF2B5EF4-FFF2-40B4-BE49-F238E27FC236}">
                <a16:creationId xmlns:a16="http://schemas.microsoft.com/office/drawing/2014/main" id="{CCAED616-2BFE-4E16-8819-02874A808558}"/>
              </a:ext>
            </a:extLst>
          </p:cNvPr>
          <p:cNvSpPr>
            <a:spLocks noGrp="1"/>
          </p:cNvSpPr>
          <p:nvPr/>
        </p:nvSpPr>
        <p:spPr>
          <a:xfrm>
            <a:off x="5422107" y="3463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7" name="02_predicted_pose_3686">
            <a:extLst>
              <a:ext uri="{FF2B5EF4-FFF2-40B4-BE49-F238E27FC236}">
                <a16:creationId xmlns:a16="http://schemas.microsoft.com/office/drawing/2014/main" id="{F508D6D4-BDF5-4C70-9047-94DCAB3ACD89}"/>
              </a:ext>
            </a:extLst>
          </p:cNvPr>
          <p:cNvSpPr>
            <a:spLocks noGrp="1"/>
          </p:cNvSpPr>
          <p:nvPr/>
        </p:nvSpPr>
        <p:spPr>
          <a:xfrm>
            <a:off x="5451274" y="34718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8" name="02_predicted_pose_3687">
            <a:extLst>
              <a:ext uri="{FF2B5EF4-FFF2-40B4-BE49-F238E27FC236}">
                <a16:creationId xmlns:a16="http://schemas.microsoft.com/office/drawing/2014/main" id="{D009ECBF-1CFE-46B6-9A9C-2C8D133A79F0}"/>
              </a:ext>
            </a:extLst>
          </p:cNvPr>
          <p:cNvSpPr>
            <a:spLocks noGrp="1"/>
          </p:cNvSpPr>
          <p:nvPr/>
        </p:nvSpPr>
        <p:spPr>
          <a:xfrm>
            <a:off x="5465858" y="3510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9" name="02_predicted_pose_3688">
            <a:extLst>
              <a:ext uri="{FF2B5EF4-FFF2-40B4-BE49-F238E27FC236}">
                <a16:creationId xmlns:a16="http://schemas.microsoft.com/office/drawing/2014/main" id="{449EF97F-E431-4C95-8ED4-A96F3E5CB0B3}"/>
              </a:ext>
            </a:extLst>
          </p:cNvPr>
          <p:cNvSpPr>
            <a:spLocks noGrp="1"/>
          </p:cNvSpPr>
          <p:nvPr/>
        </p:nvSpPr>
        <p:spPr>
          <a:xfrm>
            <a:off x="5363406" y="3489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0" name="02_predicted_pose_3689">
            <a:extLst>
              <a:ext uri="{FF2B5EF4-FFF2-40B4-BE49-F238E27FC236}">
                <a16:creationId xmlns:a16="http://schemas.microsoft.com/office/drawing/2014/main" id="{F0A81F4B-49A2-42FE-BA80-FBD84DCFBC70}"/>
              </a:ext>
            </a:extLst>
          </p:cNvPr>
          <p:cNvSpPr>
            <a:spLocks noGrp="1"/>
          </p:cNvSpPr>
          <p:nvPr/>
        </p:nvSpPr>
        <p:spPr>
          <a:xfrm>
            <a:off x="5472056" y="3714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1" name="02_predicted_pose_3690">
            <a:extLst>
              <a:ext uri="{FF2B5EF4-FFF2-40B4-BE49-F238E27FC236}">
                <a16:creationId xmlns:a16="http://schemas.microsoft.com/office/drawing/2014/main" id="{F33922FE-BCA7-477F-903F-1537D3CA3369}"/>
              </a:ext>
            </a:extLst>
          </p:cNvPr>
          <p:cNvSpPr>
            <a:spLocks noGrp="1"/>
          </p:cNvSpPr>
          <p:nvPr/>
        </p:nvSpPr>
        <p:spPr>
          <a:xfrm>
            <a:off x="5501224" y="3721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2" name="02_predicted_pose_3691">
            <a:extLst>
              <a:ext uri="{FF2B5EF4-FFF2-40B4-BE49-F238E27FC236}">
                <a16:creationId xmlns:a16="http://schemas.microsoft.com/office/drawing/2014/main" id="{8AC7053C-851A-4E73-BF3C-51C9D15A8FDB}"/>
              </a:ext>
            </a:extLst>
          </p:cNvPr>
          <p:cNvSpPr>
            <a:spLocks noGrp="1"/>
          </p:cNvSpPr>
          <p:nvPr/>
        </p:nvSpPr>
        <p:spPr>
          <a:xfrm>
            <a:off x="5530391" y="3697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3" name="02_predicted_pose_3692">
            <a:extLst>
              <a:ext uri="{FF2B5EF4-FFF2-40B4-BE49-F238E27FC236}">
                <a16:creationId xmlns:a16="http://schemas.microsoft.com/office/drawing/2014/main" id="{AAFFDF20-5154-460F-B866-D5DCF2470D52}"/>
              </a:ext>
            </a:extLst>
          </p:cNvPr>
          <p:cNvSpPr>
            <a:spLocks noGrp="1"/>
          </p:cNvSpPr>
          <p:nvPr/>
        </p:nvSpPr>
        <p:spPr>
          <a:xfrm>
            <a:off x="5559560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4" name="02_predicted_pose_3693">
            <a:extLst>
              <a:ext uri="{FF2B5EF4-FFF2-40B4-BE49-F238E27FC236}">
                <a16:creationId xmlns:a16="http://schemas.microsoft.com/office/drawing/2014/main" id="{8D9C66AA-802E-450A-A789-427C4345D1FA}"/>
              </a:ext>
            </a:extLst>
          </p:cNvPr>
          <p:cNvSpPr>
            <a:spLocks noGrp="1"/>
          </p:cNvSpPr>
          <p:nvPr/>
        </p:nvSpPr>
        <p:spPr>
          <a:xfrm>
            <a:off x="5306165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5" name="02_predicted_pose_3694">
            <a:extLst>
              <a:ext uri="{FF2B5EF4-FFF2-40B4-BE49-F238E27FC236}">
                <a16:creationId xmlns:a16="http://schemas.microsoft.com/office/drawing/2014/main" id="{10718D2A-B824-4F3D-BAB5-04059F07D887}"/>
              </a:ext>
            </a:extLst>
          </p:cNvPr>
          <p:cNvSpPr>
            <a:spLocks noGrp="1"/>
          </p:cNvSpPr>
          <p:nvPr/>
        </p:nvSpPr>
        <p:spPr>
          <a:xfrm>
            <a:off x="5315280" y="36735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6" name="02_predicted_pose_3695">
            <a:extLst>
              <a:ext uri="{FF2B5EF4-FFF2-40B4-BE49-F238E27FC236}">
                <a16:creationId xmlns:a16="http://schemas.microsoft.com/office/drawing/2014/main" id="{0E7FB090-1A0B-415D-8D78-51B3FB1BFCFC}"/>
              </a:ext>
            </a:extLst>
          </p:cNvPr>
          <p:cNvSpPr>
            <a:spLocks noGrp="1"/>
          </p:cNvSpPr>
          <p:nvPr/>
        </p:nvSpPr>
        <p:spPr>
          <a:xfrm>
            <a:off x="5329863" y="37298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7" name="02_predicted_pose_3696">
            <a:extLst>
              <a:ext uri="{FF2B5EF4-FFF2-40B4-BE49-F238E27FC236}">
                <a16:creationId xmlns:a16="http://schemas.microsoft.com/office/drawing/2014/main" id="{B17391EC-D57E-4071-9773-53321533035A}"/>
              </a:ext>
            </a:extLst>
          </p:cNvPr>
          <p:cNvSpPr>
            <a:spLocks noGrp="1"/>
          </p:cNvSpPr>
          <p:nvPr/>
        </p:nvSpPr>
        <p:spPr>
          <a:xfrm>
            <a:off x="5359032" y="3683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8" name="02_predicted_pose_3697">
            <a:extLst>
              <a:ext uri="{FF2B5EF4-FFF2-40B4-BE49-F238E27FC236}">
                <a16:creationId xmlns:a16="http://schemas.microsoft.com/office/drawing/2014/main" id="{928E39A9-F0B4-40EC-8487-096AA4940FC3}"/>
              </a:ext>
            </a:extLst>
          </p:cNvPr>
          <p:cNvSpPr>
            <a:spLocks noGrp="1"/>
          </p:cNvSpPr>
          <p:nvPr/>
        </p:nvSpPr>
        <p:spPr>
          <a:xfrm>
            <a:off x="5388199" y="356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9" name="02_predicted_pose_3698">
            <a:extLst>
              <a:ext uri="{FF2B5EF4-FFF2-40B4-BE49-F238E27FC236}">
                <a16:creationId xmlns:a16="http://schemas.microsoft.com/office/drawing/2014/main" id="{D34B6DA5-50FB-4413-9D22-126D1BA6ACFD}"/>
              </a:ext>
            </a:extLst>
          </p:cNvPr>
          <p:cNvSpPr>
            <a:spLocks noGrp="1"/>
          </p:cNvSpPr>
          <p:nvPr/>
        </p:nvSpPr>
        <p:spPr>
          <a:xfrm>
            <a:off x="5417367" y="3679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0" name="02_predicted_pose_3699">
            <a:extLst>
              <a:ext uri="{FF2B5EF4-FFF2-40B4-BE49-F238E27FC236}">
                <a16:creationId xmlns:a16="http://schemas.microsoft.com/office/drawing/2014/main" id="{354F0E28-E0A9-4E4A-AE8C-7458CA056C66}"/>
              </a:ext>
            </a:extLst>
          </p:cNvPr>
          <p:cNvSpPr>
            <a:spLocks noGrp="1"/>
          </p:cNvSpPr>
          <p:nvPr/>
        </p:nvSpPr>
        <p:spPr>
          <a:xfrm>
            <a:off x="5443618" y="29137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1" name="02_predicted_pose_3700">
            <a:extLst>
              <a:ext uri="{FF2B5EF4-FFF2-40B4-BE49-F238E27FC236}">
                <a16:creationId xmlns:a16="http://schemas.microsoft.com/office/drawing/2014/main" id="{AE279A28-3BD3-43EC-8AF9-2B3BD5D3E683}"/>
              </a:ext>
            </a:extLst>
          </p:cNvPr>
          <p:cNvSpPr>
            <a:spLocks noGrp="1"/>
          </p:cNvSpPr>
          <p:nvPr/>
        </p:nvSpPr>
        <p:spPr>
          <a:xfrm>
            <a:off x="5458201" y="3149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2" name="02_predicted_pose_3701">
            <a:extLst>
              <a:ext uri="{FF2B5EF4-FFF2-40B4-BE49-F238E27FC236}">
                <a16:creationId xmlns:a16="http://schemas.microsoft.com/office/drawing/2014/main" id="{1C9D72A3-98C4-4845-870F-BC58B18D182D}"/>
              </a:ext>
            </a:extLst>
          </p:cNvPr>
          <p:cNvSpPr>
            <a:spLocks noGrp="1"/>
          </p:cNvSpPr>
          <p:nvPr/>
        </p:nvSpPr>
        <p:spPr>
          <a:xfrm>
            <a:off x="5385282" y="34421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3" name="02_predicted_pose_3702">
            <a:extLst>
              <a:ext uri="{FF2B5EF4-FFF2-40B4-BE49-F238E27FC236}">
                <a16:creationId xmlns:a16="http://schemas.microsoft.com/office/drawing/2014/main" id="{88A460C0-9158-43EB-8CAD-7AEE54A72718}"/>
              </a:ext>
            </a:extLst>
          </p:cNvPr>
          <p:cNvSpPr>
            <a:spLocks noGrp="1"/>
          </p:cNvSpPr>
          <p:nvPr/>
        </p:nvSpPr>
        <p:spPr>
          <a:xfrm>
            <a:off x="5329499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4" name="02_predicted_pose_3703">
            <a:extLst>
              <a:ext uri="{FF2B5EF4-FFF2-40B4-BE49-F238E27FC236}">
                <a16:creationId xmlns:a16="http://schemas.microsoft.com/office/drawing/2014/main" id="{AD034AAE-6D9C-4E42-A4F2-16B7A1BBC46E}"/>
              </a:ext>
            </a:extLst>
          </p:cNvPr>
          <p:cNvSpPr>
            <a:spLocks noGrp="1"/>
          </p:cNvSpPr>
          <p:nvPr/>
        </p:nvSpPr>
        <p:spPr>
          <a:xfrm>
            <a:off x="5241267" y="36745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5" name="02_predicted_pose_3704">
            <a:extLst>
              <a:ext uri="{FF2B5EF4-FFF2-40B4-BE49-F238E27FC236}">
                <a16:creationId xmlns:a16="http://schemas.microsoft.com/office/drawing/2014/main" id="{0CEA0620-48B8-4AC3-8D0E-A20C12DD58FD}"/>
              </a:ext>
            </a:extLst>
          </p:cNvPr>
          <p:cNvSpPr>
            <a:spLocks noGrp="1"/>
          </p:cNvSpPr>
          <p:nvPr/>
        </p:nvSpPr>
        <p:spPr>
          <a:xfrm>
            <a:off x="5499401" y="2896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6" name="02_predicted_pose_3705">
            <a:extLst>
              <a:ext uri="{FF2B5EF4-FFF2-40B4-BE49-F238E27FC236}">
                <a16:creationId xmlns:a16="http://schemas.microsoft.com/office/drawing/2014/main" id="{78A5A4CC-EA16-47CC-8AB9-627B102A93CA}"/>
              </a:ext>
            </a:extLst>
          </p:cNvPr>
          <p:cNvSpPr>
            <a:spLocks noGrp="1"/>
          </p:cNvSpPr>
          <p:nvPr/>
        </p:nvSpPr>
        <p:spPr>
          <a:xfrm>
            <a:off x="5453827" y="28320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7" name="02_predicted_pose_3706">
            <a:extLst>
              <a:ext uri="{FF2B5EF4-FFF2-40B4-BE49-F238E27FC236}">
                <a16:creationId xmlns:a16="http://schemas.microsoft.com/office/drawing/2014/main" id="{BA0000B0-8316-4045-A2A4-96BC321D9691}"/>
              </a:ext>
            </a:extLst>
          </p:cNvPr>
          <p:cNvSpPr>
            <a:spLocks noGrp="1"/>
          </p:cNvSpPr>
          <p:nvPr/>
        </p:nvSpPr>
        <p:spPr>
          <a:xfrm>
            <a:off x="5468410" y="28961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8" name="02_predicted_pose_3707">
            <a:extLst>
              <a:ext uri="{FF2B5EF4-FFF2-40B4-BE49-F238E27FC236}">
                <a16:creationId xmlns:a16="http://schemas.microsoft.com/office/drawing/2014/main" id="{FCCA1FE0-F7C9-450F-88A2-E218470A80E9}"/>
              </a:ext>
            </a:extLst>
          </p:cNvPr>
          <p:cNvSpPr>
            <a:spLocks noGrp="1"/>
          </p:cNvSpPr>
          <p:nvPr/>
        </p:nvSpPr>
        <p:spPr>
          <a:xfrm>
            <a:off x="5263142" y="31324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9" name="02_predicted_pose_3708">
            <a:extLst>
              <a:ext uri="{FF2B5EF4-FFF2-40B4-BE49-F238E27FC236}">
                <a16:creationId xmlns:a16="http://schemas.microsoft.com/office/drawing/2014/main" id="{644CF8D3-EB6A-463E-A6E3-DC511AB50DD9}"/>
              </a:ext>
            </a:extLst>
          </p:cNvPr>
          <p:cNvSpPr>
            <a:spLocks noGrp="1"/>
          </p:cNvSpPr>
          <p:nvPr/>
        </p:nvSpPr>
        <p:spPr>
          <a:xfrm>
            <a:off x="5454191" y="31550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0" name="02_predicted_pose_3709">
            <a:extLst>
              <a:ext uri="{FF2B5EF4-FFF2-40B4-BE49-F238E27FC236}">
                <a16:creationId xmlns:a16="http://schemas.microsoft.com/office/drawing/2014/main" id="{6025F415-407E-410D-A8AE-009C6719AF60}"/>
              </a:ext>
            </a:extLst>
          </p:cNvPr>
          <p:cNvSpPr>
            <a:spLocks noGrp="1"/>
          </p:cNvSpPr>
          <p:nvPr/>
        </p:nvSpPr>
        <p:spPr>
          <a:xfrm>
            <a:off x="5468775" y="3213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1" name="02_predicted_pose_3710">
            <a:extLst>
              <a:ext uri="{FF2B5EF4-FFF2-40B4-BE49-F238E27FC236}">
                <a16:creationId xmlns:a16="http://schemas.microsoft.com/office/drawing/2014/main" id="{BA2555ED-127E-4930-9215-274776CD4F27}"/>
              </a:ext>
            </a:extLst>
          </p:cNvPr>
          <p:cNvSpPr>
            <a:spLocks noGrp="1"/>
          </p:cNvSpPr>
          <p:nvPr/>
        </p:nvSpPr>
        <p:spPr>
          <a:xfrm>
            <a:off x="5483359" y="3145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2" name="02_predicted_pose_3711">
            <a:extLst>
              <a:ext uri="{FF2B5EF4-FFF2-40B4-BE49-F238E27FC236}">
                <a16:creationId xmlns:a16="http://schemas.microsoft.com/office/drawing/2014/main" id="{F5E9FFE6-07EC-4BAE-ACDA-CF90DAC3DC02}"/>
              </a:ext>
            </a:extLst>
          </p:cNvPr>
          <p:cNvSpPr>
            <a:spLocks noGrp="1"/>
          </p:cNvSpPr>
          <p:nvPr/>
        </p:nvSpPr>
        <p:spPr>
          <a:xfrm>
            <a:off x="5497943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3" name="02_predicted_pose_3712">
            <a:extLst>
              <a:ext uri="{FF2B5EF4-FFF2-40B4-BE49-F238E27FC236}">
                <a16:creationId xmlns:a16="http://schemas.microsoft.com/office/drawing/2014/main" id="{1EB5AC20-A2DC-4C6C-B918-199A28B1AD0F}"/>
              </a:ext>
            </a:extLst>
          </p:cNvPr>
          <p:cNvSpPr>
            <a:spLocks noGrp="1"/>
          </p:cNvSpPr>
          <p:nvPr/>
        </p:nvSpPr>
        <p:spPr>
          <a:xfrm>
            <a:off x="5512526" y="3207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4" name="02_predicted_pose_3713">
            <a:extLst>
              <a:ext uri="{FF2B5EF4-FFF2-40B4-BE49-F238E27FC236}">
                <a16:creationId xmlns:a16="http://schemas.microsoft.com/office/drawing/2014/main" id="{F0C5FF8B-6B60-495D-8C0C-6E67C93B5438}"/>
              </a:ext>
            </a:extLst>
          </p:cNvPr>
          <p:cNvSpPr>
            <a:spLocks noGrp="1"/>
          </p:cNvSpPr>
          <p:nvPr/>
        </p:nvSpPr>
        <p:spPr>
          <a:xfrm>
            <a:off x="5329134" y="30465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5" name="02_predicted_pose_3714">
            <a:extLst>
              <a:ext uri="{FF2B5EF4-FFF2-40B4-BE49-F238E27FC236}">
                <a16:creationId xmlns:a16="http://schemas.microsoft.com/office/drawing/2014/main" id="{9CD7D817-66D9-4FE9-A2CA-4E2F4AD45E24}"/>
              </a:ext>
            </a:extLst>
          </p:cNvPr>
          <p:cNvSpPr>
            <a:spLocks noGrp="1"/>
          </p:cNvSpPr>
          <p:nvPr/>
        </p:nvSpPr>
        <p:spPr>
          <a:xfrm>
            <a:off x="5417367" y="34732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6" name="02_predicted_pose_3715">
            <a:extLst>
              <a:ext uri="{FF2B5EF4-FFF2-40B4-BE49-F238E27FC236}">
                <a16:creationId xmlns:a16="http://schemas.microsoft.com/office/drawing/2014/main" id="{1F51F296-93FA-40A1-921F-D9E7430F2E50}"/>
              </a:ext>
            </a:extLst>
          </p:cNvPr>
          <p:cNvSpPr>
            <a:spLocks noGrp="1"/>
          </p:cNvSpPr>
          <p:nvPr/>
        </p:nvSpPr>
        <p:spPr>
          <a:xfrm>
            <a:off x="5446534" y="3484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7" name="02_predicted_pose_3716">
            <a:extLst>
              <a:ext uri="{FF2B5EF4-FFF2-40B4-BE49-F238E27FC236}">
                <a16:creationId xmlns:a16="http://schemas.microsoft.com/office/drawing/2014/main" id="{3534B4CB-01BA-423B-BEF7-BABA7942AB7F}"/>
              </a:ext>
            </a:extLst>
          </p:cNvPr>
          <p:cNvSpPr>
            <a:spLocks noGrp="1"/>
          </p:cNvSpPr>
          <p:nvPr/>
        </p:nvSpPr>
        <p:spPr>
          <a:xfrm>
            <a:off x="5475703" y="34653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8" name="02_predicted_pose_3717">
            <a:extLst>
              <a:ext uri="{FF2B5EF4-FFF2-40B4-BE49-F238E27FC236}">
                <a16:creationId xmlns:a16="http://schemas.microsoft.com/office/drawing/2014/main" id="{32EF6EE2-98AE-4E97-9F53-395D4A0EB6B3}"/>
              </a:ext>
            </a:extLst>
          </p:cNvPr>
          <p:cNvSpPr>
            <a:spLocks noGrp="1"/>
          </p:cNvSpPr>
          <p:nvPr/>
        </p:nvSpPr>
        <p:spPr>
          <a:xfrm>
            <a:off x="5504870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9" name="02_predicted_pose_3718">
            <a:extLst>
              <a:ext uri="{FF2B5EF4-FFF2-40B4-BE49-F238E27FC236}">
                <a16:creationId xmlns:a16="http://schemas.microsoft.com/office/drawing/2014/main" id="{40905853-4EDB-4706-AEC8-6AF8A486A07B}"/>
              </a:ext>
            </a:extLst>
          </p:cNvPr>
          <p:cNvSpPr>
            <a:spLocks noGrp="1"/>
          </p:cNvSpPr>
          <p:nvPr/>
        </p:nvSpPr>
        <p:spPr>
          <a:xfrm>
            <a:off x="5589456" y="34319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0" name="02_predicted_pose_3719">
            <a:extLst>
              <a:ext uri="{FF2B5EF4-FFF2-40B4-BE49-F238E27FC236}">
                <a16:creationId xmlns:a16="http://schemas.microsoft.com/office/drawing/2014/main" id="{E26A20CD-BD2D-4221-845F-8367FF5C8D31}"/>
              </a:ext>
            </a:extLst>
          </p:cNvPr>
          <p:cNvSpPr>
            <a:spLocks noGrp="1"/>
          </p:cNvSpPr>
          <p:nvPr/>
        </p:nvSpPr>
        <p:spPr>
          <a:xfrm>
            <a:off x="5255122" y="2997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1" name="02_predicted_pose_3720">
            <a:extLst>
              <a:ext uri="{FF2B5EF4-FFF2-40B4-BE49-F238E27FC236}">
                <a16:creationId xmlns:a16="http://schemas.microsoft.com/office/drawing/2014/main" id="{D3375A37-9FEE-427D-B242-4E080CAB35C6}"/>
              </a:ext>
            </a:extLst>
          </p:cNvPr>
          <p:cNvSpPr>
            <a:spLocks noGrp="1"/>
          </p:cNvSpPr>
          <p:nvPr/>
        </p:nvSpPr>
        <p:spPr>
          <a:xfrm>
            <a:off x="5284289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2" name="02_predicted_pose_3721">
            <a:extLst>
              <a:ext uri="{FF2B5EF4-FFF2-40B4-BE49-F238E27FC236}">
                <a16:creationId xmlns:a16="http://schemas.microsoft.com/office/drawing/2014/main" id="{79B8AA73-DC11-4513-95CE-F117F8C07954}"/>
              </a:ext>
            </a:extLst>
          </p:cNvPr>
          <p:cNvSpPr>
            <a:spLocks noGrp="1"/>
          </p:cNvSpPr>
          <p:nvPr/>
        </p:nvSpPr>
        <p:spPr>
          <a:xfrm>
            <a:off x="5313456" y="3387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3" name="02_predicted_pose_3722">
            <a:extLst>
              <a:ext uri="{FF2B5EF4-FFF2-40B4-BE49-F238E27FC236}">
                <a16:creationId xmlns:a16="http://schemas.microsoft.com/office/drawing/2014/main" id="{F0762D22-4EC9-490B-AA37-B09493B33EA9}"/>
              </a:ext>
            </a:extLst>
          </p:cNvPr>
          <p:cNvSpPr>
            <a:spLocks noGrp="1"/>
          </p:cNvSpPr>
          <p:nvPr/>
        </p:nvSpPr>
        <p:spPr>
          <a:xfrm>
            <a:off x="5342625" y="33812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4" name="02_predicted_pose_3723">
            <a:extLst>
              <a:ext uri="{FF2B5EF4-FFF2-40B4-BE49-F238E27FC236}">
                <a16:creationId xmlns:a16="http://schemas.microsoft.com/office/drawing/2014/main" id="{BDCB1AF9-6034-4BBC-AF00-61385077B6EA}"/>
              </a:ext>
            </a:extLst>
          </p:cNvPr>
          <p:cNvSpPr>
            <a:spLocks noGrp="1"/>
          </p:cNvSpPr>
          <p:nvPr/>
        </p:nvSpPr>
        <p:spPr>
          <a:xfrm>
            <a:off x="5240173" y="3465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5" name="02_predicted_pose_3724">
            <a:extLst>
              <a:ext uri="{FF2B5EF4-FFF2-40B4-BE49-F238E27FC236}">
                <a16:creationId xmlns:a16="http://schemas.microsoft.com/office/drawing/2014/main" id="{530022BA-7742-43E7-81AF-F386130CFA5E}"/>
              </a:ext>
            </a:extLst>
          </p:cNvPr>
          <p:cNvSpPr>
            <a:spLocks noGrp="1"/>
          </p:cNvSpPr>
          <p:nvPr/>
        </p:nvSpPr>
        <p:spPr>
          <a:xfrm>
            <a:off x="5292675" y="3734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6" name="02_predicted_pose_3725">
            <a:extLst>
              <a:ext uri="{FF2B5EF4-FFF2-40B4-BE49-F238E27FC236}">
                <a16:creationId xmlns:a16="http://schemas.microsoft.com/office/drawing/2014/main" id="{EAA22C97-1D1C-4620-B43C-26E7C16385DE}"/>
              </a:ext>
            </a:extLst>
          </p:cNvPr>
          <p:cNvSpPr>
            <a:spLocks noGrp="1"/>
          </p:cNvSpPr>
          <p:nvPr/>
        </p:nvSpPr>
        <p:spPr>
          <a:xfrm>
            <a:off x="5442889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7" name="02_predicted_pose_3726">
            <a:extLst>
              <a:ext uri="{FF2B5EF4-FFF2-40B4-BE49-F238E27FC236}">
                <a16:creationId xmlns:a16="http://schemas.microsoft.com/office/drawing/2014/main" id="{4570DFDF-D2EF-47E6-9519-E0010C983FE4}"/>
              </a:ext>
            </a:extLst>
          </p:cNvPr>
          <p:cNvSpPr>
            <a:spLocks noGrp="1"/>
          </p:cNvSpPr>
          <p:nvPr/>
        </p:nvSpPr>
        <p:spPr>
          <a:xfrm>
            <a:off x="5472056" y="35287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8" name="02_predicted_pose_3727">
            <a:extLst>
              <a:ext uri="{FF2B5EF4-FFF2-40B4-BE49-F238E27FC236}">
                <a16:creationId xmlns:a16="http://schemas.microsoft.com/office/drawing/2014/main" id="{866D5ED5-4628-47E2-A0E5-666F8FC33A19}"/>
              </a:ext>
            </a:extLst>
          </p:cNvPr>
          <p:cNvSpPr>
            <a:spLocks noGrp="1"/>
          </p:cNvSpPr>
          <p:nvPr/>
        </p:nvSpPr>
        <p:spPr>
          <a:xfrm>
            <a:off x="5515808" y="34152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9" name="02_predicted_pose_3728">
            <a:extLst>
              <a:ext uri="{FF2B5EF4-FFF2-40B4-BE49-F238E27FC236}">
                <a16:creationId xmlns:a16="http://schemas.microsoft.com/office/drawing/2014/main" id="{9E2B68A4-6C93-42E3-8F10-EB1A8F98E970}"/>
              </a:ext>
            </a:extLst>
          </p:cNvPr>
          <p:cNvSpPr>
            <a:spLocks noGrp="1"/>
          </p:cNvSpPr>
          <p:nvPr/>
        </p:nvSpPr>
        <p:spPr>
          <a:xfrm>
            <a:off x="5544976" y="3429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0" name="02_predicted_pose_3729">
            <a:extLst>
              <a:ext uri="{FF2B5EF4-FFF2-40B4-BE49-F238E27FC236}">
                <a16:creationId xmlns:a16="http://schemas.microsoft.com/office/drawing/2014/main" id="{6F360129-8C40-4C38-96DC-A57CBC64097A}"/>
              </a:ext>
            </a:extLst>
          </p:cNvPr>
          <p:cNvSpPr>
            <a:spLocks noGrp="1"/>
          </p:cNvSpPr>
          <p:nvPr/>
        </p:nvSpPr>
        <p:spPr>
          <a:xfrm>
            <a:off x="5574143" y="3440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1" name="02_predicted_pose_3730">
            <a:extLst>
              <a:ext uri="{FF2B5EF4-FFF2-40B4-BE49-F238E27FC236}">
                <a16:creationId xmlns:a16="http://schemas.microsoft.com/office/drawing/2014/main" id="{7AAA85D5-FEC1-45AF-9384-29DD1AD0BD5B}"/>
              </a:ext>
            </a:extLst>
          </p:cNvPr>
          <p:cNvSpPr>
            <a:spLocks noGrp="1"/>
          </p:cNvSpPr>
          <p:nvPr/>
        </p:nvSpPr>
        <p:spPr>
          <a:xfrm>
            <a:off x="5555549" y="36772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2" name="02_predicted_pose_3731">
            <a:extLst>
              <a:ext uri="{FF2B5EF4-FFF2-40B4-BE49-F238E27FC236}">
                <a16:creationId xmlns:a16="http://schemas.microsoft.com/office/drawing/2014/main" id="{AE1E6860-6E5B-49A1-BF31-D26203B95BD8}"/>
              </a:ext>
            </a:extLst>
          </p:cNvPr>
          <p:cNvSpPr>
            <a:spLocks noGrp="1"/>
          </p:cNvSpPr>
          <p:nvPr/>
        </p:nvSpPr>
        <p:spPr>
          <a:xfrm>
            <a:off x="5290487" y="34358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3" name="02_predicted_pose_3732">
            <a:extLst>
              <a:ext uri="{FF2B5EF4-FFF2-40B4-BE49-F238E27FC236}">
                <a16:creationId xmlns:a16="http://schemas.microsoft.com/office/drawing/2014/main" id="{A643B8CB-D24F-4739-99D6-F6AD41D4940C}"/>
              </a:ext>
            </a:extLst>
          </p:cNvPr>
          <p:cNvSpPr>
            <a:spLocks noGrp="1"/>
          </p:cNvSpPr>
          <p:nvPr/>
        </p:nvSpPr>
        <p:spPr>
          <a:xfrm>
            <a:off x="5585810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4" name="02_predicted_pose_3733">
            <a:extLst>
              <a:ext uri="{FF2B5EF4-FFF2-40B4-BE49-F238E27FC236}">
                <a16:creationId xmlns:a16="http://schemas.microsoft.com/office/drawing/2014/main" id="{47380669-BD61-40B0-A967-204EE7A3119F}"/>
              </a:ext>
            </a:extLst>
          </p:cNvPr>
          <p:cNvSpPr>
            <a:spLocks noGrp="1"/>
          </p:cNvSpPr>
          <p:nvPr/>
        </p:nvSpPr>
        <p:spPr>
          <a:xfrm>
            <a:off x="5419189" y="34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5" name="02_predicted_pose_3734">
            <a:extLst>
              <a:ext uri="{FF2B5EF4-FFF2-40B4-BE49-F238E27FC236}">
                <a16:creationId xmlns:a16="http://schemas.microsoft.com/office/drawing/2014/main" id="{878DADB9-740A-47D1-A4A9-A9D322CCDC95}"/>
              </a:ext>
            </a:extLst>
          </p:cNvPr>
          <p:cNvSpPr>
            <a:spLocks noGrp="1"/>
          </p:cNvSpPr>
          <p:nvPr/>
        </p:nvSpPr>
        <p:spPr>
          <a:xfrm>
            <a:off x="5517631" y="3425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6" name="02_predicted_pose_3735">
            <a:extLst>
              <a:ext uri="{FF2B5EF4-FFF2-40B4-BE49-F238E27FC236}">
                <a16:creationId xmlns:a16="http://schemas.microsoft.com/office/drawing/2014/main" id="{21F02DDE-E834-4EA5-BF5F-33B66B14E0AB}"/>
              </a:ext>
            </a:extLst>
          </p:cNvPr>
          <p:cNvSpPr>
            <a:spLocks noGrp="1"/>
          </p:cNvSpPr>
          <p:nvPr/>
        </p:nvSpPr>
        <p:spPr>
          <a:xfrm>
            <a:off x="5247830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7" name="02_predicted_pose_3736">
            <a:extLst>
              <a:ext uri="{FF2B5EF4-FFF2-40B4-BE49-F238E27FC236}">
                <a16:creationId xmlns:a16="http://schemas.microsoft.com/office/drawing/2014/main" id="{453CB6CD-3A5B-4248-BC0A-4F9163A783A1}"/>
              </a:ext>
            </a:extLst>
          </p:cNvPr>
          <p:cNvSpPr>
            <a:spLocks noGrp="1"/>
          </p:cNvSpPr>
          <p:nvPr/>
        </p:nvSpPr>
        <p:spPr>
          <a:xfrm>
            <a:off x="5262413" y="34737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8" name="02_predicted_pose_3737">
            <a:extLst>
              <a:ext uri="{FF2B5EF4-FFF2-40B4-BE49-F238E27FC236}">
                <a16:creationId xmlns:a16="http://schemas.microsoft.com/office/drawing/2014/main" id="{9C182703-225D-42B5-A3A8-39495286F1A5}"/>
              </a:ext>
            </a:extLst>
          </p:cNvPr>
          <p:cNvSpPr>
            <a:spLocks noGrp="1"/>
          </p:cNvSpPr>
          <p:nvPr/>
        </p:nvSpPr>
        <p:spPr>
          <a:xfrm>
            <a:off x="5276997" y="35949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9" name="02_predicted_pose_3738">
            <a:extLst>
              <a:ext uri="{FF2B5EF4-FFF2-40B4-BE49-F238E27FC236}">
                <a16:creationId xmlns:a16="http://schemas.microsoft.com/office/drawing/2014/main" id="{2863E4CD-D035-4057-B296-E5D3703ACE87}"/>
              </a:ext>
            </a:extLst>
          </p:cNvPr>
          <p:cNvSpPr>
            <a:spLocks noGrp="1"/>
          </p:cNvSpPr>
          <p:nvPr/>
        </p:nvSpPr>
        <p:spPr>
          <a:xfrm>
            <a:off x="5291582" y="34758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0" name="02_predicted_pose_3739">
            <a:extLst>
              <a:ext uri="{FF2B5EF4-FFF2-40B4-BE49-F238E27FC236}">
                <a16:creationId xmlns:a16="http://schemas.microsoft.com/office/drawing/2014/main" id="{8FB715AA-D757-4A80-B562-22493813E5E8}"/>
              </a:ext>
            </a:extLst>
          </p:cNvPr>
          <p:cNvSpPr>
            <a:spLocks noGrp="1"/>
          </p:cNvSpPr>
          <p:nvPr/>
        </p:nvSpPr>
        <p:spPr>
          <a:xfrm>
            <a:off x="5244548" y="34258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1" name="02_predicted_pose_3740">
            <a:extLst>
              <a:ext uri="{FF2B5EF4-FFF2-40B4-BE49-F238E27FC236}">
                <a16:creationId xmlns:a16="http://schemas.microsoft.com/office/drawing/2014/main" id="{C246415C-E291-428C-B9A3-A0E3D8229422}"/>
              </a:ext>
            </a:extLst>
          </p:cNvPr>
          <p:cNvSpPr>
            <a:spLocks noGrp="1"/>
          </p:cNvSpPr>
          <p:nvPr/>
        </p:nvSpPr>
        <p:spPr>
          <a:xfrm>
            <a:off x="5273716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2" name="02_predicted_pose_3741">
            <a:extLst>
              <a:ext uri="{FF2B5EF4-FFF2-40B4-BE49-F238E27FC236}">
                <a16:creationId xmlns:a16="http://schemas.microsoft.com/office/drawing/2014/main" id="{98BCD96B-7C9A-42F0-A154-6B51EA7374CA}"/>
              </a:ext>
            </a:extLst>
          </p:cNvPr>
          <p:cNvSpPr>
            <a:spLocks noGrp="1"/>
          </p:cNvSpPr>
          <p:nvPr/>
        </p:nvSpPr>
        <p:spPr>
          <a:xfrm>
            <a:off x="5363042" y="34645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3" name="02_predicted_pose_3742">
            <a:extLst>
              <a:ext uri="{FF2B5EF4-FFF2-40B4-BE49-F238E27FC236}">
                <a16:creationId xmlns:a16="http://schemas.microsoft.com/office/drawing/2014/main" id="{A27E1B72-240B-4AB2-AE8C-4A0B442D565C}"/>
              </a:ext>
            </a:extLst>
          </p:cNvPr>
          <p:cNvSpPr>
            <a:spLocks noGrp="1"/>
          </p:cNvSpPr>
          <p:nvPr/>
        </p:nvSpPr>
        <p:spPr>
          <a:xfrm>
            <a:off x="5307989" y="3384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4" name="02_predicted_pose_3743">
            <a:extLst>
              <a:ext uri="{FF2B5EF4-FFF2-40B4-BE49-F238E27FC236}">
                <a16:creationId xmlns:a16="http://schemas.microsoft.com/office/drawing/2014/main" id="{BB3F80E1-A188-4302-80C7-4A87BB6DFB6D}"/>
              </a:ext>
            </a:extLst>
          </p:cNvPr>
          <p:cNvSpPr>
            <a:spLocks noGrp="1"/>
          </p:cNvSpPr>
          <p:nvPr/>
        </p:nvSpPr>
        <p:spPr>
          <a:xfrm>
            <a:off x="5322572" y="38882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5" name="02_predicted_pose_3744">
            <a:extLst>
              <a:ext uri="{FF2B5EF4-FFF2-40B4-BE49-F238E27FC236}">
                <a16:creationId xmlns:a16="http://schemas.microsoft.com/office/drawing/2014/main" id="{A30E5E36-DCD4-49E3-9F1A-64DBCB1025F9}"/>
              </a:ext>
            </a:extLst>
          </p:cNvPr>
          <p:cNvSpPr>
            <a:spLocks noGrp="1"/>
          </p:cNvSpPr>
          <p:nvPr/>
        </p:nvSpPr>
        <p:spPr>
          <a:xfrm>
            <a:off x="5337156" y="3353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6" name="02_predicted_pose_3745">
            <a:extLst>
              <a:ext uri="{FF2B5EF4-FFF2-40B4-BE49-F238E27FC236}">
                <a16:creationId xmlns:a16="http://schemas.microsoft.com/office/drawing/2014/main" id="{F1A37C81-ECE8-445B-83D7-EEA3249EDFDE}"/>
              </a:ext>
            </a:extLst>
          </p:cNvPr>
          <p:cNvSpPr>
            <a:spLocks noGrp="1"/>
          </p:cNvSpPr>
          <p:nvPr/>
        </p:nvSpPr>
        <p:spPr>
          <a:xfrm>
            <a:off x="5285748" y="33603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7" name="02_predicted_pose_3746">
            <a:extLst>
              <a:ext uri="{FF2B5EF4-FFF2-40B4-BE49-F238E27FC236}">
                <a16:creationId xmlns:a16="http://schemas.microsoft.com/office/drawing/2014/main" id="{7E3BE275-8696-44E6-931E-1CD81AB1871E}"/>
              </a:ext>
            </a:extLst>
          </p:cNvPr>
          <p:cNvSpPr>
            <a:spLocks noGrp="1"/>
          </p:cNvSpPr>
          <p:nvPr/>
        </p:nvSpPr>
        <p:spPr>
          <a:xfrm>
            <a:off x="5300331" y="3385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8" name="02_predicted_pose_3747">
            <a:extLst>
              <a:ext uri="{FF2B5EF4-FFF2-40B4-BE49-F238E27FC236}">
                <a16:creationId xmlns:a16="http://schemas.microsoft.com/office/drawing/2014/main" id="{F234CA31-B60F-480E-BBDB-A72730E04E2C}"/>
              </a:ext>
            </a:extLst>
          </p:cNvPr>
          <p:cNvSpPr>
            <a:spLocks noGrp="1"/>
          </p:cNvSpPr>
          <p:nvPr/>
        </p:nvSpPr>
        <p:spPr>
          <a:xfrm>
            <a:off x="5314916" y="3339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9" name="02_predicted_pose_3748">
            <a:extLst>
              <a:ext uri="{FF2B5EF4-FFF2-40B4-BE49-F238E27FC236}">
                <a16:creationId xmlns:a16="http://schemas.microsoft.com/office/drawing/2014/main" id="{885F662E-FCB0-4F43-BBA8-E62BA3D97D10}"/>
              </a:ext>
            </a:extLst>
          </p:cNvPr>
          <p:cNvSpPr>
            <a:spLocks noGrp="1"/>
          </p:cNvSpPr>
          <p:nvPr/>
        </p:nvSpPr>
        <p:spPr>
          <a:xfrm>
            <a:off x="5335332" y="2938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0" name="02_predicted_pose_3749">
            <a:extLst>
              <a:ext uri="{FF2B5EF4-FFF2-40B4-BE49-F238E27FC236}">
                <a16:creationId xmlns:a16="http://schemas.microsoft.com/office/drawing/2014/main" id="{9C9F264A-A93C-4293-B438-C17341650692}"/>
              </a:ext>
            </a:extLst>
          </p:cNvPr>
          <p:cNvSpPr>
            <a:spLocks noGrp="1"/>
          </p:cNvSpPr>
          <p:nvPr/>
        </p:nvSpPr>
        <p:spPr>
          <a:xfrm>
            <a:off x="5379084" y="3215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1" name="02_predicted_pose_3750">
            <a:extLst>
              <a:ext uri="{FF2B5EF4-FFF2-40B4-BE49-F238E27FC236}">
                <a16:creationId xmlns:a16="http://schemas.microsoft.com/office/drawing/2014/main" id="{747F4384-BFE1-46AF-808A-E4CF52A79F6B}"/>
              </a:ext>
            </a:extLst>
          </p:cNvPr>
          <p:cNvSpPr>
            <a:spLocks noGrp="1"/>
          </p:cNvSpPr>
          <p:nvPr/>
        </p:nvSpPr>
        <p:spPr>
          <a:xfrm>
            <a:off x="5349552" y="29451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2" name="02_predicted_pose_3751">
            <a:extLst>
              <a:ext uri="{FF2B5EF4-FFF2-40B4-BE49-F238E27FC236}">
                <a16:creationId xmlns:a16="http://schemas.microsoft.com/office/drawing/2014/main" id="{8A2484BA-F0A8-477C-8065-3CBA6927220B}"/>
              </a:ext>
            </a:extLst>
          </p:cNvPr>
          <p:cNvSpPr>
            <a:spLocks noGrp="1"/>
          </p:cNvSpPr>
          <p:nvPr/>
        </p:nvSpPr>
        <p:spPr>
          <a:xfrm>
            <a:off x="5447993" y="30358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3" name="02_predicted_pose_3752">
            <a:extLst>
              <a:ext uri="{FF2B5EF4-FFF2-40B4-BE49-F238E27FC236}">
                <a16:creationId xmlns:a16="http://schemas.microsoft.com/office/drawing/2014/main" id="{D4C9ED4A-213A-4D54-9917-ACCA09DD6C95}"/>
              </a:ext>
            </a:extLst>
          </p:cNvPr>
          <p:cNvSpPr>
            <a:spLocks noGrp="1"/>
          </p:cNvSpPr>
          <p:nvPr/>
        </p:nvSpPr>
        <p:spPr>
          <a:xfrm>
            <a:off x="5576696" y="31779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4" name="02_predicted_pose_3753">
            <a:extLst>
              <a:ext uri="{FF2B5EF4-FFF2-40B4-BE49-F238E27FC236}">
                <a16:creationId xmlns:a16="http://schemas.microsoft.com/office/drawing/2014/main" id="{8F38DC9E-5B8C-4D0D-9AC5-1576A04F9618}"/>
              </a:ext>
            </a:extLst>
          </p:cNvPr>
          <p:cNvSpPr>
            <a:spLocks noGrp="1"/>
          </p:cNvSpPr>
          <p:nvPr/>
        </p:nvSpPr>
        <p:spPr>
          <a:xfrm>
            <a:off x="5311634" y="2957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5" name="02_predicted_pose_3754">
            <a:extLst>
              <a:ext uri="{FF2B5EF4-FFF2-40B4-BE49-F238E27FC236}">
                <a16:creationId xmlns:a16="http://schemas.microsoft.com/office/drawing/2014/main" id="{0678EED2-1042-4014-A380-AD3B584871BF}"/>
              </a:ext>
            </a:extLst>
          </p:cNvPr>
          <p:cNvSpPr>
            <a:spLocks noGrp="1"/>
          </p:cNvSpPr>
          <p:nvPr/>
        </p:nvSpPr>
        <p:spPr>
          <a:xfrm>
            <a:off x="5467317" y="3552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6" name="02_predicted_pose_3755">
            <a:extLst>
              <a:ext uri="{FF2B5EF4-FFF2-40B4-BE49-F238E27FC236}">
                <a16:creationId xmlns:a16="http://schemas.microsoft.com/office/drawing/2014/main" id="{8B35130D-1DB2-4A41-957A-D229A902DB70}"/>
              </a:ext>
            </a:extLst>
          </p:cNvPr>
          <p:cNvSpPr>
            <a:spLocks noGrp="1"/>
          </p:cNvSpPr>
          <p:nvPr/>
        </p:nvSpPr>
        <p:spPr>
          <a:xfrm>
            <a:off x="5481901" y="36166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7" name="02_predicted_pose_3756">
            <a:extLst>
              <a:ext uri="{FF2B5EF4-FFF2-40B4-BE49-F238E27FC236}">
                <a16:creationId xmlns:a16="http://schemas.microsoft.com/office/drawing/2014/main" id="{9529EE35-BED2-4A6E-8CEF-910770776D2F}"/>
              </a:ext>
            </a:extLst>
          </p:cNvPr>
          <p:cNvSpPr>
            <a:spLocks noGrp="1"/>
          </p:cNvSpPr>
          <p:nvPr/>
        </p:nvSpPr>
        <p:spPr>
          <a:xfrm>
            <a:off x="5439972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8" name="02_predicted_pose_3757">
            <a:extLst>
              <a:ext uri="{FF2B5EF4-FFF2-40B4-BE49-F238E27FC236}">
                <a16:creationId xmlns:a16="http://schemas.microsoft.com/office/drawing/2014/main" id="{44294D60-AA0B-4C1B-9607-AA4AE5EE7476}"/>
              </a:ext>
            </a:extLst>
          </p:cNvPr>
          <p:cNvSpPr>
            <a:spLocks noGrp="1"/>
          </p:cNvSpPr>
          <p:nvPr/>
        </p:nvSpPr>
        <p:spPr>
          <a:xfrm>
            <a:off x="5454556" y="32817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9" name="02_predicted_pose_3758">
            <a:extLst>
              <a:ext uri="{FF2B5EF4-FFF2-40B4-BE49-F238E27FC236}">
                <a16:creationId xmlns:a16="http://schemas.microsoft.com/office/drawing/2014/main" id="{215CC7BF-8D56-48C7-91EB-9BBC0BFEAB68}"/>
              </a:ext>
            </a:extLst>
          </p:cNvPr>
          <p:cNvSpPr>
            <a:spLocks noGrp="1"/>
          </p:cNvSpPr>
          <p:nvPr/>
        </p:nvSpPr>
        <p:spPr>
          <a:xfrm>
            <a:off x="5469139" y="3424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0" name="02_predicted_pose_3759">
            <a:extLst>
              <a:ext uri="{FF2B5EF4-FFF2-40B4-BE49-F238E27FC236}">
                <a16:creationId xmlns:a16="http://schemas.microsoft.com/office/drawing/2014/main" id="{FB42E70B-2360-4E2C-B165-75C104DBA895}"/>
              </a:ext>
            </a:extLst>
          </p:cNvPr>
          <p:cNvSpPr>
            <a:spLocks noGrp="1"/>
          </p:cNvSpPr>
          <p:nvPr/>
        </p:nvSpPr>
        <p:spPr>
          <a:xfrm>
            <a:off x="5498308" y="29310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1" name="02_predicted_pose_3760">
            <a:extLst>
              <a:ext uri="{FF2B5EF4-FFF2-40B4-BE49-F238E27FC236}">
                <a16:creationId xmlns:a16="http://schemas.microsoft.com/office/drawing/2014/main" id="{B494D73B-3FAB-4C81-B10C-CCF92521B219}"/>
              </a:ext>
            </a:extLst>
          </p:cNvPr>
          <p:cNvSpPr>
            <a:spLocks noGrp="1"/>
          </p:cNvSpPr>
          <p:nvPr/>
        </p:nvSpPr>
        <p:spPr>
          <a:xfrm>
            <a:off x="5512891" y="2958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2" name="02_predicted_pose_3761">
            <a:extLst>
              <a:ext uri="{FF2B5EF4-FFF2-40B4-BE49-F238E27FC236}">
                <a16:creationId xmlns:a16="http://schemas.microsoft.com/office/drawing/2014/main" id="{0203AFD7-1854-49C2-9AB9-BF649D5EBDC1}"/>
              </a:ext>
            </a:extLst>
          </p:cNvPr>
          <p:cNvSpPr>
            <a:spLocks noGrp="1"/>
          </p:cNvSpPr>
          <p:nvPr/>
        </p:nvSpPr>
        <p:spPr>
          <a:xfrm>
            <a:off x="5315645" y="3242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3" name="02_predicted_pose_3762">
            <a:extLst>
              <a:ext uri="{FF2B5EF4-FFF2-40B4-BE49-F238E27FC236}">
                <a16:creationId xmlns:a16="http://schemas.microsoft.com/office/drawing/2014/main" id="{5367977E-0B15-45DD-A394-ACBE5929C6B3}"/>
              </a:ext>
            </a:extLst>
          </p:cNvPr>
          <p:cNvSpPr>
            <a:spLocks noGrp="1"/>
          </p:cNvSpPr>
          <p:nvPr/>
        </p:nvSpPr>
        <p:spPr>
          <a:xfrm>
            <a:off x="5424294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4" name="02_predicted_pose_3763">
            <a:extLst>
              <a:ext uri="{FF2B5EF4-FFF2-40B4-BE49-F238E27FC236}">
                <a16:creationId xmlns:a16="http://schemas.microsoft.com/office/drawing/2014/main" id="{95CD2E01-699D-4D08-B76D-A87E901A4D94}"/>
              </a:ext>
            </a:extLst>
          </p:cNvPr>
          <p:cNvSpPr>
            <a:spLocks noGrp="1"/>
          </p:cNvSpPr>
          <p:nvPr/>
        </p:nvSpPr>
        <p:spPr>
          <a:xfrm>
            <a:off x="5468046" y="3300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5" name="02_predicted_pose_3764">
            <a:extLst>
              <a:ext uri="{FF2B5EF4-FFF2-40B4-BE49-F238E27FC236}">
                <a16:creationId xmlns:a16="http://schemas.microsoft.com/office/drawing/2014/main" id="{F09C9BDB-C63C-4C09-A169-515ADDB82626}"/>
              </a:ext>
            </a:extLst>
          </p:cNvPr>
          <p:cNvSpPr>
            <a:spLocks noGrp="1"/>
          </p:cNvSpPr>
          <p:nvPr/>
        </p:nvSpPr>
        <p:spPr>
          <a:xfrm>
            <a:off x="5482630" y="342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6" name="02_predicted_pose_3765">
            <a:extLst>
              <a:ext uri="{FF2B5EF4-FFF2-40B4-BE49-F238E27FC236}">
                <a16:creationId xmlns:a16="http://schemas.microsoft.com/office/drawing/2014/main" id="{2CB0885B-D442-4CF2-B1B3-C957B0228DEB}"/>
              </a:ext>
            </a:extLst>
          </p:cNvPr>
          <p:cNvSpPr>
            <a:spLocks noGrp="1"/>
          </p:cNvSpPr>
          <p:nvPr/>
        </p:nvSpPr>
        <p:spPr>
          <a:xfrm>
            <a:off x="5511797" y="2877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7" name="02_predicted_pose_3766">
            <a:extLst>
              <a:ext uri="{FF2B5EF4-FFF2-40B4-BE49-F238E27FC236}">
                <a16:creationId xmlns:a16="http://schemas.microsoft.com/office/drawing/2014/main" id="{27CAC5BA-098F-4984-B6AF-AE0EF0ACAF6B}"/>
              </a:ext>
            </a:extLst>
          </p:cNvPr>
          <p:cNvSpPr>
            <a:spLocks noGrp="1"/>
          </p:cNvSpPr>
          <p:nvPr/>
        </p:nvSpPr>
        <p:spPr>
          <a:xfrm>
            <a:off x="5396220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8" name="02_predicted_pose_3767">
            <a:extLst>
              <a:ext uri="{FF2B5EF4-FFF2-40B4-BE49-F238E27FC236}">
                <a16:creationId xmlns:a16="http://schemas.microsoft.com/office/drawing/2014/main" id="{9E10F727-C164-4147-A1D3-B85C31817EE8}"/>
              </a:ext>
            </a:extLst>
          </p:cNvPr>
          <p:cNvSpPr>
            <a:spLocks noGrp="1"/>
          </p:cNvSpPr>
          <p:nvPr/>
        </p:nvSpPr>
        <p:spPr>
          <a:xfrm>
            <a:off x="5425388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9" name="02_predicted_pose_3768">
            <a:extLst>
              <a:ext uri="{FF2B5EF4-FFF2-40B4-BE49-F238E27FC236}">
                <a16:creationId xmlns:a16="http://schemas.microsoft.com/office/drawing/2014/main" id="{25D70421-D75F-4FEA-9403-340984782EC0}"/>
              </a:ext>
            </a:extLst>
          </p:cNvPr>
          <p:cNvSpPr>
            <a:spLocks noGrp="1"/>
          </p:cNvSpPr>
          <p:nvPr/>
        </p:nvSpPr>
        <p:spPr>
          <a:xfrm>
            <a:off x="5454556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0" name="02_predicted_pose_3769">
            <a:extLst>
              <a:ext uri="{FF2B5EF4-FFF2-40B4-BE49-F238E27FC236}">
                <a16:creationId xmlns:a16="http://schemas.microsoft.com/office/drawing/2014/main" id="{F04DA33F-9F40-4E9A-8153-2CE4C07C9D7C}"/>
              </a:ext>
            </a:extLst>
          </p:cNvPr>
          <p:cNvSpPr>
            <a:spLocks noGrp="1"/>
          </p:cNvSpPr>
          <p:nvPr/>
        </p:nvSpPr>
        <p:spPr>
          <a:xfrm>
            <a:off x="5483723" y="37187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1" name="02_predicted_pose_3770">
            <a:extLst>
              <a:ext uri="{FF2B5EF4-FFF2-40B4-BE49-F238E27FC236}">
                <a16:creationId xmlns:a16="http://schemas.microsoft.com/office/drawing/2014/main" id="{EDC8B978-8F31-4E9B-8C5B-107A1A6E8CEE}"/>
              </a:ext>
            </a:extLst>
          </p:cNvPr>
          <p:cNvSpPr>
            <a:spLocks noGrp="1"/>
          </p:cNvSpPr>
          <p:nvPr/>
        </p:nvSpPr>
        <p:spPr>
          <a:xfrm>
            <a:off x="5512891" y="37549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2" name="02_predicted_pose_3771">
            <a:extLst>
              <a:ext uri="{FF2B5EF4-FFF2-40B4-BE49-F238E27FC236}">
                <a16:creationId xmlns:a16="http://schemas.microsoft.com/office/drawing/2014/main" id="{157244B0-E16D-4BF0-96E6-238472E38C0A}"/>
              </a:ext>
            </a:extLst>
          </p:cNvPr>
          <p:cNvSpPr>
            <a:spLocks noGrp="1"/>
          </p:cNvSpPr>
          <p:nvPr/>
        </p:nvSpPr>
        <p:spPr>
          <a:xfrm>
            <a:off x="5410440" y="37201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3" name="02_predicted_pose_3772">
            <a:extLst>
              <a:ext uri="{FF2B5EF4-FFF2-40B4-BE49-F238E27FC236}">
                <a16:creationId xmlns:a16="http://schemas.microsoft.com/office/drawing/2014/main" id="{EE2AE197-A59E-4805-A2BD-4710A1CF6D88}"/>
              </a:ext>
            </a:extLst>
          </p:cNvPr>
          <p:cNvSpPr>
            <a:spLocks noGrp="1"/>
          </p:cNvSpPr>
          <p:nvPr/>
        </p:nvSpPr>
        <p:spPr>
          <a:xfrm>
            <a:off x="5534402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4" name="02_predicted_pose_3773">
            <a:extLst>
              <a:ext uri="{FF2B5EF4-FFF2-40B4-BE49-F238E27FC236}">
                <a16:creationId xmlns:a16="http://schemas.microsoft.com/office/drawing/2014/main" id="{8ADEF04E-E4ED-43CF-8876-CD3D28808808}"/>
              </a:ext>
            </a:extLst>
          </p:cNvPr>
          <p:cNvSpPr>
            <a:spLocks noGrp="1"/>
          </p:cNvSpPr>
          <p:nvPr/>
        </p:nvSpPr>
        <p:spPr>
          <a:xfrm>
            <a:off x="5548986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5" name="02_predicted_pose_3774">
            <a:extLst>
              <a:ext uri="{FF2B5EF4-FFF2-40B4-BE49-F238E27FC236}">
                <a16:creationId xmlns:a16="http://schemas.microsoft.com/office/drawing/2014/main" id="{35CD5C3B-6BCF-44BB-8B7B-3B4F0220EA55}"/>
              </a:ext>
            </a:extLst>
          </p:cNvPr>
          <p:cNvSpPr>
            <a:spLocks noGrp="1"/>
          </p:cNvSpPr>
          <p:nvPr/>
        </p:nvSpPr>
        <p:spPr>
          <a:xfrm>
            <a:off x="5319291" y="3115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6" name="02_predicted_pose_3775">
            <a:extLst>
              <a:ext uri="{FF2B5EF4-FFF2-40B4-BE49-F238E27FC236}">
                <a16:creationId xmlns:a16="http://schemas.microsoft.com/office/drawing/2014/main" id="{2C38A600-1CDD-40ED-BD41-6261EC9C36D3}"/>
              </a:ext>
            </a:extLst>
          </p:cNvPr>
          <p:cNvSpPr>
            <a:spLocks noGrp="1"/>
          </p:cNvSpPr>
          <p:nvPr/>
        </p:nvSpPr>
        <p:spPr>
          <a:xfrm>
            <a:off x="5332416" y="36471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7" name="02_predicted_pose_3776">
            <a:extLst>
              <a:ext uri="{FF2B5EF4-FFF2-40B4-BE49-F238E27FC236}">
                <a16:creationId xmlns:a16="http://schemas.microsoft.com/office/drawing/2014/main" id="{22EAC4FF-F03F-469B-BDB3-713AA3422DED}"/>
              </a:ext>
            </a:extLst>
          </p:cNvPr>
          <p:cNvSpPr>
            <a:spLocks noGrp="1"/>
          </p:cNvSpPr>
          <p:nvPr/>
        </p:nvSpPr>
        <p:spPr>
          <a:xfrm>
            <a:off x="5376532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8" name="02_predicted_pose_3777">
            <a:extLst>
              <a:ext uri="{FF2B5EF4-FFF2-40B4-BE49-F238E27FC236}">
                <a16:creationId xmlns:a16="http://schemas.microsoft.com/office/drawing/2014/main" id="{83359087-73A1-40BE-8584-C65F5011C693}"/>
              </a:ext>
            </a:extLst>
          </p:cNvPr>
          <p:cNvSpPr>
            <a:spLocks noGrp="1"/>
          </p:cNvSpPr>
          <p:nvPr/>
        </p:nvSpPr>
        <p:spPr>
          <a:xfrm>
            <a:off x="5337885" y="3635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9" name="02_predicted_pose_3778">
            <a:extLst>
              <a:ext uri="{FF2B5EF4-FFF2-40B4-BE49-F238E27FC236}">
                <a16:creationId xmlns:a16="http://schemas.microsoft.com/office/drawing/2014/main" id="{465B6951-E063-47CA-B70F-D6A62D9009B6}"/>
              </a:ext>
            </a:extLst>
          </p:cNvPr>
          <p:cNvSpPr>
            <a:spLocks noGrp="1"/>
          </p:cNvSpPr>
          <p:nvPr/>
        </p:nvSpPr>
        <p:spPr>
          <a:xfrm>
            <a:off x="5282831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0" name="02_predicted_pose_3779">
            <a:extLst>
              <a:ext uri="{FF2B5EF4-FFF2-40B4-BE49-F238E27FC236}">
                <a16:creationId xmlns:a16="http://schemas.microsoft.com/office/drawing/2014/main" id="{C334B6C4-69CF-4C1D-B267-D297870905E9}"/>
              </a:ext>
            </a:extLst>
          </p:cNvPr>
          <p:cNvSpPr>
            <a:spLocks noGrp="1"/>
          </p:cNvSpPr>
          <p:nvPr/>
        </p:nvSpPr>
        <p:spPr>
          <a:xfrm>
            <a:off x="5422836" y="3747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1" name="02_predicted_pose_3780">
            <a:extLst>
              <a:ext uri="{FF2B5EF4-FFF2-40B4-BE49-F238E27FC236}">
                <a16:creationId xmlns:a16="http://schemas.microsoft.com/office/drawing/2014/main" id="{B745E4A6-42A8-4FBD-A678-AF79A3ED8EC7}"/>
              </a:ext>
            </a:extLst>
          </p:cNvPr>
          <p:cNvSpPr>
            <a:spLocks noGrp="1"/>
          </p:cNvSpPr>
          <p:nvPr/>
        </p:nvSpPr>
        <p:spPr>
          <a:xfrm>
            <a:off x="5437420" y="3806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2" name="02_predicted_pose_3781">
            <a:extLst>
              <a:ext uri="{FF2B5EF4-FFF2-40B4-BE49-F238E27FC236}">
                <a16:creationId xmlns:a16="http://schemas.microsoft.com/office/drawing/2014/main" id="{7183F96C-FF8B-44FB-A762-AC8722E87FAE}"/>
              </a:ext>
            </a:extLst>
          </p:cNvPr>
          <p:cNvSpPr>
            <a:spLocks noGrp="1"/>
          </p:cNvSpPr>
          <p:nvPr/>
        </p:nvSpPr>
        <p:spPr>
          <a:xfrm>
            <a:off x="5452003" y="3768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3" name="02_predicted_pose_3782">
            <a:extLst>
              <a:ext uri="{FF2B5EF4-FFF2-40B4-BE49-F238E27FC236}">
                <a16:creationId xmlns:a16="http://schemas.microsoft.com/office/drawing/2014/main" id="{426FF29F-F873-43AE-87C3-3FF93A39F899}"/>
              </a:ext>
            </a:extLst>
          </p:cNvPr>
          <p:cNvSpPr>
            <a:spLocks noGrp="1"/>
          </p:cNvSpPr>
          <p:nvPr/>
        </p:nvSpPr>
        <p:spPr>
          <a:xfrm>
            <a:off x="5466587" y="35041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4" name="02_predicted_pose_3783">
            <a:extLst>
              <a:ext uri="{FF2B5EF4-FFF2-40B4-BE49-F238E27FC236}">
                <a16:creationId xmlns:a16="http://schemas.microsoft.com/office/drawing/2014/main" id="{6B4F2DCD-7E4C-46D7-ABAD-FBBF8DA03D46}"/>
              </a:ext>
            </a:extLst>
          </p:cNvPr>
          <p:cNvSpPr>
            <a:spLocks noGrp="1"/>
          </p:cNvSpPr>
          <p:nvPr/>
        </p:nvSpPr>
        <p:spPr>
          <a:xfrm>
            <a:off x="5249653" y="3739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5" name="02_predicted_pose_3784">
            <a:extLst>
              <a:ext uri="{FF2B5EF4-FFF2-40B4-BE49-F238E27FC236}">
                <a16:creationId xmlns:a16="http://schemas.microsoft.com/office/drawing/2014/main" id="{C4CB9779-64FF-4C92-A7F3-EF0F05F3789E}"/>
              </a:ext>
            </a:extLst>
          </p:cNvPr>
          <p:cNvSpPr>
            <a:spLocks noGrp="1"/>
          </p:cNvSpPr>
          <p:nvPr/>
        </p:nvSpPr>
        <p:spPr>
          <a:xfrm>
            <a:off x="5278820" y="36589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6" name="02_predicted_pose_3785">
            <a:extLst>
              <a:ext uri="{FF2B5EF4-FFF2-40B4-BE49-F238E27FC236}">
                <a16:creationId xmlns:a16="http://schemas.microsoft.com/office/drawing/2014/main" id="{6EB07608-645A-4DCC-91A8-3313C704EE00}"/>
              </a:ext>
            </a:extLst>
          </p:cNvPr>
          <p:cNvSpPr>
            <a:spLocks noGrp="1"/>
          </p:cNvSpPr>
          <p:nvPr/>
        </p:nvSpPr>
        <p:spPr>
          <a:xfrm>
            <a:off x="5502682" y="34110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7" name="02_predicted_pose_3786">
            <a:extLst>
              <a:ext uri="{FF2B5EF4-FFF2-40B4-BE49-F238E27FC236}">
                <a16:creationId xmlns:a16="http://schemas.microsoft.com/office/drawing/2014/main" id="{864FEAF3-CB9A-4C22-98D7-88C5D6219A1A}"/>
              </a:ext>
            </a:extLst>
          </p:cNvPr>
          <p:cNvSpPr>
            <a:spLocks noGrp="1"/>
          </p:cNvSpPr>
          <p:nvPr/>
        </p:nvSpPr>
        <p:spPr>
          <a:xfrm>
            <a:off x="5539507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8" name="02_predicted_pose_3787">
            <a:extLst>
              <a:ext uri="{FF2B5EF4-FFF2-40B4-BE49-F238E27FC236}">
                <a16:creationId xmlns:a16="http://schemas.microsoft.com/office/drawing/2014/main" id="{126E07E8-76A3-4092-B38C-A5C3993259E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89" name="02_predicted_pose_3788">
            <a:extLst>
              <a:ext uri="{FF2B5EF4-FFF2-40B4-BE49-F238E27FC236}">
                <a16:creationId xmlns:a16="http://schemas.microsoft.com/office/drawing/2014/main" id="{DA39F195-458E-40F3-8A89-F362F44AFEB7}"/>
              </a:ext>
            </a:extLst>
          </p:cNvPr>
          <p:cNvSpPr>
            <a:spLocks noGrp="1"/>
          </p:cNvSpPr>
          <p:nvPr/>
        </p:nvSpPr>
        <p:spPr>
          <a:xfrm>
            <a:off x="3548525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90" name="02_predicted_pose_3789">
            <a:extLst>
              <a:ext uri="{FF2B5EF4-FFF2-40B4-BE49-F238E27FC236}">
                <a16:creationId xmlns:a16="http://schemas.microsoft.com/office/drawing/2014/main" id="{0D85CAD9-9A99-46C9-B732-A560FD1A7CCB}"/>
              </a:ext>
            </a:extLst>
          </p:cNvPr>
          <p:cNvSpPr>
            <a:spLocks noGrp="1"/>
          </p:cNvSpPr>
          <p:nvPr/>
        </p:nvSpPr>
        <p:spPr>
          <a:xfrm>
            <a:off x="4062970" y="3586924"/>
            <a:ext cx="302615" cy="260947"/>
          </a:xfrm>
          <a:custGeom>
            <a:avLst/>
            <a:gdLst/>
            <a:ahLst/>
            <a:cxnLst/>
            <a:rect l="0" t="0" r="0" b="0"/>
            <a:pathLst>
              <a:path w="285961" h="246586">
                <a:moveTo>
                  <a:pt x="0" y="246586"/>
                </a:moveTo>
                <a:lnTo>
                  <a:pt x="285961" y="246586"/>
                </a:lnTo>
                <a:lnTo>
                  <a:pt x="285961" y="0"/>
                </a:lnTo>
                <a:lnTo>
                  <a:pt x="0" y="0"/>
                </a:lnTo>
                <a:lnTo>
                  <a:pt x="0" y="246586"/>
                </a:lnTo>
                <a:lnTo>
                  <a:pt x="0" y="24658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491" name="02_predicted_pose_3790">
            <a:extLst>
              <a:ext uri="{FF2B5EF4-FFF2-40B4-BE49-F238E27FC236}">
                <a16:creationId xmlns:a16="http://schemas.microsoft.com/office/drawing/2014/main" id="{F1701DAB-58C0-4B77-95BE-02E96032A3B2}"/>
              </a:ext>
            </a:extLst>
          </p:cNvPr>
          <p:cNvSpPr>
            <a:spLocks noGrp="1"/>
          </p:cNvSpPr>
          <p:nvPr/>
        </p:nvSpPr>
        <p:spPr>
          <a:xfrm>
            <a:off x="4214277" y="3847871"/>
            <a:ext cx="202" cy="129402"/>
          </a:xfrm>
          <a:custGeom>
            <a:avLst/>
            <a:gdLst/>
            <a:ahLst/>
            <a:cxnLst/>
            <a:rect l="0" t="0" r="0" b="0"/>
            <a:pathLst>
              <a:path w="191" h="122280">
                <a:moveTo>
                  <a:pt x="0" y="0"/>
                </a:moveTo>
                <a:lnTo>
                  <a:pt x="0" y="12228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2" name="02_predicted_pose_3791">
            <a:extLst>
              <a:ext uri="{FF2B5EF4-FFF2-40B4-BE49-F238E27FC236}">
                <a16:creationId xmlns:a16="http://schemas.microsoft.com/office/drawing/2014/main" id="{C04E6920-5293-4639-97FE-CF75E6C524EA}"/>
              </a:ext>
            </a:extLst>
          </p:cNvPr>
          <p:cNvSpPr>
            <a:spLocks noGrp="1"/>
          </p:cNvSpPr>
          <p:nvPr/>
        </p:nvSpPr>
        <p:spPr>
          <a:xfrm>
            <a:off x="4214277" y="3020954"/>
            <a:ext cx="202" cy="565970"/>
          </a:xfrm>
          <a:custGeom>
            <a:avLst/>
            <a:gdLst/>
            <a:ahLst/>
            <a:cxnLst/>
            <a:rect l="0" t="0" r="0" b="0"/>
            <a:pathLst>
              <a:path w="191" h="534822">
                <a:moveTo>
                  <a:pt x="0" y="534822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3" name="02_predicted_pose_3792">
            <a:extLst>
              <a:ext uri="{FF2B5EF4-FFF2-40B4-BE49-F238E27FC236}">
                <a16:creationId xmlns:a16="http://schemas.microsoft.com/office/drawing/2014/main" id="{1B80317B-7B6E-4D5B-ADAB-A406CC9B0517}"/>
              </a:ext>
            </a:extLst>
          </p:cNvPr>
          <p:cNvSpPr>
            <a:spLocks noGrp="1"/>
          </p:cNvSpPr>
          <p:nvPr/>
        </p:nvSpPr>
        <p:spPr>
          <a:xfrm>
            <a:off x="4138623" y="397727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4" name="02_predicted_pose_3793">
            <a:extLst>
              <a:ext uri="{FF2B5EF4-FFF2-40B4-BE49-F238E27FC236}">
                <a16:creationId xmlns:a16="http://schemas.microsoft.com/office/drawing/2014/main" id="{1708BFF2-E89B-4182-96B2-6AFF882D2305}"/>
              </a:ext>
            </a:extLst>
          </p:cNvPr>
          <p:cNvSpPr>
            <a:spLocks noGrp="1"/>
          </p:cNvSpPr>
          <p:nvPr/>
        </p:nvSpPr>
        <p:spPr>
          <a:xfrm>
            <a:off x="4138623" y="302095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5" name="02_predicted_pose_3794">
            <a:extLst>
              <a:ext uri="{FF2B5EF4-FFF2-40B4-BE49-F238E27FC236}">
                <a16:creationId xmlns:a16="http://schemas.microsoft.com/office/drawing/2014/main" id="{EC72A5DD-2104-4554-AD82-5B320801B3E6}"/>
              </a:ext>
            </a:extLst>
          </p:cNvPr>
          <p:cNvSpPr>
            <a:spLocks noGrp="1"/>
          </p:cNvSpPr>
          <p:nvPr/>
        </p:nvSpPr>
        <p:spPr>
          <a:xfrm>
            <a:off x="5273429" y="3440353"/>
            <a:ext cx="302615" cy="213898"/>
          </a:xfrm>
          <a:custGeom>
            <a:avLst/>
            <a:gdLst/>
            <a:ahLst/>
            <a:cxnLst/>
            <a:rect l="0" t="0" r="0" b="0"/>
            <a:pathLst>
              <a:path w="285961" h="202126">
                <a:moveTo>
                  <a:pt x="0" y="202126"/>
                </a:moveTo>
                <a:lnTo>
                  <a:pt x="285961" y="202126"/>
                </a:lnTo>
                <a:lnTo>
                  <a:pt x="285961" y="0"/>
                </a:lnTo>
                <a:lnTo>
                  <a:pt x="0" y="0"/>
                </a:lnTo>
                <a:lnTo>
                  <a:pt x="0" y="202126"/>
                </a:lnTo>
                <a:lnTo>
                  <a:pt x="0" y="20212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496" name="02_predicted_pose_3795">
            <a:extLst>
              <a:ext uri="{FF2B5EF4-FFF2-40B4-BE49-F238E27FC236}">
                <a16:creationId xmlns:a16="http://schemas.microsoft.com/office/drawing/2014/main" id="{D2F77E74-97C1-42E3-A1EC-6CEB045DDD76}"/>
              </a:ext>
            </a:extLst>
          </p:cNvPr>
          <p:cNvSpPr>
            <a:spLocks noGrp="1"/>
          </p:cNvSpPr>
          <p:nvPr/>
        </p:nvSpPr>
        <p:spPr>
          <a:xfrm>
            <a:off x="5424737" y="3654250"/>
            <a:ext cx="202" cy="108510"/>
          </a:xfrm>
          <a:custGeom>
            <a:avLst/>
            <a:gdLst/>
            <a:ahLst/>
            <a:cxnLst/>
            <a:rect l="0" t="0" r="0" b="0"/>
            <a:pathLst>
              <a:path w="191" h="102538">
                <a:moveTo>
                  <a:pt x="0" y="0"/>
                </a:moveTo>
                <a:lnTo>
                  <a:pt x="0" y="10253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7" name="02_predicted_pose_3796">
            <a:extLst>
              <a:ext uri="{FF2B5EF4-FFF2-40B4-BE49-F238E27FC236}">
                <a16:creationId xmlns:a16="http://schemas.microsoft.com/office/drawing/2014/main" id="{67346636-2209-4ADE-889E-3A549BE634F5}"/>
              </a:ext>
            </a:extLst>
          </p:cNvPr>
          <p:cNvSpPr>
            <a:spLocks noGrp="1"/>
          </p:cNvSpPr>
          <p:nvPr/>
        </p:nvSpPr>
        <p:spPr>
          <a:xfrm>
            <a:off x="5424737" y="3030922"/>
            <a:ext cx="202" cy="409431"/>
          </a:xfrm>
          <a:custGeom>
            <a:avLst/>
            <a:gdLst/>
            <a:ahLst/>
            <a:cxnLst/>
            <a:rect l="0" t="0" r="0" b="0"/>
            <a:pathLst>
              <a:path w="191" h="386898">
                <a:moveTo>
                  <a:pt x="0" y="38689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8" name="02_predicted_pose_3797">
            <a:extLst>
              <a:ext uri="{FF2B5EF4-FFF2-40B4-BE49-F238E27FC236}">
                <a16:creationId xmlns:a16="http://schemas.microsoft.com/office/drawing/2014/main" id="{18ACAB92-5A23-4784-BDC7-EA39782C7560}"/>
              </a:ext>
            </a:extLst>
          </p:cNvPr>
          <p:cNvSpPr>
            <a:spLocks noGrp="1"/>
          </p:cNvSpPr>
          <p:nvPr/>
        </p:nvSpPr>
        <p:spPr>
          <a:xfrm>
            <a:off x="5349083" y="376276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9" name="02_predicted_pose_3798">
            <a:extLst>
              <a:ext uri="{FF2B5EF4-FFF2-40B4-BE49-F238E27FC236}">
                <a16:creationId xmlns:a16="http://schemas.microsoft.com/office/drawing/2014/main" id="{342C9205-F368-4A83-A33E-9994DD053463}"/>
              </a:ext>
            </a:extLst>
          </p:cNvPr>
          <p:cNvSpPr>
            <a:spLocks noGrp="1"/>
          </p:cNvSpPr>
          <p:nvPr/>
        </p:nvSpPr>
        <p:spPr>
          <a:xfrm>
            <a:off x="5349083" y="303092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500" name="text_3799">
            <a:extLst>
              <a:ext uri="{FF2B5EF4-FFF2-40B4-BE49-F238E27FC236}">
                <a16:creationId xmlns:a16="http://schemas.microsoft.com/office/drawing/2014/main" id="{B41F73AA-DE3B-4565-9A6F-6869463DB700}"/>
              </a:ext>
            </a:extLst>
          </p:cNvPr>
          <p:cNvSpPr>
            <a:spLocks noGrp="1"/>
          </p:cNvSpPr>
          <p:nvPr/>
        </p:nvSpPr>
        <p:spPr>
          <a:xfrm>
            <a:off x="3090971" y="2464706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01" name="text_3800">
            <a:extLst>
              <a:ext uri="{FF2B5EF4-FFF2-40B4-BE49-F238E27FC236}">
                <a16:creationId xmlns:a16="http://schemas.microsoft.com/office/drawing/2014/main" id="{51666816-0564-48A6-A119-306BB51437CA}"/>
              </a:ext>
            </a:extLst>
          </p:cNvPr>
          <p:cNvSpPr>
            <a:spLocks noGrp="1"/>
          </p:cNvSpPr>
          <p:nvPr/>
        </p:nvSpPr>
        <p:spPr>
          <a:xfrm>
            <a:off x="3548524" y="2413548"/>
            <a:ext cx="813013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Top-1 pose</a:t>
            </a:r>
          </a:p>
        </p:txBody>
      </p:sp>
      <p:sp>
        <p:nvSpPr>
          <p:cNvPr id="502" name="02_predicted_pose_3801">
            <a:extLst>
              <a:ext uri="{FF2B5EF4-FFF2-40B4-BE49-F238E27FC236}">
                <a16:creationId xmlns:a16="http://schemas.microsoft.com/office/drawing/2014/main" id="{ED5DC26B-2630-41F9-9157-5082D1E22A49}"/>
              </a:ext>
            </a:extLst>
          </p:cNvPr>
          <p:cNvSpPr>
            <a:spLocks noGrp="1"/>
          </p:cNvSpPr>
          <p:nvPr/>
        </p:nvSpPr>
        <p:spPr>
          <a:xfrm>
            <a:off x="4062970" y="378227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503" name="02_predicted_pose_3802">
            <a:extLst>
              <a:ext uri="{FF2B5EF4-FFF2-40B4-BE49-F238E27FC236}">
                <a16:creationId xmlns:a16="http://schemas.microsoft.com/office/drawing/2014/main" id="{5B14A422-AEA0-4E4E-A554-BB753E89EE15}"/>
              </a:ext>
            </a:extLst>
          </p:cNvPr>
          <p:cNvSpPr>
            <a:spLocks noGrp="1"/>
          </p:cNvSpPr>
          <p:nvPr/>
        </p:nvSpPr>
        <p:spPr>
          <a:xfrm>
            <a:off x="5273429" y="3524213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504" name="02_predicted_pose_3803">
            <a:extLst>
              <a:ext uri="{FF2B5EF4-FFF2-40B4-BE49-F238E27FC236}">
                <a16:creationId xmlns:a16="http://schemas.microsoft.com/office/drawing/2014/main" id="{6A9DE701-3E91-412D-826D-DE8222F228A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5" name="02_predicted_pose_3804">
            <a:extLst>
              <a:ext uri="{FF2B5EF4-FFF2-40B4-BE49-F238E27FC236}">
                <a16:creationId xmlns:a16="http://schemas.microsoft.com/office/drawing/2014/main" id="{0A4632C2-8135-45CA-8EC5-05D04623B1A2}"/>
              </a:ext>
            </a:extLst>
          </p:cNvPr>
          <p:cNvSpPr>
            <a:spLocks noGrp="1"/>
          </p:cNvSpPr>
          <p:nvPr/>
        </p:nvSpPr>
        <p:spPr>
          <a:xfrm>
            <a:off x="6903919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6" name="02_predicted_pose_3805">
            <a:extLst>
              <a:ext uri="{FF2B5EF4-FFF2-40B4-BE49-F238E27FC236}">
                <a16:creationId xmlns:a16="http://schemas.microsoft.com/office/drawing/2014/main" id="{4EA72535-8DEF-4187-B3AA-478D11B7E10A}"/>
              </a:ext>
            </a:extLst>
          </p:cNvPr>
          <p:cNvSpPr>
            <a:spLocks noGrp="1"/>
          </p:cNvSpPr>
          <p:nvPr/>
        </p:nvSpPr>
        <p:spPr>
          <a:xfrm>
            <a:off x="6903919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7" name="02_predicted_pose_3806">
            <a:extLst>
              <a:ext uri="{FF2B5EF4-FFF2-40B4-BE49-F238E27FC236}">
                <a16:creationId xmlns:a16="http://schemas.microsoft.com/office/drawing/2014/main" id="{ACAD0AA5-B1BE-497F-B2A9-4BCC743EAAA5}"/>
              </a:ext>
            </a:extLst>
          </p:cNvPr>
          <p:cNvSpPr>
            <a:spLocks noGrp="1"/>
          </p:cNvSpPr>
          <p:nvPr/>
        </p:nvSpPr>
        <p:spPr>
          <a:xfrm>
            <a:off x="7569671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08" name="text_3807">
            <a:extLst>
              <a:ext uri="{FF2B5EF4-FFF2-40B4-BE49-F238E27FC236}">
                <a16:creationId xmlns:a16="http://schemas.microsoft.com/office/drawing/2014/main" id="{EF9489BA-2FF2-4B2C-A6E2-9863ECF99466}"/>
              </a:ext>
            </a:extLst>
          </p:cNvPr>
          <p:cNvSpPr>
            <a:spLocks noGrp="1"/>
          </p:cNvSpPr>
          <p:nvPr/>
        </p:nvSpPr>
        <p:spPr>
          <a:xfrm>
            <a:off x="7185365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509" name="02_predicted_pose_3808">
            <a:extLst>
              <a:ext uri="{FF2B5EF4-FFF2-40B4-BE49-F238E27FC236}">
                <a16:creationId xmlns:a16="http://schemas.microsoft.com/office/drawing/2014/main" id="{0BE28D48-F063-4A09-98AB-084BB37E3295}"/>
              </a:ext>
            </a:extLst>
          </p:cNvPr>
          <p:cNvSpPr>
            <a:spLocks noGrp="1"/>
          </p:cNvSpPr>
          <p:nvPr/>
        </p:nvSpPr>
        <p:spPr>
          <a:xfrm>
            <a:off x="8780132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0" name="text_3809">
            <a:extLst>
              <a:ext uri="{FF2B5EF4-FFF2-40B4-BE49-F238E27FC236}">
                <a16:creationId xmlns:a16="http://schemas.microsoft.com/office/drawing/2014/main" id="{979CC08A-F413-4A91-802E-84423C9FFF08}"/>
              </a:ext>
            </a:extLst>
          </p:cNvPr>
          <p:cNvSpPr>
            <a:spLocks noGrp="1"/>
          </p:cNvSpPr>
          <p:nvPr/>
        </p:nvSpPr>
        <p:spPr>
          <a:xfrm>
            <a:off x="8463842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511" name="02_predicted_pose_3810">
            <a:extLst>
              <a:ext uri="{FF2B5EF4-FFF2-40B4-BE49-F238E27FC236}">
                <a16:creationId xmlns:a16="http://schemas.microsoft.com/office/drawing/2014/main" id="{2EDD1499-28E1-4763-BCB4-B65920B64F60}"/>
              </a:ext>
            </a:extLst>
          </p:cNvPr>
          <p:cNvSpPr>
            <a:spLocks noGrp="1"/>
          </p:cNvSpPr>
          <p:nvPr/>
        </p:nvSpPr>
        <p:spPr>
          <a:xfrm>
            <a:off x="6863599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2" name="text_3811">
            <a:extLst>
              <a:ext uri="{FF2B5EF4-FFF2-40B4-BE49-F238E27FC236}">
                <a16:creationId xmlns:a16="http://schemas.microsoft.com/office/drawing/2014/main" id="{B5FD0740-E23A-45D9-9FA4-01411333887C}"/>
              </a:ext>
            </a:extLst>
          </p:cNvPr>
          <p:cNvSpPr>
            <a:spLocks noGrp="1"/>
          </p:cNvSpPr>
          <p:nvPr/>
        </p:nvSpPr>
        <p:spPr>
          <a:xfrm>
            <a:off x="6692513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513" name="02_predicted_pose_3812">
            <a:extLst>
              <a:ext uri="{FF2B5EF4-FFF2-40B4-BE49-F238E27FC236}">
                <a16:creationId xmlns:a16="http://schemas.microsoft.com/office/drawing/2014/main" id="{7A9E022B-871F-464E-8657-DA3F0575A625}"/>
              </a:ext>
            </a:extLst>
          </p:cNvPr>
          <p:cNvSpPr>
            <a:spLocks noGrp="1"/>
          </p:cNvSpPr>
          <p:nvPr/>
        </p:nvSpPr>
        <p:spPr>
          <a:xfrm>
            <a:off x="6863599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4" name="text_3813">
            <a:extLst>
              <a:ext uri="{FF2B5EF4-FFF2-40B4-BE49-F238E27FC236}">
                <a16:creationId xmlns:a16="http://schemas.microsoft.com/office/drawing/2014/main" id="{AE1D1AA1-EB7C-4F6A-B933-EC5496C9D45D}"/>
              </a:ext>
            </a:extLst>
          </p:cNvPr>
          <p:cNvSpPr>
            <a:spLocks noGrp="1"/>
          </p:cNvSpPr>
          <p:nvPr/>
        </p:nvSpPr>
        <p:spPr>
          <a:xfrm>
            <a:off x="6692513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515" name="02_predicted_pose_3814">
            <a:extLst>
              <a:ext uri="{FF2B5EF4-FFF2-40B4-BE49-F238E27FC236}">
                <a16:creationId xmlns:a16="http://schemas.microsoft.com/office/drawing/2014/main" id="{0F29E0F9-3D79-46AC-BEAF-56F47837A4BC}"/>
              </a:ext>
            </a:extLst>
          </p:cNvPr>
          <p:cNvSpPr>
            <a:spLocks noGrp="1"/>
          </p:cNvSpPr>
          <p:nvPr/>
        </p:nvSpPr>
        <p:spPr>
          <a:xfrm>
            <a:off x="6863599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6" name="text_3815">
            <a:extLst>
              <a:ext uri="{FF2B5EF4-FFF2-40B4-BE49-F238E27FC236}">
                <a16:creationId xmlns:a16="http://schemas.microsoft.com/office/drawing/2014/main" id="{97A66137-C859-49B5-8264-44DEE854E813}"/>
              </a:ext>
            </a:extLst>
          </p:cNvPr>
          <p:cNvSpPr>
            <a:spLocks noGrp="1"/>
          </p:cNvSpPr>
          <p:nvPr/>
        </p:nvSpPr>
        <p:spPr>
          <a:xfrm>
            <a:off x="6770974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7" name="02_predicted_pose_3816">
            <a:extLst>
              <a:ext uri="{FF2B5EF4-FFF2-40B4-BE49-F238E27FC236}">
                <a16:creationId xmlns:a16="http://schemas.microsoft.com/office/drawing/2014/main" id="{F4F2AEB2-7987-43E4-B691-756F6754049A}"/>
              </a:ext>
            </a:extLst>
          </p:cNvPr>
          <p:cNvSpPr>
            <a:spLocks noGrp="1"/>
          </p:cNvSpPr>
          <p:nvPr/>
        </p:nvSpPr>
        <p:spPr>
          <a:xfrm>
            <a:off x="6863599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8" name="text_3817">
            <a:extLst>
              <a:ext uri="{FF2B5EF4-FFF2-40B4-BE49-F238E27FC236}">
                <a16:creationId xmlns:a16="http://schemas.microsoft.com/office/drawing/2014/main" id="{BF472C8E-D818-42D9-BEDF-75343710EEA7}"/>
              </a:ext>
            </a:extLst>
          </p:cNvPr>
          <p:cNvSpPr>
            <a:spLocks noGrp="1"/>
          </p:cNvSpPr>
          <p:nvPr/>
        </p:nvSpPr>
        <p:spPr>
          <a:xfrm>
            <a:off x="6770974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19" name="02_predicted_pose_3818">
            <a:extLst>
              <a:ext uri="{FF2B5EF4-FFF2-40B4-BE49-F238E27FC236}">
                <a16:creationId xmlns:a16="http://schemas.microsoft.com/office/drawing/2014/main" id="{D2F049D3-5475-453B-BD2C-76CEFBAFC158}"/>
              </a:ext>
            </a:extLst>
          </p:cNvPr>
          <p:cNvSpPr>
            <a:spLocks noGrp="1"/>
          </p:cNvSpPr>
          <p:nvPr/>
        </p:nvSpPr>
        <p:spPr>
          <a:xfrm>
            <a:off x="6863599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0" name="text_3819">
            <a:extLst>
              <a:ext uri="{FF2B5EF4-FFF2-40B4-BE49-F238E27FC236}">
                <a16:creationId xmlns:a16="http://schemas.microsoft.com/office/drawing/2014/main" id="{FF5EB8FA-345B-48A0-AA82-03055FECC470}"/>
              </a:ext>
            </a:extLst>
          </p:cNvPr>
          <p:cNvSpPr>
            <a:spLocks noGrp="1"/>
          </p:cNvSpPr>
          <p:nvPr/>
        </p:nvSpPr>
        <p:spPr>
          <a:xfrm>
            <a:off x="6770974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21" name="02_predicted_pose_3820">
            <a:extLst>
              <a:ext uri="{FF2B5EF4-FFF2-40B4-BE49-F238E27FC236}">
                <a16:creationId xmlns:a16="http://schemas.microsoft.com/office/drawing/2014/main" id="{ECCFA0BD-1C4D-4F5C-A3E2-253ADF313218}"/>
              </a:ext>
            </a:extLst>
          </p:cNvPr>
          <p:cNvSpPr>
            <a:spLocks noGrp="1"/>
          </p:cNvSpPr>
          <p:nvPr/>
        </p:nvSpPr>
        <p:spPr>
          <a:xfrm>
            <a:off x="6863599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2" name="text_3821">
            <a:extLst>
              <a:ext uri="{FF2B5EF4-FFF2-40B4-BE49-F238E27FC236}">
                <a16:creationId xmlns:a16="http://schemas.microsoft.com/office/drawing/2014/main" id="{69398BB6-8431-4B46-A22F-4CBA726AD1E1}"/>
              </a:ext>
            </a:extLst>
          </p:cNvPr>
          <p:cNvSpPr>
            <a:spLocks noGrp="1"/>
          </p:cNvSpPr>
          <p:nvPr/>
        </p:nvSpPr>
        <p:spPr>
          <a:xfrm>
            <a:off x="6770974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23" name="02_predicted_pose_3822">
            <a:extLst>
              <a:ext uri="{FF2B5EF4-FFF2-40B4-BE49-F238E27FC236}">
                <a16:creationId xmlns:a16="http://schemas.microsoft.com/office/drawing/2014/main" id="{9F036CBD-86CC-424C-8CB5-801EF85EA4B0}"/>
              </a:ext>
            </a:extLst>
          </p:cNvPr>
          <p:cNvSpPr>
            <a:spLocks noGrp="1"/>
          </p:cNvSpPr>
          <p:nvPr/>
        </p:nvSpPr>
        <p:spPr>
          <a:xfrm>
            <a:off x="6863599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4" name="text_3823">
            <a:extLst>
              <a:ext uri="{FF2B5EF4-FFF2-40B4-BE49-F238E27FC236}">
                <a16:creationId xmlns:a16="http://schemas.microsoft.com/office/drawing/2014/main" id="{0DA5918A-F735-4CFE-96CF-F1E9164A9317}"/>
              </a:ext>
            </a:extLst>
          </p:cNvPr>
          <p:cNvSpPr>
            <a:spLocks noGrp="1"/>
          </p:cNvSpPr>
          <p:nvPr/>
        </p:nvSpPr>
        <p:spPr>
          <a:xfrm>
            <a:off x="6718666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25" name="02_predicted_pose_3824">
            <a:extLst>
              <a:ext uri="{FF2B5EF4-FFF2-40B4-BE49-F238E27FC236}">
                <a16:creationId xmlns:a16="http://schemas.microsoft.com/office/drawing/2014/main" id="{0393E096-B4DA-4D9B-BEEA-CEE5E82CB687}"/>
              </a:ext>
            </a:extLst>
          </p:cNvPr>
          <p:cNvSpPr>
            <a:spLocks noGrp="1"/>
          </p:cNvSpPr>
          <p:nvPr/>
        </p:nvSpPr>
        <p:spPr>
          <a:xfrm>
            <a:off x="6863599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6" name="text_3825">
            <a:extLst>
              <a:ext uri="{FF2B5EF4-FFF2-40B4-BE49-F238E27FC236}">
                <a16:creationId xmlns:a16="http://schemas.microsoft.com/office/drawing/2014/main" id="{EF4F45B2-9981-468B-B27F-32149C50F67E}"/>
              </a:ext>
            </a:extLst>
          </p:cNvPr>
          <p:cNvSpPr>
            <a:spLocks noGrp="1"/>
          </p:cNvSpPr>
          <p:nvPr/>
        </p:nvSpPr>
        <p:spPr>
          <a:xfrm>
            <a:off x="6718666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27" name="text_3826">
            <a:extLst>
              <a:ext uri="{FF2B5EF4-FFF2-40B4-BE49-F238E27FC236}">
                <a16:creationId xmlns:a16="http://schemas.microsoft.com/office/drawing/2014/main" id="{1E252911-9C46-429F-A1AC-EFC399431B81}"/>
              </a:ext>
            </a:extLst>
          </p:cNvPr>
          <p:cNvSpPr>
            <a:spLocks noGrp="1"/>
          </p:cNvSpPr>
          <p:nvPr/>
        </p:nvSpPr>
        <p:spPr>
          <a:xfrm rot="-5400000">
            <a:off x="6353514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528" name="02_predicted_pose_3827">
            <a:extLst>
              <a:ext uri="{FF2B5EF4-FFF2-40B4-BE49-F238E27FC236}">
                <a16:creationId xmlns:a16="http://schemas.microsoft.com/office/drawing/2014/main" id="{5DD24816-6424-4268-A3B5-FD0DC35F6933}"/>
              </a:ext>
            </a:extLst>
          </p:cNvPr>
          <p:cNvSpPr>
            <a:spLocks noGrp="1"/>
          </p:cNvSpPr>
          <p:nvPr/>
        </p:nvSpPr>
        <p:spPr>
          <a:xfrm>
            <a:off x="7491569" y="38675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9" name="02_predicted_pose_3828">
            <a:extLst>
              <a:ext uri="{FF2B5EF4-FFF2-40B4-BE49-F238E27FC236}">
                <a16:creationId xmlns:a16="http://schemas.microsoft.com/office/drawing/2014/main" id="{A90CAD55-199B-425F-A90A-EFED080429C9}"/>
              </a:ext>
            </a:extLst>
          </p:cNvPr>
          <p:cNvSpPr>
            <a:spLocks noGrp="1"/>
          </p:cNvSpPr>
          <p:nvPr/>
        </p:nvSpPr>
        <p:spPr>
          <a:xfrm>
            <a:off x="7506154" y="38547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0" name="02_predicted_pose_3829">
            <a:extLst>
              <a:ext uri="{FF2B5EF4-FFF2-40B4-BE49-F238E27FC236}">
                <a16:creationId xmlns:a16="http://schemas.microsoft.com/office/drawing/2014/main" id="{B5C1710D-0D85-47A6-935B-B816536C2D0F}"/>
              </a:ext>
            </a:extLst>
          </p:cNvPr>
          <p:cNvSpPr>
            <a:spLocks noGrp="1"/>
          </p:cNvSpPr>
          <p:nvPr/>
        </p:nvSpPr>
        <p:spPr>
          <a:xfrm>
            <a:off x="7520738" y="38438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1" name="02_predicted_pose_3830">
            <a:extLst>
              <a:ext uri="{FF2B5EF4-FFF2-40B4-BE49-F238E27FC236}">
                <a16:creationId xmlns:a16="http://schemas.microsoft.com/office/drawing/2014/main" id="{67DB9E67-237C-4A8B-A2F5-9FC301015E86}"/>
              </a:ext>
            </a:extLst>
          </p:cNvPr>
          <p:cNvSpPr>
            <a:spLocks noGrp="1"/>
          </p:cNvSpPr>
          <p:nvPr/>
        </p:nvSpPr>
        <p:spPr>
          <a:xfrm>
            <a:off x="7535321" y="38372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2" name="02_predicted_pose_3831">
            <a:extLst>
              <a:ext uri="{FF2B5EF4-FFF2-40B4-BE49-F238E27FC236}">
                <a16:creationId xmlns:a16="http://schemas.microsoft.com/office/drawing/2014/main" id="{1F769365-4448-492C-814C-E75FD81EE913}"/>
              </a:ext>
            </a:extLst>
          </p:cNvPr>
          <p:cNvSpPr>
            <a:spLocks noGrp="1"/>
          </p:cNvSpPr>
          <p:nvPr/>
        </p:nvSpPr>
        <p:spPr>
          <a:xfrm>
            <a:off x="7549905" y="389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3" name="02_predicted_pose_3832">
            <a:extLst>
              <a:ext uri="{FF2B5EF4-FFF2-40B4-BE49-F238E27FC236}">
                <a16:creationId xmlns:a16="http://schemas.microsoft.com/office/drawing/2014/main" id="{2F81FEE2-20F6-4A70-A9E9-191DBCAD22D4}"/>
              </a:ext>
            </a:extLst>
          </p:cNvPr>
          <p:cNvSpPr>
            <a:spLocks noGrp="1"/>
          </p:cNvSpPr>
          <p:nvPr/>
        </p:nvSpPr>
        <p:spPr>
          <a:xfrm>
            <a:off x="7564489" y="38697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4" name="02_predicted_pose_3833">
            <a:extLst>
              <a:ext uri="{FF2B5EF4-FFF2-40B4-BE49-F238E27FC236}">
                <a16:creationId xmlns:a16="http://schemas.microsoft.com/office/drawing/2014/main" id="{2C87B8E7-CC0E-49A9-B819-D14B457D52D0}"/>
              </a:ext>
            </a:extLst>
          </p:cNvPr>
          <p:cNvSpPr>
            <a:spLocks noGrp="1"/>
          </p:cNvSpPr>
          <p:nvPr/>
        </p:nvSpPr>
        <p:spPr>
          <a:xfrm>
            <a:off x="7579073" y="38598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5" name="02_predicted_pose_3834">
            <a:extLst>
              <a:ext uri="{FF2B5EF4-FFF2-40B4-BE49-F238E27FC236}">
                <a16:creationId xmlns:a16="http://schemas.microsoft.com/office/drawing/2014/main" id="{3EA392A5-8CDB-40A4-ADDC-B63B74BA06E0}"/>
              </a:ext>
            </a:extLst>
          </p:cNvPr>
          <p:cNvSpPr>
            <a:spLocks noGrp="1"/>
          </p:cNvSpPr>
          <p:nvPr/>
        </p:nvSpPr>
        <p:spPr>
          <a:xfrm>
            <a:off x="7593657" y="38628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6" name="02_predicted_pose_3835">
            <a:extLst>
              <a:ext uri="{FF2B5EF4-FFF2-40B4-BE49-F238E27FC236}">
                <a16:creationId xmlns:a16="http://schemas.microsoft.com/office/drawing/2014/main" id="{893DDD00-803A-4708-8778-6105469F42C3}"/>
              </a:ext>
            </a:extLst>
          </p:cNvPr>
          <p:cNvSpPr>
            <a:spLocks noGrp="1"/>
          </p:cNvSpPr>
          <p:nvPr/>
        </p:nvSpPr>
        <p:spPr>
          <a:xfrm>
            <a:off x="7608240" y="3856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7" name="02_predicted_pose_3836">
            <a:extLst>
              <a:ext uri="{FF2B5EF4-FFF2-40B4-BE49-F238E27FC236}">
                <a16:creationId xmlns:a16="http://schemas.microsoft.com/office/drawing/2014/main" id="{8744F634-E31E-458E-B10A-CD1CE166A606}"/>
              </a:ext>
            </a:extLst>
          </p:cNvPr>
          <p:cNvSpPr>
            <a:spLocks noGrp="1"/>
          </p:cNvSpPr>
          <p:nvPr/>
        </p:nvSpPr>
        <p:spPr>
          <a:xfrm>
            <a:off x="7622825" y="3906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8" name="02_predicted_pose_3837">
            <a:extLst>
              <a:ext uri="{FF2B5EF4-FFF2-40B4-BE49-F238E27FC236}">
                <a16:creationId xmlns:a16="http://schemas.microsoft.com/office/drawing/2014/main" id="{E940A9B5-62F2-49BE-BE4A-FCA213A1D187}"/>
              </a:ext>
            </a:extLst>
          </p:cNvPr>
          <p:cNvSpPr>
            <a:spLocks noGrp="1"/>
          </p:cNvSpPr>
          <p:nvPr/>
        </p:nvSpPr>
        <p:spPr>
          <a:xfrm>
            <a:off x="7505789" y="39558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9" name="02_predicted_pose_3838">
            <a:extLst>
              <a:ext uri="{FF2B5EF4-FFF2-40B4-BE49-F238E27FC236}">
                <a16:creationId xmlns:a16="http://schemas.microsoft.com/office/drawing/2014/main" id="{16A88634-2793-4497-89FF-9F914089BD9E}"/>
              </a:ext>
            </a:extLst>
          </p:cNvPr>
          <p:cNvSpPr>
            <a:spLocks noGrp="1"/>
          </p:cNvSpPr>
          <p:nvPr/>
        </p:nvSpPr>
        <p:spPr>
          <a:xfrm>
            <a:off x="7604231" y="38703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0" name="02_predicted_pose_3839">
            <a:extLst>
              <a:ext uri="{FF2B5EF4-FFF2-40B4-BE49-F238E27FC236}">
                <a16:creationId xmlns:a16="http://schemas.microsoft.com/office/drawing/2014/main" id="{43B074D7-8DA9-4FB9-A950-40A1AC207DE5}"/>
              </a:ext>
            </a:extLst>
          </p:cNvPr>
          <p:cNvSpPr>
            <a:spLocks noGrp="1"/>
          </p:cNvSpPr>
          <p:nvPr/>
        </p:nvSpPr>
        <p:spPr>
          <a:xfrm>
            <a:off x="7702671" y="39008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1" name="02_predicted_pose_3840">
            <a:extLst>
              <a:ext uri="{FF2B5EF4-FFF2-40B4-BE49-F238E27FC236}">
                <a16:creationId xmlns:a16="http://schemas.microsoft.com/office/drawing/2014/main" id="{639FB43E-891A-4CB4-B6B1-C37913E0D310}"/>
              </a:ext>
            </a:extLst>
          </p:cNvPr>
          <p:cNvSpPr>
            <a:spLocks noGrp="1"/>
          </p:cNvSpPr>
          <p:nvPr/>
        </p:nvSpPr>
        <p:spPr>
          <a:xfrm>
            <a:off x="7437610" y="3866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2" name="02_predicted_pose_3841">
            <a:extLst>
              <a:ext uri="{FF2B5EF4-FFF2-40B4-BE49-F238E27FC236}">
                <a16:creationId xmlns:a16="http://schemas.microsoft.com/office/drawing/2014/main" id="{31B9B200-127D-4F76-BA1A-083522A31BE9}"/>
              </a:ext>
            </a:extLst>
          </p:cNvPr>
          <p:cNvSpPr>
            <a:spLocks noGrp="1"/>
          </p:cNvSpPr>
          <p:nvPr/>
        </p:nvSpPr>
        <p:spPr>
          <a:xfrm>
            <a:off x="7536050" y="38860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3" name="02_predicted_pose_3842">
            <a:extLst>
              <a:ext uri="{FF2B5EF4-FFF2-40B4-BE49-F238E27FC236}">
                <a16:creationId xmlns:a16="http://schemas.microsoft.com/office/drawing/2014/main" id="{EC2E26B0-7645-4360-925F-F398447C7AB2}"/>
              </a:ext>
            </a:extLst>
          </p:cNvPr>
          <p:cNvSpPr>
            <a:spLocks noGrp="1"/>
          </p:cNvSpPr>
          <p:nvPr/>
        </p:nvSpPr>
        <p:spPr>
          <a:xfrm>
            <a:off x="7634492" y="3878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4" name="02_predicted_pose_3843">
            <a:extLst>
              <a:ext uri="{FF2B5EF4-FFF2-40B4-BE49-F238E27FC236}">
                <a16:creationId xmlns:a16="http://schemas.microsoft.com/office/drawing/2014/main" id="{2F595CF5-7A1A-4AA3-9917-C0CCC36812F0}"/>
              </a:ext>
            </a:extLst>
          </p:cNvPr>
          <p:cNvSpPr>
            <a:spLocks noGrp="1"/>
          </p:cNvSpPr>
          <p:nvPr/>
        </p:nvSpPr>
        <p:spPr>
          <a:xfrm>
            <a:off x="7732933" y="38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5" name="02_predicted_pose_3844">
            <a:extLst>
              <a:ext uri="{FF2B5EF4-FFF2-40B4-BE49-F238E27FC236}">
                <a16:creationId xmlns:a16="http://schemas.microsoft.com/office/drawing/2014/main" id="{D9F8F818-CFD7-4DA0-9D86-86D8827C0B2B}"/>
              </a:ext>
            </a:extLst>
          </p:cNvPr>
          <p:cNvSpPr>
            <a:spLocks noGrp="1"/>
          </p:cNvSpPr>
          <p:nvPr/>
        </p:nvSpPr>
        <p:spPr>
          <a:xfrm>
            <a:off x="7467871" y="3924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6" name="02_predicted_pose_3845">
            <a:extLst>
              <a:ext uri="{FF2B5EF4-FFF2-40B4-BE49-F238E27FC236}">
                <a16:creationId xmlns:a16="http://schemas.microsoft.com/office/drawing/2014/main" id="{3C5550CF-D980-4035-97B3-4A8FA5B3CDCA}"/>
              </a:ext>
            </a:extLst>
          </p:cNvPr>
          <p:cNvSpPr>
            <a:spLocks noGrp="1"/>
          </p:cNvSpPr>
          <p:nvPr/>
        </p:nvSpPr>
        <p:spPr>
          <a:xfrm>
            <a:off x="7566312" y="38706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7" name="02_predicted_pose_3846">
            <a:extLst>
              <a:ext uri="{FF2B5EF4-FFF2-40B4-BE49-F238E27FC236}">
                <a16:creationId xmlns:a16="http://schemas.microsoft.com/office/drawing/2014/main" id="{3ED2BD69-56B0-4105-944B-E7E116760127}"/>
              </a:ext>
            </a:extLst>
          </p:cNvPr>
          <p:cNvSpPr>
            <a:spLocks noGrp="1"/>
          </p:cNvSpPr>
          <p:nvPr/>
        </p:nvSpPr>
        <p:spPr>
          <a:xfrm>
            <a:off x="7664753" y="38652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8" name="02_predicted_pose_3847">
            <a:extLst>
              <a:ext uri="{FF2B5EF4-FFF2-40B4-BE49-F238E27FC236}">
                <a16:creationId xmlns:a16="http://schemas.microsoft.com/office/drawing/2014/main" id="{A8A45E96-6341-46B4-8F59-CDDEB361D9A4}"/>
              </a:ext>
            </a:extLst>
          </p:cNvPr>
          <p:cNvSpPr>
            <a:spLocks noGrp="1"/>
          </p:cNvSpPr>
          <p:nvPr/>
        </p:nvSpPr>
        <p:spPr>
          <a:xfrm>
            <a:off x="7520372" y="39163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9" name="02_predicted_pose_3848">
            <a:extLst>
              <a:ext uri="{FF2B5EF4-FFF2-40B4-BE49-F238E27FC236}">
                <a16:creationId xmlns:a16="http://schemas.microsoft.com/office/drawing/2014/main" id="{BA228868-43CE-4DE6-A686-539718F6FEFC}"/>
              </a:ext>
            </a:extLst>
          </p:cNvPr>
          <p:cNvSpPr>
            <a:spLocks noGrp="1"/>
          </p:cNvSpPr>
          <p:nvPr/>
        </p:nvSpPr>
        <p:spPr>
          <a:xfrm>
            <a:off x="7618814" y="38862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0" name="02_predicted_pose_3849">
            <a:extLst>
              <a:ext uri="{FF2B5EF4-FFF2-40B4-BE49-F238E27FC236}">
                <a16:creationId xmlns:a16="http://schemas.microsoft.com/office/drawing/2014/main" id="{7982EBA5-B6E2-4B2C-9645-0E5D3C9D7DC4}"/>
              </a:ext>
            </a:extLst>
          </p:cNvPr>
          <p:cNvSpPr>
            <a:spLocks noGrp="1"/>
          </p:cNvSpPr>
          <p:nvPr/>
        </p:nvSpPr>
        <p:spPr>
          <a:xfrm>
            <a:off x="7717255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1" name="02_predicted_pose_3850">
            <a:extLst>
              <a:ext uri="{FF2B5EF4-FFF2-40B4-BE49-F238E27FC236}">
                <a16:creationId xmlns:a16="http://schemas.microsoft.com/office/drawing/2014/main" id="{77184095-1B5A-4F78-91EA-288A92910BA7}"/>
              </a:ext>
            </a:extLst>
          </p:cNvPr>
          <p:cNvSpPr>
            <a:spLocks noGrp="1"/>
          </p:cNvSpPr>
          <p:nvPr/>
        </p:nvSpPr>
        <p:spPr>
          <a:xfrm>
            <a:off x="7452193" y="38575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2" name="02_predicted_pose_3851">
            <a:extLst>
              <a:ext uri="{FF2B5EF4-FFF2-40B4-BE49-F238E27FC236}">
                <a16:creationId xmlns:a16="http://schemas.microsoft.com/office/drawing/2014/main" id="{05572342-9226-4899-92F4-7CCC39E9EE31}"/>
              </a:ext>
            </a:extLst>
          </p:cNvPr>
          <p:cNvSpPr>
            <a:spLocks noGrp="1"/>
          </p:cNvSpPr>
          <p:nvPr/>
        </p:nvSpPr>
        <p:spPr>
          <a:xfrm>
            <a:off x="7550634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3" name="02_predicted_pose_3852">
            <a:extLst>
              <a:ext uri="{FF2B5EF4-FFF2-40B4-BE49-F238E27FC236}">
                <a16:creationId xmlns:a16="http://schemas.microsoft.com/office/drawing/2014/main" id="{41051C27-DB95-4BDC-921B-676F77590FF6}"/>
              </a:ext>
            </a:extLst>
          </p:cNvPr>
          <p:cNvSpPr>
            <a:spLocks noGrp="1"/>
          </p:cNvSpPr>
          <p:nvPr/>
        </p:nvSpPr>
        <p:spPr>
          <a:xfrm>
            <a:off x="7649076" y="3881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4" name="02_predicted_pose_3853">
            <a:extLst>
              <a:ext uri="{FF2B5EF4-FFF2-40B4-BE49-F238E27FC236}">
                <a16:creationId xmlns:a16="http://schemas.microsoft.com/office/drawing/2014/main" id="{0E1097E0-8652-4903-A0B2-F2F0D2169B95}"/>
              </a:ext>
            </a:extLst>
          </p:cNvPr>
          <p:cNvSpPr>
            <a:spLocks noGrp="1"/>
          </p:cNvSpPr>
          <p:nvPr/>
        </p:nvSpPr>
        <p:spPr>
          <a:xfrm>
            <a:off x="7384014" y="3850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5" name="02_predicted_pose_3854">
            <a:extLst>
              <a:ext uri="{FF2B5EF4-FFF2-40B4-BE49-F238E27FC236}">
                <a16:creationId xmlns:a16="http://schemas.microsoft.com/office/drawing/2014/main" id="{EEB39102-D970-42E5-A9C3-B559AF6AD95D}"/>
              </a:ext>
            </a:extLst>
          </p:cNvPr>
          <p:cNvSpPr>
            <a:spLocks noGrp="1"/>
          </p:cNvSpPr>
          <p:nvPr/>
        </p:nvSpPr>
        <p:spPr>
          <a:xfrm>
            <a:off x="7482455" y="3857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6" name="02_predicted_pose_3855">
            <a:extLst>
              <a:ext uri="{FF2B5EF4-FFF2-40B4-BE49-F238E27FC236}">
                <a16:creationId xmlns:a16="http://schemas.microsoft.com/office/drawing/2014/main" id="{2CB44049-A1A4-4200-9443-9620966A1BEF}"/>
              </a:ext>
            </a:extLst>
          </p:cNvPr>
          <p:cNvSpPr>
            <a:spLocks noGrp="1"/>
          </p:cNvSpPr>
          <p:nvPr/>
        </p:nvSpPr>
        <p:spPr>
          <a:xfrm>
            <a:off x="7580896" y="3815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7" name="02_predicted_pose_3856">
            <a:extLst>
              <a:ext uri="{FF2B5EF4-FFF2-40B4-BE49-F238E27FC236}">
                <a16:creationId xmlns:a16="http://schemas.microsoft.com/office/drawing/2014/main" id="{3273F6C4-3BD7-4D93-BE6D-A0C2CBBC17A1}"/>
              </a:ext>
            </a:extLst>
          </p:cNvPr>
          <p:cNvSpPr>
            <a:spLocks noGrp="1"/>
          </p:cNvSpPr>
          <p:nvPr/>
        </p:nvSpPr>
        <p:spPr>
          <a:xfrm>
            <a:off x="7679337" y="3869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8" name="02_predicted_pose_3857">
            <a:extLst>
              <a:ext uri="{FF2B5EF4-FFF2-40B4-BE49-F238E27FC236}">
                <a16:creationId xmlns:a16="http://schemas.microsoft.com/office/drawing/2014/main" id="{5DF29735-327A-434C-9580-077C84D08D47}"/>
              </a:ext>
            </a:extLst>
          </p:cNvPr>
          <p:cNvSpPr>
            <a:spLocks noGrp="1"/>
          </p:cNvSpPr>
          <p:nvPr/>
        </p:nvSpPr>
        <p:spPr>
          <a:xfrm>
            <a:off x="7534957" y="3878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9" name="02_predicted_pose_3858">
            <a:extLst>
              <a:ext uri="{FF2B5EF4-FFF2-40B4-BE49-F238E27FC236}">
                <a16:creationId xmlns:a16="http://schemas.microsoft.com/office/drawing/2014/main" id="{4B751834-F560-4F8A-BE0D-C2FCA66DA847}"/>
              </a:ext>
            </a:extLst>
          </p:cNvPr>
          <p:cNvSpPr>
            <a:spLocks noGrp="1"/>
          </p:cNvSpPr>
          <p:nvPr/>
        </p:nvSpPr>
        <p:spPr>
          <a:xfrm>
            <a:off x="7633398" y="38130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0" name="02_predicted_pose_3859">
            <a:extLst>
              <a:ext uri="{FF2B5EF4-FFF2-40B4-BE49-F238E27FC236}">
                <a16:creationId xmlns:a16="http://schemas.microsoft.com/office/drawing/2014/main" id="{71D87524-D8A8-428D-A8A8-4FE05801FB1D}"/>
              </a:ext>
            </a:extLst>
          </p:cNvPr>
          <p:cNvSpPr>
            <a:spLocks noGrp="1"/>
          </p:cNvSpPr>
          <p:nvPr/>
        </p:nvSpPr>
        <p:spPr>
          <a:xfrm>
            <a:off x="7731838" y="38940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1" name="02_predicted_pose_3860">
            <a:extLst>
              <a:ext uri="{FF2B5EF4-FFF2-40B4-BE49-F238E27FC236}">
                <a16:creationId xmlns:a16="http://schemas.microsoft.com/office/drawing/2014/main" id="{A8D88888-8B28-4286-874F-DD362B68F6D5}"/>
              </a:ext>
            </a:extLst>
          </p:cNvPr>
          <p:cNvSpPr>
            <a:spLocks noGrp="1"/>
          </p:cNvSpPr>
          <p:nvPr/>
        </p:nvSpPr>
        <p:spPr>
          <a:xfrm>
            <a:off x="7466777" y="39417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2" name="02_predicted_pose_3861">
            <a:extLst>
              <a:ext uri="{FF2B5EF4-FFF2-40B4-BE49-F238E27FC236}">
                <a16:creationId xmlns:a16="http://schemas.microsoft.com/office/drawing/2014/main" id="{3A598CE3-D990-416F-B067-26BA9294E3CD}"/>
              </a:ext>
            </a:extLst>
          </p:cNvPr>
          <p:cNvSpPr>
            <a:spLocks noGrp="1"/>
          </p:cNvSpPr>
          <p:nvPr/>
        </p:nvSpPr>
        <p:spPr>
          <a:xfrm>
            <a:off x="7565219" y="38726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3" name="02_predicted_pose_3862">
            <a:extLst>
              <a:ext uri="{FF2B5EF4-FFF2-40B4-BE49-F238E27FC236}">
                <a16:creationId xmlns:a16="http://schemas.microsoft.com/office/drawing/2014/main" id="{E9105DB5-31A6-4EEE-81CF-922053336B5D}"/>
              </a:ext>
            </a:extLst>
          </p:cNvPr>
          <p:cNvSpPr>
            <a:spLocks noGrp="1"/>
          </p:cNvSpPr>
          <p:nvPr/>
        </p:nvSpPr>
        <p:spPr>
          <a:xfrm>
            <a:off x="7663659" y="38636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4" name="02_predicted_pose_3863">
            <a:extLst>
              <a:ext uri="{FF2B5EF4-FFF2-40B4-BE49-F238E27FC236}">
                <a16:creationId xmlns:a16="http://schemas.microsoft.com/office/drawing/2014/main" id="{2F9193A3-1BF2-45AB-B68E-7C06CF67D7EF}"/>
              </a:ext>
            </a:extLst>
          </p:cNvPr>
          <p:cNvSpPr>
            <a:spLocks noGrp="1"/>
          </p:cNvSpPr>
          <p:nvPr/>
        </p:nvSpPr>
        <p:spPr>
          <a:xfrm>
            <a:off x="7398598" y="3962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5" name="02_predicted_pose_3864">
            <a:extLst>
              <a:ext uri="{FF2B5EF4-FFF2-40B4-BE49-F238E27FC236}">
                <a16:creationId xmlns:a16="http://schemas.microsoft.com/office/drawing/2014/main" id="{49795571-9B53-4BE6-8A86-E398AB71AF6F}"/>
              </a:ext>
            </a:extLst>
          </p:cNvPr>
          <p:cNvSpPr>
            <a:spLocks noGrp="1"/>
          </p:cNvSpPr>
          <p:nvPr/>
        </p:nvSpPr>
        <p:spPr>
          <a:xfrm>
            <a:off x="7497038" y="3878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6" name="02_predicted_pose_3865">
            <a:extLst>
              <a:ext uri="{FF2B5EF4-FFF2-40B4-BE49-F238E27FC236}">
                <a16:creationId xmlns:a16="http://schemas.microsoft.com/office/drawing/2014/main" id="{83E6FE0F-1701-47E8-B146-13CC565CD329}"/>
              </a:ext>
            </a:extLst>
          </p:cNvPr>
          <p:cNvSpPr>
            <a:spLocks noGrp="1"/>
          </p:cNvSpPr>
          <p:nvPr/>
        </p:nvSpPr>
        <p:spPr>
          <a:xfrm>
            <a:off x="7595480" y="3866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7" name="02_predicted_pose_3866">
            <a:extLst>
              <a:ext uri="{FF2B5EF4-FFF2-40B4-BE49-F238E27FC236}">
                <a16:creationId xmlns:a16="http://schemas.microsoft.com/office/drawing/2014/main" id="{176410A9-65DB-4994-97E7-4A0241A2095D}"/>
              </a:ext>
            </a:extLst>
          </p:cNvPr>
          <p:cNvSpPr>
            <a:spLocks noGrp="1"/>
          </p:cNvSpPr>
          <p:nvPr/>
        </p:nvSpPr>
        <p:spPr>
          <a:xfrm>
            <a:off x="7693921" y="39029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8" name="02_predicted_pose_3867">
            <a:extLst>
              <a:ext uri="{FF2B5EF4-FFF2-40B4-BE49-F238E27FC236}">
                <a16:creationId xmlns:a16="http://schemas.microsoft.com/office/drawing/2014/main" id="{58F15DC0-693F-4471-BA63-B4092C118E44}"/>
              </a:ext>
            </a:extLst>
          </p:cNvPr>
          <p:cNvSpPr>
            <a:spLocks noGrp="1"/>
          </p:cNvSpPr>
          <p:nvPr/>
        </p:nvSpPr>
        <p:spPr>
          <a:xfrm>
            <a:off x="7549541" y="38711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9" name="02_predicted_pose_3868">
            <a:extLst>
              <a:ext uri="{FF2B5EF4-FFF2-40B4-BE49-F238E27FC236}">
                <a16:creationId xmlns:a16="http://schemas.microsoft.com/office/drawing/2014/main" id="{E0CAD197-1B51-437F-82C2-9F3050480604}"/>
              </a:ext>
            </a:extLst>
          </p:cNvPr>
          <p:cNvSpPr>
            <a:spLocks noGrp="1"/>
          </p:cNvSpPr>
          <p:nvPr/>
        </p:nvSpPr>
        <p:spPr>
          <a:xfrm>
            <a:off x="7647981" y="38590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0" name="02_predicted_pose_3869">
            <a:extLst>
              <a:ext uri="{FF2B5EF4-FFF2-40B4-BE49-F238E27FC236}">
                <a16:creationId xmlns:a16="http://schemas.microsoft.com/office/drawing/2014/main" id="{60330A4C-F792-44A5-874B-60A09538571E}"/>
              </a:ext>
            </a:extLst>
          </p:cNvPr>
          <p:cNvSpPr>
            <a:spLocks noGrp="1"/>
          </p:cNvSpPr>
          <p:nvPr/>
        </p:nvSpPr>
        <p:spPr>
          <a:xfrm>
            <a:off x="7382920" y="3842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1" name="02_predicted_pose_3870">
            <a:extLst>
              <a:ext uri="{FF2B5EF4-FFF2-40B4-BE49-F238E27FC236}">
                <a16:creationId xmlns:a16="http://schemas.microsoft.com/office/drawing/2014/main" id="{2BD78398-3374-41B9-BE49-697081D53E24}"/>
              </a:ext>
            </a:extLst>
          </p:cNvPr>
          <p:cNvSpPr>
            <a:spLocks noGrp="1"/>
          </p:cNvSpPr>
          <p:nvPr/>
        </p:nvSpPr>
        <p:spPr>
          <a:xfrm>
            <a:off x="7481362" y="38362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2" name="02_predicted_pose_3871">
            <a:extLst>
              <a:ext uri="{FF2B5EF4-FFF2-40B4-BE49-F238E27FC236}">
                <a16:creationId xmlns:a16="http://schemas.microsoft.com/office/drawing/2014/main" id="{399CD023-6241-4D4F-B16F-44CA9C79E430}"/>
              </a:ext>
            </a:extLst>
          </p:cNvPr>
          <p:cNvSpPr>
            <a:spLocks noGrp="1"/>
          </p:cNvSpPr>
          <p:nvPr/>
        </p:nvSpPr>
        <p:spPr>
          <a:xfrm>
            <a:off x="7579802" y="38762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3" name="02_predicted_pose_3872">
            <a:extLst>
              <a:ext uri="{FF2B5EF4-FFF2-40B4-BE49-F238E27FC236}">
                <a16:creationId xmlns:a16="http://schemas.microsoft.com/office/drawing/2014/main" id="{B3E5A590-EEAA-40D9-84AE-8FAD611EBDAC}"/>
              </a:ext>
            </a:extLst>
          </p:cNvPr>
          <p:cNvSpPr>
            <a:spLocks noGrp="1"/>
          </p:cNvSpPr>
          <p:nvPr/>
        </p:nvSpPr>
        <p:spPr>
          <a:xfrm>
            <a:off x="7678243" y="3869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4" name="02_predicted_pose_3873">
            <a:extLst>
              <a:ext uri="{FF2B5EF4-FFF2-40B4-BE49-F238E27FC236}">
                <a16:creationId xmlns:a16="http://schemas.microsoft.com/office/drawing/2014/main" id="{C4782E4D-2E34-427F-A770-7403A1AC1775}"/>
              </a:ext>
            </a:extLst>
          </p:cNvPr>
          <p:cNvSpPr>
            <a:spLocks noGrp="1"/>
          </p:cNvSpPr>
          <p:nvPr/>
        </p:nvSpPr>
        <p:spPr>
          <a:xfrm>
            <a:off x="7413181" y="3829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5" name="02_predicted_pose_3874">
            <a:extLst>
              <a:ext uri="{FF2B5EF4-FFF2-40B4-BE49-F238E27FC236}">
                <a16:creationId xmlns:a16="http://schemas.microsoft.com/office/drawing/2014/main" id="{D66B004E-3167-41BE-AAF8-436A35A6E956}"/>
              </a:ext>
            </a:extLst>
          </p:cNvPr>
          <p:cNvSpPr>
            <a:spLocks noGrp="1"/>
          </p:cNvSpPr>
          <p:nvPr/>
        </p:nvSpPr>
        <p:spPr>
          <a:xfrm>
            <a:off x="7511623" y="38510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6" name="02_predicted_pose_3875">
            <a:extLst>
              <a:ext uri="{FF2B5EF4-FFF2-40B4-BE49-F238E27FC236}">
                <a16:creationId xmlns:a16="http://schemas.microsoft.com/office/drawing/2014/main" id="{4C574799-4A65-4C8B-87EA-005AAEE31B7B}"/>
              </a:ext>
            </a:extLst>
          </p:cNvPr>
          <p:cNvSpPr>
            <a:spLocks noGrp="1"/>
          </p:cNvSpPr>
          <p:nvPr/>
        </p:nvSpPr>
        <p:spPr>
          <a:xfrm>
            <a:off x="7610064" y="39081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7" name="02_predicted_pose_3876">
            <a:extLst>
              <a:ext uri="{FF2B5EF4-FFF2-40B4-BE49-F238E27FC236}">
                <a16:creationId xmlns:a16="http://schemas.microsoft.com/office/drawing/2014/main" id="{A84B8E3A-12A1-4128-A872-CB0DDD3196A3}"/>
              </a:ext>
            </a:extLst>
          </p:cNvPr>
          <p:cNvSpPr>
            <a:spLocks noGrp="1"/>
          </p:cNvSpPr>
          <p:nvPr/>
        </p:nvSpPr>
        <p:spPr>
          <a:xfrm>
            <a:off x="7708504" y="38686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8" name="02_predicted_pose_3877">
            <a:extLst>
              <a:ext uri="{FF2B5EF4-FFF2-40B4-BE49-F238E27FC236}">
                <a16:creationId xmlns:a16="http://schemas.microsoft.com/office/drawing/2014/main" id="{36765CB9-7BB8-422A-BFDE-ADE95D4F7BEF}"/>
              </a:ext>
            </a:extLst>
          </p:cNvPr>
          <p:cNvSpPr>
            <a:spLocks noGrp="1"/>
          </p:cNvSpPr>
          <p:nvPr/>
        </p:nvSpPr>
        <p:spPr>
          <a:xfrm>
            <a:off x="7564124" y="38340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9" name="02_predicted_pose_3878">
            <a:extLst>
              <a:ext uri="{FF2B5EF4-FFF2-40B4-BE49-F238E27FC236}">
                <a16:creationId xmlns:a16="http://schemas.microsoft.com/office/drawing/2014/main" id="{C44D7786-5E19-410F-A86A-2D3259597595}"/>
              </a:ext>
            </a:extLst>
          </p:cNvPr>
          <p:cNvSpPr>
            <a:spLocks noGrp="1"/>
          </p:cNvSpPr>
          <p:nvPr/>
        </p:nvSpPr>
        <p:spPr>
          <a:xfrm>
            <a:off x="7662565" y="39497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0" name="02_predicted_pose_3879">
            <a:extLst>
              <a:ext uri="{FF2B5EF4-FFF2-40B4-BE49-F238E27FC236}">
                <a16:creationId xmlns:a16="http://schemas.microsoft.com/office/drawing/2014/main" id="{FC3D3C2C-49FE-4EB8-A296-6B40DF247026}"/>
              </a:ext>
            </a:extLst>
          </p:cNvPr>
          <p:cNvSpPr>
            <a:spLocks noGrp="1"/>
          </p:cNvSpPr>
          <p:nvPr/>
        </p:nvSpPr>
        <p:spPr>
          <a:xfrm>
            <a:off x="7397504" y="39145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1" name="02_predicted_pose_3880">
            <a:extLst>
              <a:ext uri="{FF2B5EF4-FFF2-40B4-BE49-F238E27FC236}">
                <a16:creationId xmlns:a16="http://schemas.microsoft.com/office/drawing/2014/main" id="{7226499A-007F-48B2-8FFB-FCE539F68D15}"/>
              </a:ext>
            </a:extLst>
          </p:cNvPr>
          <p:cNvSpPr>
            <a:spLocks noGrp="1"/>
          </p:cNvSpPr>
          <p:nvPr/>
        </p:nvSpPr>
        <p:spPr>
          <a:xfrm>
            <a:off x="7495945" y="39280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2" name="02_predicted_pose_3881">
            <a:extLst>
              <a:ext uri="{FF2B5EF4-FFF2-40B4-BE49-F238E27FC236}">
                <a16:creationId xmlns:a16="http://schemas.microsoft.com/office/drawing/2014/main" id="{06DE9C8C-6212-4332-982E-A2B97DF23C69}"/>
              </a:ext>
            </a:extLst>
          </p:cNvPr>
          <p:cNvSpPr>
            <a:spLocks noGrp="1"/>
          </p:cNvSpPr>
          <p:nvPr/>
        </p:nvSpPr>
        <p:spPr>
          <a:xfrm>
            <a:off x="7594386" y="39134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3" name="02_predicted_pose_3882">
            <a:extLst>
              <a:ext uri="{FF2B5EF4-FFF2-40B4-BE49-F238E27FC236}">
                <a16:creationId xmlns:a16="http://schemas.microsoft.com/office/drawing/2014/main" id="{9B049F50-5630-48F1-AEF2-9D465AB5B9FD}"/>
              </a:ext>
            </a:extLst>
          </p:cNvPr>
          <p:cNvSpPr>
            <a:spLocks noGrp="1"/>
          </p:cNvSpPr>
          <p:nvPr/>
        </p:nvSpPr>
        <p:spPr>
          <a:xfrm>
            <a:off x="7692826" y="39162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4" name="02_predicted_pose_3883">
            <a:extLst>
              <a:ext uri="{FF2B5EF4-FFF2-40B4-BE49-F238E27FC236}">
                <a16:creationId xmlns:a16="http://schemas.microsoft.com/office/drawing/2014/main" id="{BFF7BDEF-E902-49DD-AD16-47ADD7989244}"/>
              </a:ext>
            </a:extLst>
          </p:cNvPr>
          <p:cNvSpPr>
            <a:spLocks noGrp="1"/>
          </p:cNvSpPr>
          <p:nvPr/>
        </p:nvSpPr>
        <p:spPr>
          <a:xfrm>
            <a:off x="7427766" y="38717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5" name="02_predicted_pose_3884">
            <a:extLst>
              <a:ext uri="{FF2B5EF4-FFF2-40B4-BE49-F238E27FC236}">
                <a16:creationId xmlns:a16="http://schemas.microsoft.com/office/drawing/2014/main" id="{721A0C88-310B-4BA7-84BA-2093D95FD555}"/>
              </a:ext>
            </a:extLst>
          </p:cNvPr>
          <p:cNvSpPr>
            <a:spLocks noGrp="1"/>
          </p:cNvSpPr>
          <p:nvPr/>
        </p:nvSpPr>
        <p:spPr>
          <a:xfrm>
            <a:off x="7526207" y="3902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6" name="02_predicted_pose_3885">
            <a:extLst>
              <a:ext uri="{FF2B5EF4-FFF2-40B4-BE49-F238E27FC236}">
                <a16:creationId xmlns:a16="http://schemas.microsoft.com/office/drawing/2014/main" id="{D6ABFCF2-AD16-463E-848B-1C9ADBAA4F91}"/>
              </a:ext>
            </a:extLst>
          </p:cNvPr>
          <p:cNvSpPr>
            <a:spLocks noGrp="1"/>
          </p:cNvSpPr>
          <p:nvPr/>
        </p:nvSpPr>
        <p:spPr>
          <a:xfrm>
            <a:off x="7624647" y="3887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7" name="02_predicted_pose_3886">
            <a:extLst>
              <a:ext uri="{FF2B5EF4-FFF2-40B4-BE49-F238E27FC236}">
                <a16:creationId xmlns:a16="http://schemas.microsoft.com/office/drawing/2014/main" id="{6D8E5A98-EDE9-45E5-89CA-D1F75A0623A4}"/>
              </a:ext>
            </a:extLst>
          </p:cNvPr>
          <p:cNvSpPr>
            <a:spLocks noGrp="1"/>
          </p:cNvSpPr>
          <p:nvPr/>
        </p:nvSpPr>
        <p:spPr>
          <a:xfrm>
            <a:off x="7723089" y="3907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8" name="02_predicted_pose_3887">
            <a:extLst>
              <a:ext uri="{FF2B5EF4-FFF2-40B4-BE49-F238E27FC236}">
                <a16:creationId xmlns:a16="http://schemas.microsoft.com/office/drawing/2014/main" id="{668C008C-B272-4FF1-A632-99BA468F7348}"/>
              </a:ext>
            </a:extLst>
          </p:cNvPr>
          <p:cNvSpPr>
            <a:spLocks noGrp="1"/>
          </p:cNvSpPr>
          <p:nvPr/>
        </p:nvSpPr>
        <p:spPr>
          <a:xfrm>
            <a:off x="7677150" y="38916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9" name="02_predicted_pose_3888">
            <a:extLst>
              <a:ext uri="{FF2B5EF4-FFF2-40B4-BE49-F238E27FC236}">
                <a16:creationId xmlns:a16="http://schemas.microsoft.com/office/drawing/2014/main" id="{9C6D4EA7-65D4-4E1A-853A-841D28360670}"/>
              </a:ext>
            </a:extLst>
          </p:cNvPr>
          <p:cNvSpPr>
            <a:spLocks noGrp="1"/>
          </p:cNvSpPr>
          <p:nvPr/>
        </p:nvSpPr>
        <p:spPr>
          <a:xfrm>
            <a:off x="7412088" y="38635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0" name="02_predicted_pose_3889">
            <a:extLst>
              <a:ext uri="{FF2B5EF4-FFF2-40B4-BE49-F238E27FC236}">
                <a16:creationId xmlns:a16="http://schemas.microsoft.com/office/drawing/2014/main" id="{0FAEB00B-B48E-403C-AB87-0E39AD4554A3}"/>
              </a:ext>
            </a:extLst>
          </p:cNvPr>
          <p:cNvSpPr>
            <a:spLocks noGrp="1"/>
          </p:cNvSpPr>
          <p:nvPr/>
        </p:nvSpPr>
        <p:spPr>
          <a:xfrm>
            <a:off x="7510529" y="38695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1" name="02_predicted_pose_3890">
            <a:extLst>
              <a:ext uri="{FF2B5EF4-FFF2-40B4-BE49-F238E27FC236}">
                <a16:creationId xmlns:a16="http://schemas.microsoft.com/office/drawing/2014/main" id="{D7666314-56D9-49A3-8B62-2B533F30A30F}"/>
              </a:ext>
            </a:extLst>
          </p:cNvPr>
          <p:cNvSpPr>
            <a:spLocks noGrp="1"/>
          </p:cNvSpPr>
          <p:nvPr/>
        </p:nvSpPr>
        <p:spPr>
          <a:xfrm>
            <a:off x="7608969" y="3875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2" name="02_predicted_pose_3891">
            <a:extLst>
              <a:ext uri="{FF2B5EF4-FFF2-40B4-BE49-F238E27FC236}">
                <a16:creationId xmlns:a16="http://schemas.microsoft.com/office/drawing/2014/main" id="{A75B6C72-D2BD-45DD-9866-D48BC36C3D1A}"/>
              </a:ext>
            </a:extLst>
          </p:cNvPr>
          <p:cNvSpPr>
            <a:spLocks noGrp="1"/>
          </p:cNvSpPr>
          <p:nvPr/>
        </p:nvSpPr>
        <p:spPr>
          <a:xfrm>
            <a:off x="7707411" y="38788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3" name="02_predicted_pose_3892">
            <a:extLst>
              <a:ext uri="{FF2B5EF4-FFF2-40B4-BE49-F238E27FC236}">
                <a16:creationId xmlns:a16="http://schemas.microsoft.com/office/drawing/2014/main" id="{A21A73E2-34DA-4C20-9F88-4EB611B8B2AA}"/>
              </a:ext>
            </a:extLst>
          </p:cNvPr>
          <p:cNvSpPr>
            <a:spLocks noGrp="1"/>
          </p:cNvSpPr>
          <p:nvPr/>
        </p:nvSpPr>
        <p:spPr>
          <a:xfrm>
            <a:off x="7442350" y="38818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4" name="02_predicted_pose_3893">
            <a:extLst>
              <a:ext uri="{FF2B5EF4-FFF2-40B4-BE49-F238E27FC236}">
                <a16:creationId xmlns:a16="http://schemas.microsoft.com/office/drawing/2014/main" id="{1E829229-EC13-4D4E-B3EE-2507DB9DDF7D}"/>
              </a:ext>
            </a:extLst>
          </p:cNvPr>
          <p:cNvSpPr>
            <a:spLocks noGrp="1"/>
          </p:cNvSpPr>
          <p:nvPr/>
        </p:nvSpPr>
        <p:spPr>
          <a:xfrm>
            <a:off x="7540790" y="386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5" name="02_predicted_pose_3894">
            <a:extLst>
              <a:ext uri="{FF2B5EF4-FFF2-40B4-BE49-F238E27FC236}">
                <a16:creationId xmlns:a16="http://schemas.microsoft.com/office/drawing/2014/main" id="{6631E1C4-550D-4980-8A92-29306F025889}"/>
              </a:ext>
            </a:extLst>
          </p:cNvPr>
          <p:cNvSpPr>
            <a:spLocks noGrp="1"/>
          </p:cNvSpPr>
          <p:nvPr/>
        </p:nvSpPr>
        <p:spPr>
          <a:xfrm>
            <a:off x="7639231" y="38940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6" name="02_predicted_pose_3895">
            <a:extLst>
              <a:ext uri="{FF2B5EF4-FFF2-40B4-BE49-F238E27FC236}">
                <a16:creationId xmlns:a16="http://schemas.microsoft.com/office/drawing/2014/main" id="{B5253768-B2BF-4EAC-BF5F-42B39075AD81}"/>
              </a:ext>
            </a:extLst>
          </p:cNvPr>
          <p:cNvSpPr>
            <a:spLocks noGrp="1"/>
          </p:cNvSpPr>
          <p:nvPr/>
        </p:nvSpPr>
        <p:spPr>
          <a:xfrm>
            <a:off x="7374170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7" name="02_predicted_pose_3896">
            <a:extLst>
              <a:ext uri="{FF2B5EF4-FFF2-40B4-BE49-F238E27FC236}">
                <a16:creationId xmlns:a16="http://schemas.microsoft.com/office/drawing/2014/main" id="{D7E88316-FA67-4332-9763-ED67001612BE}"/>
              </a:ext>
            </a:extLst>
          </p:cNvPr>
          <p:cNvSpPr>
            <a:spLocks noGrp="1"/>
          </p:cNvSpPr>
          <p:nvPr/>
        </p:nvSpPr>
        <p:spPr>
          <a:xfrm>
            <a:off x="7593293" y="3828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8" name="02_predicted_pose_3897">
            <a:extLst>
              <a:ext uri="{FF2B5EF4-FFF2-40B4-BE49-F238E27FC236}">
                <a16:creationId xmlns:a16="http://schemas.microsoft.com/office/drawing/2014/main" id="{2895CA2A-10E2-4216-8FA4-889D0F38CD28}"/>
              </a:ext>
            </a:extLst>
          </p:cNvPr>
          <p:cNvSpPr>
            <a:spLocks noGrp="1"/>
          </p:cNvSpPr>
          <p:nvPr/>
        </p:nvSpPr>
        <p:spPr>
          <a:xfrm>
            <a:off x="7691733" y="3874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9" name="02_predicted_pose_3898">
            <a:extLst>
              <a:ext uri="{FF2B5EF4-FFF2-40B4-BE49-F238E27FC236}">
                <a16:creationId xmlns:a16="http://schemas.microsoft.com/office/drawing/2014/main" id="{ADD19878-21EE-42F2-8EE2-458903C61CF1}"/>
              </a:ext>
            </a:extLst>
          </p:cNvPr>
          <p:cNvSpPr>
            <a:spLocks noGrp="1"/>
          </p:cNvSpPr>
          <p:nvPr/>
        </p:nvSpPr>
        <p:spPr>
          <a:xfrm>
            <a:off x="7426672" y="38759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0" name="02_predicted_pose_3899">
            <a:extLst>
              <a:ext uri="{FF2B5EF4-FFF2-40B4-BE49-F238E27FC236}">
                <a16:creationId xmlns:a16="http://schemas.microsoft.com/office/drawing/2014/main" id="{39B7D6DB-6899-4B14-8C5B-8F702CFA5692}"/>
              </a:ext>
            </a:extLst>
          </p:cNvPr>
          <p:cNvSpPr>
            <a:spLocks noGrp="1"/>
          </p:cNvSpPr>
          <p:nvPr/>
        </p:nvSpPr>
        <p:spPr>
          <a:xfrm>
            <a:off x="7525112" y="39261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1" name="02_predicted_pose_3900">
            <a:extLst>
              <a:ext uri="{FF2B5EF4-FFF2-40B4-BE49-F238E27FC236}">
                <a16:creationId xmlns:a16="http://schemas.microsoft.com/office/drawing/2014/main" id="{C37BBFF0-43E6-4D98-BC36-3C133BDD5C72}"/>
              </a:ext>
            </a:extLst>
          </p:cNvPr>
          <p:cNvSpPr>
            <a:spLocks noGrp="1"/>
          </p:cNvSpPr>
          <p:nvPr/>
        </p:nvSpPr>
        <p:spPr>
          <a:xfrm>
            <a:off x="7623554" y="38560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2" name="02_predicted_pose_3901">
            <a:extLst>
              <a:ext uri="{FF2B5EF4-FFF2-40B4-BE49-F238E27FC236}">
                <a16:creationId xmlns:a16="http://schemas.microsoft.com/office/drawing/2014/main" id="{A6226611-D923-487A-94F3-0AEF719A98F3}"/>
              </a:ext>
            </a:extLst>
          </p:cNvPr>
          <p:cNvSpPr>
            <a:spLocks noGrp="1"/>
          </p:cNvSpPr>
          <p:nvPr/>
        </p:nvSpPr>
        <p:spPr>
          <a:xfrm>
            <a:off x="7721995" y="38270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3" name="02_predicted_pose_3902">
            <a:extLst>
              <a:ext uri="{FF2B5EF4-FFF2-40B4-BE49-F238E27FC236}">
                <a16:creationId xmlns:a16="http://schemas.microsoft.com/office/drawing/2014/main" id="{436FAFCB-37AE-459C-9890-5800B55C7650}"/>
              </a:ext>
            </a:extLst>
          </p:cNvPr>
          <p:cNvSpPr>
            <a:spLocks noGrp="1"/>
          </p:cNvSpPr>
          <p:nvPr/>
        </p:nvSpPr>
        <p:spPr>
          <a:xfrm>
            <a:off x="7456933" y="38913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4" name="02_predicted_pose_3903">
            <a:extLst>
              <a:ext uri="{FF2B5EF4-FFF2-40B4-BE49-F238E27FC236}">
                <a16:creationId xmlns:a16="http://schemas.microsoft.com/office/drawing/2014/main" id="{23A358C8-72AD-4D0E-9213-C9C9F8ABF37A}"/>
              </a:ext>
            </a:extLst>
          </p:cNvPr>
          <p:cNvSpPr>
            <a:spLocks noGrp="1"/>
          </p:cNvSpPr>
          <p:nvPr/>
        </p:nvSpPr>
        <p:spPr>
          <a:xfrm>
            <a:off x="7555374" y="3853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5" name="02_predicted_pose_3904">
            <a:extLst>
              <a:ext uri="{FF2B5EF4-FFF2-40B4-BE49-F238E27FC236}">
                <a16:creationId xmlns:a16="http://schemas.microsoft.com/office/drawing/2014/main" id="{9CD34AA8-1A57-42CD-8DF4-2521519B2CD5}"/>
              </a:ext>
            </a:extLst>
          </p:cNvPr>
          <p:cNvSpPr>
            <a:spLocks noGrp="1"/>
          </p:cNvSpPr>
          <p:nvPr/>
        </p:nvSpPr>
        <p:spPr>
          <a:xfrm>
            <a:off x="7517456" y="38551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6" name="02_predicted_pose_3905">
            <a:extLst>
              <a:ext uri="{FF2B5EF4-FFF2-40B4-BE49-F238E27FC236}">
                <a16:creationId xmlns:a16="http://schemas.microsoft.com/office/drawing/2014/main" id="{13DCDC6F-DA62-401C-BFAE-DFA029538E5E}"/>
              </a:ext>
            </a:extLst>
          </p:cNvPr>
          <p:cNvSpPr>
            <a:spLocks noGrp="1"/>
          </p:cNvSpPr>
          <p:nvPr/>
        </p:nvSpPr>
        <p:spPr>
          <a:xfrm>
            <a:off x="7532040" y="38733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7" name="02_predicted_pose_3906">
            <a:extLst>
              <a:ext uri="{FF2B5EF4-FFF2-40B4-BE49-F238E27FC236}">
                <a16:creationId xmlns:a16="http://schemas.microsoft.com/office/drawing/2014/main" id="{2E521EE3-3D53-4281-9C88-EBA7C1AF1BF7}"/>
              </a:ext>
            </a:extLst>
          </p:cNvPr>
          <p:cNvSpPr>
            <a:spLocks noGrp="1"/>
          </p:cNvSpPr>
          <p:nvPr/>
        </p:nvSpPr>
        <p:spPr>
          <a:xfrm>
            <a:off x="7508705" y="38484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8" name="02_predicted_pose_3907">
            <a:extLst>
              <a:ext uri="{FF2B5EF4-FFF2-40B4-BE49-F238E27FC236}">
                <a16:creationId xmlns:a16="http://schemas.microsoft.com/office/drawing/2014/main" id="{09F2D437-083D-47B8-8D86-9395C3C1D3E2}"/>
              </a:ext>
            </a:extLst>
          </p:cNvPr>
          <p:cNvSpPr>
            <a:spLocks noGrp="1"/>
          </p:cNvSpPr>
          <p:nvPr/>
        </p:nvSpPr>
        <p:spPr>
          <a:xfrm>
            <a:off x="7537874" y="39995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9" name="02_predicted_pose_3908">
            <a:extLst>
              <a:ext uri="{FF2B5EF4-FFF2-40B4-BE49-F238E27FC236}">
                <a16:creationId xmlns:a16="http://schemas.microsoft.com/office/drawing/2014/main" id="{3D12416B-0B40-46D2-AAEA-34231ADF3AD5}"/>
              </a:ext>
            </a:extLst>
          </p:cNvPr>
          <p:cNvSpPr>
            <a:spLocks noGrp="1"/>
          </p:cNvSpPr>
          <p:nvPr/>
        </p:nvSpPr>
        <p:spPr>
          <a:xfrm>
            <a:off x="7567041" y="39445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0" name="02_predicted_pose_3909">
            <a:extLst>
              <a:ext uri="{FF2B5EF4-FFF2-40B4-BE49-F238E27FC236}">
                <a16:creationId xmlns:a16="http://schemas.microsoft.com/office/drawing/2014/main" id="{7936E921-1291-46AA-A527-82C055BFFFE9}"/>
              </a:ext>
            </a:extLst>
          </p:cNvPr>
          <p:cNvSpPr>
            <a:spLocks noGrp="1"/>
          </p:cNvSpPr>
          <p:nvPr/>
        </p:nvSpPr>
        <p:spPr>
          <a:xfrm>
            <a:off x="7548447" y="3839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1" name="02_predicted_pose_3910">
            <a:extLst>
              <a:ext uri="{FF2B5EF4-FFF2-40B4-BE49-F238E27FC236}">
                <a16:creationId xmlns:a16="http://schemas.microsoft.com/office/drawing/2014/main" id="{D0273B5F-4C0D-477D-AFA5-93D2D7DE2181}"/>
              </a:ext>
            </a:extLst>
          </p:cNvPr>
          <p:cNvSpPr>
            <a:spLocks noGrp="1"/>
          </p:cNvSpPr>
          <p:nvPr/>
        </p:nvSpPr>
        <p:spPr>
          <a:xfrm>
            <a:off x="7381827" y="3942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2" name="02_predicted_pose_3911">
            <a:extLst>
              <a:ext uri="{FF2B5EF4-FFF2-40B4-BE49-F238E27FC236}">
                <a16:creationId xmlns:a16="http://schemas.microsoft.com/office/drawing/2014/main" id="{E22D1596-B916-4AC6-84CE-AD783A90556C}"/>
              </a:ext>
            </a:extLst>
          </p:cNvPr>
          <p:cNvSpPr>
            <a:spLocks noGrp="1"/>
          </p:cNvSpPr>
          <p:nvPr/>
        </p:nvSpPr>
        <p:spPr>
          <a:xfrm>
            <a:off x="7578708" y="39687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3" name="02_predicted_pose_3912">
            <a:extLst>
              <a:ext uri="{FF2B5EF4-FFF2-40B4-BE49-F238E27FC236}">
                <a16:creationId xmlns:a16="http://schemas.microsoft.com/office/drawing/2014/main" id="{CC376BEA-AFCC-4B20-B96F-4F2387AC1F43}"/>
              </a:ext>
            </a:extLst>
          </p:cNvPr>
          <p:cNvSpPr>
            <a:spLocks noGrp="1"/>
          </p:cNvSpPr>
          <p:nvPr/>
        </p:nvSpPr>
        <p:spPr>
          <a:xfrm>
            <a:off x="7412088" y="3980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4" name="02_predicted_pose_3913">
            <a:extLst>
              <a:ext uri="{FF2B5EF4-FFF2-40B4-BE49-F238E27FC236}">
                <a16:creationId xmlns:a16="http://schemas.microsoft.com/office/drawing/2014/main" id="{5C0FD59E-E9CF-47A0-A9DC-F6590449F574}"/>
              </a:ext>
            </a:extLst>
          </p:cNvPr>
          <p:cNvSpPr>
            <a:spLocks noGrp="1"/>
          </p:cNvSpPr>
          <p:nvPr/>
        </p:nvSpPr>
        <p:spPr>
          <a:xfrm>
            <a:off x="7557926" y="41009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5" name="02_predicted_pose_3914">
            <a:extLst>
              <a:ext uri="{FF2B5EF4-FFF2-40B4-BE49-F238E27FC236}">
                <a16:creationId xmlns:a16="http://schemas.microsoft.com/office/drawing/2014/main" id="{EFCCF612-FFC8-4361-A9F7-4880FDC3AEB1}"/>
              </a:ext>
            </a:extLst>
          </p:cNvPr>
          <p:cNvSpPr>
            <a:spLocks noGrp="1"/>
          </p:cNvSpPr>
          <p:nvPr/>
        </p:nvSpPr>
        <p:spPr>
          <a:xfrm>
            <a:off x="7572510" y="40113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6" name="02_predicted_pose_3915">
            <a:extLst>
              <a:ext uri="{FF2B5EF4-FFF2-40B4-BE49-F238E27FC236}">
                <a16:creationId xmlns:a16="http://schemas.microsoft.com/office/drawing/2014/main" id="{4BCC528D-32BA-4EF1-9D3F-4172044ECE87}"/>
              </a:ext>
            </a:extLst>
          </p:cNvPr>
          <p:cNvSpPr>
            <a:spLocks noGrp="1"/>
          </p:cNvSpPr>
          <p:nvPr/>
        </p:nvSpPr>
        <p:spPr>
          <a:xfrm>
            <a:off x="7616262" y="3854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7" name="02_predicted_pose_3916">
            <a:extLst>
              <a:ext uri="{FF2B5EF4-FFF2-40B4-BE49-F238E27FC236}">
                <a16:creationId xmlns:a16="http://schemas.microsoft.com/office/drawing/2014/main" id="{BA43FFAC-F799-43F7-8BAC-7FA3D46A33E7}"/>
              </a:ext>
            </a:extLst>
          </p:cNvPr>
          <p:cNvSpPr>
            <a:spLocks noGrp="1"/>
          </p:cNvSpPr>
          <p:nvPr/>
        </p:nvSpPr>
        <p:spPr>
          <a:xfrm>
            <a:off x="7630845" y="4006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8" name="02_predicted_pose_3917">
            <a:extLst>
              <a:ext uri="{FF2B5EF4-FFF2-40B4-BE49-F238E27FC236}">
                <a16:creationId xmlns:a16="http://schemas.microsoft.com/office/drawing/2014/main" id="{4AF72732-74E6-49C4-A429-392AAEC174E3}"/>
              </a:ext>
            </a:extLst>
          </p:cNvPr>
          <p:cNvSpPr>
            <a:spLocks noGrp="1"/>
          </p:cNvSpPr>
          <p:nvPr/>
        </p:nvSpPr>
        <p:spPr>
          <a:xfrm>
            <a:off x="7674597" y="40783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9" name="02_predicted_pose_3918">
            <a:extLst>
              <a:ext uri="{FF2B5EF4-FFF2-40B4-BE49-F238E27FC236}">
                <a16:creationId xmlns:a16="http://schemas.microsoft.com/office/drawing/2014/main" id="{BE13F06A-AB2C-4049-ABF9-589D2D53D81D}"/>
              </a:ext>
            </a:extLst>
          </p:cNvPr>
          <p:cNvSpPr>
            <a:spLocks noGrp="1"/>
          </p:cNvSpPr>
          <p:nvPr/>
        </p:nvSpPr>
        <p:spPr>
          <a:xfrm>
            <a:off x="7689181" y="41082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0" name="02_predicted_pose_3919">
            <a:extLst>
              <a:ext uri="{FF2B5EF4-FFF2-40B4-BE49-F238E27FC236}">
                <a16:creationId xmlns:a16="http://schemas.microsoft.com/office/drawing/2014/main" id="{BA7A6A72-9B81-418C-BD3B-D1756C0D436D}"/>
              </a:ext>
            </a:extLst>
          </p:cNvPr>
          <p:cNvSpPr>
            <a:spLocks noGrp="1"/>
          </p:cNvSpPr>
          <p:nvPr/>
        </p:nvSpPr>
        <p:spPr>
          <a:xfrm>
            <a:off x="7405525" y="4129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1" name="02_predicted_pose_3920">
            <a:extLst>
              <a:ext uri="{FF2B5EF4-FFF2-40B4-BE49-F238E27FC236}">
                <a16:creationId xmlns:a16="http://schemas.microsoft.com/office/drawing/2014/main" id="{85161F24-F758-425D-815D-1C0DF2D6F9F7}"/>
              </a:ext>
            </a:extLst>
          </p:cNvPr>
          <p:cNvSpPr>
            <a:spLocks noGrp="1"/>
          </p:cNvSpPr>
          <p:nvPr/>
        </p:nvSpPr>
        <p:spPr>
          <a:xfrm>
            <a:off x="7503967" y="3966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2" name="02_predicted_pose_3921">
            <a:extLst>
              <a:ext uri="{FF2B5EF4-FFF2-40B4-BE49-F238E27FC236}">
                <a16:creationId xmlns:a16="http://schemas.microsoft.com/office/drawing/2014/main" id="{69B239A4-557C-4132-A22E-A6A16D2C4335}"/>
              </a:ext>
            </a:extLst>
          </p:cNvPr>
          <p:cNvSpPr>
            <a:spLocks noGrp="1"/>
          </p:cNvSpPr>
          <p:nvPr/>
        </p:nvSpPr>
        <p:spPr>
          <a:xfrm>
            <a:off x="7435786" y="38141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3" name="02_predicted_pose_3922">
            <a:extLst>
              <a:ext uri="{FF2B5EF4-FFF2-40B4-BE49-F238E27FC236}">
                <a16:creationId xmlns:a16="http://schemas.microsoft.com/office/drawing/2014/main" id="{1FD5787E-5EE6-40AB-8626-CB834B528AA3}"/>
              </a:ext>
            </a:extLst>
          </p:cNvPr>
          <p:cNvSpPr>
            <a:spLocks noGrp="1"/>
          </p:cNvSpPr>
          <p:nvPr/>
        </p:nvSpPr>
        <p:spPr>
          <a:xfrm>
            <a:off x="7534228" y="3802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4" name="02_predicted_pose_3923">
            <a:extLst>
              <a:ext uri="{FF2B5EF4-FFF2-40B4-BE49-F238E27FC236}">
                <a16:creationId xmlns:a16="http://schemas.microsoft.com/office/drawing/2014/main" id="{CC7E37D9-0BFC-48BC-8295-49FF3584CCFF}"/>
              </a:ext>
            </a:extLst>
          </p:cNvPr>
          <p:cNvSpPr>
            <a:spLocks noGrp="1"/>
          </p:cNvSpPr>
          <p:nvPr/>
        </p:nvSpPr>
        <p:spPr>
          <a:xfrm>
            <a:off x="7586364" y="39290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5" name="02_predicted_pose_3924">
            <a:extLst>
              <a:ext uri="{FF2B5EF4-FFF2-40B4-BE49-F238E27FC236}">
                <a16:creationId xmlns:a16="http://schemas.microsoft.com/office/drawing/2014/main" id="{0D39EB18-5D81-4E8A-93A6-344830B7CE2B}"/>
              </a:ext>
            </a:extLst>
          </p:cNvPr>
          <p:cNvSpPr>
            <a:spLocks noGrp="1"/>
          </p:cNvSpPr>
          <p:nvPr/>
        </p:nvSpPr>
        <p:spPr>
          <a:xfrm>
            <a:off x="7414275" y="3955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6" name="02_predicted_pose_3925">
            <a:extLst>
              <a:ext uri="{FF2B5EF4-FFF2-40B4-BE49-F238E27FC236}">
                <a16:creationId xmlns:a16="http://schemas.microsoft.com/office/drawing/2014/main" id="{EF875566-97AB-47BC-9BC0-2B474695E414}"/>
              </a:ext>
            </a:extLst>
          </p:cNvPr>
          <p:cNvSpPr>
            <a:spLocks noGrp="1"/>
          </p:cNvSpPr>
          <p:nvPr/>
        </p:nvSpPr>
        <p:spPr>
          <a:xfrm>
            <a:off x="7443443" y="40498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7" name="02_predicted_pose_3926">
            <a:extLst>
              <a:ext uri="{FF2B5EF4-FFF2-40B4-BE49-F238E27FC236}">
                <a16:creationId xmlns:a16="http://schemas.microsoft.com/office/drawing/2014/main" id="{3E105477-FE86-4964-962D-B7AE4C0A5511}"/>
              </a:ext>
            </a:extLst>
          </p:cNvPr>
          <p:cNvSpPr>
            <a:spLocks noGrp="1"/>
          </p:cNvSpPr>
          <p:nvPr/>
        </p:nvSpPr>
        <p:spPr>
          <a:xfrm>
            <a:off x="7682619" y="38045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8" name="02_predicted_pose_3927">
            <a:extLst>
              <a:ext uri="{FF2B5EF4-FFF2-40B4-BE49-F238E27FC236}">
                <a16:creationId xmlns:a16="http://schemas.microsoft.com/office/drawing/2014/main" id="{6CC83377-6F10-4843-B004-6F34952F01DE}"/>
              </a:ext>
            </a:extLst>
          </p:cNvPr>
          <p:cNvSpPr>
            <a:spLocks noGrp="1"/>
          </p:cNvSpPr>
          <p:nvPr/>
        </p:nvSpPr>
        <p:spPr>
          <a:xfrm>
            <a:off x="7549541" y="37786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9" name="02_predicted_pose_3928">
            <a:extLst>
              <a:ext uri="{FF2B5EF4-FFF2-40B4-BE49-F238E27FC236}">
                <a16:creationId xmlns:a16="http://schemas.microsoft.com/office/drawing/2014/main" id="{F5C8DB3C-7BB7-4F15-A49F-6572649530C4}"/>
              </a:ext>
            </a:extLst>
          </p:cNvPr>
          <p:cNvSpPr>
            <a:spLocks noGrp="1"/>
          </p:cNvSpPr>
          <p:nvPr/>
        </p:nvSpPr>
        <p:spPr>
          <a:xfrm>
            <a:off x="7420838" y="3886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0" name="02_predicted_pose_3929">
            <a:extLst>
              <a:ext uri="{FF2B5EF4-FFF2-40B4-BE49-F238E27FC236}">
                <a16:creationId xmlns:a16="http://schemas.microsoft.com/office/drawing/2014/main" id="{ABBD28F8-E99A-4349-9B6C-883C10B5EBE1}"/>
              </a:ext>
            </a:extLst>
          </p:cNvPr>
          <p:cNvSpPr>
            <a:spLocks noGrp="1"/>
          </p:cNvSpPr>
          <p:nvPr/>
        </p:nvSpPr>
        <p:spPr>
          <a:xfrm>
            <a:off x="7464589" y="37867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1" name="02_predicted_pose_3930">
            <a:extLst>
              <a:ext uri="{FF2B5EF4-FFF2-40B4-BE49-F238E27FC236}">
                <a16:creationId xmlns:a16="http://schemas.microsoft.com/office/drawing/2014/main" id="{F3BCF095-B10D-4042-9A8F-DEB23FE7A926}"/>
              </a:ext>
            </a:extLst>
          </p:cNvPr>
          <p:cNvSpPr>
            <a:spLocks noGrp="1"/>
          </p:cNvSpPr>
          <p:nvPr/>
        </p:nvSpPr>
        <p:spPr>
          <a:xfrm>
            <a:off x="7508341" y="3787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2" name="02_predicted_pose_3931">
            <a:extLst>
              <a:ext uri="{FF2B5EF4-FFF2-40B4-BE49-F238E27FC236}">
                <a16:creationId xmlns:a16="http://schemas.microsoft.com/office/drawing/2014/main" id="{F2F4057C-580E-4571-949A-D7ABB27822FF}"/>
              </a:ext>
            </a:extLst>
          </p:cNvPr>
          <p:cNvSpPr>
            <a:spLocks noGrp="1"/>
          </p:cNvSpPr>
          <p:nvPr/>
        </p:nvSpPr>
        <p:spPr>
          <a:xfrm>
            <a:off x="7692826" y="361917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3" name="02_predicted_pose_3932">
            <a:extLst>
              <a:ext uri="{FF2B5EF4-FFF2-40B4-BE49-F238E27FC236}">
                <a16:creationId xmlns:a16="http://schemas.microsoft.com/office/drawing/2014/main" id="{33F81367-058A-44EE-82D5-2AC81CBFDF83}"/>
              </a:ext>
            </a:extLst>
          </p:cNvPr>
          <p:cNvSpPr>
            <a:spLocks noGrp="1"/>
          </p:cNvSpPr>
          <p:nvPr/>
        </p:nvSpPr>
        <p:spPr>
          <a:xfrm>
            <a:off x="7373076" y="3667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4" name="02_predicted_pose_3933">
            <a:extLst>
              <a:ext uri="{FF2B5EF4-FFF2-40B4-BE49-F238E27FC236}">
                <a16:creationId xmlns:a16="http://schemas.microsoft.com/office/drawing/2014/main" id="{046E5FD4-CD1C-4C58-A03A-D9207057BEF3}"/>
              </a:ext>
            </a:extLst>
          </p:cNvPr>
          <p:cNvSpPr>
            <a:spLocks noGrp="1"/>
          </p:cNvSpPr>
          <p:nvPr/>
        </p:nvSpPr>
        <p:spPr>
          <a:xfrm>
            <a:off x="7595115" y="34967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5" name="02_predicted_pose_3934">
            <a:extLst>
              <a:ext uri="{FF2B5EF4-FFF2-40B4-BE49-F238E27FC236}">
                <a16:creationId xmlns:a16="http://schemas.microsoft.com/office/drawing/2014/main" id="{3FCCD2F7-946A-4427-9A4F-17960C60DA78}"/>
              </a:ext>
            </a:extLst>
          </p:cNvPr>
          <p:cNvSpPr>
            <a:spLocks noGrp="1"/>
          </p:cNvSpPr>
          <p:nvPr/>
        </p:nvSpPr>
        <p:spPr>
          <a:xfrm>
            <a:off x="7693557" y="32647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6" name="02_predicted_pose_3935">
            <a:extLst>
              <a:ext uri="{FF2B5EF4-FFF2-40B4-BE49-F238E27FC236}">
                <a16:creationId xmlns:a16="http://schemas.microsoft.com/office/drawing/2014/main" id="{8422DC9A-B7BB-4D9E-8AC5-4B7AE6BC8D0D}"/>
              </a:ext>
            </a:extLst>
          </p:cNvPr>
          <p:cNvSpPr>
            <a:spLocks noGrp="1"/>
          </p:cNvSpPr>
          <p:nvPr/>
        </p:nvSpPr>
        <p:spPr>
          <a:xfrm>
            <a:off x="7514539" y="31773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7" name="02_predicted_pose_3936">
            <a:extLst>
              <a:ext uri="{FF2B5EF4-FFF2-40B4-BE49-F238E27FC236}">
                <a16:creationId xmlns:a16="http://schemas.microsoft.com/office/drawing/2014/main" id="{93B5B0BE-E130-4873-B629-DC44539588DD}"/>
              </a:ext>
            </a:extLst>
          </p:cNvPr>
          <p:cNvSpPr>
            <a:spLocks noGrp="1"/>
          </p:cNvSpPr>
          <p:nvPr/>
        </p:nvSpPr>
        <p:spPr>
          <a:xfrm>
            <a:off x="7529123" y="3717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8" name="02_predicted_pose_3937">
            <a:extLst>
              <a:ext uri="{FF2B5EF4-FFF2-40B4-BE49-F238E27FC236}">
                <a16:creationId xmlns:a16="http://schemas.microsoft.com/office/drawing/2014/main" id="{BF949F93-29D6-4743-B6D4-239E5B2AE2DF}"/>
              </a:ext>
            </a:extLst>
          </p:cNvPr>
          <p:cNvSpPr>
            <a:spLocks noGrp="1"/>
          </p:cNvSpPr>
          <p:nvPr/>
        </p:nvSpPr>
        <p:spPr>
          <a:xfrm>
            <a:off x="7446360" y="35206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9" name="02_predicted_pose_3938">
            <a:extLst>
              <a:ext uri="{FF2B5EF4-FFF2-40B4-BE49-F238E27FC236}">
                <a16:creationId xmlns:a16="http://schemas.microsoft.com/office/drawing/2014/main" id="{2E16DDFB-9CBF-4A93-9F51-A9F655557A48}"/>
              </a:ext>
            </a:extLst>
          </p:cNvPr>
          <p:cNvSpPr>
            <a:spLocks noGrp="1"/>
          </p:cNvSpPr>
          <p:nvPr/>
        </p:nvSpPr>
        <p:spPr>
          <a:xfrm>
            <a:off x="7460944" y="36768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0" name="02_predicted_pose_3939">
            <a:extLst>
              <a:ext uri="{FF2B5EF4-FFF2-40B4-BE49-F238E27FC236}">
                <a16:creationId xmlns:a16="http://schemas.microsoft.com/office/drawing/2014/main" id="{6F348C1A-C9D7-442F-AFF5-80C657DE0C60}"/>
              </a:ext>
            </a:extLst>
          </p:cNvPr>
          <p:cNvSpPr>
            <a:spLocks noGrp="1"/>
          </p:cNvSpPr>
          <p:nvPr/>
        </p:nvSpPr>
        <p:spPr>
          <a:xfrm>
            <a:off x="7475527" y="3524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1" name="02_predicted_pose_3940">
            <a:extLst>
              <a:ext uri="{FF2B5EF4-FFF2-40B4-BE49-F238E27FC236}">
                <a16:creationId xmlns:a16="http://schemas.microsoft.com/office/drawing/2014/main" id="{AA908985-A75A-4B6C-9B2F-C0779C3F2D1C}"/>
              </a:ext>
            </a:extLst>
          </p:cNvPr>
          <p:cNvSpPr>
            <a:spLocks noGrp="1"/>
          </p:cNvSpPr>
          <p:nvPr/>
        </p:nvSpPr>
        <p:spPr>
          <a:xfrm>
            <a:off x="7490111" y="36796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2" name="02_predicted_pose_3941">
            <a:extLst>
              <a:ext uri="{FF2B5EF4-FFF2-40B4-BE49-F238E27FC236}">
                <a16:creationId xmlns:a16="http://schemas.microsoft.com/office/drawing/2014/main" id="{FDBC512F-F81C-4570-B691-8968ECF836B4}"/>
              </a:ext>
            </a:extLst>
          </p:cNvPr>
          <p:cNvSpPr>
            <a:spLocks noGrp="1"/>
          </p:cNvSpPr>
          <p:nvPr/>
        </p:nvSpPr>
        <p:spPr>
          <a:xfrm>
            <a:off x="7504696" y="3515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3" name="02_predicted_pose_3942">
            <a:extLst>
              <a:ext uri="{FF2B5EF4-FFF2-40B4-BE49-F238E27FC236}">
                <a16:creationId xmlns:a16="http://schemas.microsoft.com/office/drawing/2014/main" id="{774000A1-192F-4B33-9F65-A2EDDE15A587}"/>
              </a:ext>
            </a:extLst>
          </p:cNvPr>
          <p:cNvSpPr>
            <a:spLocks noGrp="1"/>
          </p:cNvSpPr>
          <p:nvPr/>
        </p:nvSpPr>
        <p:spPr>
          <a:xfrm>
            <a:off x="7519279" y="35086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4" name="02_predicted_pose_3943">
            <a:extLst>
              <a:ext uri="{FF2B5EF4-FFF2-40B4-BE49-F238E27FC236}">
                <a16:creationId xmlns:a16="http://schemas.microsoft.com/office/drawing/2014/main" id="{F845E3B6-AC17-4592-9494-DB80A93AD265}"/>
              </a:ext>
            </a:extLst>
          </p:cNvPr>
          <p:cNvSpPr>
            <a:spLocks noGrp="1"/>
          </p:cNvSpPr>
          <p:nvPr/>
        </p:nvSpPr>
        <p:spPr>
          <a:xfrm>
            <a:off x="7533863" y="3526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5" name="02_predicted_pose_3944">
            <a:extLst>
              <a:ext uri="{FF2B5EF4-FFF2-40B4-BE49-F238E27FC236}">
                <a16:creationId xmlns:a16="http://schemas.microsoft.com/office/drawing/2014/main" id="{458618DE-02F9-4335-BAC1-7C9B79A5D8D3}"/>
              </a:ext>
            </a:extLst>
          </p:cNvPr>
          <p:cNvSpPr>
            <a:spLocks noGrp="1"/>
          </p:cNvSpPr>
          <p:nvPr/>
        </p:nvSpPr>
        <p:spPr>
          <a:xfrm>
            <a:off x="7548447" y="36299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6" name="02_predicted_pose_3945">
            <a:extLst>
              <a:ext uri="{FF2B5EF4-FFF2-40B4-BE49-F238E27FC236}">
                <a16:creationId xmlns:a16="http://schemas.microsoft.com/office/drawing/2014/main" id="{4D6AE1AE-5191-48A4-A9C5-718D77366379}"/>
              </a:ext>
            </a:extLst>
          </p:cNvPr>
          <p:cNvSpPr>
            <a:spLocks noGrp="1"/>
          </p:cNvSpPr>
          <p:nvPr/>
        </p:nvSpPr>
        <p:spPr>
          <a:xfrm>
            <a:off x="7563031" y="3508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7" name="02_predicted_pose_3946">
            <a:extLst>
              <a:ext uri="{FF2B5EF4-FFF2-40B4-BE49-F238E27FC236}">
                <a16:creationId xmlns:a16="http://schemas.microsoft.com/office/drawing/2014/main" id="{4A2603EA-C7D7-4F7E-8B63-1E1583EFBA94}"/>
              </a:ext>
            </a:extLst>
          </p:cNvPr>
          <p:cNvSpPr>
            <a:spLocks noGrp="1"/>
          </p:cNvSpPr>
          <p:nvPr/>
        </p:nvSpPr>
        <p:spPr>
          <a:xfrm>
            <a:off x="7577615" y="37861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8" name="02_predicted_pose_3947">
            <a:extLst>
              <a:ext uri="{FF2B5EF4-FFF2-40B4-BE49-F238E27FC236}">
                <a16:creationId xmlns:a16="http://schemas.microsoft.com/office/drawing/2014/main" id="{467A40DF-362C-4084-88F2-1E6CF9004D6B}"/>
              </a:ext>
            </a:extLst>
          </p:cNvPr>
          <p:cNvSpPr>
            <a:spLocks noGrp="1"/>
          </p:cNvSpPr>
          <p:nvPr/>
        </p:nvSpPr>
        <p:spPr>
          <a:xfrm>
            <a:off x="7460579" y="35968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9" name="02_predicted_pose_3948">
            <a:extLst>
              <a:ext uri="{FF2B5EF4-FFF2-40B4-BE49-F238E27FC236}">
                <a16:creationId xmlns:a16="http://schemas.microsoft.com/office/drawing/2014/main" id="{F436966D-9B16-47BA-B9AD-BCF0CE99B925}"/>
              </a:ext>
            </a:extLst>
          </p:cNvPr>
          <p:cNvSpPr>
            <a:spLocks noGrp="1"/>
          </p:cNvSpPr>
          <p:nvPr/>
        </p:nvSpPr>
        <p:spPr>
          <a:xfrm>
            <a:off x="7662930" y="40245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0" name="02_predicted_pose_3949">
            <a:extLst>
              <a:ext uri="{FF2B5EF4-FFF2-40B4-BE49-F238E27FC236}">
                <a16:creationId xmlns:a16="http://schemas.microsoft.com/office/drawing/2014/main" id="{BBC2EF0B-1884-45A3-9E56-F06DA09F18D8}"/>
              </a:ext>
            </a:extLst>
          </p:cNvPr>
          <p:cNvSpPr>
            <a:spLocks noGrp="1"/>
          </p:cNvSpPr>
          <p:nvPr/>
        </p:nvSpPr>
        <p:spPr>
          <a:xfrm>
            <a:off x="7526571" y="4028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1" name="02_predicted_pose_3950">
            <a:extLst>
              <a:ext uri="{FF2B5EF4-FFF2-40B4-BE49-F238E27FC236}">
                <a16:creationId xmlns:a16="http://schemas.microsoft.com/office/drawing/2014/main" id="{95ED0B91-AC6F-47EC-998C-0055B44F7465}"/>
              </a:ext>
            </a:extLst>
          </p:cNvPr>
          <p:cNvSpPr>
            <a:spLocks noGrp="1"/>
          </p:cNvSpPr>
          <p:nvPr/>
        </p:nvSpPr>
        <p:spPr>
          <a:xfrm>
            <a:off x="7412452" y="3980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2" name="02_predicted_pose_3951">
            <a:extLst>
              <a:ext uri="{FF2B5EF4-FFF2-40B4-BE49-F238E27FC236}">
                <a16:creationId xmlns:a16="http://schemas.microsoft.com/office/drawing/2014/main" id="{22241C74-7E6C-490D-9BE4-38650B9FCB7C}"/>
              </a:ext>
            </a:extLst>
          </p:cNvPr>
          <p:cNvSpPr>
            <a:spLocks noGrp="1"/>
          </p:cNvSpPr>
          <p:nvPr/>
        </p:nvSpPr>
        <p:spPr>
          <a:xfrm>
            <a:off x="7541155" y="40280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3" name="02_predicted_pose_3952">
            <a:extLst>
              <a:ext uri="{FF2B5EF4-FFF2-40B4-BE49-F238E27FC236}">
                <a16:creationId xmlns:a16="http://schemas.microsoft.com/office/drawing/2014/main" id="{DD62FBCF-744C-4A06-A2E6-BF2442F44CD9}"/>
              </a:ext>
            </a:extLst>
          </p:cNvPr>
          <p:cNvSpPr>
            <a:spLocks noGrp="1"/>
          </p:cNvSpPr>
          <p:nvPr/>
        </p:nvSpPr>
        <p:spPr>
          <a:xfrm>
            <a:off x="7654545" y="3775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4" name="02_predicted_pose_3953">
            <a:extLst>
              <a:ext uri="{FF2B5EF4-FFF2-40B4-BE49-F238E27FC236}">
                <a16:creationId xmlns:a16="http://schemas.microsoft.com/office/drawing/2014/main" id="{095F75DD-80CA-4DEF-A09D-130EE268D0B1}"/>
              </a:ext>
            </a:extLst>
          </p:cNvPr>
          <p:cNvSpPr>
            <a:spLocks noGrp="1"/>
          </p:cNvSpPr>
          <p:nvPr/>
        </p:nvSpPr>
        <p:spPr>
          <a:xfrm>
            <a:off x="7712880" y="3822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5" name="02_predicted_pose_3954">
            <a:extLst>
              <a:ext uri="{FF2B5EF4-FFF2-40B4-BE49-F238E27FC236}">
                <a16:creationId xmlns:a16="http://schemas.microsoft.com/office/drawing/2014/main" id="{F58BDFF8-E580-466C-ADB5-C24B230DFF32}"/>
              </a:ext>
            </a:extLst>
          </p:cNvPr>
          <p:cNvSpPr>
            <a:spLocks noGrp="1"/>
          </p:cNvSpPr>
          <p:nvPr/>
        </p:nvSpPr>
        <p:spPr>
          <a:xfrm>
            <a:off x="7494122" y="35614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6" name="02_predicted_pose_3955">
            <a:extLst>
              <a:ext uri="{FF2B5EF4-FFF2-40B4-BE49-F238E27FC236}">
                <a16:creationId xmlns:a16="http://schemas.microsoft.com/office/drawing/2014/main" id="{54D57E77-B974-4EE9-A2EF-ED9140948752}"/>
              </a:ext>
            </a:extLst>
          </p:cNvPr>
          <p:cNvSpPr>
            <a:spLocks noGrp="1"/>
          </p:cNvSpPr>
          <p:nvPr/>
        </p:nvSpPr>
        <p:spPr>
          <a:xfrm>
            <a:off x="7523290" y="35482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7" name="02_predicted_pose_3956">
            <a:extLst>
              <a:ext uri="{FF2B5EF4-FFF2-40B4-BE49-F238E27FC236}">
                <a16:creationId xmlns:a16="http://schemas.microsoft.com/office/drawing/2014/main" id="{68549E9F-4ACF-4FBB-B94F-27D147C39D1C}"/>
              </a:ext>
            </a:extLst>
          </p:cNvPr>
          <p:cNvSpPr>
            <a:spLocks noGrp="1"/>
          </p:cNvSpPr>
          <p:nvPr/>
        </p:nvSpPr>
        <p:spPr>
          <a:xfrm>
            <a:off x="7567041" y="35594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8" name="02_predicted_pose_3957">
            <a:extLst>
              <a:ext uri="{FF2B5EF4-FFF2-40B4-BE49-F238E27FC236}">
                <a16:creationId xmlns:a16="http://schemas.microsoft.com/office/drawing/2014/main" id="{E6BCFDDB-6C63-44DA-BC51-A2A7F5C28243}"/>
              </a:ext>
            </a:extLst>
          </p:cNvPr>
          <p:cNvSpPr>
            <a:spLocks noGrp="1"/>
          </p:cNvSpPr>
          <p:nvPr/>
        </p:nvSpPr>
        <p:spPr>
          <a:xfrm>
            <a:off x="7596209" y="35536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9" name="02_predicted_pose_3958">
            <a:extLst>
              <a:ext uri="{FF2B5EF4-FFF2-40B4-BE49-F238E27FC236}">
                <a16:creationId xmlns:a16="http://schemas.microsoft.com/office/drawing/2014/main" id="{9A76AD2B-1326-43B0-85B7-1ADC74F498A6}"/>
              </a:ext>
            </a:extLst>
          </p:cNvPr>
          <p:cNvSpPr>
            <a:spLocks noGrp="1"/>
          </p:cNvSpPr>
          <p:nvPr/>
        </p:nvSpPr>
        <p:spPr>
          <a:xfrm>
            <a:off x="7610793" y="356122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0" name="02_predicted_pose_3959">
            <a:extLst>
              <a:ext uri="{FF2B5EF4-FFF2-40B4-BE49-F238E27FC236}">
                <a16:creationId xmlns:a16="http://schemas.microsoft.com/office/drawing/2014/main" id="{782C8E3E-D4C7-4C72-8C31-66CAE4DDFF65}"/>
              </a:ext>
            </a:extLst>
          </p:cNvPr>
          <p:cNvSpPr>
            <a:spLocks noGrp="1"/>
          </p:cNvSpPr>
          <p:nvPr/>
        </p:nvSpPr>
        <p:spPr>
          <a:xfrm>
            <a:off x="7508341" y="35662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1" name="02_predicted_pose_3960">
            <a:extLst>
              <a:ext uri="{FF2B5EF4-FFF2-40B4-BE49-F238E27FC236}">
                <a16:creationId xmlns:a16="http://schemas.microsoft.com/office/drawing/2014/main" id="{D5D9A526-F63A-433D-9322-C2FE56A57571}"/>
              </a:ext>
            </a:extLst>
          </p:cNvPr>
          <p:cNvSpPr>
            <a:spLocks noGrp="1"/>
          </p:cNvSpPr>
          <p:nvPr/>
        </p:nvSpPr>
        <p:spPr>
          <a:xfrm>
            <a:off x="7616991" y="39307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2" name="02_predicted_pose_3961">
            <a:extLst>
              <a:ext uri="{FF2B5EF4-FFF2-40B4-BE49-F238E27FC236}">
                <a16:creationId xmlns:a16="http://schemas.microsoft.com/office/drawing/2014/main" id="{CBEE92EC-2AD7-470D-96F4-3CB78C7D6E5F}"/>
              </a:ext>
            </a:extLst>
          </p:cNvPr>
          <p:cNvSpPr>
            <a:spLocks noGrp="1"/>
          </p:cNvSpPr>
          <p:nvPr/>
        </p:nvSpPr>
        <p:spPr>
          <a:xfrm>
            <a:off x="7646159" y="3917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3" name="02_predicted_pose_3962">
            <a:extLst>
              <a:ext uri="{FF2B5EF4-FFF2-40B4-BE49-F238E27FC236}">
                <a16:creationId xmlns:a16="http://schemas.microsoft.com/office/drawing/2014/main" id="{028FD568-503F-4A0A-BF43-4A83457FE038}"/>
              </a:ext>
            </a:extLst>
          </p:cNvPr>
          <p:cNvSpPr>
            <a:spLocks noGrp="1"/>
          </p:cNvSpPr>
          <p:nvPr/>
        </p:nvSpPr>
        <p:spPr>
          <a:xfrm>
            <a:off x="7675326" y="3868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4" name="02_predicted_pose_3963">
            <a:extLst>
              <a:ext uri="{FF2B5EF4-FFF2-40B4-BE49-F238E27FC236}">
                <a16:creationId xmlns:a16="http://schemas.microsoft.com/office/drawing/2014/main" id="{C7D7D3F6-5EEA-4E2E-9B4C-D548F3B43A78}"/>
              </a:ext>
            </a:extLst>
          </p:cNvPr>
          <p:cNvSpPr>
            <a:spLocks noGrp="1"/>
          </p:cNvSpPr>
          <p:nvPr/>
        </p:nvSpPr>
        <p:spPr>
          <a:xfrm>
            <a:off x="7704494" y="38852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5" name="02_predicted_pose_3964">
            <a:extLst>
              <a:ext uri="{FF2B5EF4-FFF2-40B4-BE49-F238E27FC236}">
                <a16:creationId xmlns:a16="http://schemas.microsoft.com/office/drawing/2014/main" id="{FD5D30AC-AD60-4149-B962-6E9891800A55}"/>
              </a:ext>
            </a:extLst>
          </p:cNvPr>
          <p:cNvSpPr>
            <a:spLocks noGrp="1"/>
          </p:cNvSpPr>
          <p:nvPr/>
        </p:nvSpPr>
        <p:spPr>
          <a:xfrm>
            <a:off x="7451100" y="3865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6" name="02_predicted_pose_3965">
            <a:extLst>
              <a:ext uri="{FF2B5EF4-FFF2-40B4-BE49-F238E27FC236}">
                <a16:creationId xmlns:a16="http://schemas.microsoft.com/office/drawing/2014/main" id="{A2D27E2D-81C5-41DF-A123-292F3BE95132}"/>
              </a:ext>
            </a:extLst>
          </p:cNvPr>
          <p:cNvSpPr>
            <a:spLocks noGrp="1"/>
          </p:cNvSpPr>
          <p:nvPr/>
        </p:nvSpPr>
        <p:spPr>
          <a:xfrm>
            <a:off x="7460215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7" name="02_predicted_pose_3966">
            <a:extLst>
              <a:ext uri="{FF2B5EF4-FFF2-40B4-BE49-F238E27FC236}">
                <a16:creationId xmlns:a16="http://schemas.microsoft.com/office/drawing/2014/main" id="{FD1B170D-E5E7-413D-AEAD-9393F3C8C8C9}"/>
              </a:ext>
            </a:extLst>
          </p:cNvPr>
          <p:cNvSpPr>
            <a:spLocks noGrp="1"/>
          </p:cNvSpPr>
          <p:nvPr/>
        </p:nvSpPr>
        <p:spPr>
          <a:xfrm>
            <a:off x="7474798" y="39614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8" name="02_predicted_pose_3967">
            <a:extLst>
              <a:ext uri="{FF2B5EF4-FFF2-40B4-BE49-F238E27FC236}">
                <a16:creationId xmlns:a16="http://schemas.microsoft.com/office/drawing/2014/main" id="{8C7AA9CD-8E5E-47AD-897B-4BD9892BF3AC}"/>
              </a:ext>
            </a:extLst>
          </p:cNvPr>
          <p:cNvSpPr>
            <a:spLocks noGrp="1"/>
          </p:cNvSpPr>
          <p:nvPr/>
        </p:nvSpPr>
        <p:spPr>
          <a:xfrm>
            <a:off x="7503967" y="39732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9" name="02_predicted_pose_3968">
            <a:extLst>
              <a:ext uri="{FF2B5EF4-FFF2-40B4-BE49-F238E27FC236}">
                <a16:creationId xmlns:a16="http://schemas.microsoft.com/office/drawing/2014/main" id="{FAAC16F7-8239-4A97-B960-9BA545C5D86A}"/>
              </a:ext>
            </a:extLst>
          </p:cNvPr>
          <p:cNvSpPr>
            <a:spLocks noGrp="1"/>
          </p:cNvSpPr>
          <p:nvPr/>
        </p:nvSpPr>
        <p:spPr>
          <a:xfrm>
            <a:off x="7533134" y="39332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0" name="02_predicted_pose_3969">
            <a:extLst>
              <a:ext uri="{FF2B5EF4-FFF2-40B4-BE49-F238E27FC236}">
                <a16:creationId xmlns:a16="http://schemas.microsoft.com/office/drawing/2014/main" id="{A21AB204-6DA2-4487-A240-DD9957B5ACDD}"/>
              </a:ext>
            </a:extLst>
          </p:cNvPr>
          <p:cNvSpPr>
            <a:spLocks noGrp="1"/>
          </p:cNvSpPr>
          <p:nvPr/>
        </p:nvSpPr>
        <p:spPr>
          <a:xfrm>
            <a:off x="7562301" y="40054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1" name="02_predicted_pose_3970">
            <a:extLst>
              <a:ext uri="{FF2B5EF4-FFF2-40B4-BE49-F238E27FC236}">
                <a16:creationId xmlns:a16="http://schemas.microsoft.com/office/drawing/2014/main" id="{63254328-F1A8-4BC9-8471-C60DFF30A3A3}"/>
              </a:ext>
            </a:extLst>
          </p:cNvPr>
          <p:cNvSpPr>
            <a:spLocks noGrp="1"/>
          </p:cNvSpPr>
          <p:nvPr/>
        </p:nvSpPr>
        <p:spPr>
          <a:xfrm>
            <a:off x="7588553" y="3128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2" name="02_predicted_pose_3971">
            <a:extLst>
              <a:ext uri="{FF2B5EF4-FFF2-40B4-BE49-F238E27FC236}">
                <a16:creationId xmlns:a16="http://schemas.microsoft.com/office/drawing/2014/main" id="{D56971CA-84DA-4030-BAD0-7A4BC91C274A}"/>
              </a:ext>
            </a:extLst>
          </p:cNvPr>
          <p:cNvSpPr>
            <a:spLocks noGrp="1"/>
          </p:cNvSpPr>
          <p:nvPr/>
        </p:nvSpPr>
        <p:spPr>
          <a:xfrm>
            <a:off x="7603136" y="31561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3" name="02_predicted_pose_3972">
            <a:extLst>
              <a:ext uri="{FF2B5EF4-FFF2-40B4-BE49-F238E27FC236}">
                <a16:creationId xmlns:a16="http://schemas.microsoft.com/office/drawing/2014/main" id="{38D5D9CE-D7F7-4092-A1CD-5D726E38E7F6}"/>
              </a:ext>
            </a:extLst>
          </p:cNvPr>
          <p:cNvSpPr>
            <a:spLocks noGrp="1"/>
          </p:cNvSpPr>
          <p:nvPr/>
        </p:nvSpPr>
        <p:spPr>
          <a:xfrm>
            <a:off x="7530217" y="3867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4" name="02_predicted_pose_3973">
            <a:extLst>
              <a:ext uri="{FF2B5EF4-FFF2-40B4-BE49-F238E27FC236}">
                <a16:creationId xmlns:a16="http://schemas.microsoft.com/office/drawing/2014/main" id="{0425C02E-76C1-4939-9427-D3D84A2347A3}"/>
              </a:ext>
            </a:extLst>
          </p:cNvPr>
          <p:cNvSpPr>
            <a:spLocks noGrp="1"/>
          </p:cNvSpPr>
          <p:nvPr/>
        </p:nvSpPr>
        <p:spPr>
          <a:xfrm>
            <a:off x="7474434" y="39059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5" name="02_predicted_pose_3974">
            <a:extLst>
              <a:ext uri="{FF2B5EF4-FFF2-40B4-BE49-F238E27FC236}">
                <a16:creationId xmlns:a16="http://schemas.microsoft.com/office/drawing/2014/main" id="{DAADFB8D-44D0-456B-90AB-54E0F3D87E31}"/>
              </a:ext>
            </a:extLst>
          </p:cNvPr>
          <p:cNvSpPr>
            <a:spLocks noGrp="1"/>
          </p:cNvSpPr>
          <p:nvPr/>
        </p:nvSpPr>
        <p:spPr>
          <a:xfrm>
            <a:off x="7386201" y="37575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6" name="02_predicted_pose_3975">
            <a:extLst>
              <a:ext uri="{FF2B5EF4-FFF2-40B4-BE49-F238E27FC236}">
                <a16:creationId xmlns:a16="http://schemas.microsoft.com/office/drawing/2014/main" id="{69B63FE6-68D3-4627-B76C-80330F5F8F61}"/>
              </a:ext>
            </a:extLst>
          </p:cNvPr>
          <p:cNvSpPr>
            <a:spLocks noGrp="1"/>
          </p:cNvSpPr>
          <p:nvPr/>
        </p:nvSpPr>
        <p:spPr>
          <a:xfrm>
            <a:off x="7644336" y="37217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7" name="02_predicted_pose_3976">
            <a:extLst>
              <a:ext uri="{FF2B5EF4-FFF2-40B4-BE49-F238E27FC236}">
                <a16:creationId xmlns:a16="http://schemas.microsoft.com/office/drawing/2014/main" id="{2D15420B-08E6-461F-B6D2-A0B28A7E127A}"/>
              </a:ext>
            </a:extLst>
          </p:cNvPr>
          <p:cNvSpPr>
            <a:spLocks noGrp="1"/>
          </p:cNvSpPr>
          <p:nvPr/>
        </p:nvSpPr>
        <p:spPr>
          <a:xfrm>
            <a:off x="7598762" y="29263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8" name="02_predicted_pose_3977">
            <a:extLst>
              <a:ext uri="{FF2B5EF4-FFF2-40B4-BE49-F238E27FC236}">
                <a16:creationId xmlns:a16="http://schemas.microsoft.com/office/drawing/2014/main" id="{396FE6EA-FD81-4C3B-84D0-244486946857}"/>
              </a:ext>
            </a:extLst>
          </p:cNvPr>
          <p:cNvSpPr>
            <a:spLocks noGrp="1"/>
          </p:cNvSpPr>
          <p:nvPr/>
        </p:nvSpPr>
        <p:spPr>
          <a:xfrm>
            <a:off x="7613345" y="2890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9" name="02_predicted_pose_3978">
            <a:extLst>
              <a:ext uri="{FF2B5EF4-FFF2-40B4-BE49-F238E27FC236}">
                <a16:creationId xmlns:a16="http://schemas.microsoft.com/office/drawing/2014/main" id="{A40DFA65-1AEE-402D-AAC3-2C332E0B9301}"/>
              </a:ext>
            </a:extLst>
          </p:cNvPr>
          <p:cNvSpPr>
            <a:spLocks noGrp="1"/>
          </p:cNvSpPr>
          <p:nvPr/>
        </p:nvSpPr>
        <p:spPr>
          <a:xfrm>
            <a:off x="7408077" y="3807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0" name="02_predicted_pose_3979">
            <a:extLst>
              <a:ext uri="{FF2B5EF4-FFF2-40B4-BE49-F238E27FC236}">
                <a16:creationId xmlns:a16="http://schemas.microsoft.com/office/drawing/2014/main" id="{F63E6DBE-600F-4EFB-B004-4EF0391440E2}"/>
              </a:ext>
            </a:extLst>
          </p:cNvPr>
          <p:cNvSpPr>
            <a:spLocks noGrp="1"/>
          </p:cNvSpPr>
          <p:nvPr/>
        </p:nvSpPr>
        <p:spPr>
          <a:xfrm>
            <a:off x="7599126" y="3756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1" name="02_predicted_pose_3980">
            <a:extLst>
              <a:ext uri="{FF2B5EF4-FFF2-40B4-BE49-F238E27FC236}">
                <a16:creationId xmlns:a16="http://schemas.microsoft.com/office/drawing/2014/main" id="{2DF952B5-C8D7-47B3-9E0B-43E9ED07E569}"/>
              </a:ext>
            </a:extLst>
          </p:cNvPr>
          <p:cNvSpPr>
            <a:spLocks noGrp="1"/>
          </p:cNvSpPr>
          <p:nvPr/>
        </p:nvSpPr>
        <p:spPr>
          <a:xfrm>
            <a:off x="7613709" y="37453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2" name="02_predicted_pose_3981">
            <a:extLst>
              <a:ext uri="{FF2B5EF4-FFF2-40B4-BE49-F238E27FC236}">
                <a16:creationId xmlns:a16="http://schemas.microsoft.com/office/drawing/2014/main" id="{52156F15-5109-40BB-986F-9998E598E845}"/>
              </a:ext>
            </a:extLst>
          </p:cNvPr>
          <p:cNvSpPr>
            <a:spLocks noGrp="1"/>
          </p:cNvSpPr>
          <p:nvPr/>
        </p:nvSpPr>
        <p:spPr>
          <a:xfrm>
            <a:off x="7628294" y="37207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3" name="02_predicted_pose_3982">
            <a:extLst>
              <a:ext uri="{FF2B5EF4-FFF2-40B4-BE49-F238E27FC236}">
                <a16:creationId xmlns:a16="http://schemas.microsoft.com/office/drawing/2014/main" id="{7705799E-EC82-4AFF-99E2-855D80B066D7}"/>
              </a:ext>
            </a:extLst>
          </p:cNvPr>
          <p:cNvSpPr>
            <a:spLocks noGrp="1"/>
          </p:cNvSpPr>
          <p:nvPr/>
        </p:nvSpPr>
        <p:spPr>
          <a:xfrm>
            <a:off x="7642878" y="34171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4" name="02_predicted_pose_3983">
            <a:extLst>
              <a:ext uri="{FF2B5EF4-FFF2-40B4-BE49-F238E27FC236}">
                <a16:creationId xmlns:a16="http://schemas.microsoft.com/office/drawing/2014/main" id="{290254FA-A7EE-4664-AECA-F612DB82E7E2}"/>
              </a:ext>
            </a:extLst>
          </p:cNvPr>
          <p:cNvSpPr>
            <a:spLocks noGrp="1"/>
          </p:cNvSpPr>
          <p:nvPr/>
        </p:nvSpPr>
        <p:spPr>
          <a:xfrm>
            <a:off x="7657461" y="37619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5" name="02_predicted_pose_3984">
            <a:extLst>
              <a:ext uri="{FF2B5EF4-FFF2-40B4-BE49-F238E27FC236}">
                <a16:creationId xmlns:a16="http://schemas.microsoft.com/office/drawing/2014/main" id="{AFF6EBEF-8D7E-4E8C-BDD1-DB0610F35E48}"/>
              </a:ext>
            </a:extLst>
          </p:cNvPr>
          <p:cNvSpPr>
            <a:spLocks noGrp="1"/>
          </p:cNvSpPr>
          <p:nvPr/>
        </p:nvSpPr>
        <p:spPr>
          <a:xfrm>
            <a:off x="7474069" y="3811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6" name="02_predicted_pose_3985">
            <a:extLst>
              <a:ext uri="{FF2B5EF4-FFF2-40B4-BE49-F238E27FC236}">
                <a16:creationId xmlns:a16="http://schemas.microsoft.com/office/drawing/2014/main" id="{70909FAD-283C-48CF-8850-F107AAAFF01F}"/>
              </a:ext>
            </a:extLst>
          </p:cNvPr>
          <p:cNvSpPr>
            <a:spLocks noGrp="1"/>
          </p:cNvSpPr>
          <p:nvPr/>
        </p:nvSpPr>
        <p:spPr>
          <a:xfrm>
            <a:off x="7562301" y="38870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7" name="02_predicted_pose_3986">
            <a:extLst>
              <a:ext uri="{FF2B5EF4-FFF2-40B4-BE49-F238E27FC236}">
                <a16:creationId xmlns:a16="http://schemas.microsoft.com/office/drawing/2014/main" id="{859D2860-536A-4272-9C69-534451A2F297}"/>
              </a:ext>
            </a:extLst>
          </p:cNvPr>
          <p:cNvSpPr>
            <a:spLocks noGrp="1"/>
          </p:cNvSpPr>
          <p:nvPr/>
        </p:nvSpPr>
        <p:spPr>
          <a:xfrm>
            <a:off x="7591469" y="3947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8" name="02_predicted_pose_3987">
            <a:extLst>
              <a:ext uri="{FF2B5EF4-FFF2-40B4-BE49-F238E27FC236}">
                <a16:creationId xmlns:a16="http://schemas.microsoft.com/office/drawing/2014/main" id="{0C5E6A9C-9753-4694-91DA-63B7C92A13F3}"/>
              </a:ext>
            </a:extLst>
          </p:cNvPr>
          <p:cNvSpPr>
            <a:spLocks noGrp="1"/>
          </p:cNvSpPr>
          <p:nvPr/>
        </p:nvSpPr>
        <p:spPr>
          <a:xfrm>
            <a:off x="7620636" y="3913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9" name="02_predicted_pose_3988">
            <a:extLst>
              <a:ext uri="{FF2B5EF4-FFF2-40B4-BE49-F238E27FC236}">
                <a16:creationId xmlns:a16="http://schemas.microsoft.com/office/drawing/2014/main" id="{F7168F60-13F9-4D49-94CF-D7F23A8DD1A5}"/>
              </a:ext>
            </a:extLst>
          </p:cNvPr>
          <p:cNvSpPr>
            <a:spLocks noGrp="1"/>
          </p:cNvSpPr>
          <p:nvPr/>
        </p:nvSpPr>
        <p:spPr>
          <a:xfrm>
            <a:off x="7649805" y="39873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0" name="02_predicted_pose_3989">
            <a:extLst>
              <a:ext uri="{FF2B5EF4-FFF2-40B4-BE49-F238E27FC236}">
                <a16:creationId xmlns:a16="http://schemas.microsoft.com/office/drawing/2014/main" id="{3487F6A3-4916-4344-93CE-EC9F729E504B}"/>
              </a:ext>
            </a:extLst>
          </p:cNvPr>
          <p:cNvSpPr>
            <a:spLocks noGrp="1"/>
          </p:cNvSpPr>
          <p:nvPr/>
        </p:nvSpPr>
        <p:spPr>
          <a:xfrm>
            <a:off x="7734391" y="3832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1" name="02_predicted_pose_3990">
            <a:extLst>
              <a:ext uri="{FF2B5EF4-FFF2-40B4-BE49-F238E27FC236}">
                <a16:creationId xmlns:a16="http://schemas.microsoft.com/office/drawing/2014/main" id="{8BF2FEEC-6D04-4A5D-ACC2-A07F3B00767B}"/>
              </a:ext>
            </a:extLst>
          </p:cNvPr>
          <p:cNvSpPr>
            <a:spLocks noGrp="1"/>
          </p:cNvSpPr>
          <p:nvPr/>
        </p:nvSpPr>
        <p:spPr>
          <a:xfrm>
            <a:off x="7400056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2" name="02_predicted_pose_3991">
            <a:extLst>
              <a:ext uri="{FF2B5EF4-FFF2-40B4-BE49-F238E27FC236}">
                <a16:creationId xmlns:a16="http://schemas.microsoft.com/office/drawing/2014/main" id="{173FD1F0-7DF3-4D0D-8266-508E747A7785}"/>
              </a:ext>
            </a:extLst>
          </p:cNvPr>
          <p:cNvSpPr>
            <a:spLocks noGrp="1"/>
          </p:cNvSpPr>
          <p:nvPr/>
        </p:nvSpPr>
        <p:spPr>
          <a:xfrm>
            <a:off x="7429224" y="37671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3" name="02_predicted_pose_3992">
            <a:extLst>
              <a:ext uri="{FF2B5EF4-FFF2-40B4-BE49-F238E27FC236}">
                <a16:creationId xmlns:a16="http://schemas.microsoft.com/office/drawing/2014/main" id="{57AA00DE-0465-43D3-A0E3-93A4676B1433}"/>
              </a:ext>
            </a:extLst>
          </p:cNvPr>
          <p:cNvSpPr>
            <a:spLocks noGrp="1"/>
          </p:cNvSpPr>
          <p:nvPr/>
        </p:nvSpPr>
        <p:spPr>
          <a:xfrm>
            <a:off x="7458391" y="38798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4" name="02_predicted_pose_3993">
            <a:extLst>
              <a:ext uri="{FF2B5EF4-FFF2-40B4-BE49-F238E27FC236}">
                <a16:creationId xmlns:a16="http://schemas.microsoft.com/office/drawing/2014/main" id="{98DFE57C-B50C-4D3A-A2C4-1097EDD8C30B}"/>
              </a:ext>
            </a:extLst>
          </p:cNvPr>
          <p:cNvSpPr>
            <a:spLocks noGrp="1"/>
          </p:cNvSpPr>
          <p:nvPr/>
        </p:nvSpPr>
        <p:spPr>
          <a:xfrm>
            <a:off x="7487560" y="3813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5" name="02_predicted_pose_3994">
            <a:extLst>
              <a:ext uri="{FF2B5EF4-FFF2-40B4-BE49-F238E27FC236}">
                <a16:creationId xmlns:a16="http://schemas.microsoft.com/office/drawing/2014/main" id="{BE6A40DD-4325-4829-8A4B-176ECB51B5C6}"/>
              </a:ext>
            </a:extLst>
          </p:cNvPr>
          <p:cNvSpPr>
            <a:spLocks noGrp="1"/>
          </p:cNvSpPr>
          <p:nvPr/>
        </p:nvSpPr>
        <p:spPr>
          <a:xfrm>
            <a:off x="7385107" y="3824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6" name="02_predicted_pose_3995">
            <a:extLst>
              <a:ext uri="{FF2B5EF4-FFF2-40B4-BE49-F238E27FC236}">
                <a16:creationId xmlns:a16="http://schemas.microsoft.com/office/drawing/2014/main" id="{AEBE0CD6-3691-4C3B-B25C-66968169110B}"/>
              </a:ext>
            </a:extLst>
          </p:cNvPr>
          <p:cNvSpPr>
            <a:spLocks noGrp="1"/>
          </p:cNvSpPr>
          <p:nvPr/>
        </p:nvSpPr>
        <p:spPr>
          <a:xfrm>
            <a:off x="7437610" y="39229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7" name="02_predicted_pose_3996">
            <a:extLst>
              <a:ext uri="{FF2B5EF4-FFF2-40B4-BE49-F238E27FC236}">
                <a16:creationId xmlns:a16="http://schemas.microsoft.com/office/drawing/2014/main" id="{3790B3A6-89E9-417F-82CC-DEC267BBBA6C}"/>
              </a:ext>
            </a:extLst>
          </p:cNvPr>
          <p:cNvSpPr>
            <a:spLocks noGrp="1"/>
          </p:cNvSpPr>
          <p:nvPr/>
        </p:nvSpPr>
        <p:spPr>
          <a:xfrm>
            <a:off x="7587824" y="405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8" name="02_predicted_pose_3997">
            <a:extLst>
              <a:ext uri="{FF2B5EF4-FFF2-40B4-BE49-F238E27FC236}">
                <a16:creationId xmlns:a16="http://schemas.microsoft.com/office/drawing/2014/main" id="{3B29EBCC-E820-40C3-B978-985275DC43E8}"/>
              </a:ext>
            </a:extLst>
          </p:cNvPr>
          <p:cNvSpPr>
            <a:spLocks noGrp="1"/>
          </p:cNvSpPr>
          <p:nvPr/>
        </p:nvSpPr>
        <p:spPr>
          <a:xfrm>
            <a:off x="7616991" y="40234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9" name="02_predicted_pose_3998">
            <a:extLst>
              <a:ext uri="{FF2B5EF4-FFF2-40B4-BE49-F238E27FC236}">
                <a16:creationId xmlns:a16="http://schemas.microsoft.com/office/drawing/2014/main" id="{2BB0C227-B076-49A3-B97D-DCDD1557587B}"/>
              </a:ext>
            </a:extLst>
          </p:cNvPr>
          <p:cNvSpPr>
            <a:spLocks noGrp="1"/>
          </p:cNvSpPr>
          <p:nvPr/>
        </p:nvSpPr>
        <p:spPr>
          <a:xfrm>
            <a:off x="7660743" y="39905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0" name="02_predicted_pose_3999">
            <a:extLst>
              <a:ext uri="{FF2B5EF4-FFF2-40B4-BE49-F238E27FC236}">
                <a16:creationId xmlns:a16="http://schemas.microsoft.com/office/drawing/2014/main" id="{E8FDBE43-0A68-4B8F-A284-9422A72A2E7E}"/>
              </a:ext>
            </a:extLst>
          </p:cNvPr>
          <p:cNvSpPr>
            <a:spLocks noGrp="1"/>
          </p:cNvSpPr>
          <p:nvPr/>
        </p:nvSpPr>
        <p:spPr>
          <a:xfrm>
            <a:off x="7689910" y="3980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1" name="02_predicted_pose_4000">
            <a:extLst>
              <a:ext uri="{FF2B5EF4-FFF2-40B4-BE49-F238E27FC236}">
                <a16:creationId xmlns:a16="http://schemas.microsoft.com/office/drawing/2014/main" id="{9A54A5B0-45F1-4C96-BC94-27F3AE95BE1E}"/>
              </a:ext>
            </a:extLst>
          </p:cNvPr>
          <p:cNvSpPr>
            <a:spLocks noGrp="1"/>
          </p:cNvSpPr>
          <p:nvPr/>
        </p:nvSpPr>
        <p:spPr>
          <a:xfrm>
            <a:off x="7719078" y="4028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2" name="02_predicted_pose_4001">
            <a:extLst>
              <a:ext uri="{FF2B5EF4-FFF2-40B4-BE49-F238E27FC236}">
                <a16:creationId xmlns:a16="http://schemas.microsoft.com/office/drawing/2014/main" id="{A4995733-C539-4BF7-9DB5-CDCDE1BF9C52}"/>
              </a:ext>
            </a:extLst>
          </p:cNvPr>
          <p:cNvSpPr>
            <a:spLocks noGrp="1"/>
          </p:cNvSpPr>
          <p:nvPr/>
        </p:nvSpPr>
        <p:spPr>
          <a:xfrm>
            <a:off x="7700484" y="4007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3" name="02_predicted_pose_4002">
            <a:extLst>
              <a:ext uri="{FF2B5EF4-FFF2-40B4-BE49-F238E27FC236}">
                <a16:creationId xmlns:a16="http://schemas.microsoft.com/office/drawing/2014/main" id="{D5692BCD-F853-45AD-AE6F-CC8C636CBD42}"/>
              </a:ext>
            </a:extLst>
          </p:cNvPr>
          <p:cNvSpPr>
            <a:spLocks noGrp="1"/>
          </p:cNvSpPr>
          <p:nvPr/>
        </p:nvSpPr>
        <p:spPr>
          <a:xfrm>
            <a:off x="7435422" y="4046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4" name="02_predicted_pose_4003">
            <a:extLst>
              <a:ext uri="{FF2B5EF4-FFF2-40B4-BE49-F238E27FC236}">
                <a16:creationId xmlns:a16="http://schemas.microsoft.com/office/drawing/2014/main" id="{4720423A-948E-434C-9005-4786784669A0}"/>
              </a:ext>
            </a:extLst>
          </p:cNvPr>
          <p:cNvSpPr>
            <a:spLocks noGrp="1"/>
          </p:cNvSpPr>
          <p:nvPr/>
        </p:nvSpPr>
        <p:spPr>
          <a:xfrm>
            <a:off x="7730745" y="40494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5" name="02_predicted_pose_4004">
            <a:extLst>
              <a:ext uri="{FF2B5EF4-FFF2-40B4-BE49-F238E27FC236}">
                <a16:creationId xmlns:a16="http://schemas.microsoft.com/office/drawing/2014/main" id="{1704EB60-736B-4BE9-94B1-7EA327B91F89}"/>
              </a:ext>
            </a:extLst>
          </p:cNvPr>
          <p:cNvSpPr>
            <a:spLocks noGrp="1"/>
          </p:cNvSpPr>
          <p:nvPr/>
        </p:nvSpPr>
        <p:spPr>
          <a:xfrm>
            <a:off x="7564124" y="40008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6" name="02_predicted_pose_4005">
            <a:extLst>
              <a:ext uri="{FF2B5EF4-FFF2-40B4-BE49-F238E27FC236}">
                <a16:creationId xmlns:a16="http://schemas.microsoft.com/office/drawing/2014/main" id="{82B68A35-9B0F-481F-947A-6A98664F728A}"/>
              </a:ext>
            </a:extLst>
          </p:cNvPr>
          <p:cNvSpPr>
            <a:spLocks noGrp="1"/>
          </p:cNvSpPr>
          <p:nvPr/>
        </p:nvSpPr>
        <p:spPr>
          <a:xfrm>
            <a:off x="7662565" y="40587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7" name="02_predicted_pose_4006">
            <a:extLst>
              <a:ext uri="{FF2B5EF4-FFF2-40B4-BE49-F238E27FC236}">
                <a16:creationId xmlns:a16="http://schemas.microsoft.com/office/drawing/2014/main" id="{B4CD9CD0-C6C5-4FE4-8F43-4FE40A605DE3}"/>
              </a:ext>
            </a:extLst>
          </p:cNvPr>
          <p:cNvSpPr>
            <a:spLocks noGrp="1"/>
          </p:cNvSpPr>
          <p:nvPr/>
        </p:nvSpPr>
        <p:spPr>
          <a:xfrm>
            <a:off x="7392765" y="38138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8" name="02_predicted_pose_4007">
            <a:extLst>
              <a:ext uri="{FF2B5EF4-FFF2-40B4-BE49-F238E27FC236}">
                <a16:creationId xmlns:a16="http://schemas.microsoft.com/office/drawing/2014/main" id="{0215A614-856C-4E67-8A53-CF82715C09BF}"/>
              </a:ext>
            </a:extLst>
          </p:cNvPr>
          <p:cNvSpPr>
            <a:spLocks noGrp="1"/>
          </p:cNvSpPr>
          <p:nvPr/>
        </p:nvSpPr>
        <p:spPr>
          <a:xfrm>
            <a:off x="7407348" y="3833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9" name="02_predicted_pose_4008">
            <a:extLst>
              <a:ext uri="{FF2B5EF4-FFF2-40B4-BE49-F238E27FC236}">
                <a16:creationId xmlns:a16="http://schemas.microsoft.com/office/drawing/2014/main" id="{C059651D-E0AE-4E7B-96A8-3F8C528CF362}"/>
              </a:ext>
            </a:extLst>
          </p:cNvPr>
          <p:cNvSpPr>
            <a:spLocks noGrp="1"/>
          </p:cNvSpPr>
          <p:nvPr/>
        </p:nvSpPr>
        <p:spPr>
          <a:xfrm>
            <a:off x="7421932" y="36997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0" name="02_predicted_pose_4009">
            <a:extLst>
              <a:ext uri="{FF2B5EF4-FFF2-40B4-BE49-F238E27FC236}">
                <a16:creationId xmlns:a16="http://schemas.microsoft.com/office/drawing/2014/main" id="{EB6F529C-6E42-4081-A0E0-2DBEB1877A5C}"/>
              </a:ext>
            </a:extLst>
          </p:cNvPr>
          <p:cNvSpPr>
            <a:spLocks noGrp="1"/>
          </p:cNvSpPr>
          <p:nvPr/>
        </p:nvSpPr>
        <p:spPr>
          <a:xfrm>
            <a:off x="7436515" y="3706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1" name="02_predicted_pose_4010">
            <a:extLst>
              <a:ext uri="{FF2B5EF4-FFF2-40B4-BE49-F238E27FC236}">
                <a16:creationId xmlns:a16="http://schemas.microsoft.com/office/drawing/2014/main" id="{C5A44192-0EBF-4F94-AA81-B2041F195768}"/>
              </a:ext>
            </a:extLst>
          </p:cNvPr>
          <p:cNvSpPr>
            <a:spLocks noGrp="1"/>
          </p:cNvSpPr>
          <p:nvPr/>
        </p:nvSpPr>
        <p:spPr>
          <a:xfrm>
            <a:off x="7389483" y="3857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2" name="02_predicted_pose_4011">
            <a:extLst>
              <a:ext uri="{FF2B5EF4-FFF2-40B4-BE49-F238E27FC236}">
                <a16:creationId xmlns:a16="http://schemas.microsoft.com/office/drawing/2014/main" id="{8B2A6330-6442-445C-9D17-7B47D11B7075}"/>
              </a:ext>
            </a:extLst>
          </p:cNvPr>
          <p:cNvSpPr>
            <a:spLocks noGrp="1"/>
          </p:cNvSpPr>
          <p:nvPr/>
        </p:nvSpPr>
        <p:spPr>
          <a:xfrm>
            <a:off x="7418650" y="37732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3" name="02_predicted_pose_4012">
            <a:extLst>
              <a:ext uri="{FF2B5EF4-FFF2-40B4-BE49-F238E27FC236}">
                <a16:creationId xmlns:a16="http://schemas.microsoft.com/office/drawing/2014/main" id="{868D879C-954B-4130-B4B5-950A34E575D3}"/>
              </a:ext>
            </a:extLst>
          </p:cNvPr>
          <p:cNvSpPr>
            <a:spLocks noGrp="1"/>
          </p:cNvSpPr>
          <p:nvPr/>
        </p:nvSpPr>
        <p:spPr>
          <a:xfrm>
            <a:off x="7507976" y="39233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4" name="02_predicted_pose_4013">
            <a:extLst>
              <a:ext uri="{FF2B5EF4-FFF2-40B4-BE49-F238E27FC236}">
                <a16:creationId xmlns:a16="http://schemas.microsoft.com/office/drawing/2014/main" id="{02A71767-5BC1-4DF2-A33D-11386763078F}"/>
              </a:ext>
            </a:extLst>
          </p:cNvPr>
          <p:cNvSpPr>
            <a:spLocks noGrp="1"/>
          </p:cNvSpPr>
          <p:nvPr/>
        </p:nvSpPr>
        <p:spPr>
          <a:xfrm>
            <a:off x="7452922" y="39075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5" name="02_predicted_pose_4014">
            <a:extLst>
              <a:ext uri="{FF2B5EF4-FFF2-40B4-BE49-F238E27FC236}">
                <a16:creationId xmlns:a16="http://schemas.microsoft.com/office/drawing/2014/main" id="{C9E28D60-D06D-4320-A6F5-2BFFFC973339}"/>
              </a:ext>
            </a:extLst>
          </p:cNvPr>
          <p:cNvSpPr>
            <a:spLocks noGrp="1"/>
          </p:cNvSpPr>
          <p:nvPr/>
        </p:nvSpPr>
        <p:spPr>
          <a:xfrm>
            <a:off x="7467506" y="3875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6" name="02_predicted_pose_4015">
            <a:extLst>
              <a:ext uri="{FF2B5EF4-FFF2-40B4-BE49-F238E27FC236}">
                <a16:creationId xmlns:a16="http://schemas.microsoft.com/office/drawing/2014/main" id="{C7512BA5-B6C7-4D32-82A4-F1C8BAD9138B}"/>
              </a:ext>
            </a:extLst>
          </p:cNvPr>
          <p:cNvSpPr>
            <a:spLocks noGrp="1"/>
          </p:cNvSpPr>
          <p:nvPr/>
        </p:nvSpPr>
        <p:spPr>
          <a:xfrm>
            <a:off x="7482091" y="38244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7" name="02_predicted_pose_4016">
            <a:extLst>
              <a:ext uri="{FF2B5EF4-FFF2-40B4-BE49-F238E27FC236}">
                <a16:creationId xmlns:a16="http://schemas.microsoft.com/office/drawing/2014/main" id="{EBED379B-DEEE-4862-9FAF-8B3BCEFF6714}"/>
              </a:ext>
            </a:extLst>
          </p:cNvPr>
          <p:cNvSpPr>
            <a:spLocks noGrp="1"/>
          </p:cNvSpPr>
          <p:nvPr/>
        </p:nvSpPr>
        <p:spPr>
          <a:xfrm>
            <a:off x="7430682" y="3426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8" name="02_predicted_pose_4017">
            <a:extLst>
              <a:ext uri="{FF2B5EF4-FFF2-40B4-BE49-F238E27FC236}">
                <a16:creationId xmlns:a16="http://schemas.microsoft.com/office/drawing/2014/main" id="{A8EB429C-F59E-44B7-9A17-B131E28AF2E5}"/>
              </a:ext>
            </a:extLst>
          </p:cNvPr>
          <p:cNvSpPr>
            <a:spLocks noGrp="1"/>
          </p:cNvSpPr>
          <p:nvPr/>
        </p:nvSpPr>
        <p:spPr>
          <a:xfrm>
            <a:off x="7445266" y="348005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9" name="02_predicted_pose_4018">
            <a:extLst>
              <a:ext uri="{FF2B5EF4-FFF2-40B4-BE49-F238E27FC236}">
                <a16:creationId xmlns:a16="http://schemas.microsoft.com/office/drawing/2014/main" id="{C33A6BB7-DE98-481C-B317-6F1A74738EF8}"/>
              </a:ext>
            </a:extLst>
          </p:cNvPr>
          <p:cNvSpPr>
            <a:spLocks noGrp="1"/>
          </p:cNvSpPr>
          <p:nvPr/>
        </p:nvSpPr>
        <p:spPr>
          <a:xfrm>
            <a:off x="7459850" y="33860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0" name="02_predicted_pose_4019">
            <a:extLst>
              <a:ext uri="{FF2B5EF4-FFF2-40B4-BE49-F238E27FC236}">
                <a16:creationId xmlns:a16="http://schemas.microsoft.com/office/drawing/2014/main" id="{76067620-1EB4-44A6-89A2-178E9FAFAD5D}"/>
              </a:ext>
            </a:extLst>
          </p:cNvPr>
          <p:cNvSpPr>
            <a:spLocks noGrp="1"/>
          </p:cNvSpPr>
          <p:nvPr/>
        </p:nvSpPr>
        <p:spPr>
          <a:xfrm>
            <a:off x="7480267" y="320471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1" name="02_predicted_pose_4020">
            <a:extLst>
              <a:ext uri="{FF2B5EF4-FFF2-40B4-BE49-F238E27FC236}">
                <a16:creationId xmlns:a16="http://schemas.microsoft.com/office/drawing/2014/main" id="{819096EB-12EF-4648-B059-E1E8DB6B8057}"/>
              </a:ext>
            </a:extLst>
          </p:cNvPr>
          <p:cNvSpPr>
            <a:spLocks noGrp="1"/>
          </p:cNvSpPr>
          <p:nvPr/>
        </p:nvSpPr>
        <p:spPr>
          <a:xfrm>
            <a:off x="7524019" y="3318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2" name="02_predicted_pose_4021">
            <a:extLst>
              <a:ext uri="{FF2B5EF4-FFF2-40B4-BE49-F238E27FC236}">
                <a16:creationId xmlns:a16="http://schemas.microsoft.com/office/drawing/2014/main" id="{48C2B224-AE26-4B8D-A217-60EB293AFC7B}"/>
              </a:ext>
            </a:extLst>
          </p:cNvPr>
          <p:cNvSpPr>
            <a:spLocks noGrp="1"/>
          </p:cNvSpPr>
          <p:nvPr/>
        </p:nvSpPr>
        <p:spPr>
          <a:xfrm>
            <a:off x="7494487" y="32193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3" name="02_predicted_pose_4022">
            <a:extLst>
              <a:ext uri="{FF2B5EF4-FFF2-40B4-BE49-F238E27FC236}">
                <a16:creationId xmlns:a16="http://schemas.microsoft.com/office/drawing/2014/main" id="{1186E5D9-6881-415F-8BCB-FCFE0645183D}"/>
              </a:ext>
            </a:extLst>
          </p:cNvPr>
          <p:cNvSpPr>
            <a:spLocks noGrp="1"/>
          </p:cNvSpPr>
          <p:nvPr/>
        </p:nvSpPr>
        <p:spPr>
          <a:xfrm>
            <a:off x="7592928" y="31966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4" name="02_predicted_pose_4023">
            <a:extLst>
              <a:ext uri="{FF2B5EF4-FFF2-40B4-BE49-F238E27FC236}">
                <a16:creationId xmlns:a16="http://schemas.microsoft.com/office/drawing/2014/main" id="{29992391-E38B-4B8D-A5D2-FC4BE8671C96}"/>
              </a:ext>
            </a:extLst>
          </p:cNvPr>
          <p:cNvSpPr>
            <a:spLocks noGrp="1"/>
          </p:cNvSpPr>
          <p:nvPr/>
        </p:nvSpPr>
        <p:spPr>
          <a:xfrm>
            <a:off x="7721630" y="32325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5" name="02_predicted_pose_4024">
            <a:extLst>
              <a:ext uri="{FF2B5EF4-FFF2-40B4-BE49-F238E27FC236}">
                <a16:creationId xmlns:a16="http://schemas.microsoft.com/office/drawing/2014/main" id="{3FEEFBCB-1F1D-4A53-8997-B79FEB21439B}"/>
              </a:ext>
            </a:extLst>
          </p:cNvPr>
          <p:cNvSpPr>
            <a:spLocks noGrp="1"/>
          </p:cNvSpPr>
          <p:nvPr/>
        </p:nvSpPr>
        <p:spPr>
          <a:xfrm>
            <a:off x="7456569" y="31924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6" name="02_predicted_pose_4025">
            <a:extLst>
              <a:ext uri="{FF2B5EF4-FFF2-40B4-BE49-F238E27FC236}">
                <a16:creationId xmlns:a16="http://schemas.microsoft.com/office/drawing/2014/main" id="{13F82482-1C5E-487D-BFEF-28F021DFDAE2}"/>
              </a:ext>
            </a:extLst>
          </p:cNvPr>
          <p:cNvSpPr>
            <a:spLocks noGrp="1"/>
          </p:cNvSpPr>
          <p:nvPr/>
        </p:nvSpPr>
        <p:spPr>
          <a:xfrm>
            <a:off x="7612251" y="3673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7" name="02_predicted_pose_4026">
            <a:extLst>
              <a:ext uri="{FF2B5EF4-FFF2-40B4-BE49-F238E27FC236}">
                <a16:creationId xmlns:a16="http://schemas.microsoft.com/office/drawing/2014/main" id="{80102DC7-0E25-4AD6-9A41-4A6220C2A178}"/>
              </a:ext>
            </a:extLst>
          </p:cNvPr>
          <p:cNvSpPr>
            <a:spLocks noGrp="1"/>
          </p:cNvSpPr>
          <p:nvPr/>
        </p:nvSpPr>
        <p:spPr>
          <a:xfrm>
            <a:off x="7626835" y="38996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8" name="02_predicted_pose_4027">
            <a:extLst>
              <a:ext uri="{FF2B5EF4-FFF2-40B4-BE49-F238E27FC236}">
                <a16:creationId xmlns:a16="http://schemas.microsoft.com/office/drawing/2014/main" id="{43055FBF-C6E4-4E27-8F76-A1EC7E6CF6AC}"/>
              </a:ext>
            </a:extLst>
          </p:cNvPr>
          <p:cNvSpPr>
            <a:spLocks noGrp="1"/>
          </p:cNvSpPr>
          <p:nvPr/>
        </p:nvSpPr>
        <p:spPr>
          <a:xfrm>
            <a:off x="7584906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9" name="02_predicted_pose_4028">
            <a:extLst>
              <a:ext uri="{FF2B5EF4-FFF2-40B4-BE49-F238E27FC236}">
                <a16:creationId xmlns:a16="http://schemas.microsoft.com/office/drawing/2014/main" id="{C8AA2869-48E0-41F3-A0FA-594AB7619E58}"/>
              </a:ext>
            </a:extLst>
          </p:cNvPr>
          <p:cNvSpPr>
            <a:spLocks noGrp="1"/>
          </p:cNvSpPr>
          <p:nvPr/>
        </p:nvSpPr>
        <p:spPr>
          <a:xfrm>
            <a:off x="7599491" y="3758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0" name="02_predicted_pose_4029">
            <a:extLst>
              <a:ext uri="{FF2B5EF4-FFF2-40B4-BE49-F238E27FC236}">
                <a16:creationId xmlns:a16="http://schemas.microsoft.com/office/drawing/2014/main" id="{4231F55C-9641-48CF-96AF-84B2E1BEC793}"/>
              </a:ext>
            </a:extLst>
          </p:cNvPr>
          <p:cNvSpPr>
            <a:spLocks noGrp="1"/>
          </p:cNvSpPr>
          <p:nvPr/>
        </p:nvSpPr>
        <p:spPr>
          <a:xfrm>
            <a:off x="7614074" y="3733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1" name="02_predicted_pose_4030">
            <a:extLst>
              <a:ext uri="{FF2B5EF4-FFF2-40B4-BE49-F238E27FC236}">
                <a16:creationId xmlns:a16="http://schemas.microsoft.com/office/drawing/2014/main" id="{D3D89F5A-15D4-4488-83D7-EC499B35BA37}"/>
              </a:ext>
            </a:extLst>
          </p:cNvPr>
          <p:cNvSpPr>
            <a:spLocks noGrp="1"/>
          </p:cNvSpPr>
          <p:nvPr/>
        </p:nvSpPr>
        <p:spPr>
          <a:xfrm>
            <a:off x="7643242" y="37232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2" name="02_predicted_pose_4031">
            <a:extLst>
              <a:ext uri="{FF2B5EF4-FFF2-40B4-BE49-F238E27FC236}">
                <a16:creationId xmlns:a16="http://schemas.microsoft.com/office/drawing/2014/main" id="{ECAD27CC-C5A2-49AC-9249-2C0B003A104E}"/>
              </a:ext>
            </a:extLst>
          </p:cNvPr>
          <p:cNvSpPr>
            <a:spLocks noGrp="1"/>
          </p:cNvSpPr>
          <p:nvPr/>
        </p:nvSpPr>
        <p:spPr>
          <a:xfrm>
            <a:off x="7657826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3" name="02_predicted_pose_4032">
            <a:extLst>
              <a:ext uri="{FF2B5EF4-FFF2-40B4-BE49-F238E27FC236}">
                <a16:creationId xmlns:a16="http://schemas.microsoft.com/office/drawing/2014/main" id="{E1D4821D-952D-4082-B770-741E41054E74}"/>
              </a:ext>
            </a:extLst>
          </p:cNvPr>
          <p:cNvSpPr>
            <a:spLocks noGrp="1"/>
          </p:cNvSpPr>
          <p:nvPr/>
        </p:nvSpPr>
        <p:spPr>
          <a:xfrm>
            <a:off x="7460579" y="39432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4" name="02_predicted_pose_4033">
            <a:extLst>
              <a:ext uri="{FF2B5EF4-FFF2-40B4-BE49-F238E27FC236}">
                <a16:creationId xmlns:a16="http://schemas.microsoft.com/office/drawing/2014/main" id="{48D42A37-7F87-4D8C-976D-B25F65B754A5}"/>
              </a:ext>
            </a:extLst>
          </p:cNvPr>
          <p:cNvSpPr>
            <a:spLocks noGrp="1"/>
          </p:cNvSpPr>
          <p:nvPr/>
        </p:nvSpPr>
        <p:spPr>
          <a:xfrm>
            <a:off x="7569229" y="36585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5" name="02_predicted_pose_4034">
            <a:extLst>
              <a:ext uri="{FF2B5EF4-FFF2-40B4-BE49-F238E27FC236}">
                <a16:creationId xmlns:a16="http://schemas.microsoft.com/office/drawing/2014/main" id="{D01DB5D8-71A3-49F3-8F0A-A27EC53DCFF1}"/>
              </a:ext>
            </a:extLst>
          </p:cNvPr>
          <p:cNvSpPr>
            <a:spLocks noGrp="1"/>
          </p:cNvSpPr>
          <p:nvPr/>
        </p:nvSpPr>
        <p:spPr>
          <a:xfrm>
            <a:off x="7612980" y="3694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6" name="02_predicted_pose_4035">
            <a:extLst>
              <a:ext uri="{FF2B5EF4-FFF2-40B4-BE49-F238E27FC236}">
                <a16:creationId xmlns:a16="http://schemas.microsoft.com/office/drawing/2014/main" id="{82A9F5EB-AF88-4756-B558-4D2E0C4FDBA8}"/>
              </a:ext>
            </a:extLst>
          </p:cNvPr>
          <p:cNvSpPr>
            <a:spLocks noGrp="1"/>
          </p:cNvSpPr>
          <p:nvPr/>
        </p:nvSpPr>
        <p:spPr>
          <a:xfrm>
            <a:off x="7627564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7" name="02_predicted_pose_4036">
            <a:extLst>
              <a:ext uri="{FF2B5EF4-FFF2-40B4-BE49-F238E27FC236}">
                <a16:creationId xmlns:a16="http://schemas.microsoft.com/office/drawing/2014/main" id="{849FFA1B-5C9D-4858-8AB0-FD6483BCFB5D}"/>
              </a:ext>
            </a:extLst>
          </p:cNvPr>
          <p:cNvSpPr>
            <a:spLocks noGrp="1"/>
          </p:cNvSpPr>
          <p:nvPr/>
        </p:nvSpPr>
        <p:spPr>
          <a:xfrm>
            <a:off x="7656732" y="36115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8" name="02_predicted_pose_4037">
            <a:extLst>
              <a:ext uri="{FF2B5EF4-FFF2-40B4-BE49-F238E27FC236}">
                <a16:creationId xmlns:a16="http://schemas.microsoft.com/office/drawing/2014/main" id="{EF3FAE48-4DA2-4F20-BDDC-1F2655C72B86}"/>
              </a:ext>
            </a:extLst>
          </p:cNvPr>
          <p:cNvSpPr>
            <a:spLocks noGrp="1"/>
          </p:cNvSpPr>
          <p:nvPr/>
        </p:nvSpPr>
        <p:spPr>
          <a:xfrm>
            <a:off x="7541155" y="3862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9" name="02_predicted_pose_4038">
            <a:extLst>
              <a:ext uri="{FF2B5EF4-FFF2-40B4-BE49-F238E27FC236}">
                <a16:creationId xmlns:a16="http://schemas.microsoft.com/office/drawing/2014/main" id="{B9F3F79C-A49B-4BA8-A981-BE9C3935A539}"/>
              </a:ext>
            </a:extLst>
          </p:cNvPr>
          <p:cNvSpPr>
            <a:spLocks noGrp="1"/>
          </p:cNvSpPr>
          <p:nvPr/>
        </p:nvSpPr>
        <p:spPr>
          <a:xfrm>
            <a:off x="7570322" y="3945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0" name="02_predicted_pose_4039">
            <a:extLst>
              <a:ext uri="{FF2B5EF4-FFF2-40B4-BE49-F238E27FC236}">
                <a16:creationId xmlns:a16="http://schemas.microsoft.com/office/drawing/2014/main" id="{4FF58FB9-B296-45CF-886D-6A0D2F0C88C1}"/>
              </a:ext>
            </a:extLst>
          </p:cNvPr>
          <p:cNvSpPr>
            <a:spLocks noGrp="1"/>
          </p:cNvSpPr>
          <p:nvPr/>
        </p:nvSpPr>
        <p:spPr>
          <a:xfrm>
            <a:off x="7599491" y="38312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1" name="02_predicted_pose_4040">
            <a:extLst>
              <a:ext uri="{FF2B5EF4-FFF2-40B4-BE49-F238E27FC236}">
                <a16:creationId xmlns:a16="http://schemas.microsoft.com/office/drawing/2014/main" id="{EF0D97F0-2AC0-4B8F-A7F0-9D63D7A77A1A}"/>
              </a:ext>
            </a:extLst>
          </p:cNvPr>
          <p:cNvSpPr>
            <a:spLocks noGrp="1"/>
          </p:cNvSpPr>
          <p:nvPr/>
        </p:nvSpPr>
        <p:spPr>
          <a:xfrm>
            <a:off x="7628658" y="38698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2" name="02_predicted_pose_4041">
            <a:extLst>
              <a:ext uri="{FF2B5EF4-FFF2-40B4-BE49-F238E27FC236}">
                <a16:creationId xmlns:a16="http://schemas.microsoft.com/office/drawing/2014/main" id="{36C9A606-3EAD-4A7B-9FEC-66EFE5DD4357}"/>
              </a:ext>
            </a:extLst>
          </p:cNvPr>
          <p:cNvSpPr>
            <a:spLocks noGrp="1"/>
          </p:cNvSpPr>
          <p:nvPr/>
        </p:nvSpPr>
        <p:spPr>
          <a:xfrm>
            <a:off x="7657826" y="39560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3" name="02_predicted_pose_4042">
            <a:extLst>
              <a:ext uri="{FF2B5EF4-FFF2-40B4-BE49-F238E27FC236}">
                <a16:creationId xmlns:a16="http://schemas.microsoft.com/office/drawing/2014/main" id="{B2FE87D8-71A4-45A3-97CE-21C37497A9D4}"/>
              </a:ext>
            </a:extLst>
          </p:cNvPr>
          <p:cNvSpPr>
            <a:spLocks noGrp="1"/>
          </p:cNvSpPr>
          <p:nvPr/>
        </p:nvSpPr>
        <p:spPr>
          <a:xfrm>
            <a:off x="7555374" y="39584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4" name="02_predicted_pose_4043">
            <a:extLst>
              <a:ext uri="{FF2B5EF4-FFF2-40B4-BE49-F238E27FC236}">
                <a16:creationId xmlns:a16="http://schemas.microsoft.com/office/drawing/2014/main" id="{F2EAE1BE-25BA-41F1-BC37-B9DC63C3EBE9}"/>
              </a:ext>
            </a:extLst>
          </p:cNvPr>
          <p:cNvSpPr>
            <a:spLocks noGrp="1"/>
          </p:cNvSpPr>
          <p:nvPr/>
        </p:nvSpPr>
        <p:spPr>
          <a:xfrm>
            <a:off x="7679337" y="359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5" name="02_predicted_pose_4044">
            <a:extLst>
              <a:ext uri="{FF2B5EF4-FFF2-40B4-BE49-F238E27FC236}">
                <a16:creationId xmlns:a16="http://schemas.microsoft.com/office/drawing/2014/main" id="{7F597714-C49F-4A5A-BCCC-7E6CE7C284BA}"/>
              </a:ext>
            </a:extLst>
          </p:cNvPr>
          <p:cNvSpPr>
            <a:spLocks noGrp="1"/>
          </p:cNvSpPr>
          <p:nvPr/>
        </p:nvSpPr>
        <p:spPr>
          <a:xfrm>
            <a:off x="7693921" y="36046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6" name="02_predicted_pose_4045">
            <a:extLst>
              <a:ext uri="{FF2B5EF4-FFF2-40B4-BE49-F238E27FC236}">
                <a16:creationId xmlns:a16="http://schemas.microsoft.com/office/drawing/2014/main" id="{EF964AD8-F5AF-4EBE-8138-C18790EA3AAA}"/>
              </a:ext>
            </a:extLst>
          </p:cNvPr>
          <p:cNvSpPr>
            <a:spLocks noGrp="1"/>
          </p:cNvSpPr>
          <p:nvPr/>
        </p:nvSpPr>
        <p:spPr>
          <a:xfrm>
            <a:off x="7464225" y="3172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7" name="02_predicted_pose_4046">
            <a:extLst>
              <a:ext uri="{FF2B5EF4-FFF2-40B4-BE49-F238E27FC236}">
                <a16:creationId xmlns:a16="http://schemas.microsoft.com/office/drawing/2014/main" id="{F1329315-6E15-4C92-98BA-0621159E0ABE}"/>
              </a:ext>
            </a:extLst>
          </p:cNvPr>
          <p:cNvSpPr>
            <a:spLocks noGrp="1"/>
          </p:cNvSpPr>
          <p:nvPr/>
        </p:nvSpPr>
        <p:spPr>
          <a:xfrm>
            <a:off x="7477351" y="40896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8" name="02_predicted_pose_4047">
            <a:extLst>
              <a:ext uri="{FF2B5EF4-FFF2-40B4-BE49-F238E27FC236}">
                <a16:creationId xmlns:a16="http://schemas.microsoft.com/office/drawing/2014/main" id="{9A5D2F83-99E6-46E2-B8C5-69DD7B021D43}"/>
              </a:ext>
            </a:extLst>
          </p:cNvPr>
          <p:cNvSpPr>
            <a:spLocks noGrp="1"/>
          </p:cNvSpPr>
          <p:nvPr/>
        </p:nvSpPr>
        <p:spPr>
          <a:xfrm>
            <a:off x="7521467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9" name="02_predicted_pose_4048">
            <a:extLst>
              <a:ext uri="{FF2B5EF4-FFF2-40B4-BE49-F238E27FC236}">
                <a16:creationId xmlns:a16="http://schemas.microsoft.com/office/drawing/2014/main" id="{AB7C86CB-1B51-4518-8D0A-921A629010A4}"/>
              </a:ext>
            </a:extLst>
          </p:cNvPr>
          <p:cNvSpPr>
            <a:spLocks noGrp="1"/>
          </p:cNvSpPr>
          <p:nvPr/>
        </p:nvSpPr>
        <p:spPr>
          <a:xfrm>
            <a:off x="7482820" y="3925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0" name="02_predicted_pose_4049">
            <a:extLst>
              <a:ext uri="{FF2B5EF4-FFF2-40B4-BE49-F238E27FC236}">
                <a16:creationId xmlns:a16="http://schemas.microsoft.com/office/drawing/2014/main" id="{1BD8572B-3DC8-4D82-9BB8-585DCFD33EE1}"/>
              </a:ext>
            </a:extLst>
          </p:cNvPr>
          <p:cNvSpPr>
            <a:spLocks noGrp="1"/>
          </p:cNvSpPr>
          <p:nvPr/>
        </p:nvSpPr>
        <p:spPr>
          <a:xfrm>
            <a:off x="7427766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1" name="02_predicted_pose_4050">
            <a:extLst>
              <a:ext uri="{FF2B5EF4-FFF2-40B4-BE49-F238E27FC236}">
                <a16:creationId xmlns:a16="http://schemas.microsoft.com/office/drawing/2014/main" id="{D1856710-B74E-4341-BADC-74CBEE9749AD}"/>
              </a:ext>
            </a:extLst>
          </p:cNvPr>
          <p:cNvSpPr>
            <a:spLocks noGrp="1"/>
          </p:cNvSpPr>
          <p:nvPr/>
        </p:nvSpPr>
        <p:spPr>
          <a:xfrm>
            <a:off x="7567770" y="39712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2" name="02_predicted_pose_4051">
            <a:extLst>
              <a:ext uri="{FF2B5EF4-FFF2-40B4-BE49-F238E27FC236}">
                <a16:creationId xmlns:a16="http://schemas.microsoft.com/office/drawing/2014/main" id="{78B1E840-F1B1-416C-912B-13598DC1441B}"/>
              </a:ext>
            </a:extLst>
          </p:cNvPr>
          <p:cNvSpPr>
            <a:spLocks noGrp="1"/>
          </p:cNvSpPr>
          <p:nvPr/>
        </p:nvSpPr>
        <p:spPr>
          <a:xfrm>
            <a:off x="7582355" y="40033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3" name="02_predicted_pose_4052">
            <a:extLst>
              <a:ext uri="{FF2B5EF4-FFF2-40B4-BE49-F238E27FC236}">
                <a16:creationId xmlns:a16="http://schemas.microsoft.com/office/drawing/2014/main" id="{105DE086-700B-4A2F-91DB-9A81B17D8410}"/>
              </a:ext>
            </a:extLst>
          </p:cNvPr>
          <p:cNvSpPr>
            <a:spLocks noGrp="1"/>
          </p:cNvSpPr>
          <p:nvPr/>
        </p:nvSpPr>
        <p:spPr>
          <a:xfrm>
            <a:off x="7596938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4" name="02_predicted_pose_4053">
            <a:extLst>
              <a:ext uri="{FF2B5EF4-FFF2-40B4-BE49-F238E27FC236}">
                <a16:creationId xmlns:a16="http://schemas.microsoft.com/office/drawing/2014/main" id="{938B84DE-F6AC-423E-B7C9-3EBA842853E2}"/>
              </a:ext>
            </a:extLst>
          </p:cNvPr>
          <p:cNvSpPr>
            <a:spLocks noGrp="1"/>
          </p:cNvSpPr>
          <p:nvPr/>
        </p:nvSpPr>
        <p:spPr>
          <a:xfrm>
            <a:off x="7611522" y="4001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5" name="02_predicted_pose_4054">
            <a:extLst>
              <a:ext uri="{FF2B5EF4-FFF2-40B4-BE49-F238E27FC236}">
                <a16:creationId xmlns:a16="http://schemas.microsoft.com/office/drawing/2014/main" id="{4A3FCF69-AC44-4569-BB47-86017353E038}"/>
              </a:ext>
            </a:extLst>
          </p:cNvPr>
          <p:cNvSpPr>
            <a:spLocks noGrp="1"/>
          </p:cNvSpPr>
          <p:nvPr/>
        </p:nvSpPr>
        <p:spPr>
          <a:xfrm>
            <a:off x="7394587" y="3999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6" name="02_predicted_pose_4055">
            <a:extLst>
              <a:ext uri="{FF2B5EF4-FFF2-40B4-BE49-F238E27FC236}">
                <a16:creationId xmlns:a16="http://schemas.microsoft.com/office/drawing/2014/main" id="{B3249137-9830-454A-A39F-323F111268D7}"/>
              </a:ext>
            </a:extLst>
          </p:cNvPr>
          <p:cNvSpPr>
            <a:spLocks noGrp="1"/>
          </p:cNvSpPr>
          <p:nvPr/>
        </p:nvSpPr>
        <p:spPr>
          <a:xfrm>
            <a:off x="7423755" y="40512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7" name="02_predicted_pose_4056">
            <a:extLst>
              <a:ext uri="{FF2B5EF4-FFF2-40B4-BE49-F238E27FC236}">
                <a16:creationId xmlns:a16="http://schemas.microsoft.com/office/drawing/2014/main" id="{9B593CBA-6FFC-41C6-ABB2-AC3BD647BA5F}"/>
              </a:ext>
            </a:extLst>
          </p:cNvPr>
          <p:cNvSpPr>
            <a:spLocks noGrp="1"/>
          </p:cNvSpPr>
          <p:nvPr/>
        </p:nvSpPr>
        <p:spPr>
          <a:xfrm>
            <a:off x="7647617" y="34772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8" name="02_predicted_pose_4057">
            <a:extLst>
              <a:ext uri="{FF2B5EF4-FFF2-40B4-BE49-F238E27FC236}">
                <a16:creationId xmlns:a16="http://schemas.microsoft.com/office/drawing/2014/main" id="{5EC326D8-CC26-4235-B28E-0A86F06209CE}"/>
              </a:ext>
            </a:extLst>
          </p:cNvPr>
          <p:cNvSpPr>
            <a:spLocks noGrp="1"/>
          </p:cNvSpPr>
          <p:nvPr/>
        </p:nvSpPr>
        <p:spPr>
          <a:xfrm>
            <a:off x="7684441" y="4071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9" name="02_predicted_pose_4058">
            <a:extLst>
              <a:ext uri="{FF2B5EF4-FFF2-40B4-BE49-F238E27FC236}">
                <a16:creationId xmlns:a16="http://schemas.microsoft.com/office/drawing/2014/main" id="{68A30BA3-C454-4E24-A2A2-69CD82C5B7D6}"/>
              </a:ext>
            </a:extLst>
          </p:cNvPr>
          <p:cNvSpPr>
            <a:spLocks noGrp="1"/>
          </p:cNvSpPr>
          <p:nvPr/>
        </p:nvSpPr>
        <p:spPr>
          <a:xfrm>
            <a:off x="8702030" y="364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0" name="02_predicted_pose_4059">
            <a:extLst>
              <a:ext uri="{FF2B5EF4-FFF2-40B4-BE49-F238E27FC236}">
                <a16:creationId xmlns:a16="http://schemas.microsoft.com/office/drawing/2014/main" id="{CC225024-37CC-45F5-B661-E64BBCE029B9}"/>
              </a:ext>
            </a:extLst>
          </p:cNvPr>
          <p:cNvSpPr>
            <a:spLocks noGrp="1"/>
          </p:cNvSpPr>
          <p:nvPr/>
        </p:nvSpPr>
        <p:spPr>
          <a:xfrm>
            <a:off x="8716613" y="36424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1" name="02_predicted_pose_4060">
            <a:extLst>
              <a:ext uri="{FF2B5EF4-FFF2-40B4-BE49-F238E27FC236}">
                <a16:creationId xmlns:a16="http://schemas.microsoft.com/office/drawing/2014/main" id="{966A3875-B4AA-47A1-AC50-560B0D436295}"/>
              </a:ext>
            </a:extLst>
          </p:cNvPr>
          <p:cNvSpPr>
            <a:spLocks noGrp="1"/>
          </p:cNvSpPr>
          <p:nvPr/>
        </p:nvSpPr>
        <p:spPr>
          <a:xfrm>
            <a:off x="8731197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2" name="02_predicted_pose_4061">
            <a:extLst>
              <a:ext uri="{FF2B5EF4-FFF2-40B4-BE49-F238E27FC236}">
                <a16:creationId xmlns:a16="http://schemas.microsoft.com/office/drawing/2014/main" id="{8F08DB15-3F76-4270-8E17-EC8774B91ED0}"/>
              </a:ext>
            </a:extLst>
          </p:cNvPr>
          <p:cNvSpPr>
            <a:spLocks noGrp="1"/>
          </p:cNvSpPr>
          <p:nvPr/>
        </p:nvSpPr>
        <p:spPr>
          <a:xfrm>
            <a:off x="8745782" y="3613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3" name="02_predicted_pose_4062">
            <a:extLst>
              <a:ext uri="{FF2B5EF4-FFF2-40B4-BE49-F238E27FC236}">
                <a16:creationId xmlns:a16="http://schemas.microsoft.com/office/drawing/2014/main" id="{CE4F623A-3158-4E55-A849-7911355AED23}"/>
              </a:ext>
            </a:extLst>
          </p:cNvPr>
          <p:cNvSpPr>
            <a:spLocks noGrp="1"/>
          </p:cNvSpPr>
          <p:nvPr/>
        </p:nvSpPr>
        <p:spPr>
          <a:xfrm>
            <a:off x="8760365" y="3684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4" name="02_predicted_pose_4063">
            <a:extLst>
              <a:ext uri="{FF2B5EF4-FFF2-40B4-BE49-F238E27FC236}">
                <a16:creationId xmlns:a16="http://schemas.microsoft.com/office/drawing/2014/main" id="{C652A79E-82D9-4791-8DA1-EB1BC9FF4A59}"/>
              </a:ext>
            </a:extLst>
          </p:cNvPr>
          <p:cNvSpPr>
            <a:spLocks noGrp="1"/>
          </p:cNvSpPr>
          <p:nvPr/>
        </p:nvSpPr>
        <p:spPr>
          <a:xfrm>
            <a:off x="8774949" y="3666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5" name="02_predicted_pose_4064">
            <a:extLst>
              <a:ext uri="{FF2B5EF4-FFF2-40B4-BE49-F238E27FC236}">
                <a16:creationId xmlns:a16="http://schemas.microsoft.com/office/drawing/2014/main" id="{EBF2B01F-3494-4C25-AF55-2B3768B3A5D6}"/>
              </a:ext>
            </a:extLst>
          </p:cNvPr>
          <p:cNvSpPr>
            <a:spLocks noGrp="1"/>
          </p:cNvSpPr>
          <p:nvPr/>
        </p:nvSpPr>
        <p:spPr>
          <a:xfrm>
            <a:off x="8789532" y="366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6" name="02_predicted_pose_4065">
            <a:extLst>
              <a:ext uri="{FF2B5EF4-FFF2-40B4-BE49-F238E27FC236}">
                <a16:creationId xmlns:a16="http://schemas.microsoft.com/office/drawing/2014/main" id="{D3CB3279-75B5-4599-84E1-A3C25A6D11F9}"/>
              </a:ext>
            </a:extLst>
          </p:cNvPr>
          <p:cNvSpPr>
            <a:spLocks noGrp="1"/>
          </p:cNvSpPr>
          <p:nvPr/>
        </p:nvSpPr>
        <p:spPr>
          <a:xfrm>
            <a:off x="8804116" y="3714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7" name="02_predicted_pose_4066">
            <a:extLst>
              <a:ext uri="{FF2B5EF4-FFF2-40B4-BE49-F238E27FC236}">
                <a16:creationId xmlns:a16="http://schemas.microsoft.com/office/drawing/2014/main" id="{8D9A4BA4-DD72-45B3-9540-F143366B326A}"/>
              </a:ext>
            </a:extLst>
          </p:cNvPr>
          <p:cNvSpPr>
            <a:spLocks noGrp="1"/>
          </p:cNvSpPr>
          <p:nvPr/>
        </p:nvSpPr>
        <p:spPr>
          <a:xfrm>
            <a:off x="8818701" y="36497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8" name="02_predicted_pose_4067">
            <a:extLst>
              <a:ext uri="{FF2B5EF4-FFF2-40B4-BE49-F238E27FC236}">
                <a16:creationId xmlns:a16="http://schemas.microsoft.com/office/drawing/2014/main" id="{D04A6096-EE86-4799-83C4-135189ED40C9}"/>
              </a:ext>
            </a:extLst>
          </p:cNvPr>
          <p:cNvSpPr>
            <a:spLocks noGrp="1"/>
          </p:cNvSpPr>
          <p:nvPr/>
        </p:nvSpPr>
        <p:spPr>
          <a:xfrm>
            <a:off x="8833284" y="3575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9" name="02_predicted_pose_4068">
            <a:extLst>
              <a:ext uri="{FF2B5EF4-FFF2-40B4-BE49-F238E27FC236}">
                <a16:creationId xmlns:a16="http://schemas.microsoft.com/office/drawing/2014/main" id="{AA5CACE5-5ACA-43A1-819B-E04E5075C278}"/>
              </a:ext>
            </a:extLst>
          </p:cNvPr>
          <p:cNvSpPr>
            <a:spLocks noGrp="1"/>
          </p:cNvSpPr>
          <p:nvPr/>
        </p:nvSpPr>
        <p:spPr>
          <a:xfrm>
            <a:off x="8716249" y="37286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0" name="02_predicted_pose_4069">
            <a:extLst>
              <a:ext uri="{FF2B5EF4-FFF2-40B4-BE49-F238E27FC236}">
                <a16:creationId xmlns:a16="http://schemas.microsoft.com/office/drawing/2014/main" id="{D38B51FE-B2B9-4F60-8242-85CF8B8715BD}"/>
              </a:ext>
            </a:extLst>
          </p:cNvPr>
          <p:cNvSpPr>
            <a:spLocks noGrp="1"/>
          </p:cNvSpPr>
          <p:nvPr/>
        </p:nvSpPr>
        <p:spPr>
          <a:xfrm>
            <a:off x="8814690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1" name="02_predicted_pose_4070">
            <a:extLst>
              <a:ext uri="{FF2B5EF4-FFF2-40B4-BE49-F238E27FC236}">
                <a16:creationId xmlns:a16="http://schemas.microsoft.com/office/drawing/2014/main" id="{7E55D7B0-8476-483C-BEC3-E1779ACED384}"/>
              </a:ext>
            </a:extLst>
          </p:cNvPr>
          <p:cNvSpPr>
            <a:spLocks noGrp="1"/>
          </p:cNvSpPr>
          <p:nvPr/>
        </p:nvSpPr>
        <p:spPr>
          <a:xfrm>
            <a:off x="8913131" y="366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2" name="02_predicted_pose_4071">
            <a:extLst>
              <a:ext uri="{FF2B5EF4-FFF2-40B4-BE49-F238E27FC236}">
                <a16:creationId xmlns:a16="http://schemas.microsoft.com/office/drawing/2014/main" id="{2A51840B-6915-4FFE-A504-0E4DA5A62AE1}"/>
              </a:ext>
            </a:extLst>
          </p:cNvPr>
          <p:cNvSpPr>
            <a:spLocks noGrp="1"/>
          </p:cNvSpPr>
          <p:nvPr/>
        </p:nvSpPr>
        <p:spPr>
          <a:xfrm>
            <a:off x="8648069" y="36913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3" name="02_predicted_pose_4072">
            <a:extLst>
              <a:ext uri="{FF2B5EF4-FFF2-40B4-BE49-F238E27FC236}">
                <a16:creationId xmlns:a16="http://schemas.microsoft.com/office/drawing/2014/main" id="{17429BD0-6340-4B3B-86DC-54A94443EB72}"/>
              </a:ext>
            </a:extLst>
          </p:cNvPr>
          <p:cNvSpPr>
            <a:spLocks noGrp="1"/>
          </p:cNvSpPr>
          <p:nvPr/>
        </p:nvSpPr>
        <p:spPr>
          <a:xfrm>
            <a:off x="8746511" y="35080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4" name="02_predicted_pose_4073">
            <a:extLst>
              <a:ext uri="{FF2B5EF4-FFF2-40B4-BE49-F238E27FC236}">
                <a16:creationId xmlns:a16="http://schemas.microsoft.com/office/drawing/2014/main" id="{AC6BE8E9-24E3-48C1-B198-3BF26E9661E6}"/>
              </a:ext>
            </a:extLst>
          </p:cNvPr>
          <p:cNvSpPr>
            <a:spLocks noGrp="1"/>
          </p:cNvSpPr>
          <p:nvPr/>
        </p:nvSpPr>
        <p:spPr>
          <a:xfrm>
            <a:off x="8844951" y="35980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5" name="02_predicted_pose_4074">
            <a:extLst>
              <a:ext uri="{FF2B5EF4-FFF2-40B4-BE49-F238E27FC236}">
                <a16:creationId xmlns:a16="http://schemas.microsoft.com/office/drawing/2014/main" id="{9E72774D-9013-4857-B829-AEF1A093A671}"/>
              </a:ext>
            </a:extLst>
          </p:cNvPr>
          <p:cNvSpPr>
            <a:spLocks noGrp="1"/>
          </p:cNvSpPr>
          <p:nvPr/>
        </p:nvSpPr>
        <p:spPr>
          <a:xfrm>
            <a:off x="8943392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6" name="02_predicted_pose_4075">
            <a:extLst>
              <a:ext uri="{FF2B5EF4-FFF2-40B4-BE49-F238E27FC236}">
                <a16:creationId xmlns:a16="http://schemas.microsoft.com/office/drawing/2014/main" id="{220D8EB3-EBD0-4460-8932-A80D19AC13D1}"/>
              </a:ext>
            </a:extLst>
          </p:cNvPr>
          <p:cNvSpPr>
            <a:spLocks noGrp="1"/>
          </p:cNvSpPr>
          <p:nvPr/>
        </p:nvSpPr>
        <p:spPr>
          <a:xfrm>
            <a:off x="8678330" y="34927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7" name="02_predicted_pose_4076">
            <a:extLst>
              <a:ext uri="{FF2B5EF4-FFF2-40B4-BE49-F238E27FC236}">
                <a16:creationId xmlns:a16="http://schemas.microsoft.com/office/drawing/2014/main" id="{E83CC221-E8A2-4A68-B022-E4FCBD7EA655}"/>
              </a:ext>
            </a:extLst>
          </p:cNvPr>
          <p:cNvSpPr>
            <a:spLocks noGrp="1"/>
          </p:cNvSpPr>
          <p:nvPr/>
        </p:nvSpPr>
        <p:spPr>
          <a:xfrm>
            <a:off x="8776772" y="35982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8" name="02_predicted_pose_4077">
            <a:extLst>
              <a:ext uri="{FF2B5EF4-FFF2-40B4-BE49-F238E27FC236}">
                <a16:creationId xmlns:a16="http://schemas.microsoft.com/office/drawing/2014/main" id="{AF56A024-2823-4B40-8017-892D5CA503C4}"/>
              </a:ext>
            </a:extLst>
          </p:cNvPr>
          <p:cNvSpPr>
            <a:spLocks noGrp="1"/>
          </p:cNvSpPr>
          <p:nvPr/>
        </p:nvSpPr>
        <p:spPr>
          <a:xfrm>
            <a:off x="8875213" y="36554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9" name="02_predicted_pose_4078">
            <a:extLst>
              <a:ext uri="{FF2B5EF4-FFF2-40B4-BE49-F238E27FC236}">
                <a16:creationId xmlns:a16="http://schemas.microsoft.com/office/drawing/2014/main" id="{92DC9CB8-AFE4-4411-9ACD-543D488F0FE3}"/>
              </a:ext>
            </a:extLst>
          </p:cNvPr>
          <p:cNvSpPr>
            <a:spLocks noGrp="1"/>
          </p:cNvSpPr>
          <p:nvPr/>
        </p:nvSpPr>
        <p:spPr>
          <a:xfrm>
            <a:off x="8730833" y="36386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0" name="02_predicted_pose_4079">
            <a:extLst>
              <a:ext uri="{FF2B5EF4-FFF2-40B4-BE49-F238E27FC236}">
                <a16:creationId xmlns:a16="http://schemas.microsoft.com/office/drawing/2014/main" id="{A3CEF001-D29D-4143-B273-2914F9E991D8}"/>
              </a:ext>
            </a:extLst>
          </p:cNvPr>
          <p:cNvSpPr>
            <a:spLocks noGrp="1"/>
          </p:cNvSpPr>
          <p:nvPr/>
        </p:nvSpPr>
        <p:spPr>
          <a:xfrm>
            <a:off x="8829273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1" name="02_predicted_pose_4080">
            <a:extLst>
              <a:ext uri="{FF2B5EF4-FFF2-40B4-BE49-F238E27FC236}">
                <a16:creationId xmlns:a16="http://schemas.microsoft.com/office/drawing/2014/main" id="{5F79A282-2EFA-4C3B-96FD-CF42CFFD25C6}"/>
              </a:ext>
            </a:extLst>
          </p:cNvPr>
          <p:cNvSpPr>
            <a:spLocks noGrp="1"/>
          </p:cNvSpPr>
          <p:nvPr/>
        </p:nvSpPr>
        <p:spPr>
          <a:xfrm>
            <a:off x="8927714" y="3583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2" name="02_predicted_pose_4081">
            <a:extLst>
              <a:ext uri="{FF2B5EF4-FFF2-40B4-BE49-F238E27FC236}">
                <a16:creationId xmlns:a16="http://schemas.microsoft.com/office/drawing/2014/main" id="{AE0D0E45-D4A1-47F4-9F75-997C75FF6665}"/>
              </a:ext>
            </a:extLst>
          </p:cNvPr>
          <p:cNvSpPr>
            <a:spLocks noGrp="1"/>
          </p:cNvSpPr>
          <p:nvPr/>
        </p:nvSpPr>
        <p:spPr>
          <a:xfrm>
            <a:off x="8662654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3" name="02_predicted_pose_4082">
            <a:extLst>
              <a:ext uri="{FF2B5EF4-FFF2-40B4-BE49-F238E27FC236}">
                <a16:creationId xmlns:a16="http://schemas.microsoft.com/office/drawing/2014/main" id="{81752142-CD6D-4234-A39F-E17004A10DF2}"/>
              </a:ext>
            </a:extLst>
          </p:cNvPr>
          <p:cNvSpPr>
            <a:spLocks noGrp="1"/>
          </p:cNvSpPr>
          <p:nvPr/>
        </p:nvSpPr>
        <p:spPr>
          <a:xfrm>
            <a:off x="8761094" y="36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4" name="02_predicted_pose_4083">
            <a:extLst>
              <a:ext uri="{FF2B5EF4-FFF2-40B4-BE49-F238E27FC236}">
                <a16:creationId xmlns:a16="http://schemas.microsoft.com/office/drawing/2014/main" id="{F027F89C-684E-41D7-BFAE-6677C7370531}"/>
              </a:ext>
            </a:extLst>
          </p:cNvPr>
          <p:cNvSpPr>
            <a:spLocks noGrp="1"/>
          </p:cNvSpPr>
          <p:nvPr/>
        </p:nvSpPr>
        <p:spPr>
          <a:xfrm>
            <a:off x="8859535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5" name="02_predicted_pose_4084">
            <a:extLst>
              <a:ext uri="{FF2B5EF4-FFF2-40B4-BE49-F238E27FC236}">
                <a16:creationId xmlns:a16="http://schemas.microsoft.com/office/drawing/2014/main" id="{235ED9DB-1351-4596-A5E1-4B610D998013}"/>
              </a:ext>
            </a:extLst>
          </p:cNvPr>
          <p:cNvSpPr>
            <a:spLocks noGrp="1"/>
          </p:cNvSpPr>
          <p:nvPr/>
        </p:nvSpPr>
        <p:spPr>
          <a:xfrm>
            <a:off x="8594473" y="35562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6" name="02_predicted_pose_4085">
            <a:extLst>
              <a:ext uri="{FF2B5EF4-FFF2-40B4-BE49-F238E27FC236}">
                <a16:creationId xmlns:a16="http://schemas.microsoft.com/office/drawing/2014/main" id="{A3CDAA6D-D438-4CBF-873E-BB2322926CC9}"/>
              </a:ext>
            </a:extLst>
          </p:cNvPr>
          <p:cNvSpPr>
            <a:spLocks noGrp="1"/>
          </p:cNvSpPr>
          <p:nvPr/>
        </p:nvSpPr>
        <p:spPr>
          <a:xfrm>
            <a:off x="8692915" y="36876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7" name="02_predicted_pose_4086">
            <a:extLst>
              <a:ext uri="{FF2B5EF4-FFF2-40B4-BE49-F238E27FC236}">
                <a16:creationId xmlns:a16="http://schemas.microsoft.com/office/drawing/2014/main" id="{5BE26CB3-9D1C-45C3-89E2-93714D3D641E}"/>
              </a:ext>
            </a:extLst>
          </p:cNvPr>
          <p:cNvSpPr>
            <a:spLocks noGrp="1"/>
          </p:cNvSpPr>
          <p:nvPr/>
        </p:nvSpPr>
        <p:spPr>
          <a:xfrm>
            <a:off x="8791356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8" name="02_predicted_pose_4087">
            <a:extLst>
              <a:ext uri="{FF2B5EF4-FFF2-40B4-BE49-F238E27FC236}">
                <a16:creationId xmlns:a16="http://schemas.microsoft.com/office/drawing/2014/main" id="{13EC82AA-5711-474C-91CC-5C88413E2722}"/>
              </a:ext>
            </a:extLst>
          </p:cNvPr>
          <p:cNvSpPr>
            <a:spLocks noGrp="1"/>
          </p:cNvSpPr>
          <p:nvPr/>
        </p:nvSpPr>
        <p:spPr>
          <a:xfrm>
            <a:off x="8889796" y="3539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9" name="02_predicted_pose_4088">
            <a:extLst>
              <a:ext uri="{FF2B5EF4-FFF2-40B4-BE49-F238E27FC236}">
                <a16:creationId xmlns:a16="http://schemas.microsoft.com/office/drawing/2014/main" id="{29E19FB1-907F-4AF2-9469-9667375AB2A4}"/>
              </a:ext>
            </a:extLst>
          </p:cNvPr>
          <p:cNvSpPr>
            <a:spLocks noGrp="1"/>
          </p:cNvSpPr>
          <p:nvPr/>
        </p:nvSpPr>
        <p:spPr>
          <a:xfrm>
            <a:off x="8745416" y="3575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0" name="02_predicted_pose_4089">
            <a:extLst>
              <a:ext uri="{FF2B5EF4-FFF2-40B4-BE49-F238E27FC236}">
                <a16:creationId xmlns:a16="http://schemas.microsoft.com/office/drawing/2014/main" id="{FD63A8FF-8A00-4C75-AAD7-B2D0FE559736}"/>
              </a:ext>
            </a:extLst>
          </p:cNvPr>
          <p:cNvSpPr>
            <a:spLocks noGrp="1"/>
          </p:cNvSpPr>
          <p:nvPr/>
        </p:nvSpPr>
        <p:spPr>
          <a:xfrm>
            <a:off x="8843857" y="3563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1" name="02_predicted_pose_4090">
            <a:extLst>
              <a:ext uri="{FF2B5EF4-FFF2-40B4-BE49-F238E27FC236}">
                <a16:creationId xmlns:a16="http://schemas.microsoft.com/office/drawing/2014/main" id="{2C256461-6CF5-4F20-B5FB-4831EC902146}"/>
              </a:ext>
            </a:extLst>
          </p:cNvPr>
          <p:cNvSpPr>
            <a:spLocks noGrp="1"/>
          </p:cNvSpPr>
          <p:nvPr/>
        </p:nvSpPr>
        <p:spPr>
          <a:xfrm>
            <a:off x="8942299" y="3615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2" name="02_predicted_pose_4091">
            <a:extLst>
              <a:ext uri="{FF2B5EF4-FFF2-40B4-BE49-F238E27FC236}">
                <a16:creationId xmlns:a16="http://schemas.microsoft.com/office/drawing/2014/main" id="{B88CBFFA-4B55-4E94-8C6E-3E95FDCCA1CF}"/>
              </a:ext>
            </a:extLst>
          </p:cNvPr>
          <p:cNvSpPr>
            <a:spLocks noGrp="1"/>
          </p:cNvSpPr>
          <p:nvPr/>
        </p:nvSpPr>
        <p:spPr>
          <a:xfrm>
            <a:off x="8677237" y="362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3" name="02_predicted_pose_4092">
            <a:extLst>
              <a:ext uri="{FF2B5EF4-FFF2-40B4-BE49-F238E27FC236}">
                <a16:creationId xmlns:a16="http://schemas.microsoft.com/office/drawing/2014/main" id="{1B78D0C1-C776-4671-B5D8-EF539C86F9F8}"/>
              </a:ext>
            </a:extLst>
          </p:cNvPr>
          <p:cNvSpPr>
            <a:spLocks noGrp="1"/>
          </p:cNvSpPr>
          <p:nvPr/>
        </p:nvSpPr>
        <p:spPr>
          <a:xfrm>
            <a:off x="8775678" y="3662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4" name="02_predicted_pose_4093">
            <a:extLst>
              <a:ext uri="{FF2B5EF4-FFF2-40B4-BE49-F238E27FC236}">
                <a16:creationId xmlns:a16="http://schemas.microsoft.com/office/drawing/2014/main" id="{9DBA17A3-1A88-4C51-9551-643897BF5D7B}"/>
              </a:ext>
            </a:extLst>
          </p:cNvPr>
          <p:cNvSpPr>
            <a:spLocks noGrp="1"/>
          </p:cNvSpPr>
          <p:nvPr/>
        </p:nvSpPr>
        <p:spPr>
          <a:xfrm>
            <a:off x="8874119" y="3610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5" name="02_predicted_pose_4094">
            <a:extLst>
              <a:ext uri="{FF2B5EF4-FFF2-40B4-BE49-F238E27FC236}">
                <a16:creationId xmlns:a16="http://schemas.microsoft.com/office/drawing/2014/main" id="{C1F4FC1D-9F3C-44FF-80C5-B2E4F1E12124}"/>
              </a:ext>
            </a:extLst>
          </p:cNvPr>
          <p:cNvSpPr>
            <a:spLocks noGrp="1"/>
          </p:cNvSpPr>
          <p:nvPr/>
        </p:nvSpPr>
        <p:spPr>
          <a:xfrm>
            <a:off x="8609057" y="35371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6" name="02_predicted_pose_4095">
            <a:extLst>
              <a:ext uri="{FF2B5EF4-FFF2-40B4-BE49-F238E27FC236}">
                <a16:creationId xmlns:a16="http://schemas.microsoft.com/office/drawing/2014/main" id="{E1A89928-6E97-4838-A121-ED7FDC5A783C}"/>
              </a:ext>
            </a:extLst>
          </p:cNvPr>
          <p:cNvSpPr>
            <a:spLocks noGrp="1"/>
          </p:cNvSpPr>
          <p:nvPr/>
        </p:nvSpPr>
        <p:spPr>
          <a:xfrm>
            <a:off x="8707499" y="36529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7" name="02_predicted_pose_4096">
            <a:extLst>
              <a:ext uri="{FF2B5EF4-FFF2-40B4-BE49-F238E27FC236}">
                <a16:creationId xmlns:a16="http://schemas.microsoft.com/office/drawing/2014/main" id="{ACACC745-D961-41F0-9A9A-EA52B1E5DB54}"/>
              </a:ext>
            </a:extLst>
          </p:cNvPr>
          <p:cNvSpPr>
            <a:spLocks noGrp="1"/>
          </p:cNvSpPr>
          <p:nvPr/>
        </p:nvSpPr>
        <p:spPr>
          <a:xfrm>
            <a:off x="8805939" y="36498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8" name="02_predicted_pose_4097">
            <a:extLst>
              <a:ext uri="{FF2B5EF4-FFF2-40B4-BE49-F238E27FC236}">
                <a16:creationId xmlns:a16="http://schemas.microsoft.com/office/drawing/2014/main" id="{D4F2A87A-1847-4496-96BF-56689D3E1FD1}"/>
              </a:ext>
            </a:extLst>
          </p:cNvPr>
          <p:cNvSpPr>
            <a:spLocks noGrp="1"/>
          </p:cNvSpPr>
          <p:nvPr/>
        </p:nvSpPr>
        <p:spPr>
          <a:xfrm>
            <a:off x="8904380" y="36829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9" name="02_predicted_pose_4098">
            <a:extLst>
              <a:ext uri="{FF2B5EF4-FFF2-40B4-BE49-F238E27FC236}">
                <a16:creationId xmlns:a16="http://schemas.microsoft.com/office/drawing/2014/main" id="{A3699973-53A5-4BB1-B95A-595307080902}"/>
              </a:ext>
            </a:extLst>
          </p:cNvPr>
          <p:cNvSpPr>
            <a:spLocks noGrp="1"/>
          </p:cNvSpPr>
          <p:nvPr/>
        </p:nvSpPr>
        <p:spPr>
          <a:xfrm>
            <a:off x="8760000" y="36191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0" name="02_predicted_pose_4099">
            <a:extLst>
              <a:ext uri="{FF2B5EF4-FFF2-40B4-BE49-F238E27FC236}">
                <a16:creationId xmlns:a16="http://schemas.microsoft.com/office/drawing/2014/main" id="{43C152E3-F89E-44E5-97AE-9603D77CA0D8}"/>
              </a:ext>
            </a:extLst>
          </p:cNvPr>
          <p:cNvSpPr>
            <a:spLocks noGrp="1"/>
          </p:cNvSpPr>
          <p:nvPr/>
        </p:nvSpPr>
        <p:spPr>
          <a:xfrm>
            <a:off x="8858442" y="36132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1" name="02_predicted_pose_4100">
            <a:extLst>
              <a:ext uri="{FF2B5EF4-FFF2-40B4-BE49-F238E27FC236}">
                <a16:creationId xmlns:a16="http://schemas.microsoft.com/office/drawing/2014/main" id="{EF225E21-BD25-44F7-BF6B-F84687E156CD}"/>
              </a:ext>
            </a:extLst>
          </p:cNvPr>
          <p:cNvSpPr>
            <a:spLocks noGrp="1"/>
          </p:cNvSpPr>
          <p:nvPr/>
        </p:nvSpPr>
        <p:spPr>
          <a:xfrm>
            <a:off x="8593380" y="35630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2" name="02_predicted_pose_4101">
            <a:extLst>
              <a:ext uri="{FF2B5EF4-FFF2-40B4-BE49-F238E27FC236}">
                <a16:creationId xmlns:a16="http://schemas.microsoft.com/office/drawing/2014/main" id="{311135FD-A6A1-4F65-81E7-6C175370CFCD}"/>
              </a:ext>
            </a:extLst>
          </p:cNvPr>
          <p:cNvSpPr>
            <a:spLocks noGrp="1"/>
          </p:cNvSpPr>
          <p:nvPr/>
        </p:nvSpPr>
        <p:spPr>
          <a:xfrm>
            <a:off x="8691821" y="35500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3" name="02_predicted_pose_4102">
            <a:extLst>
              <a:ext uri="{FF2B5EF4-FFF2-40B4-BE49-F238E27FC236}">
                <a16:creationId xmlns:a16="http://schemas.microsoft.com/office/drawing/2014/main" id="{6352C864-46F6-4D8F-93EF-2E92D6957BEB}"/>
              </a:ext>
            </a:extLst>
          </p:cNvPr>
          <p:cNvSpPr>
            <a:spLocks noGrp="1"/>
          </p:cNvSpPr>
          <p:nvPr/>
        </p:nvSpPr>
        <p:spPr>
          <a:xfrm>
            <a:off x="8790261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4" name="02_predicted_pose_4103">
            <a:extLst>
              <a:ext uri="{FF2B5EF4-FFF2-40B4-BE49-F238E27FC236}">
                <a16:creationId xmlns:a16="http://schemas.microsoft.com/office/drawing/2014/main" id="{0C2C620C-EB7C-4515-97C9-671FF031331E}"/>
              </a:ext>
            </a:extLst>
          </p:cNvPr>
          <p:cNvSpPr>
            <a:spLocks noGrp="1"/>
          </p:cNvSpPr>
          <p:nvPr/>
        </p:nvSpPr>
        <p:spPr>
          <a:xfrm>
            <a:off x="8888703" y="3681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5" name="02_predicted_pose_4104">
            <a:extLst>
              <a:ext uri="{FF2B5EF4-FFF2-40B4-BE49-F238E27FC236}">
                <a16:creationId xmlns:a16="http://schemas.microsoft.com/office/drawing/2014/main" id="{6334B3CB-6C38-40A5-B876-389C90D95ECF}"/>
              </a:ext>
            </a:extLst>
          </p:cNvPr>
          <p:cNvSpPr>
            <a:spLocks noGrp="1"/>
          </p:cNvSpPr>
          <p:nvPr/>
        </p:nvSpPr>
        <p:spPr>
          <a:xfrm>
            <a:off x="8623642" y="35288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6" name="02_predicted_pose_4105">
            <a:extLst>
              <a:ext uri="{FF2B5EF4-FFF2-40B4-BE49-F238E27FC236}">
                <a16:creationId xmlns:a16="http://schemas.microsoft.com/office/drawing/2014/main" id="{E0570A16-4F91-49F6-9FB7-886597A50BF9}"/>
              </a:ext>
            </a:extLst>
          </p:cNvPr>
          <p:cNvSpPr>
            <a:spLocks noGrp="1"/>
          </p:cNvSpPr>
          <p:nvPr/>
        </p:nvSpPr>
        <p:spPr>
          <a:xfrm>
            <a:off x="8722082" y="3651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7" name="02_predicted_pose_4106">
            <a:extLst>
              <a:ext uri="{FF2B5EF4-FFF2-40B4-BE49-F238E27FC236}">
                <a16:creationId xmlns:a16="http://schemas.microsoft.com/office/drawing/2014/main" id="{6F8B483F-7026-4667-85D8-E243C71BD747}"/>
              </a:ext>
            </a:extLst>
          </p:cNvPr>
          <p:cNvSpPr>
            <a:spLocks noGrp="1"/>
          </p:cNvSpPr>
          <p:nvPr/>
        </p:nvSpPr>
        <p:spPr>
          <a:xfrm>
            <a:off x="8820523" y="36275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8" name="02_predicted_pose_4107">
            <a:extLst>
              <a:ext uri="{FF2B5EF4-FFF2-40B4-BE49-F238E27FC236}">
                <a16:creationId xmlns:a16="http://schemas.microsoft.com/office/drawing/2014/main" id="{69EDF4E8-DA44-4EE5-9BAD-9D595D861B75}"/>
              </a:ext>
            </a:extLst>
          </p:cNvPr>
          <p:cNvSpPr>
            <a:spLocks noGrp="1"/>
          </p:cNvSpPr>
          <p:nvPr/>
        </p:nvSpPr>
        <p:spPr>
          <a:xfrm>
            <a:off x="8918965" y="35460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9" name="02_predicted_pose_4108">
            <a:extLst>
              <a:ext uri="{FF2B5EF4-FFF2-40B4-BE49-F238E27FC236}">
                <a16:creationId xmlns:a16="http://schemas.microsoft.com/office/drawing/2014/main" id="{226EA260-E26E-4296-B52D-EE469D9C0C7A}"/>
              </a:ext>
            </a:extLst>
          </p:cNvPr>
          <p:cNvSpPr>
            <a:spLocks noGrp="1"/>
          </p:cNvSpPr>
          <p:nvPr/>
        </p:nvSpPr>
        <p:spPr>
          <a:xfrm>
            <a:off x="8774584" y="3637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0" name="02_predicted_pose_4109">
            <a:extLst>
              <a:ext uri="{FF2B5EF4-FFF2-40B4-BE49-F238E27FC236}">
                <a16:creationId xmlns:a16="http://schemas.microsoft.com/office/drawing/2014/main" id="{E96E4DBA-1560-4F5C-BA3A-059FEF51123B}"/>
              </a:ext>
            </a:extLst>
          </p:cNvPr>
          <p:cNvSpPr>
            <a:spLocks noGrp="1"/>
          </p:cNvSpPr>
          <p:nvPr/>
        </p:nvSpPr>
        <p:spPr>
          <a:xfrm>
            <a:off x="8873025" y="36172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1" name="02_predicted_pose_4110">
            <a:extLst>
              <a:ext uri="{FF2B5EF4-FFF2-40B4-BE49-F238E27FC236}">
                <a16:creationId xmlns:a16="http://schemas.microsoft.com/office/drawing/2014/main" id="{247D2270-4B3B-4FF6-A9DC-A09B57AD87B1}"/>
              </a:ext>
            </a:extLst>
          </p:cNvPr>
          <p:cNvSpPr>
            <a:spLocks noGrp="1"/>
          </p:cNvSpPr>
          <p:nvPr/>
        </p:nvSpPr>
        <p:spPr>
          <a:xfrm>
            <a:off x="8607964" y="3656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2" name="02_predicted_pose_4111">
            <a:extLst>
              <a:ext uri="{FF2B5EF4-FFF2-40B4-BE49-F238E27FC236}">
                <a16:creationId xmlns:a16="http://schemas.microsoft.com/office/drawing/2014/main" id="{B01217A3-764B-4561-967E-4CF29DE879A8}"/>
              </a:ext>
            </a:extLst>
          </p:cNvPr>
          <p:cNvSpPr>
            <a:spLocks noGrp="1"/>
          </p:cNvSpPr>
          <p:nvPr/>
        </p:nvSpPr>
        <p:spPr>
          <a:xfrm>
            <a:off x="8706404" y="37063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3" name="02_predicted_pose_4112">
            <a:extLst>
              <a:ext uri="{FF2B5EF4-FFF2-40B4-BE49-F238E27FC236}">
                <a16:creationId xmlns:a16="http://schemas.microsoft.com/office/drawing/2014/main" id="{B884F7D9-7DBE-4626-BA4E-A437ADC2D700}"/>
              </a:ext>
            </a:extLst>
          </p:cNvPr>
          <p:cNvSpPr>
            <a:spLocks noGrp="1"/>
          </p:cNvSpPr>
          <p:nvPr/>
        </p:nvSpPr>
        <p:spPr>
          <a:xfrm>
            <a:off x="8804846" y="36615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4" name="02_predicted_pose_4113">
            <a:extLst>
              <a:ext uri="{FF2B5EF4-FFF2-40B4-BE49-F238E27FC236}">
                <a16:creationId xmlns:a16="http://schemas.microsoft.com/office/drawing/2014/main" id="{C1F65497-ACD7-4964-88B9-918D13D79DBF}"/>
              </a:ext>
            </a:extLst>
          </p:cNvPr>
          <p:cNvSpPr>
            <a:spLocks noGrp="1"/>
          </p:cNvSpPr>
          <p:nvPr/>
        </p:nvSpPr>
        <p:spPr>
          <a:xfrm>
            <a:off x="8903287" y="35594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5" name="02_predicted_pose_4114">
            <a:extLst>
              <a:ext uri="{FF2B5EF4-FFF2-40B4-BE49-F238E27FC236}">
                <a16:creationId xmlns:a16="http://schemas.microsoft.com/office/drawing/2014/main" id="{33DD676C-8201-440C-9F7D-4809988AABFE}"/>
              </a:ext>
            </a:extLst>
          </p:cNvPr>
          <p:cNvSpPr>
            <a:spLocks noGrp="1"/>
          </p:cNvSpPr>
          <p:nvPr/>
        </p:nvSpPr>
        <p:spPr>
          <a:xfrm>
            <a:off x="8638225" y="3702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6" name="02_predicted_pose_4115">
            <a:extLst>
              <a:ext uri="{FF2B5EF4-FFF2-40B4-BE49-F238E27FC236}">
                <a16:creationId xmlns:a16="http://schemas.microsoft.com/office/drawing/2014/main" id="{2649A050-7778-44E1-8ECD-9C4266BE9296}"/>
              </a:ext>
            </a:extLst>
          </p:cNvPr>
          <p:cNvSpPr>
            <a:spLocks noGrp="1"/>
          </p:cNvSpPr>
          <p:nvPr/>
        </p:nvSpPr>
        <p:spPr>
          <a:xfrm>
            <a:off x="8736666" y="3633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7" name="02_predicted_pose_4116">
            <a:extLst>
              <a:ext uri="{FF2B5EF4-FFF2-40B4-BE49-F238E27FC236}">
                <a16:creationId xmlns:a16="http://schemas.microsoft.com/office/drawing/2014/main" id="{D6E0BC4D-EF88-4F86-AC7D-18746FE7F54A}"/>
              </a:ext>
            </a:extLst>
          </p:cNvPr>
          <p:cNvSpPr>
            <a:spLocks noGrp="1"/>
          </p:cNvSpPr>
          <p:nvPr/>
        </p:nvSpPr>
        <p:spPr>
          <a:xfrm>
            <a:off x="8835108" y="3556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8" name="02_predicted_pose_4117">
            <a:extLst>
              <a:ext uri="{FF2B5EF4-FFF2-40B4-BE49-F238E27FC236}">
                <a16:creationId xmlns:a16="http://schemas.microsoft.com/office/drawing/2014/main" id="{CDA78BD3-67F3-471C-A2DD-127E792523F4}"/>
              </a:ext>
            </a:extLst>
          </p:cNvPr>
          <p:cNvSpPr>
            <a:spLocks noGrp="1"/>
          </p:cNvSpPr>
          <p:nvPr/>
        </p:nvSpPr>
        <p:spPr>
          <a:xfrm>
            <a:off x="8933548" y="3765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9" name="02_predicted_pose_4118">
            <a:extLst>
              <a:ext uri="{FF2B5EF4-FFF2-40B4-BE49-F238E27FC236}">
                <a16:creationId xmlns:a16="http://schemas.microsoft.com/office/drawing/2014/main" id="{77E3E4CC-04A1-4B5F-95D6-9A73D93E1A84}"/>
              </a:ext>
            </a:extLst>
          </p:cNvPr>
          <p:cNvSpPr>
            <a:spLocks noGrp="1"/>
          </p:cNvSpPr>
          <p:nvPr/>
        </p:nvSpPr>
        <p:spPr>
          <a:xfrm>
            <a:off x="8887609" y="357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0" name="02_predicted_pose_4119">
            <a:extLst>
              <a:ext uri="{FF2B5EF4-FFF2-40B4-BE49-F238E27FC236}">
                <a16:creationId xmlns:a16="http://schemas.microsoft.com/office/drawing/2014/main" id="{963CC3F3-7809-47A1-BE3B-9A6E5188A81F}"/>
              </a:ext>
            </a:extLst>
          </p:cNvPr>
          <p:cNvSpPr>
            <a:spLocks noGrp="1"/>
          </p:cNvSpPr>
          <p:nvPr/>
        </p:nvSpPr>
        <p:spPr>
          <a:xfrm>
            <a:off x="8622547" y="36432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1" name="02_predicted_pose_4120">
            <a:extLst>
              <a:ext uri="{FF2B5EF4-FFF2-40B4-BE49-F238E27FC236}">
                <a16:creationId xmlns:a16="http://schemas.microsoft.com/office/drawing/2014/main" id="{6B6F2DE0-4154-4EE4-B88E-7947A8F0CBE6}"/>
              </a:ext>
            </a:extLst>
          </p:cNvPr>
          <p:cNvSpPr>
            <a:spLocks noGrp="1"/>
          </p:cNvSpPr>
          <p:nvPr/>
        </p:nvSpPr>
        <p:spPr>
          <a:xfrm>
            <a:off x="8720988" y="3663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2" name="02_predicted_pose_4121">
            <a:extLst>
              <a:ext uri="{FF2B5EF4-FFF2-40B4-BE49-F238E27FC236}">
                <a16:creationId xmlns:a16="http://schemas.microsoft.com/office/drawing/2014/main" id="{FDA994EE-4F4C-40B6-ACA5-AAA25C48DBDA}"/>
              </a:ext>
            </a:extLst>
          </p:cNvPr>
          <p:cNvSpPr>
            <a:spLocks noGrp="1"/>
          </p:cNvSpPr>
          <p:nvPr/>
        </p:nvSpPr>
        <p:spPr>
          <a:xfrm>
            <a:off x="8819430" y="3490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3" name="02_predicted_pose_4122">
            <a:extLst>
              <a:ext uri="{FF2B5EF4-FFF2-40B4-BE49-F238E27FC236}">
                <a16:creationId xmlns:a16="http://schemas.microsoft.com/office/drawing/2014/main" id="{E5D2897A-E50E-4569-8578-D6BA33569BAF}"/>
              </a:ext>
            </a:extLst>
          </p:cNvPr>
          <p:cNvSpPr>
            <a:spLocks noGrp="1"/>
          </p:cNvSpPr>
          <p:nvPr/>
        </p:nvSpPr>
        <p:spPr>
          <a:xfrm>
            <a:off x="8917870" y="3661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4" name="02_predicted_pose_4123">
            <a:extLst>
              <a:ext uri="{FF2B5EF4-FFF2-40B4-BE49-F238E27FC236}">
                <a16:creationId xmlns:a16="http://schemas.microsoft.com/office/drawing/2014/main" id="{BFC2CE28-F966-4B13-9DFC-15AF6244CBA7}"/>
              </a:ext>
            </a:extLst>
          </p:cNvPr>
          <p:cNvSpPr>
            <a:spLocks noGrp="1"/>
          </p:cNvSpPr>
          <p:nvPr/>
        </p:nvSpPr>
        <p:spPr>
          <a:xfrm>
            <a:off x="8652809" y="36472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5" name="02_predicted_pose_4124">
            <a:extLst>
              <a:ext uri="{FF2B5EF4-FFF2-40B4-BE49-F238E27FC236}">
                <a16:creationId xmlns:a16="http://schemas.microsoft.com/office/drawing/2014/main" id="{D4D16C60-BE99-47B1-AAEB-FA2D40499F5B}"/>
              </a:ext>
            </a:extLst>
          </p:cNvPr>
          <p:cNvSpPr>
            <a:spLocks noGrp="1"/>
          </p:cNvSpPr>
          <p:nvPr/>
        </p:nvSpPr>
        <p:spPr>
          <a:xfrm>
            <a:off x="8751249" y="35402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6" name="02_predicted_pose_4125">
            <a:extLst>
              <a:ext uri="{FF2B5EF4-FFF2-40B4-BE49-F238E27FC236}">
                <a16:creationId xmlns:a16="http://schemas.microsoft.com/office/drawing/2014/main" id="{555E6985-990B-4298-9636-2CF3C6C633F3}"/>
              </a:ext>
            </a:extLst>
          </p:cNvPr>
          <p:cNvSpPr>
            <a:spLocks noGrp="1"/>
          </p:cNvSpPr>
          <p:nvPr/>
        </p:nvSpPr>
        <p:spPr>
          <a:xfrm>
            <a:off x="8849691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7" name="02_predicted_pose_4126">
            <a:extLst>
              <a:ext uri="{FF2B5EF4-FFF2-40B4-BE49-F238E27FC236}">
                <a16:creationId xmlns:a16="http://schemas.microsoft.com/office/drawing/2014/main" id="{90ED3BBF-1B62-4197-B095-2DD8ED76BB88}"/>
              </a:ext>
            </a:extLst>
          </p:cNvPr>
          <p:cNvSpPr>
            <a:spLocks noGrp="1"/>
          </p:cNvSpPr>
          <p:nvPr/>
        </p:nvSpPr>
        <p:spPr>
          <a:xfrm>
            <a:off x="8584630" y="3666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8" name="02_predicted_pose_4127">
            <a:extLst>
              <a:ext uri="{FF2B5EF4-FFF2-40B4-BE49-F238E27FC236}">
                <a16:creationId xmlns:a16="http://schemas.microsoft.com/office/drawing/2014/main" id="{283C73AF-4DE2-43B4-A4E2-C053417DE97E}"/>
              </a:ext>
            </a:extLst>
          </p:cNvPr>
          <p:cNvSpPr>
            <a:spLocks noGrp="1"/>
          </p:cNvSpPr>
          <p:nvPr/>
        </p:nvSpPr>
        <p:spPr>
          <a:xfrm>
            <a:off x="8803752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9" name="02_predicted_pose_4128">
            <a:extLst>
              <a:ext uri="{FF2B5EF4-FFF2-40B4-BE49-F238E27FC236}">
                <a16:creationId xmlns:a16="http://schemas.microsoft.com/office/drawing/2014/main" id="{4FF31950-ABEE-4F70-B284-2B0E94125076}"/>
              </a:ext>
            </a:extLst>
          </p:cNvPr>
          <p:cNvSpPr>
            <a:spLocks noGrp="1"/>
          </p:cNvSpPr>
          <p:nvPr/>
        </p:nvSpPr>
        <p:spPr>
          <a:xfrm>
            <a:off x="8902193" y="3642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0" name="02_predicted_pose_4129">
            <a:extLst>
              <a:ext uri="{FF2B5EF4-FFF2-40B4-BE49-F238E27FC236}">
                <a16:creationId xmlns:a16="http://schemas.microsoft.com/office/drawing/2014/main" id="{77D5030A-157F-4C91-AA6D-22D6B84D40C7}"/>
              </a:ext>
            </a:extLst>
          </p:cNvPr>
          <p:cNvSpPr>
            <a:spLocks noGrp="1"/>
          </p:cNvSpPr>
          <p:nvPr/>
        </p:nvSpPr>
        <p:spPr>
          <a:xfrm>
            <a:off x="8637131" y="3678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1" name="02_predicted_pose_4130">
            <a:extLst>
              <a:ext uri="{FF2B5EF4-FFF2-40B4-BE49-F238E27FC236}">
                <a16:creationId xmlns:a16="http://schemas.microsoft.com/office/drawing/2014/main" id="{B3244D46-4AC4-4328-B8AB-DB2069725918}"/>
              </a:ext>
            </a:extLst>
          </p:cNvPr>
          <p:cNvSpPr>
            <a:spLocks noGrp="1"/>
          </p:cNvSpPr>
          <p:nvPr/>
        </p:nvSpPr>
        <p:spPr>
          <a:xfrm>
            <a:off x="8735573" y="3586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2" name="02_predicted_pose_4131">
            <a:extLst>
              <a:ext uri="{FF2B5EF4-FFF2-40B4-BE49-F238E27FC236}">
                <a16:creationId xmlns:a16="http://schemas.microsoft.com/office/drawing/2014/main" id="{3F7B98D8-EC32-43C4-B077-2D4C50D56C4B}"/>
              </a:ext>
            </a:extLst>
          </p:cNvPr>
          <p:cNvSpPr>
            <a:spLocks noGrp="1"/>
          </p:cNvSpPr>
          <p:nvPr/>
        </p:nvSpPr>
        <p:spPr>
          <a:xfrm>
            <a:off x="8834013" y="36118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3" name="02_predicted_pose_4132">
            <a:extLst>
              <a:ext uri="{FF2B5EF4-FFF2-40B4-BE49-F238E27FC236}">
                <a16:creationId xmlns:a16="http://schemas.microsoft.com/office/drawing/2014/main" id="{7B9AD3DF-91EB-48A7-9DB0-90198A0B6B76}"/>
              </a:ext>
            </a:extLst>
          </p:cNvPr>
          <p:cNvSpPr>
            <a:spLocks noGrp="1"/>
          </p:cNvSpPr>
          <p:nvPr/>
        </p:nvSpPr>
        <p:spPr>
          <a:xfrm>
            <a:off x="8932454" y="36755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4" name="02_predicted_pose_4133">
            <a:extLst>
              <a:ext uri="{FF2B5EF4-FFF2-40B4-BE49-F238E27FC236}">
                <a16:creationId xmlns:a16="http://schemas.microsoft.com/office/drawing/2014/main" id="{A8EA9196-9A15-4762-9199-2789A3DF858B}"/>
              </a:ext>
            </a:extLst>
          </p:cNvPr>
          <p:cNvSpPr>
            <a:spLocks noGrp="1"/>
          </p:cNvSpPr>
          <p:nvPr/>
        </p:nvSpPr>
        <p:spPr>
          <a:xfrm>
            <a:off x="8667392" y="35738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5" name="02_predicted_pose_4134">
            <a:extLst>
              <a:ext uri="{FF2B5EF4-FFF2-40B4-BE49-F238E27FC236}">
                <a16:creationId xmlns:a16="http://schemas.microsoft.com/office/drawing/2014/main" id="{161FE876-CDD2-401D-8DD3-FA690BC821D2}"/>
              </a:ext>
            </a:extLst>
          </p:cNvPr>
          <p:cNvSpPr>
            <a:spLocks noGrp="1"/>
          </p:cNvSpPr>
          <p:nvPr/>
        </p:nvSpPr>
        <p:spPr>
          <a:xfrm>
            <a:off x="8765834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6" name="02_predicted_pose_4135">
            <a:extLst>
              <a:ext uri="{FF2B5EF4-FFF2-40B4-BE49-F238E27FC236}">
                <a16:creationId xmlns:a16="http://schemas.microsoft.com/office/drawing/2014/main" id="{BDEF8875-E24D-4675-B374-3D309CE5C422}"/>
              </a:ext>
            </a:extLst>
          </p:cNvPr>
          <p:cNvSpPr>
            <a:spLocks noGrp="1"/>
          </p:cNvSpPr>
          <p:nvPr/>
        </p:nvSpPr>
        <p:spPr>
          <a:xfrm>
            <a:off x="8727916" y="36890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7" name="02_predicted_pose_4136">
            <a:extLst>
              <a:ext uri="{FF2B5EF4-FFF2-40B4-BE49-F238E27FC236}">
                <a16:creationId xmlns:a16="http://schemas.microsoft.com/office/drawing/2014/main" id="{5B268397-2C54-4381-9D55-687CAD6F5F42}"/>
              </a:ext>
            </a:extLst>
          </p:cNvPr>
          <p:cNvSpPr>
            <a:spLocks noGrp="1"/>
          </p:cNvSpPr>
          <p:nvPr/>
        </p:nvSpPr>
        <p:spPr>
          <a:xfrm>
            <a:off x="8742500" y="36860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8" name="02_predicted_pose_4137">
            <a:extLst>
              <a:ext uri="{FF2B5EF4-FFF2-40B4-BE49-F238E27FC236}">
                <a16:creationId xmlns:a16="http://schemas.microsoft.com/office/drawing/2014/main" id="{BDA3732D-6D2D-4287-9231-1E7A84306C27}"/>
              </a:ext>
            </a:extLst>
          </p:cNvPr>
          <p:cNvSpPr>
            <a:spLocks noGrp="1"/>
          </p:cNvSpPr>
          <p:nvPr/>
        </p:nvSpPr>
        <p:spPr>
          <a:xfrm>
            <a:off x="8719166" y="3465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9" name="02_predicted_pose_4138">
            <a:extLst>
              <a:ext uri="{FF2B5EF4-FFF2-40B4-BE49-F238E27FC236}">
                <a16:creationId xmlns:a16="http://schemas.microsoft.com/office/drawing/2014/main" id="{B6706DCA-1A23-4570-B7E4-78E73E51B70B}"/>
              </a:ext>
            </a:extLst>
          </p:cNvPr>
          <p:cNvSpPr>
            <a:spLocks noGrp="1"/>
          </p:cNvSpPr>
          <p:nvPr/>
        </p:nvSpPr>
        <p:spPr>
          <a:xfrm>
            <a:off x="8748333" y="3427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0" name="02_predicted_pose_4139">
            <a:extLst>
              <a:ext uri="{FF2B5EF4-FFF2-40B4-BE49-F238E27FC236}">
                <a16:creationId xmlns:a16="http://schemas.microsoft.com/office/drawing/2014/main" id="{6F5E4950-E009-4A9C-9E08-FD0E06A89D2D}"/>
              </a:ext>
            </a:extLst>
          </p:cNvPr>
          <p:cNvSpPr>
            <a:spLocks noGrp="1"/>
          </p:cNvSpPr>
          <p:nvPr/>
        </p:nvSpPr>
        <p:spPr>
          <a:xfrm>
            <a:off x="8777501" y="3608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1" name="02_predicted_pose_4140">
            <a:extLst>
              <a:ext uri="{FF2B5EF4-FFF2-40B4-BE49-F238E27FC236}">
                <a16:creationId xmlns:a16="http://schemas.microsoft.com/office/drawing/2014/main" id="{CCA179D9-2579-4288-8964-477349D76A3D}"/>
              </a:ext>
            </a:extLst>
          </p:cNvPr>
          <p:cNvSpPr>
            <a:spLocks noGrp="1"/>
          </p:cNvSpPr>
          <p:nvPr/>
        </p:nvSpPr>
        <p:spPr>
          <a:xfrm>
            <a:off x="8758907" y="36685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2" name="02_predicted_pose_4141">
            <a:extLst>
              <a:ext uri="{FF2B5EF4-FFF2-40B4-BE49-F238E27FC236}">
                <a16:creationId xmlns:a16="http://schemas.microsoft.com/office/drawing/2014/main" id="{F8BD6C5D-B512-47AD-BC8C-CBCF99C36681}"/>
              </a:ext>
            </a:extLst>
          </p:cNvPr>
          <p:cNvSpPr>
            <a:spLocks noGrp="1"/>
          </p:cNvSpPr>
          <p:nvPr/>
        </p:nvSpPr>
        <p:spPr>
          <a:xfrm>
            <a:off x="8592286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3" name="02_predicted_pose_4142">
            <a:extLst>
              <a:ext uri="{FF2B5EF4-FFF2-40B4-BE49-F238E27FC236}">
                <a16:creationId xmlns:a16="http://schemas.microsoft.com/office/drawing/2014/main" id="{4246B167-C27C-4B6E-90EB-930C2AF4BD6A}"/>
              </a:ext>
            </a:extLst>
          </p:cNvPr>
          <p:cNvSpPr>
            <a:spLocks noGrp="1"/>
          </p:cNvSpPr>
          <p:nvPr/>
        </p:nvSpPr>
        <p:spPr>
          <a:xfrm>
            <a:off x="8789168" y="3714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4" name="02_predicted_pose_4143">
            <a:extLst>
              <a:ext uri="{FF2B5EF4-FFF2-40B4-BE49-F238E27FC236}">
                <a16:creationId xmlns:a16="http://schemas.microsoft.com/office/drawing/2014/main" id="{EECA4DE6-6F04-4197-AFE3-CBC560F215C3}"/>
              </a:ext>
            </a:extLst>
          </p:cNvPr>
          <p:cNvSpPr>
            <a:spLocks noGrp="1"/>
          </p:cNvSpPr>
          <p:nvPr/>
        </p:nvSpPr>
        <p:spPr>
          <a:xfrm>
            <a:off x="8622547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5" name="02_predicted_pose_4144">
            <a:extLst>
              <a:ext uri="{FF2B5EF4-FFF2-40B4-BE49-F238E27FC236}">
                <a16:creationId xmlns:a16="http://schemas.microsoft.com/office/drawing/2014/main" id="{50266F04-31E7-4900-8BF3-4CB5D12EB70F}"/>
              </a:ext>
            </a:extLst>
          </p:cNvPr>
          <p:cNvSpPr>
            <a:spLocks noGrp="1"/>
          </p:cNvSpPr>
          <p:nvPr/>
        </p:nvSpPr>
        <p:spPr>
          <a:xfrm>
            <a:off x="8768386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6" name="02_predicted_pose_4145">
            <a:extLst>
              <a:ext uri="{FF2B5EF4-FFF2-40B4-BE49-F238E27FC236}">
                <a16:creationId xmlns:a16="http://schemas.microsoft.com/office/drawing/2014/main" id="{FF05B61C-A213-4AE4-A0E3-2035A82D6D3F}"/>
              </a:ext>
            </a:extLst>
          </p:cNvPr>
          <p:cNvSpPr>
            <a:spLocks noGrp="1"/>
          </p:cNvSpPr>
          <p:nvPr/>
        </p:nvSpPr>
        <p:spPr>
          <a:xfrm>
            <a:off x="8782970" y="3633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7" name="02_predicted_pose_4146">
            <a:extLst>
              <a:ext uri="{FF2B5EF4-FFF2-40B4-BE49-F238E27FC236}">
                <a16:creationId xmlns:a16="http://schemas.microsoft.com/office/drawing/2014/main" id="{8620FCD2-8A04-4A26-981C-1818E83C1B34}"/>
              </a:ext>
            </a:extLst>
          </p:cNvPr>
          <p:cNvSpPr>
            <a:spLocks noGrp="1"/>
          </p:cNvSpPr>
          <p:nvPr/>
        </p:nvSpPr>
        <p:spPr>
          <a:xfrm>
            <a:off x="8826721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8" name="02_predicted_pose_4147">
            <a:extLst>
              <a:ext uri="{FF2B5EF4-FFF2-40B4-BE49-F238E27FC236}">
                <a16:creationId xmlns:a16="http://schemas.microsoft.com/office/drawing/2014/main" id="{1D930876-C415-484B-83E8-9427A3E1F23C}"/>
              </a:ext>
            </a:extLst>
          </p:cNvPr>
          <p:cNvSpPr>
            <a:spLocks noGrp="1"/>
          </p:cNvSpPr>
          <p:nvPr/>
        </p:nvSpPr>
        <p:spPr>
          <a:xfrm>
            <a:off x="8841306" y="3433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9" name="02_predicted_pose_4148">
            <a:extLst>
              <a:ext uri="{FF2B5EF4-FFF2-40B4-BE49-F238E27FC236}">
                <a16:creationId xmlns:a16="http://schemas.microsoft.com/office/drawing/2014/main" id="{0B5C29FE-EB25-4558-9CA8-EC8F4907D173}"/>
              </a:ext>
            </a:extLst>
          </p:cNvPr>
          <p:cNvSpPr>
            <a:spLocks noGrp="1"/>
          </p:cNvSpPr>
          <p:nvPr/>
        </p:nvSpPr>
        <p:spPr>
          <a:xfrm>
            <a:off x="8885056" y="3431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0" name="02_predicted_pose_4149">
            <a:extLst>
              <a:ext uri="{FF2B5EF4-FFF2-40B4-BE49-F238E27FC236}">
                <a16:creationId xmlns:a16="http://schemas.microsoft.com/office/drawing/2014/main" id="{9F184985-AAD3-4239-B987-7FA40D274253}"/>
              </a:ext>
            </a:extLst>
          </p:cNvPr>
          <p:cNvSpPr>
            <a:spLocks noGrp="1"/>
          </p:cNvSpPr>
          <p:nvPr/>
        </p:nvSpPr>
        <p:spPr>
          <a:xfrm>
            <a:off x="8899641" y="3750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1" name="02_predicted_pose_4150">
            <a:extLst>
              <a:ext uri="{FF2B5EF4-FFF2-40B4-BE49-F238E27FC236}">
                <a16:creationId xmlns:a16="http://schemas.microsoft.com/office/drawing/2014/main" id="{E6A1824D-25A9-4E8C-A554-3972E2BC15C2}"/>
              </a:ext>
            </a:extLst>
          </p:cNvPr>
          <p:cNvSpPr>
            <a:spLocks noGrp="1"/>
          </p:cNvSpPr>
          <p:nvPr/>
        </p:nvSpPr>
        <p:spPr>
          <a:xfrm>
            <a:off x="8615985" y="38003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2" name="02_predicted_pose_4151">
            <a:extLst>
              <a:ext uri="{FF2B5EF4-FFF2-40B4-BE49-F238E27FC236}">
                <a16:creationId xmlns:a16="http://schemas.microsoft.com/office/drawing/2014/main" id="{72F69EC9-5554-4747-9D58-1568AB0C9D93}"/>
              </a:ext>
            </a:extLst>
          </p:cNvPr>
          <p:cNvSpPr>
            <a:spLocks noGrp="1"/>
          </p:cNvSpPr>
          <p:nvPr/>
        </p:nvSpPr>
        <p:spPr>
          <a:xfrm>
            <a:off x="8714426" y="3748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3" name="02_predicted_pose_4152">
            <a:extLst>
              <a:ext uri="{FF2B5EF4-FFF2-40B4-BE49-F238E27FC236}">
                <a16:creationId xmlns:a16="http://schemas.microsoft.com/office/drawing/2014/main" id="{78FEE9BB-6371-45DB-AA2D-89BEA0DB5DAF}"/>
              </a:ext>
            </a:extLst>
          </p:cNvPr>
          <p:cNvSpPr>
            <a:spLocks noGrp="1"/>
          </p:cNvSpPr>
          <p:nvPr/>
        </p:nvSpPr>
        <p:spPr>
          <a:xfrm>
            <a:off x="8646247" y="3276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4" name="02_predicted_pose_4153">
            <a:extLst>
              <a:ext uri="{FF2B5EF4-FFF2-40B4-BE49-F238E27FC236}">
                <a16:creationId xmlns:a16="http://schemas.microsoft.com/office/drawing/2014/main" id="{97EDD6A1-702B-478A-8939-6F8C0DC93606}"/>
              </a:ext>
            </a:extLst>
          </p:cNvPr>
          <p:cNvSpPr>
            <a:spLocks noGrp="1"/>
          </p:cNvSpPr>
          <p:nvPr/>
        </p:nvSpPr>
        <p:spPr>
          <a:xfrm>
            <a:off x="8744687" y="34731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5" name="02_predicted_pose_4154">
            <a:extLst>
              <a:ext uri="{FF2B5EF4-FFF2-40B4-BE49-F238E27FC236}">
                <a16:creationId xmlns:a16="http://schemas.microsoft.com/office/drawing/2014/main" id="{869744F6-3F27-41E6-B6F5-92E1252A4238}"/>
              </a:ext>
            </a:extLst>
          </p:cNvPr>
          <p:cNvSpPr>
            <a:spLocks noGrp="1"/>
          </p:cNvSpPr>
          <p:nvPr/>
        </p:nvSpPr>
        <p:spPr>
          <a:xfrm>
            <a:off x="8796825" y="33874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6" name="02_predicted_pose_4155">
            <a:extLst>
              <a:ext uri="{FF2B5EF4-FFF2-40B4-BE49-F238E27FC236}">
                <a16:creationId xmlns:a16="http://schemas.microsoft.com/office/drawing/2014/main" id="{9A9A78FA-6D6C-4E57-9F79-B3FEF275FA41}"/>
              </a:ext>
            </a:extLst>
          </p:cNvPr>
          <p:cNvSpPr>
            <a:spLocks noGrp="1"/>
          </p:cNvSpPr>
          <p:nvPr/>
        </p:nvSpPr>
        <p:spPr>
          <a:xfrm>
            <a:off x="8624735" y="37172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7" name="02_predicted_pose_4156">
            <a:extLst>
              <a:ext uri="{FF2B5EF4-FFF2-40B4-BE49-F238E27FC236}">
                <a16:creationId xmlns:a16="http://schemas.microsoft.com/office/drawing/2014/main" id="{0D147E47-25BF-4D84-BE70-094DB09E4287}"/>
              </a:ext>
            </a:extLst>
          </p:cNvPr>
          <p:cNvSpPr>
            <a:spLocks noGrp="1"/>
          </p:cNvSpPr>
          <p:nvPr/>
        </p:nvSpPr>
        <p:spPr>
          <a:xfrm>
            <a:off x="8653903" y="36832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8" name="02_predicted_pose_4157">
            <a:extLst>
              <a:ext uri="{FF2B5EF4-FFF2-40B4-BE49-F238E27FC236}">
                <a16:creationId xmlns:a16="http://schemas.microsoft.com/office/drawing/2014/main" id="{6E9FE269-A273-49B3-BD3E-3C27341BB51A}"/>
              </a:ext>
            </a:extLst>
          </p:cNvPr>
          <p:cNvSpPr>
            <a:spLocks noGrp="1"/>
          </p:cNvSpPr>
          <p:nvPr/>
        </p:nvSpPr>
        <p:spPr>
          <a:xfrm>
            <a:off x="8893078" y="36342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9" name="02_predicted_pose_4158">
            <a:extLst>
              <a:ext uri="{FF2B5EF4-FFF2-40B4-BE49-F238E27FC236}">
                <a16:creationId xmlns:a16="http://schemas.microsoft.com/office/drawing/2014/main" id="{2936439D-D338-49F6-8CC1-FA2585C57DE2}"/>
              </a:ext>
            </a:extLst>
          </p:cNvPr>
          <p:cNvSpPr>
            <a:spLocks noGrp="1"/>
          </p:cNvSpPr>
          <p:nvPr/>
        </p:nvSpPr>
        <p:spPr>
          <a:xfrm>
            <a:off x="8760000" y="36730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0" name="02_predicted_pose_4159">
            <a:extLst>
              <a:ext uri="{FF2B5EF4-FFF2-40B4-BE49-F238E27FC236}">
                <a16:creationId xmlns:a16="http://schemas.microsoft.com/office/drawing/2014/main" id="{194C3544-701D-4A55-8F3E-54918CD39F0B}"/>
              </a:ext>
            </a:extLst>
          </p:cNvPr>
          <p:cNvSpPr>
            <a:spLocks noGrp="1"/>
          </p:cNvSpPr>
          <p:nvPr/>
        </p:nvSpPr>
        <p:spPr>
          <a:xfrm>
            <a:off x="8631298" y="3574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1" name="02_predicted_pose_4160">
            <a:extLst>
              <a:ext uri="{FF2B5EF4-FFF2-40B4-BE49-F238E27FC236}">
                <a16:creationId xmlns:a16="http://schemas.microsoft.com/office/drawing/2014/main" id="{65315155-B43D-4916-8ADC-F74AA89165D9}"/>
              </a:ext>
            </a:extLst>
          </p:cNvPr>
          <p:cNvSpPr>
            <a:spLocks noGrp="1"/>
          </p:cNvSpPr>
          <p:nvPr/>
        </p:nvSpPr>
        <p:spPr>
          <a:xfrm>
            <a:off x="8675050" y="35329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2" name="02_predicted_pose_4161">
            <a:extLst>
              <a:ext uri="{FF2B5EF4-FFF2-40B4-BE49-F238E27FC236}">
                <a16:creationId xmlns:a16="http://schemas.microsoft.com/office/drawing/2014/main" id="{89A11F0C-FBCE-4B53-8A00-4C5F6BF47145}"/>
              </a:ext>
            </a:extLst>
          </p:cNvPr>
          <p:cNvSpPr>
            <a:spLocks noGrp="1"/>
          </p:cNvSpPr>
          <p:nvPr/>
        </p:nvSpPr>
        <p:spPr>
          <a:xfrm>
            <a:off x="8718801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3" name="02_predicted_pose_4162">
            <a:extLst>
              <a:ext uri="{FF2B5EF4-FFF2-40B4-BE49-F238E27FC236}">
                <a16:creationId xmlns:a16="http://schemas.microsoft.com/office/drawing/2014/main" id="{3B5B6885-3C41-4703-BAB6-04B43997F556}"/>
              </a:ext>
            </a:extLst>
          </p:cNvPr>
          <p:cNvSpPr>
            <a:spLocks noGrp="1"/>
          </p:cNvSpPr>
          <p:nvPr/>
        </p:nvSpPr>
        <p:spPr>
          <a:xfrm>
            <a:off x="8903287" y="3710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4" name="02_predicted_pose_4163">
            <a:extLst>
              <a:ext uri="{FF2B5EF4-FFF2-40B4-BE49-F238E27FC236}">
                <a16:creationId xmlns:a16="http://schemas.microsoft.com/office/drawing/2014/main" id="{5928ACAE-1FB6-4B00-B216-6784D2A0C63C}"/>
              </a:ext>
            </a:extLst>
          </p:cNvPr>
          <p:cNvSpPr>
            <a:spLocks noGrp="1"/>
          </p:cNvSpPr>
          <p:nvPr/>
        </p:nvSpPr>
        <p:spPr>
          <a:xfrm>
            <a:off x="8583535" y="3632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5" name="02_predicted_pose_4164">
            <a:extLst>
              <a:ext uri="{FF2B5EF4-FFF2-40B4-BE49-F238E27FC236}">
                <a16:creationId xmlns:a16="http://schemas.microsoft.com/office/drawing/2014/main" id="{6F934D16-013C-423D-90CC-65C3E6AC6FB7}"/>
              </a:ext>
            </a:extLst>
          </p:cNvPr>
          <p:cNvSpPr>
            <a:spLocks noGrp="1"/>
          </p:cNvSpPr>
          <p:nvPr/>
        </p:nvSpPr>
        <p:spPr>
          <a:xfrm>
            <a:off x="8805575" y="37312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6" name="02_predicted_pose_4165">
            <a:extLst>
              <a:ext uri="{FF2B5EF4-FFF2-40B4-BE49-F238E27FC236}">
                <a16:creationId xmlns:a16="http://schemas.microsoft.com/office/drawing/2014/main" id="{19CFCEE6-37F8-460D-9C46-D2B630704AB6}"/>
              </a:ext>
            </a:extLst>
          </p:cNvPr>
          <p:cNvSpPr>
            <a:spLocks noGrp="1"/>
          </p:cNvSpPr>
          <p:nvPr/>
        </p:nvSpPr>
        <p:spPr>
          <a:xfrm>
            <a:off x="8904016" y="3622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7" name="02_predicted_pose_4166">
            <a:extLst>
              <a:ext uri="{FF2B5EF4-FFF2-40B4-BE49-F238E27FC236}">
                <a16:creationId xmlns:a16="http://schemas.microsoft.com/office/drawing/2014/main" id="{4F155325-4786-43EA-97D3-4559C48DBCB9}"/>
              </a:ext>
            </a:extLst>
          </p:cNvPr>
          <p:cNvSpPr>
            <a:spLocks noGrp="1"/>
          </p:cNvSpPr>
          <p:nvPr/>
        </p:nvSpPr>
        <p:spPr>
          <a:xfrm>
            <a:off x="8724999" y="33009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8" name="02_predicted_pose_4167">
            <a:extLst>
              <a:ext uri="{FF2B5EF4-FFF2-40B4-BE49-F238E27FC236}">
                <a16:creationId xmlns:a16="http://schemas.microsoft.com/office/drawing/2014/main" id="{78C2903E-A38B-4B62-8F60-CE64F63B5D7B}"/>
              </a:ext>
            </a:extLst>
          </p:cNvPr>
          <p:cNvSpPr>
            <a:spLocks noGrp="1"/>
          </p:cNvSpPr>
          <p:nvPr/>
        </p:nvSpPr>
        <p:spPr>
          <a:xfrm>
            <a:off x="8739583" y="34629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9" name="02_predicted_pose_4168">
            <a:extLst>
              <a:ext uri="{FF2B5EF4-FFF2-40B4-BE49-F238E27FC236}">
                <a16:creationId xmlns:a16="http://schemas.microsoft.com/office/drawing/2014/main" id="{9577CA11-437D-44B7-90A3-63C3036B7FCD}"/>
              </a:ext>
            </a:extLst>
          </p:cNvPr>
          <p:cNvSpPr>
            <a:spLocks noGrp="1"/>
          </p:cNvSpPr>
          <p:nvPr/>
        </p:nvSpPr>
        <p:spPr>
          <a:xfrm>
            <a:off x="8656820" y="35322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0" name="02_predicted_pose_4169">
            <a:extLst>
              <a:ext uri="{FF2B5EF4-FFF2-40B4-BE49-F238E27FC236}">
                <a16:creationId xmlns:a16="http://schemas.microsoft.com/office/drawing/2014/main" id="{66D87297-632F-4E56-BAAA-92FCBA996EBE}"/>
              </a:ext>
            </a:extLst>
          </p:cNvPr>
          <p:cNvSpPr>
            <a:spLocks noGrp="1"/>
          </p:cNvSpPr>
          <p:nvPr/>
        </p:nvSpPr>
        <p:spPr>
          <a:xfrm>
            <a:off x="8671403" y="35703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1" name="02_predicted_pose_4170">
            <a:extLst>
              <a:ext uri="{FF2B5EF4-FFF2-40B4-BE49-F238E27FC236}">
                <a16:creationId xmlns:a16="http://schemas.microsoft.com/office/drawing/2014/main" id="{3C922677-E771-4B26-A242-41E499CFB869}"/>
              </a:ext>
            </a:extLst>
          </p:cNvPr>
          <p:cNvSpPr>
            <a:spLocks noGrp="1"/>
          </p:cNvSpPr>
          <p:nvPr/>
        </p:nvSpPr>
        <p:spPr>
          <a:xfrm>
            <a:off x="8685987" y="3554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2" name="02_predicted_pose_4171">
            <a:extLst>
              <a:ext uri="{FF2B5EF4-FFF2-40B4-BE49-F238E27FC236}">
                <a16:creationId xmlns:a16="http://schemas.microsoft.com/office/drawing/2014/main" id="{8DD1059D-8CD0-4C83-9050-B5F883290862}"/>
              </a:ext>
            </a:extLst>
          </p:cNvPr>
          <p:cNvSpPr>
            <a:spLocks noGrp="1"/>
          </p:cNvSpPr>
          <p:nvPr/>
        </p:nvSpPr>
        <p:spPr>
          <a:xfrm>
            <a:off x="8700571" y="3549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3" name="02_predicted_pose_4172">
            <a:extLst>
              <a:ext uri="{FF2B5EF4-FFF2-40B4-BE49-F238E27FC236}">
                <a16:creationId xmlns:a16="http://schemas.microsoft.com/office/drawing/2014/main" id="{F60BB84E-5D8E-4A25-A9A8-27355AF730D0}"/>
              </a:ext>
            </a:extLst>
          </p:cNvPr>
          <p:cNvSpPr>
            <a:spLocks noGrp="1"/>
          </p:cNvSpPr>
          <p:nvPr/>
        </p:nvSpPr>
        <p:spPr>
          <a:xfrm>
            <a:off x="8715155" y="35166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4" name="02_predicted_pose_4173">
            <a:extLst>
              <a:ext uri="{FF2B5EF4-FFF2-40B4-BE49-F238E27FC236}">
                <a16:creationId xmlns:a16="http://schemas.microsoft.com/office/drawing/2014/main" id="{88EB442B-E4BC-44D0-AF4C-CC3EDA61B5A7}"/>
              </a:ext>
            </a:extLst>
          </p:cNvPr>
          <p:cNvSpPr>
            <a:spLocks noGrp="1"/>
          </p:cNvSpPr>
          <p:nvPr/>
        </p:nvSpPr>
        <p:spPr>
          <a:xfrm>
            <a:off x="8729739" y="3612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5" name="02_predicted_pose_4174">
            <a:extLst>
              <a:ext uri="{FF2B5EF4-FFF2-40B4-BE49-F238E27FC236}">
                <a16:creationId xmlns:a16="http://schemas.microsoft.com/office/drawing/2014/main" id="{084E8743-8D76-4B76-806B-E01FBE5F1D98}"/>
              </a:ext>
            </a:extLst>
          </p:cNvPr>
          <p:cNvSpPr>
            <a:spLocks noGrp="1"/>
          </p:cNvSpPr>
          <p:nvPr/>
        </p:nvSpPr>
        <p:spPr>
          <a:xfrm>
            <a:off x="8744322" y="36714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6" name="02_predicted_pose_4175">
            <a:extLst>
              <a:ext uri="{FF2B5EF4-FFF2-40B4-BE49-F238E27FC236}">
                <a16:creationId xmlns:a16="http://schemas.microsoft.com/office/drawing/2014/main" id="{ACC04C1A-5FA0-47FF-82F9-8F739E453789}"/>
              </a:ext>
            </a:extLst>
          </p:cNvPr>
          <p:cNvSpPr>
            <a:spLocks noGrp="1"/>
          </p:cNvSpPr>
          <p:nvPr/>
        </p:nvSpPr>
        <p:spPr>
          <a:xfrm>
            <a:off x="8758907" y="35907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7" name="02_predicted_pose_4176">
            <a:extLst>
              <a:ext uri="{FF2B5EF4-FFF2-40B4-BE49-F238E27FC236}">
                <a16:creationId xmlns:a16="http://schemas.microsoft.com/office/drawing/2014/main" id="{D4B60EC5-1E8F-4FE3-9E2E-36B2439B6FFA}"/>
              </a:ext>
            </a:extLst>
          </p:cNvPr>
          <p:cNvSpPr>
            <a:spLocks noGrp="1"/>
          </p:cNvSpPr>
          <p:nvPr/>
        </p:nvSpPr>
        <p:spPr>
          <a:xfrm>
            <a:off x="8773490" y="36486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8" name="02_predicted_pose_4177">
            <a:extLst>
              <a:ext uri="{FF2B5EF4-FFF2-40B4-BE49-F238E27FC236}">
                <a16:creationId xmlns:a16="http://schemas.microsoft.com/office/drawing/2014/main" id="{A533494E-AEAA-4A7F-9259-79F4B76F4F66}"/>
              </a:ext>
            </a:extLst>
          </p:cNvPr>
          <p:cNvSpPr>
            <a:spLocks noGrp="1"/>
          </p:cNvSpPr>
          <p:nvPr/>
        </p:nvSpPr>
        <p:spPr>
          <a:xfrm>
            <a:off x="8788074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9" name="02_predicted_pose_4178">
            <a:extLst>
              <a:ext uri="{FF2B5EF4-FFF2-40B4-BE49-F238E27FC236}">
                <a16:creationId xmlns:a16="http://schemas.microsoft.com/office/drawing/2014/main" id="{359F08FF-841A-4EF9-AEE2-ABD81BBCBCFD}"/>
              </a:ext>
            </a:extLst>
          </p:cNvPr>
          <p:cNvSpPr>
            <a:spLocks noGrp="1"/>
          </p:cNvSpPr>
          <p:nvPr/>
        </p:nvSpPr>
        <p:spPr>
          <a:xfrm>
            <a:off x="8671039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0" name="02_predicted_pose_4179">
            <a:extLst>
              <a:ext uri="{FF2B5EF4-FFF2-40B4-BE49-F238E27FC236}">
                <a16:creationId xmlns:a16="http://schemas.microsoft.com/office/drawing/2014/main" id="{01615E0A-4145-4D61-B270-C6B0B89CD19C}"/>
              </a:ext>
            </a:extLst>
          </p:cNvPr>
          <p:cNvSpPr>
            <a:spLocks noGrp="1"/>
          </p:cNvSpPr>
          <p:nvPr/>
        </p:nvSpPr>
        <p:spPr>
          <a:xfrm>
            <a:off x="8873389" y="38039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1" name="02_predicted_pose_4180">
            <a:extLst>
              <a:ext uri="{FF2B5EF4-FFF2-40B4-BE49-F238E27FC236}">
                <a16:creationId xmlns:a16="http://schemas.microsoft.com/office/drawing/2014/main" id="{189A12BF-65F5-4E84-9523-64B29DF0B3E1}"/>
              </a:ext>
            </a:extLst>
          </p:cNvPr>
          <p:cNvSpPr>
            <a:spLocks noGrp="1"/>
          </p:cNvSpPr>
          <p:nvPr/>
        </p:nvSpPr>
        <p:spPr>
          <a:xfrm>
            <a:off x="8737031" y="380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2" name="02_predicted_pose_4181">
            <a:extLst>
              <a:ext uri="{FF2B5EF4-FFF2-40B4-BE49-F238E27FC236}">
                <a16:creationId xmlns:a16="http://schemas.microsoft.com/office/drawing/2014/main" id="{7F5CEAA0-F957-4FA9-A616-586698956446}"/>
              </a:ext>
            </a:extLst>
          </p:cNvPr>
          <p:cNvSpPr>
            <a:spLocks noGrp="1"/>
          </p:cNvSpPr>
          <p:nvPr/>
        </p:nvSpPr>
        <p:spPr>
          <a:xfrm>
            <a:off x="8622912" y="354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3" name="02_predicted_pose_4182">
            <a:extLst>
              <a:ext uri="{FF2B5EF4-FFF2-40B4-BE49-F238E27FC236}">
                <a16:creationId xmlns:a16="http://schemas.microsoft.com/office/drawing/2014/main" id="{75289785-CB48-4CCD-B5D9-67C801CE022A}"/>
              </a:ext>
            </a:extLst>
          </p:cNvPr>
          <p:cNvSpPr>
            <a:spLocks noGrp="1"/>
          </p:cNvSpPr>
          <p:nvPr/>
        </p:nvSpPr>
        <p:spPr>
          <a:xfrm>
            <a:off x="8751615" y="37736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4" name="02_predicted_pose_4183">
            <a:extLst>
              <a:ext uri="{FF2B5EF4-FFF2-40B4-BE49-F238E27FC236}">
                <a16:creationId xmlns:a16="http://schemas.microsoft.com/office/drawing/2014/main" id="{04ACC170-EDDA-461E-80B1-889C0318CBCB}"/>
              </a:ext>
            </a:extLst>
          </p:cNvPr>
          <p:cNvSpPr>
            <a:spLocks noGrp="1"/>
          </p:cNvSpPr>
          <p:nvPr/>
        </p:nvSpPr>
        <p:spPr>
          <a:xfrm>
            <a:off x="8865004" y="3432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5" name="02_predicted_pose_4184">
            <a:extLst>
              <a:ext uri="{FF2B5EF4-FFF2-40B4-BE49-F238E27FC236}">
                <a16:creationId xmlns:a16="http://schemas.microsoft.com/office/drawing/2014/main" id="{AC6866D0-5FB9-4204-912B-DD0A559138D5}"/>
              </a:ext>
            </a:extLst>
          </p:cNvPr>
          <p:cNvSpPr>
            <a:spLocks noGrp="1"/>
          </p:cNvSpPr>
          <p:nvPr/>
        </p:nvSpPr>
        <p:spPr>
          <a:xfrm>
            <a:off x="8923339" y="3664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6" name="02_predicted_pose_4185">
            <a:extLst>
              <a:ext uri="{FF2B5EF4-FFF2-40B4-BE49-F238E27FC236}">
                <a16:creationId xmlns:a16="http://schemas.microsoft.com/office/drawing/2014/main" id="{295F8103-37EB-4537-A94E-AFB408F58688}"/>
              </a:ext>
            </a:extLst>
          </p:cNvPr>
          <p:cNvSpPr>
            <a:spLocks noGrp="1"/>
          </p:cNvSpPr>
          <p:nvPr/>
        </p:nvSpPr>
        <p:spPr>
          <a:xfrm>
            <a:off x="8704582" y="3521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7" name="02_predicted_pose_4186">
            <a:extLst>
              <a:ext uri="{FF2B5EF4-FFF2-40B4-BE49-F238E27FC236}">
                <a16:creationId xmlns:a16="http://schemas.microsoft.com/office/drawing/2014/main" id="{2CB54A80-114C-461B-9217-0A759DB187DB}"/>
              </a:ext>
            </a:extLst>
          </p:cNvPr>
          <p:cNvSpPr>
            <a:spLocks noGrp="1"/>
          </p:cNvSpPr>
          <p:nvPr/>
        </p:nvSpPr>
        <p:spPr>
          <a:xfrm>
            <a:off x="8733749" y="35877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8" name="02_predicted_pose_4187">
            <a:extLst>
              <a:ext uri="{FF2B5EF4-FFF2-40B4-BE49-F238E27FC236}">
                <a16:creationId xmlns:a16="http://schemas.microsoft.com/office/drawing/2014/main" id="{98DCA682-4E08-47B8-ACAF-80221691AEC7}"/>
              </a:ext>
            </a:extLst>
          </p:cNvPr>
          <p:cNvSpPr>
            <a:spLocks noGrp="1"/>
          </p:cNvSpPr>
          <p:nvPr/>
        </p:nvSpPr>
        <p:spPr>
          <a:xfrm>
            <a:off x="8777501" y="3484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9" name="02_predicted_pose_4188">
            <a:extLst>
              <a:ext uri="{FF2B5EF4-FFF2-40B4-BE49-F238E27FC236}">
                <a16:creationId xmlns:a16="http://schemas.microsoft.com/office/drawing/2014/main" id="{7432E320-B392-4234-9A2B-8B456725D0E1}"/>
              </a:ext>
            </a:extLst>
          </p:cNvPr>
          <p:cNvSpPr>
            <a:spLocks noGrp="1"/>
          </p:cNvSpPr>
          <p:nvPr/>
        </p:nvSpPr>
        <p:spPr>
          <a:xfrm>
            <a:off x="8806668" y="35183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0" name="02_predicted_pose_4189">
            <a:extLst>
              <a:ext uri="{FF2B5EF4-FFF2-40B4-BE49-F238E27FC236}">
                <a16:creationId xmlns:a16="http://schemas.microsoft.com/office/drawing/2014/main" id="{7C220680-D448-42DA-8BC6-B0B80DF7C08F}"/>
              </a:ext>
            </a:extLst>
          </p:cNvPr>
          <p:cNvSpPr>
            <a:spLocks noGrp="1"/>
          </p:cNvSpPr>
          <p:nvPr/>
        </p:nvSpPr>
        <p:spPr>
          <a:xfrm>
            <a:off x="8821252" y="35637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1" name="02_predicted_pose_4190">
            <a:extLst>
              <a:ext uri="{FF2B5EF4-FFF2-40B4-BE49-F238E27FC236}">
                <a16:creationId xmlns:a16="http://schemas.microsoft.com/office/drawing/2014/main" id="{CE83E11D-394B-4180-A8D0-8F9ADCE04927}"/>
              </a:ext>
            </a:extLst>
          </p:cNvPr>
          <p:cNvSpPr>
            <a:spLocks noGrp="1"/>
          </p:cNvSpPr>
          <p:nvPr/>
        </p:nvSpPr>
        <p:spPr>
          <a:xfrm>
            <a:off x="8718801" y="352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2" name="02_predicted_pose_4191">
            <a:extLst>
              <a:ext uri="{FF2B5EF4-FFF2-40B4-BE49-F238E27FC236}">
                <a16:creationId xmlns:a16="http://schemas.microsoft.com/office/drawing/2014/main" id="{76C89071-BD46-4086-BE8C-BC5F4621220F}"/>
              </a:ext>
            </a:extLst>
          </p:cNvPr>
          <p:cNvSpPr>
            <a:spLocks noGrp="1"/>
          </p:cNvSpPr>
          <p:nvPr/>
        </p:nvSpPr>
        <p:spPr>
          <a:xfrm>
            <a:off x="8827450" y="37286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3" name="02_predicted_pose_4192">
            <a:extLst>
              <a:ext uri="{FF2B5EF4-FFF2-40B4-BE49-F238E27FC236}">
                <a16:creationId xmlns:a16="http://schemas.microsoft.com/office/drawing/2014/main" id="{6D8106D5-50BB-450A-86E9-0BD1DC37C280}"/>
              </a:ext>
            </a:extLst>
          </p:cNvPr>
          <p:cNvSpPr>
            <a:spLocks noGrp="1"/>
          </p:cNvSpPr>
          <p:nvPr/>
        </p:nvSpPr>
        <p:spPr>
          <a:xfrm>
            <a:off x="8856618" y="3784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4" name="02_predicted_pose_4193">
            <a:extLst>
              <a:ext uri="{FF2B5EF4-FFF2-40B4-BE49-F238E27FC236}">
                <a16:creationId xmlns:a16="http://schemas.microsoft.com/office/drawing/2014/main" id="{0616DC7C-29C8-4647-AD69-FBF41C3FE20B}"/>
              </a:ext>
            </a:extLst>
          </p:cNvPr>
          <p:cNvSpPr>
            <a:spLocks noGrp="1"/>
          </p:cNvSpPr>
          <p:nvPr/>
        </p:nvSpPr>
        <p:spPr>
          <a:xfrm>
            <a:off x="8885786" y="3733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5" name="02_predicted_pose_4194">
            <a:extLst>
              <a:ext uri="{FF2B5EF4-FFF2-40B4-BE49-F238E27FC236}">
                <a16:creationId xmlns:a16="http://schemas.microsoft.com/office/drawing/2014/main" id="{8C783612-8455-4467-96E0-B10C5D459D80}"/>
              </a:ext>
            </a:extLst>
          </p:cNvPr>
          <p:cNvSpPr>
            <a:spLocks noGrp="1"/>
          </p:cNvSpPr>
          <p:nvPr/>
        </p:nvSpPr>
        <p:spPr>
          <a:xfrm>
            <a:off x="8914954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6" name="02_predicted_pose_4195">
            <a:extLst>
              <a:ext uri="{FF2B5EF4-FFF2-40B4-BE49-F238E27FC236}">
                <a16:creationId xmlns:a16="http://schemas.microsoft.com/office/drawing/2014/main" id="{D7EC2D14-B1E4-4AD6-86DE-28805FF5BCDD}"/>
              </a:ext>
            </a:extLst>
          </p:cNvPr>
          <p:cNvSpPr>
            <a:spLocks noGrp="1"/>
          </p:cNvSpPr>
          <p:nvPr/>
        </p:nvSpPr>
        <p:spPr>
          <a:xfrm>
            <a:off x="8661559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7" name="02_predicted_pose_4196">
            <a:extLst>
              <a:ext uri="{FF2B5EF4-FFF2-40B4-BE49-F238E27FC236}">
                <a16:creationId xmlns:a16="http://schemas.microsoft.com/office/drawing/2014/main" id="{7E6192C2-1A8B-4636-A4A1-479678D955B1}"/>
              </a:ext>
            </a:extLst>
          </p:cNvPr>
          <p:cNvSpPr>
            <a:spLocks noGrp="1"/>
          </p:cNvSpPr>
          <p:nvPr/>
        </p:nvSpPr>
        <p:spPr>
          <a:xfrm>
            <a:off x="8670674" y="37307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8" name="02_predicted_pose_4197">
            <a:extLst>
              <a:ext uri="{FF2B5EF4-FFF2-40B4-BE49-F238E27FC236}">
                <a16:creationId xmlns:a16="http://schemas.microsoft.com/office/drawing/2014/main" id="{AA89C2A0-F490-4B8D-B180-0ACD2ABE098D}"/>
              </a:ext>
            </a:extLst>
          </p:cNvPr>
          <p:cNvSpPr>
            <a:spLocks noGrp="1"/>
          </p:cNvSpPr>
          <p:nvPr/>
        </p:nvSpPr>
        <p:spPr>
          <a:xfrm>
            <a:off x="8685258" y="3781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9" name="02_predicted_pose_4198">
            <a:extLst>
              <a:ext uri="{FF2B5EF4-FFF2-40B4-BE49-F238E27FC236}">
                <a16:creationId xmlns:a16="http://schemas.microsoft.com/office/drawing/2014/main" id="{9429FB70-9775-43EB-9391-53A366EF24B4}"/>
              </a:ext>
            </a:extLst>
          </p:cNvPr>
          <p:cNvSpPr>
            <a:spLocks noGrp="1"/>
          </p:cNvSpPr>
          <p:nvPr/>
        </p:nvSpPr>
        <p:spPr>
          <a:xfrm>
            <a:off x="8714426" y="3779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0" name="02_predicted_pose_4199">
            <a:extLst>
              <a:ext uri="{FF2B5EF4-FFF2-40B4-BE49-F238E27FC236}">
                <a16:creationId xmlns:a16="http://schemas.microsoft.com/office/drawing/2014/main" id="{97754304-AA51-4773-8FA9-1E69D39D605A}"/>
              </a:ext>
            </a:extLst>
          </p:cNvPr>
          <p:cNvSpPr>
            <a:spLocks noGrp="1"/>
          </p:cNvSpPr>
          <p:nvPr/>
        </p:nvSpPr>
        <p:spPr>
          <a:xfrm>
            <a:off x="8743593" y="36804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1" name="02_predicted_pose_4200">
            <a:extLst>
              <a:ext uri="{FF2B5EF4-FFF2-40B4-BE49-F238E27FC236}">
                <a16:creationId xmlns:a16="http://schemas.microsoft.com/office/drawing/2014/main" id="{65C8879A-D6D9-44B0-84EA-45AC2E9FDCF1}"/>
              </a:ext>
            </a:extLst>
          </p:cNvPr>
          <p:cNvSpPr>
            <a:spLocks noGrp="1"/>
          </p:cNvSpPr>
          <p:nvPr/>
        </p:nvSpPr>
        <p:spPr>
          <a:xfrm>
            <a:off x="8772761" y="371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2" name="02_predicted_pose_4201">
            <a:extLst>
              <a:ext uri="{FF2B5EF4-FFF2-40B4-BE49-F238E27FC236}">
                <a16:creationId xmlns:a16="http://schemas.microsoft.com/office/drawing/2014/main" id="{E2692476-8073-4E3D-B45C-A44CBC14DC20}"/>
              </a:ext>
            </a:extLst>
          </p:cNvPr>
          <p:cNvSpPr>
            <a:spLocks noGrp="1"/>
          </p:cNvSpPr>
          <p:nvPr/>
        </p:nvSpPr>
        <p:spPr>
          <a:xfrm>
            <a:off x="8799012" y="3199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3" name="02_predicted_pose_4202">
            <a:extLst>
              <a:ext uri="{FF2B5EF4-FFF2-40B4-BE49-F238E27FC236}">
                <a16:creationId xmlns:a16="http://schemas.microsoft.com/office/drawing/2014/main" id="{F16DE11C-38D7-438A-A13F-C227758A5075}"/>
              </a:ext>
            </a:extLst>
          </p:cNvPr>
          <p:cNvSpPr>
            <a:spLocks noGrp="1"/>
          </p:cNvSpPr>
          <p:nvPr/>
        </p:nvSpPr>
        <p:spPr>
          <a:xfrm>
            <a:off x="8813596" y="33620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4" name="02_predicted_pose_4203">
            <a:extLst>
              <a:ext uri="{FF2B5EF4-FFF2-40B4-BE49-F238E27FC236}">
                <a16:creationId xmlns:a16="http://schemas.microsoft.com/office/drawing/2014/main" id="{A27C8E52-7C00-40EE-BEC4-AB13C91E597B}"/>
              </a:ext>
            </a:extLst>
          </p:cNvPr>
          <p:cNvSpPr>
            <a:spLocks noGrp="1"/>
          </p:cNvSpPr>
          <p:nvPr/>
        </p:nvSpPr>
        <p:spPr>
          <a:xfrm>
            <a:off x="8740677" y="34913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5" name="02_predicted_pose_4204">
            <a:extLst>
              <a:ext uri="{FF2B5EF4-FFF2-40B4-BE49-F238E27FC236}">
                <a16:creationId xmlns:a16="http://schemas.microsoft.com/office/drawing/2014/main" id="{CDCDCD46-1114-43CC-A39D-19A2D1B53750}"/>
              </a:ext>
            </a:extLst>
          </p:cNvPr>
          <p:cNvSpPr>
            <a:spLocks noGrp="1"/>
          </p:cNvSpPr>
          <p:nvPr/>
        </p:nvSpPr>
        <p:spPr>
          <a:xfrm>
            <a:off x="8684894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6" name="02_predicted_pose_4205">
            <a:extLst>
              <a:ext uri="{FF2B5EF4-FFF2-40B4-BE49-F238E27FC236}">
                <a16:creationId xmlns:a16="http://schemas.microsoft.com/office/drawing/2014/main" id="{28A93582-5439-484C-AC54-5A1FA98C58D4}"/>
              </a:ext>
            </a:extLst>
          </p:cNvPr>
          <p:cNvSpPr>
            <a:spLocks noGrp="1"/>
          </p:cNvSpPr>
          <p:nvPr/>
        </p:nvSpPr>
        <p:spPr>
          <a:xfrm>
            <a:off x="8596661" y="3710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7" name="02_predicted_pose_4206">
            <a:extLst>
              <a:ext uri="{FF2B5EF4-FFF2-40B4-BE49-F238E27FC236}">
                <a16:creationId xmlns:a16="http://schemas.microsoft.com/office/drawing/2014/main" id="{33246756-76A7-4836-B22E-C71BBC92D686}"/>
              </a:ext>
            </a:extLst>
          </p:cNvPr>
          <p:cNvSpPr>
            <a:spLocks noGrp="1"/>
          </p:cNvSpPr>
          <p:nvPr/>
        </p:nvSpPr>
        <p:spPr>
          <a:xfrm>
            <a:off x="8854795" y="3324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8" name="02_predicted_pose_4207">
            <a:extLst>
              <a:ext uri="{FF2B5EF4-FFF2-40B4-BE49-F238E27FC236}">
                <a16:creationId xmlns:a16="http://schemas.microsoft.com/office/drawing/2014/main" id="{2E540A46-7FB6-43BB-AD67-2B4F9A5D8131}"/>
              </a:ext>
            </a:extLst>
          </p:cNvPr>
          <p:cNvSpPr>
            <a:spLocks noGrp="1"/>
          </p:cNvSpPr>
          <p:nvPr/>
        </p:nvSpPr>
        <p:spPr>
          <a:xfrm>
            <a:off x="8809221" y="2925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9" name="02_predicted_pose_4208">
            <a:extLst>
              <a:ext uri="{FF2B5EF4-FFF2-40B4-BE49-F238E27FC236}">
                <a16:creationId xmlns:a16="http://schemas.microsoft.com/office/drawing/2014/main" id="{D227BDCE-C679-4600-8750-8877EE8F1FCA}"/>
              </a:ext>
            </a:extLst>
          </p:cNvPr>
          <p:cNvSpPr>
            <a:spLocks noGrp="1"/>
          </p:cNvSpPr>
          <p:nvPr/>
        </p:nvSpPr>
        <p:spPr>
          <a:xfrm>
            <a:off x="8823805" y="30119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0" name="02_predicted_pose_4209">
            <a:extLst>
              <a:ext uri="{FF2B5EF4-FFF2-40B4-BE49-F238E27FC236}">
                <a16:creationId xmlns:a16="http://schemas.microsoft.com/office/drawing/2014/main" id="{D88EF945-2072-4CAE-864C-0DB7DEC91739}"/>
              </a:ext>
            </a:extLst>
          </p:cNvPr>
          <p:cNvSpPr>
            <a:spLocks noGrp="1"/>
          </p:cNvSpPr>
          <p:nvPr/>
        </p:nvSpPr>
        <p:spPr>
          <a:xfrm>
            <a:off x="8618537" y="368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1" name="02_predicted_pose_4210">
            <a:extLst>
              <a:ext uri="{FF2B5EF4-FFF2-40B4-BE49-F238E27FC236}">
                <a16:creationId xmlns:a16="http://schemas.microsoft.com/office/drawing/2014/main" id="{6CF41DCC-19F2-4B74-BBE1-D686BA6B65FF}"/>
              </a:ext>
            </a:extLst>
          </p:cNvPr>
          <p:cNvSpPr>
            <a:spLocks noGrp="1"/>
          </p:cNvSpPr>
          <p:nvPr/>
        </p:nvSpPr>
        <p:spPr>
          <a:xfrm>
            <a:off x="8809585" y="3806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2" name="02_predicted_pose_4211">
            <a:extLst>
              <a:ext uri="{FF2B5EF4-FFF2-40B4-BE49-F238E27FC236}">
                <a16:creationId xmlns:a16="http://schemas.microsoft.com/office/drawing/2014/main" id="{DD3D00C4-C6B0-4A4A-83AD-C63A25F08492}"/>
              </a:ext>
            </a:extLst>
          </p:cNvPr>
          <p:cNvSpPr>
            <a:spLocks noGrp="1"/>
          </p:cNvSpPr>
          <p:nvPr/>
        </p:nvSpPr>
        <p:spPr>
          <a:xfrm>
            <a:off x="8824170" y="37739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3" name="02_predicted_pose_4212">
            <a:extLst>
              <a:ext uri="{FF2B5EF4-FFF2-40B4-BE49-F238E27FC236}">
                <a16:creationId xmlns:a16="http://schemas.microsoft.com/office/drawing/2014/main" id="{F2109813-A63A-4EF0-8278-92F49B255359}"/>
              </a:ext>
            </a:extLst>
          </p:cNvPr>
          <p:cNvSpPr>
            <a:spLocks noGrp="1"/>
          </p:cNvSpPr>
          <p:nvPr/>
        </p:nvSpPr>
        <p:spPr>
          <a:xfrm>
            <a:off x="8838753" y="3812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4" name="02_predicted_pose_4213">
            <a:extLst>
              <a:ext uri="{FF2B5EF4-FFF2-40B4-BE49-F238E27FC236}">
                <a16:creationId xmlns:a16="http://schemas.microsoft.com/office/drawing/2014/main" id="{3B513D4E-4547-48E0-8450-C02434F40F25}"/>
              </a:ext>
            </a:extLst>
          </p:cNvPr>
          <p:cNvSpPr>
            <a:spLocks noGrp="1"/>
          </p:cNvSpPr>
          <p:nvPr/>
        </p:nvSpPr>
        <p:spPr>
          <a:xfrm>
            <a:off x="8853337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5" name="02_predicted_pose_4214">
            <a:extLst>
              <a:ext uri="{FF2B5EF4-FFF2-40B4-BE49-F238E27FC236}">
                <a16:creationId xmlns:a16="http://schemas.microsoft.com/office/drawing/2014/main" id="{740D5AA3-1B5E-4A73-A237-80B805B010E9}"/>
              </a:ext>
            </a:extLst>
          </p:cNvPr>
          <p:cNvSpPr>
            <a:spLocks noGrp="1"/>
          </p:cNvSpPr>
          <p:nvPr/>
        </p:nvSpPr>
        <p:spPr>
          <a:xfrm>
            <a:off x="8867920" y="3811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6" name="02_predicted_pose_4215">
            <a:extLst>
              <a:ext uri="{FF2B5EF4-FFF2-40B4-BE49-F238E27FC236}">
                <a16:creationId xmlns:a16="http://schemas.microsoft.com/office/drawing/2014/main" id="{AF42D1CC-2B78-4032-86F6-894F493E4767}"/>
              </a:ext>
            </a:extLst>
          </p:cNvPr>
          <p:cNvSpPr>
            <a:spLocks noGrp="1"/>
          </p:cNvSpPr>
          <p:nvPr/>
        </p:nvSpPr>
        <p:spPr>
          <a:xfrm>
            <a:off x="8684528" y="3087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7" name="02_predicted_pose_4216">
            <a:extLst>
              <a:ext uri="{FF2B5EF4-FFF2-40B4-BE49-F238E27FC236}">
                <a16:creationId xmlns:a16="http://schemas.microsoft.com/office/drawing/2014/main" id="{41FFE1AB-ED6B-478D-ABFF-B1C5B1ABCD69}"/>
              </a:ext>
            </a:extLst>
          </p:cNvPr>
          <p:cNvSpPr>
            <a:spLocks noGrp="1"/>
          </p:cNvSpPr>
          <p:nvPr/>
        </p:nvSpPr>
        <p:spPr>
          <a:xfrm>
            <a:off x="8772761" y="3511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8" name="02_predicted_pose_4217">
            <a:extLst>
              <a:ext uri="{FF2B5EF4-FFF2-40B4-BE49-F238E27FC236}">
                <a16:creationId xmlns:a16="http://schemas.microsoft.com/office/drawing/2014/main" id="{7E6E4ED6-4894-4AF0-AA8A-2EAC4737415B}"/>
              </a:ext>
            </a:extLst>
          </p:cNvPr>
          <p:cNvSpPr>
            <a:spLocks noGrp="1"/>
          </p:cNvSpPr>
          <p:nvPr/>
        </p:nvSpPr>
        <p:spPr>
          <a:xfrm>
            <a:off x="8801929" y="35358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9" name="02_predicted_pose_4218">
            <a:extLst>
              <a:ext uri="{FF2B5EF4-FFF2-40B4-BE49-F238E27FC236}">
                <a16:creationId xmlns:a16="http://schemas.microsoft.com/office/drawing/2014/main" id="{0697B754-BF20-4C03-8617-2B87A4BF09F1}"/>
              </a:ext>
            </a:extLst>
          </p:cNvPr>
          <p:cNvSpPr>
            <a:spLocks noGrp="1"/>
          </p:cNvSpPr>
          <p:nvPr/>
        </p:nvSpPr>
        <p:spPr>
          <a:xfrm>
            <a:off x="8831097" y="353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0" name="02_predicted_pose_4219">
            <a:extLst>
              <a:ext uri="{FF2B5EF4-FFF2-40B4-BE49-F238E27FC236}">
                <a16:creationId xmlns:a16="http://schemas.microsoft.com/office/drawing/2014/main" id="{E9FB8739-9E03-4AB8-93D3-6016A3D54F20}"/>
              </a:ext>
            </a:extLst>
          </p:cNvPr>
          <p:cNvSpPr>
            <a:spLocks noGrp="1"/>
          </p:cNvSpPr>
          <p:nvPr/>
        </p:nvSpPr>
        <p:spPr>
          <a:xfrm>
            <a:off x="8860264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1" name="02_predicted_pose_4220">
            <a:extLst>
              <a:ext uri="{FF2B5EF4-FFF2-40B4-BE49-F238E27FC236}">
                <a16:creationId xmlns:a16="http://schemas.microsoft.com/office/drawing/2014/main" id="{FF83ADDE-FD99-41EB-A87D-E9C054E19CD1}"/>
              </a:ext>
            </a:extLst>
          </p:cNvPr>
          <p:cNvSpPr>
            <a:spLocks noGrp="1"/>
          </p:cNvSpPr>
          <p:nvPr/>
        </p:nvSpPr>
        <p:spPr>
          <a:xfrm>
            <a:off x="8944850" y="3611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2" name="02_predicted_pose_4221">
            <a:extLst>
              <a:ext uri="{FF2B5EF4-FFF2-40B4-BE49-F238E27FC236}">
                <a16:creationId xmlns:a16="http://schemas.microsoft.com/office/drawing/2014/main" id="{09B12DB6-5E51-4407-98E9-CE985D42CEB0}"/>
              </a:ext>
            </a:extLst>
          </p:cNvPr>
          <p:cNvSpPr>
            <a:spLocks noGrp="1"/>
          </p:cNvSpPr>
          <p:nvPr/>
        </p:nvSpPr>
        <p:spPr>
          <a:xfrm>
            <a:off x="8610516" y="3635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3" name="02_predicted_pose_4222">
            <a:extLst>
              <a:ext uri="{FF2B5EF4-FFF2-40B4-BE49-F238E27FC236}">
                <a16:creationId xmlns:a16="http://schemas.microsoft.com/office/drawing/2014/main" id="{371A2B39-E3FA-4B2E-92E2-80EDB885C972}"/>
              </a:ext>
            </a:extLst>
          </p:cNvPr>
          <p:cNvSpPr>
            <a:spLocks noGrp="1"/>
          </p:cNvSpPr>
          <p:nvPr/>
        </p:nvSpPr>
        <p:spPr>
          <a:xfrm>
            <a:off x="8639683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4" name="02_predicted_pose_4223">
            <a:extLst>
              <a:ext uri="{FF2B5EF4-FFF2-40B4-BE49-F238E27FC236}">
                <a16:creationId xmlns:a16="http://schemas.microsoft.com/office/drawing/2014/main" id="{4868511E-95DE-44EF-95F6-130227EF8448}"/>
              </a:ext>
            </a:extLst>
          </p:cNvPr>
          <p:cNvSpPr>
            <a:spLocks noGrp="1"/>
          </p:cNvSpPr>
          <p:nvPr/>
        </p:nvSpPr>
        <p:spPr>
          <a:xfrm>
            <a:off x="8668852" y="3564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5" name="02_predicted_pose_4224">
            <a:extLst>
              <a:ext uri="{FF2B5EF4-FFF2-40B4-BE49-F238E27FC236}">
                <a16:creationId xmlns:a16="http://schemas.microsoft.com/office/drawing/2014/main" id="{6DA96012-E729-4C3F-8565-800689383242}"/>
              </a:ext>
            </a:extLst>
          </p:cNvPr>
          <p:cNvSpPr>
            <a:spLocks noGrp="1"/>
          </p:cNvSpPr>
          <p:nvPr/>
        </p:nvSpPr>
        <p:spPr>
          <a:xfrm>
            <a:off x="8698019" y="3606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6" name="02_predicted_pose_4225">
            <a:extLst>
              <a:ext uri="{FF2B5EF4-FFF2-40B4-BE49-F238E27FC236}">
                <a16:creationId xmlns:a16="http://schemas.microsoft.com/office/drawing/2014/main" id="{7CE3460E-A39C-42B8-B1C8-414C46AD61B8}"/>
              </a:ext>
            </a:extLst>
          </p:cNvPr>
          <p:cNvSpPr>
            <a:spLocks noGrp="1"/>
          </p:cNvSpPr>
          <p:nvPr/>
        </p:nvSpPr>
        <p:spPr>
          <a:xfrm>
            <a:off x="8595568" y="35686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7" name="02_predicted_pose_4226">
            <a:extLst>
              <a:ext uri="{FF2B5EF4-FFF2-40B4-BE49-F238E27FC236}">
                <a16:creationId xmlns:a16="http://schemas.microsoft.com/office/drawing/2014/main" id="{66B80F56-8445-4311-B8A8-7F5BA5AFA932}"/>
              </a:ext>
            </a:extLst>
          </p:cNvPr>
          <p:cNvSpPr>
            <a:spLocks noGrp="1"/>
          </p:cNvSpPr>
          <p:nvPr/>
        </p:nvSpPr>
        <p:spPr>
          <a:xfrm>
            <a:off x="8648069" y="39021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8" name="02_predicted_pose_4227">
            <a:extLst>
              <a:ext uri="{FF2B5EF4-FFF2-40B4-BE49-F238E27FC236}">
                <a16:creationId xmlns:a16="http://schemas.microsoft.com/office/drawing/2014/main" id="{3C950E44-6DF3-4487-8A16-BFF880107382}"/>
              </a:ext>
            </a:extLst>
          </p:cNvPr>
          <p:cNvSpPr>
            <a:spLocks noGrp="1"/>
          </p:cNvSpPr>
          <p:nvPr/>
        </p:nvSpPr>
        <p:spPr>
          <a:xfrm>
            <a:off x="8798283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9" name="02_predicted_pose_4228">
            <a:extLst>
              <a:ext uri="{FF2B5EF4-FFF2-40B4-BE49-F238E27FC236}">
                <a16:creationId xmlns:a16="http://schemas.microsoft.com/office/drawing/2014/main" id="{6DC0EE85-C6D6-43EC-8004-EE7009D2CC25}"/>
              </a:ext>
            </a:extLst>
          </p:cNvPr>
          <p:cNvSpPr>
            <a:spLocks noGrp="1"/>
          </p:cNvSpPr>
          <p:nvPr/>
        </p:nvSpPr>
        <p:spPr>
          <a:xfrm>
            <a:off x="8827450" y="3604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0" name="02_predicted_pose_4229">
            <a:extLst>
              <a:ext uri="{FF2B5EF4-FFF2-40B4-BE49-F238E27FC236}">
                <a16:creationId xmlns:a16="http://schemas.microsoft.com/office/drawing/2014/main" id="{78C97FB8-25F2-4D83-8DDD-7214920BB35F}"/>
              </a:ext>
            </a:extLst>
          </p:cNvPr>
          <p:cNvSpPr>
            <a:spLocks noGrp="1"/>
          </p:cNvSpPr>
          <p:nvPr/>
        </p:nvSpPr>
        <p:spPr>
          <a:xfrm>
            <a:off x="8871202" y="34407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1" name="02_predicted_pose_4230">
            <a:extLst>
              <a:ext uri="{FF2B5EF4-FFF2-40B4-BE49-F238E27FC236}">
                <a16:creationId xmlns:a16="http://schemas.microsoft.com/office/drawing/2014/main" id="{996BA413-3A6C-4EC7-8EB2-7F034C60D260}"/>
              </a:ext>
            </a:extLst>
          </p:cNvPr>
          <p:cNvSpPr>
            <a:spLocks noGrp="1"/>
          </p:cNvSpPr>
          <p:nvPr/>
        </p:nvSpPr>
        <p:spPr>
          <a:xfrm>
            <a:off x="8900370" y="3462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2" name="02_predicted_pose_4231">
            <a:extLst>
              <a:ext uri="{FF2B5EF4-FFF2-40B4-BE49-F238E27FC236}">
                <a16:creationId xmlns:a16="http://schemas.microsoft.com/office/drawing/2014/main" id="{2C4B9CE7-00DC-4505-BC38-F7CECF42CCCD}"/>
              </a:ext>
            </a:extLst>
          </p:cNvPr>
          <p:cNvSpPr>
            <a:spLocks noGrp="1"/>
          </p:cNvSpPr>
          <p:nvPr/>
        </p:nvSpPr>
        <p:spPr>
          <a:xfrm>
            <a:off x="8929537" y="355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3" name="02_predicted_pose_4232">
            <a:extLst>
              <a:ext uri="{FF2B5EF4-FFF2-40B4-BE49-F238E27FC236}">
                <a16:creationId xmlns:a16="http://schemas.microsoft.com/office/drawing/2014/main" id="{BAEB4A64-C2A2-4198-9738-E44AA44951DA}"/>
              </a:ext>
            </a:extLst>
          </p:cNvPr>
          <p:cNvSpPr>
            <a:spLocks noGrp="1"/>
          </p:cNvSpPr>
          <p:nvPr/>
        </p:nvSpPr>
        <p:spPr>
          <a:xfrm>
            <a:off x="8910943" y="36846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4" name="02_predicted_pose_4233">
            <a:extLst>
              <a:ext uri="{FF2B5EF4-FFF2-40B4-BE49-F238E27FC236}">
                <a16:creationId xmlns:a16="http://schemas.microsoft.com/office/drawing/2014/main" id="{1C519C4E-9F80-4C73-8493-799B06BF6762}"/>
              </a:ext>
            </a:extLst>
          </p:cNvPr>
          <p:cNvSpPr>
            <a:spLocks noGrp="1"/>
          </p:cNvSpPr>
          <p:nvPr/>
        </p:nvSpPr>
        <p:spPr>
          <a:xfrm>
            <a:off x="8645882" y="343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5" name="02_predicted_pose_4234">
            <a:extLst>
              <a:ext uri="{FF2B5EF4-FFF2-40B4-BE49-F238E27FC236}">
                <a16:creationId xmlns:a16="http://schemas.microsoft.com/office/drawing/2014/main" id="{0B05EE66-46B8-43B5-BBE9-413FDB69DBB0}"/>
              </a:ext>
            </a:extLst>
          </p:cNvPr>
          <p:cNvSpPr>
            <a:spLocks noGrp="1"/>
          </p:cNvSpPr>
          <p:nvPr/>
        </p:nvSpPr>
        <p:spPr>
          <a:xfrm>
            <a:off x="8941205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6" name="02_predicted_pose_4235">
            <a:extLst>
              <a:ext uri="{FF2B5EF4-FFF2-40B4-BE49-F238E27FC236}">
                <a16:creationId xmlns:a16="http://schemas.microsoft.com/office/drawing/2014/main" id="{A9B250CB-AD8C-4546-9591-6B200AD94D6C}"/>
              </a:ext>
            </a:extLst>
          </p:cNvPr>
          <p:cNvSpPr>
            <a:spLocks noGrp="1"/>
          </p:cNvSpPr>
          <p:nvPr/>
        </p:nvSpPr>
        <p:spPr>
          <a:xfrm>
            <a:off x="8774584" y="3575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7" name="02_predicted_pose_4236">
            <a:extLst>
              <a:ext uri="{FF2B5EF4-FFF2-40B4-BE49-F238E27FC236}">
                <a16:creationId xmlns:a16="http://schemas.microsoft.com/office/drawing/2014/main" id="{6B225931-C89E-462C-B9DE-DC4ADE0C1049}"/>
              </a:ext>
            </a:extLst>
          </p:cNvPr>
          <p:cNvSpPr>
            <a:spLocks noGrp="1"/>
          </p:cNvSpPr>
          <p:nvPr/>
        </p:nvSpPr>
        <p:spPr>
          <a:xfrm>
            <a:off x="8873025" y="3537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8" name="02_predicted_pose_4237">
            <a:extLst>
              <a:ext uri="{FF2B5EF4-FFF2-40B4-BE49-F238E27FC236}">
                <a16:creationId xmlns:a16="http://schemas.microsoft.com/office/drawing/2014/main" id="{3CAC6F26-3C08-496C-BE0F-E7686D4B41A1}"/>
              </a:ext>
            </a:extLst>
          </p:cNvPr>
          <p:cNvSpPr>
            <a:spLocks noGrp="1"/>
          </p:cNvSpPr>
          <p:nvPr/>
        </p:nvSpPr>
        <p:spPr>
          <a:xfrm>
            <a:off x="8603224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9" name="02_predicted_pose_4238">
            <a:extLst>
              <a:ext uri="{FF2B5EF4-FFF2-40B4-BE49-F238E27FC236}">
                <a16:creationId xmlns:a16="http://schemas.microsoft.com/office/drawing/2014/main" id="{7EF00E90-47C5-4478-9E76-0D67D6B63BFC}"/>
              </a:ext>
            </a:extLst>
          </p:cNvPr>
          <p:cNvSpPr>
            <a:spLocks noGrp="1"/>
          </p:cNvSpPr>
          <p:nvPr/>
        </p:nvSpPr>
        <p:spPr>
          <a:xfrm>
            <a:off x="8617808" y="372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0" name="02_predicted_pose_4239">
            <a:extLst>
              <a:ext uri="{FF2B5EF4-FFF2-40B4-BE49-F238E27FC236}">
                <a16:creationId xmlns:a16="http://schemas.microsoft.com/office/drawing/2014/main" id="{1C0BA1B3-3A24-491A-AF99-082012CA74BE}"/>
              </a:ext>
            </a:extLst>
          </p:cNvPr>
          <p:cNvSpPr>
            <a:spLocks noGrp="1"/>
          </p:cNvSpPr>
          <p:nvPr/>
        </p:nvSpPr>
        <p:spPr>
          <a:xfrm>
            <a:off x="8632391" y="36164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1" name="02_predicted_pose_4240">
            <a:extLst>
              <a:ext uri="{FF2B5EF4-FFF2-40B4-BE49-F238E27FC236}">
                <a16:creationId xmlns:a16="http://schemas.microsoft.com/office/drawing/2014/main" id="{225B94FB-47A4-4C7F-A318-FDFAC89B1258}"/>
              </a:ext>
            </a:extLst>
          </p:cNvPr>
          <p:cNvSpPr>
            <a:spLocks noGrp="1"/>
          </p:cNvSpPr>
          <p:nvPr/>
        </p:nvSpPr>
        <p:spPr>
          <a:xfrm>
            <a:off x="8646976" y="3504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2" name="02_predicted_pose_4241">
            <a:extLst>
              <a:ext uri="{FF2B5EF4-FFF2-40B4-BE49-F238E27FC236}">
                <a16:creationId xmlns:a16="http://schemas.microsoft.com/office/drawing/2014/main" id="{BEEE4C57-6513-4A88-8511-3FBECD901227}"/>
              </a:ext>
            </a:extLst>
          </p:cNvPr>
          <p:cNvSpPr>
            <a:spLocks noGrp="1"/>
          </p:cNvSpPr>
          <p:nvPr/>
        </p:nvSpPr>
        <p:spPr>
          <a:xfrm>
            <a:off x="8599942" y="34926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3" name="02_predicted_pose_4242">
            <a:extLst>
              <a:ext uri="{FF2B5EF4-FFF2-40B4-BE49-F238E27FC236}">
                <a16:creationId xmlns:a16="http://schemas.microsoft.com/office/drawing/2014/main" id="{3540D73E-DE13-45BF-A953-81F39C5FCE6C}"/>
              </a:ext>
            </a:extLst>
          </p:cNvPr>
          <p:cNvSpPr>
            <a:spLocks noGrp="1"/>
          </p:cNvSpPr>
          <p:nvPr/>
        </p:nvSpPr>
        <p:spPr>
          <a:xfrm>
            <a:off x="8629111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4" name="02_predicted_pose_4243">
            <a:extLst>
              <a:ext uri="{FF2B5EF4-FFF2-40B4-BE49-F238E27FC236}">
                <a16:creationId xmlns:a16="http://schemas.microsoft.com/office/drawing/2014/main" id="{BAF7A624-73A0-473C-86C9-89B69D651076}"/>
              </a:ext>
            </a:extLst>
          </p:cNvPr>
          <p:cNvSpPr>
            <a:spLocks noGrp="1"/>
          </p:cNvSpPr>
          <p:nvPr/>
        </p:nvSpPr>
        <p:spPr>
          <a:xfrm>
            <a:off x="8718437" y="34721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5" name="02_predicted_pose_4244">
            <a:extLst>
              <a:ext uri="{FF2B5EF4-FFF2-40B4-BE49-F238E27FC236}">
                <a16:creationId xmlns:a16="http://schemas.microsoft.com/office/drawing/2014/main" id="{DFFC34FE-EB25-4DD7-A568-0A9BFEAF8941}"/>
              </a:ext>
            </a:extLst>
          </p:cNvPr>
          <p:cNvSpPr>
            <a:spLocks noGrp="1"/>
          </p:cNvSpPr>
          <p:nvPr/>
        </p:nvSpPr>
        <p:spPr>
          <a:xfrm>
            <a:off x="8663383" y="3589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6" name="02_predicted_pose_4245">
            <a:extLst>
              <a:ext uri="{FF2B5EF4-FFF2-40B4-BE49-F238E27FC236}">
                <a16:creationId xmlns:a16="http://schemas.microsoft.com/office/drawing/2014/main" id="{18B69B03-F5A3-49E5-96BD-E62EC147DC74}"/>
              </a:ext>
            </a:extLst>
          </p:cNvPr>
          <p:cNvSpPr>
            <a:spLocks noGrp="1"/>
          </p:cNvSpPr>
          <p:nvPr/>
        </p:nvSpPr>
        <p:spPr>
          <a:xfrm>
            <a:off x="8677966" y="4002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7" name="02_predicted_pose_4246">
            <a:extLst>
              <a:ext uri="{FF2B5EF4-FFF2-40B4-BE49-F238E27FC236}">
                <a16:creationId xmlns:a16="http://schemas.microsoft.com/office/drawing/2014/main" id="{B002568F-E175-48F8-AE78-27A114B323D6}"/>
              </a:ext>
            </a:extLst>
          </p:cNvPr>
          <p:cNvSpPr>
            <a:spLocks noGrp="1"/>
          </p:cNvSpPr>
          <p:nvPr/>
        </p:nvSpPr>
        <p:spPr>
          <a:xfrm>
            <a:off x="8692550" y="3690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8" name="02_predicted_pose_4247">
            <a:extLst>
              <a:ext uri="{FF2B5EF4-FFF2-40B4-BE49-F238E27FC236}">
                <a16:creationId xmlns:a16="http://schemas.microsoft.com/office/drawing/2014/main" id="{60165D03-DFA5-4976-98BE-B7107B346998}"/>
              </a:ext>
            </a:extLst>
          </p:cNvPr>
          <p:cNvSpPr>
            <a:spLocks noGrp="1"/>
          </p:cNvSpPr>
          <p:nvPr/>
        </p:nvSpPr>
        <p:spPr>
          <a:xfrm>
            <a:off x="8641142" y="34029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9" name="02_predicted_pose_4248">
            <a:extLst>
              <a:ext uri="{FF2B5EF4-FFF2-40B4-BE49-F238E27FC236}">
                <a16:creationId xmlns:a16="http://schemas.microsoft.com/office/drawing/2014/main" id="{503E3887-9ADC-4679-88C2-5F2A5B21C65C}"/>
              </a:ext>
            </a:extLst>
          </p:cNvPr>
          <p:cNvSpPr>
            <a:spLocks noGrp="1"/>
          </p:cNvSpPr>
          <p:nvPr/>
        </p:nvSpPr>
        <p:spPr>
          <a:xfrm>
            <a:off x="8655725" y="3432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0" name="02_predicted_pose_4249">
            <a:extLst>
              <a:ext uri="{FF2B5EF4-FFF2-40B4-BE49-F238E27FC236}">
                <a16:creationId xmlns:a16="http://schemas.microsoft.com/office/drawing/2014/main" id="{1214F129-D43A-4281-BC0F-242577AECB6E}"/>
              </a:ext>
            </a:extLst>
          </p:cNvPr>
          <p:cNvSpPr>
            <a:spLocks noGrp="1"/>
          </p:cNvSpPr>
          <p:nvPr/>
        </p:nvSpPr>
        <p:spPr>
          <a:xfrm>
            <a:off x="8670310" y="3384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1" name="02_predicted_pose_4250">
            <a:extLst>
              <a:ext uri="{FF2B5EF4-FFF2-40B4-BE49-F238E27FC236}">
                <a16:creationId xmlns:a16="http://schemas.microsoft.com/office/drawing/2014/main" id="{F6C86215-EDCC-415E-A220-C883FAF7B593}"/>
              </a:ext>
            </a:extLst>
          </p:cNvPr>
          <p:cNvSpPr>
            <a:spLocks noGrp="1"/>
          </p:cNvSpPr>
          <p:nvPr/>
        </p:nvSpPr>
        <p:spPr>
          <a:xfrm>
            <a:off x="8690727" y="3099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2" name="02_predicted_pose_4251">
            <a:extLst>
              <a:ext uri="{FF2B5EF4-FFF2-40B4-BE49-F238E27FC236}">
                <a16:creationId xmlns:a16="http://schemas.microsoft.com/office/drawing/2014/main" id="{CC196618-A468-4B91-8B8D-203DDA17DE94}"/>
              </a:ext>
            </a:extLst>
          </p:cNvPr>
          <p:cNvSpPr>
            <a:spLocks noGrp="1"/>
          </p:cNvSpPr>
          <p:nvPr/>
        </p:nvSpPr>
        <p:spPr>
          <a:xfrm>
            <a:off x="8734478" y="343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3" name="02_predicted_pose_4252">
            <a:extLst>
              <a:ext uri="{FF2B5EF4-FFF2-40B4-BE49-F238E27FC236}">
                <a16:creationId xmlns:a16="http://schemas.microsoft.com/office/drawing/2014/main" id="{3D41A514-3E18-4B61-B7CD-6463DCF370E9}"/>
              </a:ext>
            </a:extLst>
          </p:cNvPr>
          <p:cNvSpPr>
            <a:spLocks noGrp="1"/>
          </p:cNvSpPr>
          <p:nvPr/>
        </p:nvSpPr>
        <p:spPr>
          <a:xfrm>
            <a:off x="8704946" y="33127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4" name="02_predicted_pose_4253">
            <a:extLst>
              <a:ext uri="{FF2B5EF4-FFF2-40B4-BE49-F238E27FC236}">
                <a16:creationId xmlns:a16="http://schemas.microsoft.com/office/drawing/2014/main" id="{C329584E-7959-4099-849A-986149891A40}"/>
              </a:ext>
            </a:extLst>
          </p:cNvPr>
          <p:cNvSpPr>
            <a:spLocks noGrp="1"/>
          </p:cNvSpPr>
          <p:nvPr/>
        </p:nvSpPr>
        <p:spPr>
          <a:xfrm>
            <a:off x="8803387" y="31354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5" name="02_predicted_pose_4254">
            <a:extLst>
              <a:ext uri="{FF2B5EF4-FFF2-40B4-BE49-F238E27FC236}">
                <a16:creationId xmlns:a16="http://schemas.microsoft.com/office/drawing/2014/main" id="{51D64FDC-C16A-49F1-B627-FA40D3D3EA78}"/>
              </a:ext>
            </a:extLst>
          </p:cNvPr>
          <p:cNvSpPr>
            <a:spLocks noGrp="1"/>
          </p:cNvSpPr>
          <p:nvPr/>
        </p:nvSpPr>
        <p:spPr>
          <a:xfrm>
            <a:off x="8932090" y="33298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6" name="02_predicted_pose_4255">
            <a:extLst>
              <a:ext uri="{FF2B5EF4-FFF2-40B4-BE49-F238E27FC236}">
                <a16:creationId xmlns:a16="http://schemas.microsoft.com/office/drawing/2014/main" id="{7759884C-4729-48A9-B871-D9B35A17F6BA}"/>
              </a:ext>
            </a:extLst>
          </p:cNvPr>
          <p:cNvSpPr>
            <a:spLocks noGrp="1"/>
          </p:cNvSpPr>
          <p:nvPr/>
        </p:nvSpPr>
        <p:spPr>
          <a:xfrm>
            <a:off x="8667028" y="3078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7" name="02_predicted_pose_4256">
            <a:extLst>
              <a:ext uri="{FF2B5EF4-FFF2-40B4-BE49-F238E27FC236}">
                <a16:creationId xmlns:a16="http://schemas.microsoft.com/office/drawing/2014/main" id="{895E772C-EA3A-4EFA-9C18-B562F47791C0}"/>
              </a:ext>
            </a:extLst>
          </p:cNvPr>
          <p:cNvSpPr>
            <a:spLocks noGrp="1"/>
          </p:cNvSpPr>
          <p:nvPr/>
        </p:nvSpPr>
        <p:spPr>
          <a:xfrm>
            <a:off x="8822711" y="3572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8" name="02_predicted_pose_4257">
            <a:extLst>
              <a:ext uri="{FF2B5EF4-FFF2-40B4-BE49-F238E27FC236}">
                <a16:creationId xmlns:a16="http://schemas.microsoft.com/office/drawing/2014/main" id="{9AF20289-02DF-4B38-A7A8-6006FAF54278}"/>
              </a:ext>
            </a:extLst>
          </p:cNvPr>
          <p:cNvSpPr>
            <a:spLocks noGrp="1"/>
          </p:cNvSpPr>
          <p:nvPr/>
        </p:nvSpPr>
        <p:spPr>
          <a:xfrm>
            <a:off x="8837295" y="3641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9" name="02_predicted_pose_4258">
            <a:extLst>
              <a:ext uri="{FF2B5EF4-FFF2-40B4-BE49-F238E27FC236}">
                <a16:creationId xmlns:a16="http://schemas.microsoft.com/office/drawing/2014/main" id="{AF5BE3A9-9F8F-4642-80A3-541F8BB69A32}"/>
              </a:ext>
            </a:extLst>
          </p:cNvPr>
          <p:cNvSpPr>
            <a:spLocks noGrp="1"/>
          </p:cNvSpPr>
          <p:nvPr/>
        </p:nvSpPr>
        <p:spPr>
          <a:xfrm>
            <a:off x="8795366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0" name="02_predicted_pose_4259">
            <a:extLst>
              <a:ext uri="{FF2B5EF4-FFF2-40B4-BE49-F238E27FC236}">
                <a16:creationId xmlns:a16="http://schemas.microsoft.com/office/drawing/2014/main" id="{C9BD2374-BD56-4403-AB09-44DF15162F41}"/>
              </a:ext>
            </a:extLst>
          </p:cNvPr>
          <p:cNvSpPr>
            <a:spLocks noGrp="1"/>
          </p:cNvSpPr>
          <p:nvPr/>
        </p:nvSpPr>
        <p:spPr>
          <a:xfrm>
            <a:off x="8809950" y="34639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1" name="02_predicted_pose_4260">
            <a:extLst>
              <a:ext uri="{FF2B5EF4-FFF2-40B4-BE49-F238E27FC236}">
                <a16:creationId xmlns:a16="http://schemas.microsoft.com/office/drawing/2014/main" id="{2ECC2499-06DE-4020-9E7A-23D084117F54}"/>
              </a:ext>
            </a:extLst>
          </p:cNvPr>
          <p:cNvSpPr>
            <a:spLocks noGrp="1"/>
          </p:cNvSpPr>
          <p:nvPr/>
        </p:nvSpPr>
        <p:spPr>
          <a:xfrm>
            <a:off x="8824534" y="345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2" name="02_predicted_pose_4261">
            <a:extLst>
              <a:ext uri="{FF2B5EF4-FFF2-40B4-BE49-F238E27FC236}">
                <a16:creationId xmlns:a16="http://schemas.microsoft.com/office/drawing/2014/main" id="{EAD9AEA5-1A21-4F85-B811-4F4F396FB634}"/>
              </a:ext>
            </a:extLst>
          </p:cNvPr>
          <p:cNvSpPr>
            <a:spLocks noGrp="1"/>
          </p:cNvSpPr>
          <p:nvPr/>
        </p:nvSpPr>
        <p:spPr>
          <a:xfrm>
            <a:off x="8853702" y="3512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3" name="02_predicted_pose_4262">
            <a:extLst>
              <a:ext uri="{FF2B5EF4-FFF2-40B4-BE49-F238E27FC236}">
                <a16:creationId xmlns:a16="http://schemas.microsoft.com/office/drawing/2014/main" id="{3BED2A15-5F70-41B7-959E-CBBFA56F052A}"/>
              </a:ext>
            </a:extLst>
          </p:cNvPr>
          <p:cNvSpPr>
            <a:spLocks noGrp="1"/>
          </p:cNvSpPr>
          <p:nvPr/>
        </p:nvSpPr>
        <p:spPr>
          <a:xfrm>
            <a:off x="8868286" y="3535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4" name="02_predicted_pose_4263">
            <a:extLst>
              <a:ext uri="{FF2B5EF4-FFF2-40B4-BE49-F238E27FC236}">
                <a16:creationId xmlns:a16="http://schemas.microsoft.com/office/drawing/2014/main" id="{D88EB959-C774-4AF4-AB39-FD84A55C95BF}"/>
              </a:ext>
            </a:extLst>
          </p:cNvPr>
          <p:cNvSpPr>
            <a:spLocks noGrp="1"/>
          </p:cNvSpPr>
          <p:nvPr/>
        </p:nvSpPr>
        <p:spPr>
          <a:xfrm>
            <a:off x="8671039" y="35681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5" name="02_predicted_pose_4264">
            <a:extLst>
              <a:ext uri="{FF2B5EF4-FFF2-40B4-BE49-F238E27FC236}">
                <a16:creationId xmlns:a16="http://schemas.microsoft.com/office/drawing/2014/main" id="{DAC1D065-5C0C-4BCF-8296-E95F805EC77D}"/>
              </a:ext>
            </a:extLst>
          </p:cNvPr>
          <p:cNvSpPr>
            <a:spLocks noGrp="1"/>
          </p:cNvSpPr>
          <p:nvPr/>
        </p:nvSpPr>
        <p:spPr>
          <a:xfrm>
            <a:off x="8779689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6" name="02_predicted_pose_4265">
            <a:extLst>
              <a:ext uri="{FF2B5EF4-FFF2-40B4-BE49-F238E27FC236}">
                <a16:creationId xmlns:a16="http://schemas.microsoft.com/office/drawing/2014/main" id="{883E9838-F801-4E52-93A5-139B8FA639F9}"/>
              </a:ext>
            </a:extLst>
          </p:cNvPr>
          <p:cNvSpPr>
            <a:spLocks noGrp="1"/>
          </p:cNvSpPr>
          <p:nvPr/>
        </p:nvSpPr>
        <p:spPr>
          <a:xfrm>
            <a:off x="8823440" y="3322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7" name="02_predicted_pose_4266">
            <a:extLst>
              <a:ext uri="{FF2B5EF4-FFF2-40B4-BE49-F238E27FC236}">
                <a16:creationId xmlns:a16="http://schemas.microsoft.com/office/drawing/2014/main" id="{49DBE4DC-D063-44FD-8A13-AC520C89BD0D}"/>
              </a:ext>
            </a:extLst>
          </p:cNvPr>
          <p:cNvSpPr>
            <a:spLocks noGrp="1"/>
          </p:cNvSpPr>
          <p:nvPr/>
        </p:nvSpPr>
        <p:spPr>
          <a:xfrm>
            <a:off x="8838024" y="3464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8" name="02_predicted_pose_4267">
            <a:extLst>
              <a:ext uri="{FF2B5EF4-FFF2-40B4-BE49-F238E27FC236}">
                <a16:creationId xmlns:a16="http://schemas.microsoft.com/office/drawing/2014/main" id="{2207DE17-1B6D-42E0-BEF6-C1D8B1508D18}"/>
              </a:ext>
            </a:extLst>
          </p:cNvPr>
          <p:cNvSpPr>
            <a:spLocks noGrp="1"/>
          </p:cNvSpPr>
          <p:nvPr/>
        </p:nvSpPr>
        <p:spPr>
          <a:xfrm>
            <a:off x="8867191" y="33029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9" name="02_predicted_pose_4268">
            <a:extLst>
              <a:ext uri="{FF2B5EF4-FFF2-40B4-BE49-F238E27FC236}">
                <a16:creationId xmlns:a16="http://schemas.microsoft.com/office/drawing/2014/main" id="{814AE8B1-E4B3-4D1D-9BC4-3BE3134DE285}"/>
              </a:ext>
            </a:extLst>
          </p:cNvPr>
          <p:cNvSpPr>
            <a:spLocks noGrp="1"/>
          </p:cNvSpPr>
          <p:nvPr/>
        </p:nvSpPr>
        <p:spPr>
          <a:xfrm>
            <a:off x="8751615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0" name="02_predicted_pose_4269">
            <a:extLst>
              <a:ext uri="{FF2B5EF4-FFF2-40B4-BE49-F238E27FC236}">
                <a16:creationId xmlns:a16="http://schemas.microsoft.com/office/drawing/2014/main" id="{9EE2F7DD-A111-4DE2-8AAB-E46C34F6B471}"/>
              </a:ext>
            </a:extLst>
          </p:cNvPr>
          <p:cNvSpPr>
            <a:spLocks noGrp="1"/>
          </p:cNvSpPr>
          <p:nvPr/>
        </p:nvSpPr>
        <p:spPr>
          <a:xfrm>
            <a:off x="8780782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1" name="02_predicted_pose_4270">
            <a:extLst>
              <a:ext uri="{FF2B5EF4-FFF2-40B4-BE49-F238E27FC236}">
                <a16:creationId xmlns:a16="http://schemas.microsoft.com/office/drawing/2014/main" id="{AD920B10-D5ED-4F15-A951-2E2721D07224}"/>
              </a:ext>
            </a:extLst>
          </p:cNvPr>
          <p:cNvSpPr>
            <a:spLocks noGrp="1"/>
          </p:cNvSpPr>
          <p:nvPr/>
        </p:nvSpPr>
        <p:spPr>
          <a:xfrm>
            <a:off x="8809950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2" name="02_predicted_pose_4271">
            <a:extLst>
              <a:ext uri="{FF2B5EF4-FFF2-40B4-BE49-F238E27FC236}">
                <a16:creationId xmlns:a16="http://schemas.microsoft.com/office/drawing/2014/main" id="{FBC0CE0F-659C-4E48-B93D-351EF49C9B15}"/>
              </a:ext>
            </a:extLst>
          </p:cNvPr>
          <p:cNvSpPr>
            <a:spLocks noGrp="1"/>
          </p:cNvSpPr>
          <p:nvPr/>
        </p:nvSpPr>
        <p:spPr>
          <a:xfrm>
            <a:off x="8839117" y="3778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3" name="02_predicted_pose_4272">
            <a:extLst>
              <a:ext uri="{FF2B5EF4-FFF2-40B4-BE49-F238E27FC236}">
                <a16:creationId xmlns:a16="http://schemas.microsoft.com/office/drawing/2014/main" id="{5ADDE6D3-5D12-40C0-A4A5-538B92DEE72E}"/>
              </a:ext>
            </a:extLst>
          </p:cNvPr>
          <p:cNvSpPr>
            <a:spLocks noGrp="1"/>
          </p:cNvSpPr>
          <p:nvPr/>
        </p:nvSpPr>
        <p:spPr>
          <a:xfrm>
            <a:off x="8868286" y="37563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4" name="02_predicted_pose_4273">
            <a:extLst>
              <a:ext uri="{FF2B5EF4-FFF2-40B4-BE49-F238E27FC236}">
                <a16:creationId xmlns:a16="http://schemas.microsoft.com/office/drawing/2014/main" id="{57736348-88AC-4357-9B5C-AB408830BE0A}"/>
              </a:ext>
            </a:extLst>
          </p:cNvPr>
          <p:cNvSpPr>
            <a:spLocks noGrp="1"/>
          </p:cNvSpPr>
          <p:nvPr/>
        </p:nvSpPr>
        <p:spPr>
          <a:xfrm>
            <a:off x="8765834" y="3730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5" name="02_predicted_pose_4274">
            <a:extLst>
              <a:ext uri="{FF2B5EF4-FFF2-40B4-BE49-F238E27FC236}">
                <a16:creationId xmlns:a16="http://schemas.microsoft.com/office/drawing/2014/main" id="{20BC0060-4667-44AD-8464-B2B653AE875B}"/>
              </a:ext>
            </a:extLst>
          </p:cNvPr>
          <p:cNvSpPr>
            <a:spLocks noGrp="1"/>
          </p:cNvSpPr>
          <p:nvPr/>
        </p:nvSpPr>
        <p:spPr>
          <a:xfrm>
            <a:off x="8889796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6" name="02_predicted_pose_4275">
            <a:extLst>
              <a:ext uri="{FF2B5EF4-FFF2-40B4-BE49-F238E27FC236}">
                <a16:creationId xmlns:a16="http://schemas.microsoft.com/office/drawing/2014/main" id="{8BDDE4C8-2858-48F1-9646-80F920312EFA}"/>
              </a:ext>
            </a:extLst>
          </p:cNvPr>
          <p:cNvSpPr>
            <a:spLocks noGrp="1"/>
          </p:cNvSpPr>
          <p:nvPr/>
        </p:nvSpPr>
        <p:spPr>
          <a:xfrm>
            <a:off x="8904380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7" name="02_predicted_pose_4276">
            <a:extLst>
              <a:ext uri="{FF2B5EF4-FFF2-40B4-BE49-F238E27FC236}">
                <a16:creationId xmlns:a16="http://schemas.microsoft.com/office/drawing/2014/main" id="{E1041038-1044-4C48-9930-1E411A994C42}"/>
              </a:ext>
            </a:extLst>
          </p:cNvPr>
          <p:cNvSpPr>
            <a:spLocks noGrp="1"/>
          </p:cNvSpPr>
          <p:nvPr/>
        </p:nvSpPr>
        <p:spPr>
          <a:xfrm>
            <a:off x="8674685" y="35855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8" name="02_predicted_pose_4277">
            <a:extLst>
              <a:ext uri="{FF2B5EF4-FFF2-40B4-BE49-F238E27FC236}">
                <a16:creationId xmlns:a16="http://schemas.microsoft.com/office/drawing/2014/main" id="{E3C3E95D-D9B9-44F0-884D-F16C3D1F6F01}"/>
              </a:ext>
            </a:extLst>
          </p:cNvPr>
          <p:cNvSpPr>
            <a:spLocks noGrp="1"/>
          </p:cNvSpPr>
          <p:nvPr/>
        </p:nvSpPr>
        <p:spPr>
          <a:xfrm>
            <a:off x="8687810" y="36546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9" name="02_predicted_pose_4278">
            <a:extLst>
              <a:ext uri="{FF2B5EF4-FFF2-40B4-BE49-F238E27FC236}">
                <a16:creationId xmlns:a16="http://schemas.microsoft.com/office/drawing/2014/main" id="{409A25A4-DF38-47F9-B3A8-15651035714A}"/>
              </a:ext>
            </a:extLst>
          </p:cNvPr>
          <p:cNvSpPr>
            <a:spLocks noGrp="1"/>
          </p:cNvSpPr>
          <p:nvPr/>
        </p:nvSpPr>
        <p:spPr>
          <a:xfrm>
            <a:off x="8731926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0" name="02_predicted_pose_4279">
            <a:extLst>
              <a:ext uri="{FF2B5EF4-FFF2-40B4-BE49-F238E27FC236}">
                <a16:creationId xmlns:a16="http://schemas.microsoft.com/office/drawing/2014/main" id="{B4B0A6F4-AF08-4321-B506-0E31CD8A795C}"/>
              </a:ext>
            </a:extLst>
          </p:cNvPr>
          <p:cNvSpPr>
            <a:spLocks noGrp="1"/>
          </p:cNvSpPr>
          <p:nvPr/>
        </p:nvSpPr>
        <p:spPr>
          <a:xfrm>
            <a:off x="8693279" y="36359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1" name="02_predicted_pose_4280">
            <a:extLst>
              <a:ext uri="{FF2B5EF4-FFF2-40B4-BE49-F238E27FC236}">
                <a16:creationId xmlns:a16="http://schemas.microsoft.com/office/drawing/2014/main" id="{F7CF39B9-5846-449D-AEC1-E1469194E9AE}"/>
              </a:ext>
            </a:extLst>
          </p:cNvPr>
          <p:cNvSpPr>
            <a:spLocks noGrp="1"/>
          </p:cNvSpPr>
          <p:nvPr/>
        </p:nvSpPr>
        <p:spPr>
          <a:xfrm>
            <a:off x="8638225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2" name="02_predicted_pose_4281">
            <a:extLst>
              <a:ext uri="{FF2B5EF4-FFF2-40B4-BE49-F238E27FC236}">
                <a16:creationId xmlns:a16="http://schemas.microsoft.com/office/drawing/2014/main" id="{7FA8C98A-2945-45D5-B895-76C0F2C9CDDE}"/>
              </a:ext>
            </a:extLst>
          </p:cNvPr>
          <p:cNvSpPr>
            <a:spLocks noGrp="1"/>
          </p:cNvSpPr>
          <p:nvPr/>
        </p:nvSpPr>
        <p:spPr>
          <a:xfrm>
            <a:off x="8778230" y="3801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3" name="02_predicted_pose_4282">
            <a:extLst>
              <a:ext uri="{FF2B5EF4-FFF2-40B4-BE49-F238E27FC236}">
                <a16:creationId xmlns:a16="http://schemas.microsoft.com/office/drawing/2014/main" id="{06C0D5F7-0BFA-4671-A288-BE16765474EF}"/>
              </a:ext>
            </a:extLst>
          </p:cNvPr>
          <p:cNvSpPr>
            <a:spLocks noGrp="1"/>
          </p:cNvSpPr>
          <p:nvPr/>
        </p:nvSpPr>
        <p:spPr>
          <a:xfrm>
            <a:off x="8792814" y="38528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4" name="02_predicted_pose_4283">
            <a:extLst>
              <a:ext uri="{FF2B5EF4-FFF2-40B4-BE49-F238E27FC236}">
                <a16:creationId xmlns:a16="http://schemas.microsoft.com/office/drawing/2014/main" id="{ECA8D5CB-D504-4C88-B65C-67B675C344BA}"/>
              </a:ext>
            </a:extLst>
          </p:cNvPr>
          <p:cNvSpPr>
            <a:spLocks noGrp="1"/>
          </p:cNvSpPr>
          <p:nvPr/>
        </p:nvSpPr>
        <p:spPr>
          <a:xfrm>
            <a:off x="8807398" y="3786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5" name="02_predicted_pose_4284">
            <a:extLst>
              <a:ext uri="{FF2B5EF4-FFF2-40B4-BE49-F238E27FC236}">
                <a16:creationId xmlns:a16="http://schemas.microsoft.com/office/drawing/2014/main" id="{C42D775F-0662-4858-859B-04CA62E1F73C}"/>
              </a:ext>
            </a:extLst>
          </p:cNvPr>
          <p:cNvSpPr>
            <a:spLocks noGrp="1"/>
          </p:cNvSpPr>
          <p:nvPr/>
        </p:nvSpPr>
        <p:spPr>
          <a:xfrm>
            <a:off x="8821981" y="3801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6" name="02_predicted_pose_4285">
            <a:extLst>
              <a:ext uri="{FF2B5EF4-FFF2-40B4-BE49-F238E27FC236}">
                <a16:creationId xmlns:a16="http://schemas.microsoft.com/office/drawing/2014/main" id="{38129238-B742-4B20-BDC9-C0246E0F7D65}"/>
              </a:ext>
            </a:extLst>
          </p:cNvPr>
          <p:cNvSpPr>
            <a:spLocks noGrp="1"/>
          </p:cNvSpPr>
          <p:nvPr/>
        </p:nvSpPr>
        <p:spPr>
          <a:xfrm>
            <a:off x="8605047" y="37639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7" name="02_predicted_pose_4286">
            <a:extLst>
              <a:ext uri="{FF2B5EF4-FFF2-40B4-BE49-F238E27FC236}">
                <a16:creationId xmlns:a16="http://schemas.microsoft.com/office/drawing/2014/main" id="{4B687ACC-6EBC-408C-A50B-9E945353710F}"/>
              </a:ext>
            </a:extLst>
          </p:cNvPr>
          <p:cNvSpPr>
            <a:spLocks noGrp="1"/>
          </p:cNvSpPr>
          <p:nvPr/>
        </p:nvSpPr>
        <p:spPr>
          <a:xfrm>
            <a:off x="8634214" y="3776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8" name="02_predicted_pose_4287">
            <a:extLst>
              <a:ext uri="{FF2B5EF4-FFF2-40B4-BE49-F238E27FC236}">
                <a16:creationId xmlns:a16="http://schemas.microsoft.com/office/drawing/2014/main" id="{1E8CCAE1-EFD9-49D1-84BC-9A65492AE1E8}"/>
              </a:ext>
            </a:extLst>
          </p:cNvPr>
          <p:cNvSpPr>
            <a:spLocks noGrp="1"/>
          </p:cNvSpPr>
          <p:nvPr/>
        </p:nvSpPr>
        <p:spPr>
          <a:xfrm>
            <a:off x="8858077" y="3484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9" name="02_predicted_pose_4288">
            <a:extLst>
              <a:ext uri="{FF2B5EF4-FFF2-40B4-BE49-F238E27FC236}">
                <a16:creationId xmlns:a16="http://schemas.microsoft.com/office/drawing/2014/main" id="{218E2F82-FD68-4080-8806-2456A03718A1}"/>
              </a:ext>
            </a:extLst>
          </p:cNvPr>
          <p:cNvSpPr>
            <a:spLocks noGrp="1"/>
          </p:cNvSpPr>
          <p:nvPr/>
        </p:nvSpPr>
        <p:spPr>
          <a:xfrm>
            <a:off x="8894901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0" name="02_predicted_pose_4289">
            <a:extLst>
              <a:ext uri="{FF2B5EF4-FFF2-40B4-BE49-F238E27FC236}">
                <a16:creationId xmlns:a16="http://schemas.microsoft.com/office/drawing/2014/main" id="{013D64FB-AE3E-401D-A396-5644776F1AD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1" name="02_predicted_pose_4290">
            <a:extLst>
              <a:ext uri="{FF2B5EF4-FFF2-40B4-BE49-F238E27FC236}">
                <a16:creationId xmlns:a16="http://schemas.microsoft.com/office/drawing/2014/main" id="{EF7BE3A2-BAB9-4BFA-B0D5-1E9BE9B5E2A7}"/>
              </a:ext>
            </a:extLst>
          </p:cNvPr>
          <p:cNvSpPr>
            <a:spLocks noGrp="1"/>
          </p:cNvSpPr>
          <p:nvPr/>
        </p:nvSpPr>
        <p:spPr>
          <a:xfrm>
            <a:off x="6903919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2" name="02_predicted_pose_4291">
            <a:extLst>
              <a:ext uri="{FF2B5EF4-FFF2-40B4-BE49-F238E27FC236}">
                <a16:creationId xmlns:a16="http://schemas.microsoft.com/office/drawing/2014/main" id="{5B3F8DAF-8B79-4BFD-864F-84A0BB743D5F}"/>
              </a:ext>
            </a:extLst>
          </p:cNvPr>
          <p:cNvSpPr>
            <a:spLocks noGrp="1"/>
          </p:cNvSpPr>
          <p:nvPr/>
        </p:nvSpPr>
        <p:spPr>
          <a:xfrm>
            <a:off x="7418364" y="3782227"/>
            <a:ext cx="302615" cy="155959"/>
          </a:xfrm>
          <a:custGeom>
            <a:avLst/>
            <a:gdLst/>
            <a:ahLst/>
            <a:cxnLst/>
            <a:rect l="0" t="0" r="0" b="0"/>
            <a:pathLst>
              <a:path w="285961" h="147376">
                <a:moveTo>
                  <a:pt x="0" y="147376"/>
                </a:moveTo>
                <a:lnTo>
                  <a:pt x="285961" y="147376"/>
                </a:lnTo>
                <a:lnTo>
                  <a:pt x="285961" y="0"/>
                </a:lnTo>
                <a:lnTo>
                  <a:pt x="0" y="0"/>
                </a:lnTo>
                <a:lnTo>
                  <a:pt x="0" y="147376"/>
                </a:lnTo>
                <a:lnTo>
                  <a:pt x="0" y="14737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993" name="02_predicted_pose_4292">
            <a:extLst>
              <a:ext uri="{FF2B5EF4-FFF2-40B4-BE49-F238E27FC236}">
                <a16:creationId xmlns:a16="http://schemas.microsoft.com/office/drawing/2014/main" id="{4B139D52-E266-43C8-82B6-08A3A074EA07}"/>
              </a:ext>
            </a:extLst>
          </p:cNvPr>
          <p:cNvSpPr>
            <a:spLocks noGrp="1"/>
          </p:cNvSpPr>
          <p:nvPr/>
        </p:nvSpPr>
        <p:spPr>
          <a:xfrm>
            <a:off x="7569671" y="3938187"/>
            <a:ext cx="202" cy="124960"/>
          </a:xfrm>
          <a:custGeom>
            <a:avLst/>
            <a:gdLst/>
            <a:ahLst/>
            <a:cxnLst/>
            <a:rect l="0" t="0" r="0" b="0"/>
            <a:pathLst>
              <a:path w="191" h="118083">
                <a:moveTo>
                  <a:pt x="0" y="0"/>
                </a:moveTo>
                <a:lnTo>
                  <a:pt x="0" y="118083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4" name="02_predicted_pose_4293">
            <a:extLst>
              <a:ext uri="{FF2B5EF4-FFF2-40B4-BE49-F238E27FC236}">
                <a16:creationId xmlns:a16="http://schemas.microsoft.com/office/drawing/2014/main" id="{4D3AEE81-29E9-4BE3-BC4E-C328859E6584}"/>
              </a:ext>
            </a:extLst>
          </p:cNvPr>
          <p:cNvSpPr>
            <a:spLocks noGrp="1"/>
          </p:cNvSpPr>
          <p:nvPr/>
        </p:nvSpPr>
        <p:spPr>
          <a:xfrm>
            <a:off x="7569671" y="3305676"/>
            <a:ext cx="202" cy="476552"/>
          </a:xfrm>
          <a:custGeom>
            <a:avLst/>
            <a:gdLst/>
            <a:ahLst/>
            <a:cxnLst/>
            <a:rect l="0" t="0" r="0" b="0"/>
            <a:pathLst>
              <a:path w="191" h="450325">
                <a:moveTo>
                  <a:pt x="0" y="45032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5" name="02_predicted_pose_4294">
            <a:extLst>
              <a:ext uri="{FF2B5EF4-FFF2-40B4-BE49-F238E27FC236}">
                <a16:creationId xmlns:a16="http://schemas.microsoft.com/office/drawing/2014/main" id="{356407CE-55D7-42AC-8F99-3BF8315FF203}"/>
              </a:ext>
            </a:extLst>
          </p:cNvPr>
          <p:cNvSpPr>
            <a:spLocks noGrp="1"/>
          </p:cNvSpPr>
          <p:nvPr/>
        </p:nvSpPr>
        <p:spPr>
          <a:xfrm>
            <a:off x="7494017" y="40631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6" name="02_predicted_pose_4295">
            <a:extLst>
              <a:ext uri="{FF2B5EF4-FFF2-40B4-BE49-F238E27FC236}">
                <a16:creationId xmlns:a16="http://schemas.microsoft.com/office/drawing/2014/main" id="{87BF5973-0E4B-4377-AE85-6159E607EC80}"/>
              </a:ext>
            </a:extLst>
          </p:cNvPr>
          <p:cNvSpPr>
            <a:spLocks noGrp="1"/>
          </p:cNvSpPr>
          <p:nvPr/>
        </p:nvSpPr>
        <p:spPr>
          <a:xfrm>
            <a:off x="7494017" y="330567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7" name="02_predicted_pose_4296">
            <a:extLst>
              <a:ext uri="{FF2B5EF4-FFF2-40B4-BE49-F238E27FC236}">
                <a16:creationId xmlns:a16="http://schemas.microsoft.com/office/drawing/2014/main" id="{225CB562-7516-4525-B1BE-FF7FA0A22C86}"/>
              </a:ext>
            </a:extLst>
          </p:cNvPr>
          <p:cNvSpPr>
            <a:spLocks noGrp="1"/>
          </p:cNvSpPr>
          <p:nvPr/>
        </p:nvSpPr>
        <p:spPr>
          <a:xfrm>
            <a:off x="8628823" y="3541996"/>
            <a:ext cx="302615" cy="156352"/>
          </a:xfrm>
          <a:custGeom>
            <a:avLst/>
            <a:gdLst/>
            <a:ahLst/>
            <a:cxnLst/>
            <a:rect l="0" t="0" r="0" b="0"/>
            <a:pathLst>
              <a:path w="285961" h="147747">
                <a:moveTo>
                  <a:pt x="0" y="147747"/>
                </a:moveTo>
                <a:lnTo>
                  <a:pt x="285961" y="147747"/>
                </a:lnTo>
                <a:lnTo>
                  <a:pt x="285961" y="0"/>
                </a:lnTo>
                <a:lnTo>
                  <a:pt x="0" y="0"/>
                </a:lnTo>
                <a:lnTo>
                  <a:pt x="0" y="147747"/>
                </a:lnTo>
                <a:lnTo>
                  <a:pt x="0" y="14774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998" name="02_predicted_pose_4297">
            <a:extLst>
              <a:ext uri="{FF2B5EF4-FFF2-40B4-BE49-F238E27FC236}">
                <a16:creationId xmlns:a16="http://schemas.microsoft.com/office/drawing/2014/main" id="{18F5E0D7-1520-443F-A63B-8463CEB6269D}"/>
              </a:ext>
            </a:extLst>
          </p:cNvPr>
          <p:cNvSpPr>
            <a:spLocks noGrp="1"/>
          </p:cNvSpPr>
          <p:nvPr/>
        </p:nvSpPr>
        <p:spPr>
          <a:xfrm>
            <a:off x="8780132" y="3698347"/>
            <a:ext cx="202" cy="109817"/>
          </a:xfrm>
          <a:custGeom>
            <a:avLst/>
            <a:gdLst/>
            <a:ahLst/>
            <a:cxnLst/>
            <a:rect l="0" t="0" r="0" b="0"/>
            <a:pathLst>
              <a:path w="191" h="103773">
                <a:moveTo>
                  <a:pt x="0" y="0"/>
                </a:moveTo>
                <a:lnTo>
                  <a:pt x="0" y="103773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999" name="02_predicted_pose_4298">
            <a:extLst>
              <a:ext uri="{FF2B5EF4-FFF2-40B4-BE49-F238E27FC236}">
                <a16:creationId xmlns:a16="http://schemas.microsoft.com/office/drawing/2014/main" id="{21F3A757-81C0-4505-859D-8A4896E22D94}"/>
              </a:ext>
            </a:extLst>
          </p:cNvPr>
          <p:cNvSpPr>
            <a:spLocks noGrp="1"/>
          </p:cNvSpPr>
          <p:nvPr/>
        </p:nvSpPr>
        <p:spPr>
          <a:xfrm>
            <a:off x="8780132" y="3328575"/>
            <a:ext cx="202" cy="213421"/>
          </a:xfrm>
          <a:custGeom>
            <a:avLst/>
            <a:gdLst/>
            <a:ahLst/>
            <a:cxnLst/>
            <a:rect l="0" t="0" r="0" b="0"/>
            <a:pathLst>
              <a:path w="191" h="201675">
                <a:moveTo>
                  <a:pt x="0" y="20167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0" name="02_predicted_pose_4299">
            <a:extLst>
              <a:ext uri="{FF2B5EF4-FFF2-40B4-BE49-F238E27FC236}">
                <a16:creationId xmlns:a16="http://schemas.microsoft.com/office/drawing/2014/main" id="{6DEDC636-D0DA-446A-9E83-6AFADD90D33B}"/>
              </a:ext>
            </a:extLst>
          </p:cNvPr>
          <p:cNvSpPr>
            <a:spLocks noGrp="1"/>
          </p:cNvSpPr>
          <p:nvPr/>
        </p:nvSpPr>
        <p:spPr>
          <a:xfrm>
            <a:off x="8704477" y="380816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1" name="02_predicted_pose_4300">
            <a:extLst>
              <a:ext uri="{FF2B5EF4-FFF2-40B4-BE49-F238E27FC236}">
                <a16:creationId xmlns:a16="http://schemas.microsoft.com/office/drawing/2014/main" id="{FC4ED2F1-36BC-4BEF-8F73-8870FDA4D910}"/>
              </a:ext>
            </a:extLst>
          </p:cNvPr>
          <p:cNvSpPr>
            <a:spLocks noGrp="1"/>
          </p:cNvSpPr>
          <p:nvPr/>
        </p:nvSpPr>
        <p:spPr>
          <a:xfrm>
            <a:off x="8704477" y="332857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2" name="text_4301">
            <a:extLst>
              <a:ext uri="{FF2B5EF4-FFF2-40B4-BE49-F238E27FC236}">
                <a16:creationId xmlns:a16="http://schemas.microsoft.com/office/drawing/2014/main" id="{58E7F807-53FF-4EAE-92F0-0BD13638B227}"/>
              </a:ext>
            </a:extLst>
          </p:cNvPr>
          <p:cNvSpPr>
            <a:spLocks noGrp="1"/>
          </p:cNvSpPr>
          <p:nvPr/>
        </p:nvSpPr>
        <p:spPr>
          <a:xfrm>
            <a:off x="6446365" y="2464706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003" name="text_4302">
            <a:extLst>
              <a:ext uri="{FF2B5EF4-FFF2-40B4-BE49-F238E27FC236}">
                <a16:creationId xmlns:a16="http://schemas.microsoft.com/office/drawing/2014/main" id="{22ACB5BD-9C8F-4EAE-9AF9-EDAD61DD261C}"/>
              </a:ext>
            </a:extLst>
          </p:cNvPr>
          <p:cNvSpPr>
            <a:spLocks noGrp="1"/>
          </p:cNvSpPr>
          <p:nvPr/>
        </p:nvSpPr>
        <p:spPr>
          <a:xfrm>
            <a:off x="6903918" y="2413548"/>
            <a:ext cx="749841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Best of 50</a:t>
            </a:r>
          </a:p>
        </p:txBody>
      </p:sp>
      <p:sp>
        <p:nvSpPr>
          <p:cNvPr id="1004" name="02_predicted_pose_4303">
            <a:extLst>
              <a:ext uri="{FF2B5EF4-FFF2-40B4-BE49-F238E27FC236}">
                <a16:creationId xmlns:a16="http://schemas.microsoft.com/office/drawing/2014/main" id="{85D44C3F-03A1-4EB7-A5A7-27463D2B0503}"/>
              </a:ext>
            </a:extLst>
          </p:cNvPr>
          <p:cNvSpPr>
            <a:spLocks noGrp="1"/>
          </p:cNvSpPr>
          <p:nvPr/>
        </p:nvSpPr>
        <p:spPr>
          <a:xfrm>
            <a:off x="7418364" y="3882602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1005" name="02_predicted_pose_4304">
            <a:extLst>
              <a:ext uri="{FF2B5EF4-FFF2-40B4-BE49-F238E27FC236}">
                <a16:creationId xmlns:a16="http://schemas.microsoft.com/office/drawing/2014/main" id="{35E7B4EA-13C5-43A8-8BBC-F782C138A89F}"/>
              </a:ext>
            </a:extLst>
          </p:cNvPr>
          <p:cNvSpPr>
            <a:spLocks noGrp="1"/>
          </p:cNvSpPr>
          <p:nvPr/>
        </p:nvSpPr>
        <p:spPr>
          <a:xfrm>
            <a:off x="8628823" y="363419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006" name="02_predicted_pose_4305">
            <a:extLst>
              <a:ext uri="{FF2B5EF4-FFF2-40B4-BE49-F238E27FC236}">
                <a16:creationId xmlns:a16="http://schemas.microsoft.com/office/drawing/2014/main" id="{E4F2EDAB-F37C-4098-B11A-570D67CA796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07" name="02_predicted_pose_4306">
            <a:extLst>
              <a:ext uri="{FF2B5EF4-FFF2-40B4-BE49-F238E27FC236}">
                <a16:creationId xmlns:a16="http://schemas.microsoft.com/office/drawing/2014/main" id="{E9BBF15F-47CC-4C35-B691-AB99C256AFD1}"/>
              </a:ext>
            </a:extLst>
          </p:cNvPr>
          <p:cNvSpPr>
            <a:spLocks noGrp="1"/>
          </p:cNvSpPr>
          <p:nvPr/>
        </p:nvSpPr>
        <p:spPr>
          <a:xfrm>
            <a:off x="3548525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8" name="02_predicted_pose_4307">
            <a:extLst>
              <a:ext uri="{FF2B5EF4-FFF2-40B4-BE49-F238E27FC236}">
                <a16:creationId xmlns:a16="http://schemas.microsoft.com/office/drawing/2014/main" id="{219477B0-2F6B-44A4-AFA3-FFC1DD4EDA96}"/>
              </a:ext>
            </a:extLst>
          </p:cNvPr>
          <p:cNvSpPr>
            <a:spLocks noGrp="1"/>
          </p:cNvSpPr>
          <p:nvPr/>
        </p:nvSpPr>
        <p:spPr>
          <a:xfrm>
            <a:off x="3548525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9" name="02_predicted_pose_4308">
            <a:extLst>
              <a:ext uri="{FF2B5EF4-FFF2-40B4-BE49-F238E27FC236}">
                <a16:creationId xmlns:a16="http://schemas.microsoft.com/office/drawing/2014/main" id="{A61B98D4-6695-40C0-88D5-BA555E88C657}"/>
              </a:ext>
            </a:extLst>
          </p:cNvPr>
          <p:cNvSpPr>
            <a:spLocks noGrp="1"/>
          </p:cNvSpPr>
          <p:nvPr/>
        </p:nvSpPr>
        <p:spPr>
          <a:xfrm>
            <a:off x="421427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0" name="text_4309">
            <a:extLst>
              <a:ext uri="{FF2B5EF4-FFF2-40B4-BE49-F238E27FC236}">
                <a16:creationId xmlns:a16="http://schemas.microsoft.com/office/drawing/2014/main" id="{5D0320C7-AA45-4D9E-9833-5F444238DA8A}"/>
              </a:ext>
            </a:extLst>
          </p:cNvPr>
          <p:cNvSpPr>
            <a:spLocks noGrp="1"/>
          </p:cNvSpPr>
          <p:nvPr/>
        </p:nvSpPr>
        <p:spPr>
          <a:xfrm>
            <a:off x="3829971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011" name="02_predicted_pose_4310">
            <a:extLst>
              <a:ext uri="{FF2B5EF4-FFF2-40B4-BE49-F238E27FC236}">
                <a16:creationId xmlns:a16="http://schemas.microsoft.com/office/drawing/2014/main" id="{DE05B401-0FA7-491A-B5DA-77D6B2F83EAB}"/>
              </a:ext>
            </a:extLst>
          </p:cNvPr>
          <p:cNvSpPr>
            <a:spLocks noGrp="1"/>
          </p:cNvSpPr>
          <p:nvPr/>
        </p:nvSpPr>
        <p:spPr>
          <a:xfrm>
            <a:off x="542473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2" name="text_4311">
            <a:extLst>
              <a:ext uri="{FF2B5EF4-FFF2-40B4-BE49-F238E27FC236}">
                <a16:creationId xmlns:a16="http://schemas.microsoft.com/office/drawing/2014/main" id="{7A73F797-A2FF-42EE-A7F0-231FF0BCC643}"/>
              </a:ext>
            </a:extLst>
          </p:cNvPr>
          <p:cNvSpPr>
            <a:spLocks noGrp="1"/>
          </p:cNvSpPr>
          <p:nvPr/>
        </p:nvSpPr>
        <p:spPr>
          <a:xfrm>
            <a:off x="5108448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013" name="02_predicted_pose_4312">
            <a:extLst>
              <a:ext uri="{FF2B5EF4-FFF2-40B4-BE49-F238E27FC236}">
                <a16:creationId xmlns:a16="http://schemas.microsoft.com/office/drawing/2014/main" id="{17E555CC-DA5A-4694-93C9-85C9190C0300}"/>
              </a:ext>
            </a:extLst>
          </p:cNvPr>
          <p:cNvSpPr>
            <a:spLocks noGrp="1"/>
          </p:cNvSpPr>
          <p:nvPr/>
        </p:nvSpPr>
        <p:spPr>
          <a:xfrm>
            <a:off x="3508205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4" name="text_4313">
            <a:extLst>
              <a:ext uri="{FF2B5EF4-FFF2-40B4-BE49-F238E27FC236}">
                <a16:creationId xmlns:a16="http://schemas.microsoft.com/office/drawing/2014/main" id="{18814B31-693D-4C36-BE09-5AA1962EE665}"/>
              </a:ext>
            </a:extLst>
          </p:cNvPr>
          <p:cNvSpPr>
            <a:spLocks noGrp="1"/>
          </p:cNvSpPr>
          <p:nvPr/>
        </p:nvSpPr>
        <p:spPr>
          <a:xfrm>
            <a:off x="3337119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015" name="02_predicted_pose_4314">
            <a:extLst>
              <a:ext uri="{FF2B5EF4-FFF2-40B4-BE49-F238E27FC236}">
                <a16:creationId xmlns:a16="http://schemas.microsoft.com/office/drawing/2014/main" id="{9CD13B2B-FE21-4391-B390-911B3219DB0E}"/>
              </a:ext>
            </a:extLst>
          </p:cNvPr>
          <p:cNvSpPr>
            <a:spLocks noGrp="1"/>
          </p:cNvSpPr>
          <p:nvPr/>
        </p:nvSpPr>
        <p:spPr>
          <a:xfrm>
            <a:off x="3508205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6" name="text_4315">
            <a:extLst>
              <a:ext uri="{FF2B5EF4-FFF2-40B4-BE49-F238E27FC236}">
                <a16:creationId xmlns:a16="http://schemas.microsoft.com/office/drawing/2014/main" id="{4CBD9523-4115-4C2A-BEA2-3D0BF439AFD5}"/>
              </a:ext>
            </a:extLst>
          </p:cNvPr>
          <p:cNvSpPr>
            <a:spLocks noGrp="1"/>
          </p:cNvSpPr>
          <p:nvPr/>
        </p:nvSpPr>
        <p:spPr>
          <a:xfrm>
            <a:off x="3337119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17" name="02_predicted_pose_4316">
            <a:extLst>
              <a:ext uri="{FF2B5EF4-FFF2-40B4-BE49-F238E27FC236}">
                <a16:creationId xmlns:a16="http://schemas.microsoft.com/office/drawing/2014/main" id="{DE7C6C3D-EE9D-4E9B-99EA-8BB817D42D2F}"/>
              </a:ext>
            </a:extLst>
          </p:cNvPr>
          <p:cNvSpPr>
            <a:spLocks noGrp="1"/>
          </p:cNvSpPr>
          <p:nvPr/>
        </p:nvSpPr>
        <p:spPr>
          <a:xfrm>
            <a:off x="3508205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8" name="text_4317">
            <a:extLst>
              <a:ext uri="{FF2B5EF4-FFF2-40B4-BE49-F238E27FC236}">
                <a16:creationId xmlns:a16="http://schemas.microsoft.com/office/drawing/2014/main" id="{13B60655-C93D-47F5-A367-2BC333BBD574}"/>
              </a:ext>
            </a:extLst>
          </p:cNvPr>
          <p:cNvSpPr>
            <a:spLocks noGrp="1"/>
          </p:cNvSpPr>
          <p:nvPr/>
        </p:nvSpPr>
        <p:spPr>
          <a:xfrm>
            <a:off x="3415580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19" name="02_predicted_pose_4318">
            <a:extLst>
              <a:ext uri="{FF2B5EF4-FFF2-40B4-BE49-F238E27FC236}">
                <a16:creationId xmlns:a16="http://schemas.microsoft.com/office/drawing/2014/main" id="{81BADABD-5076-4223-A04D-EA6EAE38E1E0}"/>
              </a:ext>
            </a:extLst>
          </p:cNvPr>
          <p:cNvSpPr>
            <a:spLocks noGrp="1"/>
          </p:cNvSpPr>
          <p:nvPr/>
        </p:nvSpPr>
        <p:spPr>
          <a:xfrm>
            <a:off x="3508205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0" name="text_4319">
            <a:extLst>
              <a:ext uri="{FF2B5EF4-FFF2-40B4-BE49-F238E27FC236}">
                <a16:creationId xmlns:a16="http://schemas.microsoft.com/office/drawing/2014/main" id="{628BC34B-92BA-4ECF-B9D2-D9ADD86FCA52}"/>
              </a:ext>
            </a:extLst>
          </p:cNvPr>
          <p:cNvSpPr>
            <a:spLocks noGrp="1"/>
          </p:cNvSpPr>
          <p:nvPr/>
        </p:nvSpPr>
        <p:spPr>
          <a:xfrm>
            <a:off x="3415580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21" name="02_predicted_pose_4320">
            <a:extLst>
              <a:ext uri="{FF2B5EF4-FFF2-40B4-BE49-F238E27FC236}">
                <a16:creationId xmlns:a16="http://schemas.microsoft.com/office/drawing/2014/main" id="{AF2177A5-A932-4434-A49B-EEF1D632FB50}"/>
              </a:ext>
            </a:extLst>
          </p:cNvPr>
          <p:cNvSpPr>
            <a:spLocks noGrp="1"/>
          </p:cNvSpPr>
          <p:nvPr/>
        </p:nvSpPr>
        <p:spPr>
          <a:xfrm>
            <a:off x="3508205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2" name="text_4321">
            <a:extLst>
              <a:ext uri="{FF2B5EF4-FFF2-40B4-BE49-F238E27FC236}">
                <a16:creationId xmlns:a16="http://schemas.microsoft.com/office/drawing/2014/main" id="{871CCB8F-8AD6-40E8-8193-2C7AB6989B4E}"/>
              </a:ext>
            </a:extLst>
          </p:cNvPr>
          <p:cNvSpPr>
            <a:spLocks noGrp="1"/>
          </p:cNvSpPr>
          <p:nvPr/>
        </p:nvSpPr>
        <p:spPr>
          <a:xfrm>
            <a:off x="3415580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23" name="02_predicted_pose_4322">
            <a:extLst>
              <a:ext uri="{FF2B5EF4-FFF2-40B4-BE49-F238E27FC236}">
                <a16:creationId xmlns:a16="http://schemas.microsoft.com/office/drawing/2014/main" id="{11668B6C-A94C-4587-81C0-4B0E3E2A206B}"/>
              </a:ext>
            </a:extLst>
          </p:cNvPr>
          <p:cNvSpPr>
            <a:spLocks noGrp="1"/>
          </p:cNvSpPr>
          <p:nvPr/>
        </p:nvSpPr>
        <p:spPr>
          <a:xfrm>
            <a:off x="3508205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4" name="text_4323">
            <a:extLst>
              <a:ext uri="{FF2B5EF4-FFF2-40B4-BE49-F238E27FC236}">
                <a16:creationId xmlns:a16="http://schemas.microsoft.com/office/drawing/2014/main" id="{0D863A48-B21B-46FF-93E4-B653B5A63725}"/>
              </a:ext>
            </a:extLst>
          </p:cNvPr>
          <p:cNvSpPr>
            <a:spLocks noGrp="1"/>
          </p:cNvSpPr>
          <p:nvPr/>
        </p:nvSpPr>
        <p:spPr>
          <a:xfrm>
            <a:off x="3415580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25" name="02_predicted_pose_4324">
            <a:extLst>
              <a:ext uri="{FF2B5EF4-FFF2-40B4-BE49-F238E27FC236}">
                <a16:creationId xmlns:a16="http://schemas.microsoft.com/office/drawing/2014/main" id="{23AB3C29-D179-436A-ACC0-FF2CD0448C5A}"/>
              </a:ext>
            </a:extLst>
          </p:cNvPr>
          <p:cNvSpPr>
            <a:spLocks noGrp="1"/>
          </p:cNvSpPr>
          <p:nvPr/>
        </p:nvSpPr>
        <p:spPr>
          <a:xfrm>
            <a:off x="3508205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6" name="text_4325">
            <a:extLst>
              <a:ext uri="{FF2B5EF4-FFF2-40B4-BE49-F238E27FC236}">
                <a16:creationId xmlns:a16="http://schemas.microsoft.com/office/drawing/2014/main" id="{6A6BD090-0ABC-4477-BE23-1EEB9AD189ED}"/>
              </a:ext>
            </a:extLst>
          </p:cNvPr>
          <p:cNvSpPr>
            <a:spLocks noGrp="1"/>
          </p:cNvSpPr>
          <p:nvPr/>
        </p:nvSpPr>
        <p:spPr>
          <a:xfrm>
            <a:off x="3363272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27" name="02_predicted_pose_4326">
            <a:extLst>
              <a:ext uri="{FF2B5EF4-FFF2-40B4-BE49-F238E27FC236}">
                <a16:creationId xmlns:a16="http://schemas.microsoft.com/office/drawing/2014/main" id="{9D04FBD0-0C64-410F-B50D-DAA5DE19A023}"/>
              </a:ext>
            </a:extLst>
          </p:cNvPr>
          <p:cNvSpPr>
            <a:spLocks noGrp="1"/>
          </p:cNvSpPr>
          <p:nvPr/>
        </p:nvSpPr>
        <p:spPr>
          <a:xfrm>
            <a:off x="3508205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8" name="text_4327">
            <a:extLst>
              <a:ext uri="{FF2B5EF4-FFF2-40B4-BE49-F238E27FC236}">
                <a16:creationId xmlns:a16="http://schemas.microsoft.com/office/drawing/2014/main" id="{7DD4371D-10D3-4659-B5AB-3CBADB944C24}"/>
              </a:ext>
            </a:extLst>
          </p:cNvPr>
          <p:cNvSpPr>
            <a:spLocks noGrp="1"/>
          </p:cNvSpPr>
          <p:nvPr/>
        </p:nvSpPr>
        <p:spPr>
          <a:xfrm>
            <a:off x="3363272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029" name="text_4328">
            <a:extLst>
              <a:ext uri="{FF2B5EF4-FFF2-40B4-BE49-F238E27FC236}">
                <a16:creationId xmlns:a16="http://schemas.microsoft.com/office/drawing/2014/main" id="{FB436558-2B69-4F17-9B6E-EAD38585A6C9}"/>
              </a:ext>
            </a:extLst>
          </p:cNvPr>
          <p:cNvSpPr>
            <a:spLocks noGrp="1"/>
          </p:cNvSpPr>
          <p:nvPr/>
        </p:nvSpPr>
        <p:spPr>
          <a:xfrm rot="-5400000">
            <a:off x="2998120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030" name="02_predicted_pose_4329">
            <a:extLst>
              <a:ext uri="{FF2B5EF4-FFF2-40B4-BE49-F238E27FC236}">
                <a16:creationId xmlns:a16="http://schemas.microsoft.com/office/drawing/2014/main" id="{7FA75350-F2B8-45FE-97E8-A2FD5D44515E}"/>
              </a:ext>
            </a:extLst>
          </p:cNvPr>
          <p:cNvSpPr>
            <a:spLocks noGrp="1"/>
          </p:cNvSpPr>
          <p:nvPr/>
        </p:nvSpPr>
        <p:spPr>
          <a:xfrm>
            <a:off x="4136175" y="6238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1" name="02_predicted_pose_4330">
            <a:extLst>
              <a:ext uri="{FF2B5EF4-FFF2-40B4-BE49-F238E27FC236}">
                <a16:creationId xmlns:a16="http://schemas.microsoft.com/office/drawing/2014/main" id="{288BB7DC-F11B-4BEC-A2BF-67D21632FFC7}"/>
              </a:ext>
            </a:extLst>
          </p:cNvPr>
          <p:cNvSpPr>
            <a:spLocks noGrp="1"/>
          </p:cNvSpPr>
          <p:nvPr/>
        </p:nvSpPr>
        <p:spPr>
          <a:xfrm>
            <a:off x="4150760" y="6021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2" name="02_predicted_pose_4331">
            <a:extLst>
              <a:ext uri="{FF2B5EF4-FFF2-40B4-BE49-F238E27FC236}">
                <a16:creationId xmlns:a16="http://schemas.microsoft.com/office/drawing/2014/main" id="{AFDBCA2A-E357-435E-9443-74DE6E820DB0}"/>
              </a:ext>
            </a:extLst>
          </p:cNvPr>
          <p:cNvSpPr>
            <a:spLocks noGrp="1"/>
          </p:cNvSpPr>
          <p:nvPr/>
        </p:nvSpPr>
        <p:spPr>
          <a:xfrm>
            <a:off x="4165343" y="61681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3" name="02_predicted_pose_4332">
            <a:extLst>
              <a:ext uri="{FF2B5EF4-FFF2-40B4-BE49-F238E27FC236}">
                <a16:creationId xmlns:a16="http://schemas.microsoft.com/office/drawing/2014/main" id="{43875E7F-5352-429B-AF2C-B5584D194792}"/>
              </a:ext>
            </a:extLst>
          </p:cNvPr>
          <p:cNvSpPr>
            <a:spLocks noGrp="1"/>
          </p:cNvSpPr>
          <p:nvPr/>
        </p:nvSpPr>
        <p:spPr>
          <a:xfrm>
            <a:off x="4179927" y="62020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4" name="02_predicted_pose_4333">
            <a:extLst>
              <a:ext uri="{FF2B5EF4-FFF2-40B4-BE49-F238E27FC236}">
                <a16:creationId xmlns:a16="http://schemas.microsoft.com/office/drawing/2014/main" id="{9DC7BF10-3A58-4614-950E-34330509D1F0}"/>
              </a:ext>
            </a:extLst>
          </p:cNvPr>
          <p:cNvSpPr>
            <a:spLocks noGrp="1"/>
          </p:cNvSpPr>
          <p:nvPr/>
        </p:nvSpPr>
        <p:spPr>
          <a:xfrm>
            <a:off x="4194511" y="62447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5" name="02_predicted_pose_4334">
            <a:extLst>
              <a:ext uri="{FF2B5EF4-FFF2-40B4-BE49-F238E27FC236}">
                <a16:creationId xmlns:a16="http://schemas.microsoft.com/office/drawing/2014/main" id="{43A940CF-CFDB-439E-BCE2-74B09362CBB9}"/>
              </a:ext>
            </a:extLst>
          </p:cNvPr>
          <p:cNvSpPr>
            <a:spLocks noGrp="1"/>
          </p:cNvSpPr>
          <p:nvPr/>
        </p:nvSpPr>
        <p:spPr>
          <a:xfrm>
            <a:off x="4209095" y="5999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6" name="02_predicted_pose_4335">
            <a:extLst>
              <a:ext uri="{FF2B5EF4-FFF2-40B4-BE49-F238E27FC236}">
                <a16:creationId xmlns:a16="http://schemas.microsoft.com/office/drawing/2014/main" id="{C5D6B0F4-7A59-45C4-8436-181F005B0458}"/>
              </a:ext>
            </a:extLst>
          </p:cNvPr>
          <p:cNvSpPr>
            <a:spLocks noGrp="1"/>
          </p:cNvSpPr>
          <p:nvPr/>
        </p:nvSpPr>
        <p:spPr>
          <a:xfrm>
            <a:off x="4223679" y="62093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7" name="02_predicted_pose_4336">
            <a:extLst>
              <a:ext uri="{FF2B5EF4-FFF2-40B4-BE49-F238E27FC236}">
                <a16:creationId xmlns:a16="http://schemas.microsoft.com/office/drawing/2014/main" id="{9D8B1A12-C4B4-4E11-8C11-579F15E65B9F}"/>
              </a:ext>
            </a:extLst>
          </p:cNvPr>
          <p:cNvSpPr>
            <a:spLocks noGrp="1"/>
          </p:cNvSpPr>
          <p:nvPr/>
        </p:nvSpPr>
        <p:spPr>
          <a:xfrm>
            <a:off x="4238262" y="60316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8" name="02_predicted_pose_4337">
            <a:extLst>
              <a:ext uri="{FF2B5EF4-FFF2-40B4-BE49-F238E27FC236}">
                <a16:creationId xmlns:a16="http://schemas.microsoft.com/office/drawing/2014/main" id="{537E1B97-EB39-4A2D-8886-B07EBAAA2B09}"/>
              </a:ext>
            </a:extLst>
          </p:cNvPr>
          <p:cNvSpPr>
            <a:spLocks noGrp="1"/>
          </p:cNvSpPr>
          <p:nvPr/>
        </p:nvSpPr>
        <p:spPr>
          <a:xfrm>
            <a:off x="4252846" y="60939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9" name="02_predicted_pose_4338">
            <a:extLst>
              <a:ext uri="{FF2B5EF4-FFF2-40B4-BE49-F238E27FC236}">
                <a16:creationId xmlns:a16="http://schemas.microsoft.com/office/drawing/2014/main" id="{DCD8E705-C277-4F7C-9720-57CE0A811AFB}"/>
              </a:ext>
            </a:extLst>
          </p:cNvPr>
          <p:cNvSpPr>
            <a:spLocks noGrp="1"/>
          </p:cNvSpPr>
          <p:nvPr/>
        </p:nvSpPr>
        <p:spPr>
          <a:xfrm>
            <a:off x="4267431" y="6160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0" name="02_predicted_pose_4339">
            <a:extLst>
              <a:ext uri="{FF2B5EF4-FFF2-40B4-BE49-F238E27FC236}">
                <a16:creationId xmlns:a16="http://schemas.microsoft.com/office/drawing/2014/main" id="{722FB887-161C-41A2-936C-A3BCF3673963}"/>
              </a:ext>
            </a:extLst>
          </p:cNvPr>
          <p:cNvSpPr>
            <a:spLocks noGrp="1"/>
          </p:cNvSpPr>
          <p:nvPr/>
        </p:nvSpPr>
        <p:spPr>
          <a:xfrm>
            <a:off x="4150395" y="61735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1" name="02_predicted_pose_4340">
            <a:extLst>
              <a:ext uri="{FF2B5EF4-FFF2-40B4-BE49-F238E27FC236}">
                <a16:creationId xmlns:a16="http://schemas.microsoft.com/office/drawing/2014/main" id="{49592AA6-571D-4065-AD1C-75FC8BE0EB70}"/>
              </a:ext>
            </a:extLst>
          </p:cNvPr>
          <p:cNvSpPr>
            <a:spLocks noGrp="1"/>
          </p:cNvSpPr>
          <p:nvPr/>
        </p:nvSpPr>
        <p:spPr>
          <a:xfrm>
            <a:off x="4248835" y="6270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2" name="02_predicted_pose_4341">
            <a:extLst>
              <a:ext uri="{FF2B5EF4-FFF2-40B4-BE49-F238E27FC236}">
                <a16:creationId xmlns:a16="http://schemas.microsoft.com/office/drawing/2014/main" id="{20C7D279-B548-4B63-A3CB-E891E7CA2AC5}"/>
              </a:ext>
            </a:extLst>
          </p:cNvPr>
          <p:cNvSpPr>
            <a:spLocks noGrp="1"/>
          </p:cNvSpPr>
          <p:nvPr/>
        </p:nvSpPr>
        <p:spPr>
          <a:xfrm>
            <a:off x="4347277" y="61676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3" name="02_predicted_pose_4342">
            <a:extLst>
              <a:ext uri="{FF2B5EF4-FFF2-40B4-BE49-F238E27FC236}">
                <a16:creationId xmlns:a16="http://schemas.microsoft.com/office/drawing/2014/main" id="{355566CA-05B0-44A2-8586-88797CB9C685}"/>
              </a:ext>
            </a:extLst>
          </p:cNvPr>
          <p:cNvSpPr>
            <a:spLocks noGrp="1"/>
          </p:cNvSpPr>
          <p:nvPr/>
        </p:nvSpPr>
        <p:spPr>
          <a:xfrm>
            <a:off x="4082215" y="61771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4" name="02_predicted_pose_4343">
            <a:extLst>
              <a:ext uri="{FF2B5EF4-FFF2-40B4-BE49-F238E27FC236}">
                <a16:creationId xmlns:a16="http://schemas.microsoft.com/office/drawing/2014/main" id="{1AD66A3D-1FEF-4522-B223-4169C4C54641}"/>
              </a:ext>
            </a:extLst>
          </p:cNvPr>
          <p:cNvSpPr>
            <a:spLocks noGrp="1"/>
          </p:cNvSpPr>
          <p:nvPr/>
        </p:nvSpPr>
        <p:spPr>
          <a:xfrm>
            <a:off x="4180656" y="54413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5" name="02_predicted_pose_4344">
            <a:extLst>
              <a:ext uri="{FF2B5EF4-FFF2-40B4-BE49-F238E27FC236}">
                <a16:creationId xmlns:a16="http://schemas.microsoft.com/office/drawing/2014/main" id="{026DA7DA-4144-47A2-B37A-CABC3363C700}"/>
              </a:ext>
            </a:extLst>
          </p:cNvPr>
          <p:cNvSpPr>
            <a:spLocks noGrp="1"/>
          </p:cNvSpPr>
          <p:nvPr/>
        </p:nvSpPr>
        <p:spPr>
          <a:xfrm>
            <a:off x="4279098" y="6169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6" name="02_predicted_pose_4345">
            <a:extLst>
              <a:ext uri="{FF2B5EF4-FFF2-40B4-BE49-F238E27FC236}">
                <a16:creationId xmlns:a16="http://schemas.microsoft.com/office/drawing/2014/main" id="{16CC652F-2444-4E0C-BE62-B53B88ABDE8B}"/>
              </a:ext>
            </a:extLst>
          </p:cNvPr>
          <p:cNvSpPr>
            <a:spLocks noGrp="1"/>
          </p:cNvSpPr>
          <p:nvPr/>
        </p:nvSpPr>
        <p:spPr>
          <a:xfrm>
            <a:off x="4377538" y="60378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7" name="02_predicted_pose_4346">
            <a:extLst>
              <a:ext uri="{FF2B5EF4-FFF2-40B4-BE49-F238E27FC236}">
                <a16:creationId xmlns:a16="http://schemas.microsoft.com/office/drawing/2014/main" id="{B76E28B4-466C-4E2E-8186-6B5EECE40A25}"/>
              </a:ext>
            </a:extLst>
          </p:cNvPr>
          <p:cNvSpPr>
            <a:spLocks noGrp="1"/>
          </p:cNvSpPr>
          <p:nvPr/>
        </p:nvSpPr>
        <p:spPr>
          <a:xfrm>
            <a:off x="4112477" y="61770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8" name="02_predicted_pose_4347">
            <a:extLst>
              <a:ext uri="{FF2B5EF4-FFF2-40B4-BE49-F238E27FC236}">
                <a16:creationId xmlns:a16="http://schemas.microsoft.com/office/drawing/2014/main" id="{F6175A72-B92A-435F-9F21-B8D65EBD77CA}"/>
              </a:ext>
            </a:extLst>
          </p:cNvPr>
          <p:cNvSpPr>
            <a:spLocks noGrp="1"/>
          </p:cNvSpPr>
          <p:nvPr/>
        </p:nvSpPr>
        <p:spPr>
          <a:xfrm>
            <a:off x="4210918" y="6217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9" name="02_predicted_pose_4348">
            <a:extLst>
              <a:ext uri="{FF2B5EF4-FFF2-40B4-BE49-F238E27FC236}">
                <a16:creationId xmlns:a16="http://schemas.microsoft.com/office/drawing/2014/main" id="{8A4A4331-3824-4787-B86E-326F8DEAC8E0}"/>
              </a:ext>
            </a:extLst>
          </p:cNvPr>
          <p:cNvSpPr>
            <a:spLocks noGrp="1"/>
          </p:cNvSpPr>
          <p:nvPr/>
        </p:nvSpPr>
        <p:spPr>
          <a:xfrm>
            <a:off x="4309359" y="61354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0" name="02_predicted_pose_4349">
            <a:extLst>
              <a:ext uri="{FF2B5EF4-FFF2-40B4-BE49-F238E27FC236}">
                <a16:creationId xmlns:a16="http://schemas.microsoft.com/office/drawing/2014/main" id="{749B7722-C443-4BC0-A2D9-9200A85F7FCB}"/>
              </a:ext>
            </a:extLst>
          </p:cNvPr>
          <p:cNvSpPr>
            <a:spLocks noGrp="1"/>
          </p:cNvSpPr>
          <p:nvPr/>
        </p:nvSpPr>
        <p:spPr>
          <a:xfrm>
            <a:off x="4164978" y="6148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1" name="02_predicted_pose_4350">
            <a:extLst>
              <a:ext uri="{FF2B5EF4-FFF2-40B4-BE49-F238E27FC236}">
                <a16:creationId xmlns:a16="http://schemas.microsoft.com/office/drawing/2014/main" id="{77336DC9-BE49-480C-B99C-E6DBDF5BDBAB}"/>
              </a:ext>
            </a:extLst>
          </p:cNvPr>
          <p:cNvSpPr>
            <a:spLocks noGrp="1"/>
          </p:cNvSpPr>
          <p:nvPr/>
        </p:nvSpPr>
        <p:spPr>
          <a:xfrm>
            <a:off x="4263420" y="6208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2" name="02_predicted_pose_4351">
            <a:extLst>
              <a:ext uri="{FF2B5EF4-FFF2-40B4-BE49-F238E27FC236}">
                <a16:creationId xmlns:a16="http://schemas.microsoft.com/office/drawing/2014/main" id="{F0AD83E0-50A9-48F3-B4E9-0675F7137CD1}"/>
              </a:ext>
            </a:extLst>
          </p:cNvPr>
          <p:cNvSpPr>
            <a:spLocks noGrp="1"/>
          </p:cNvSpPr>
          <p:nvPr/>
        </p:nvSpPr>
        <p:spPr>
          <a:xfrm>
            <a:off x="4361861" y="62324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3" name="02_predicted_pose_4352">
            <a:extLst>
              <a:ext uri="{FF2B5EF4-FFF2-40B4-BE49-F238E27FC236}">
                <a16:creationId xmlns:a16="http://schemas.microsoft.com/office/drawing/2014/main" id="{52DBAA6E-71AB-4AEF-AA73-D81BEA195447}"/>
              </a:ext>
            </a:extLst>
          </p:cNvPr>
          <p:cNvSpPr>
            <a:spLocks noGrp="1"/>
          </p:cNvSpPr>
          <p:nvPr/>
        </p:nvSpPr>
        <p:spPr>
          <a:xfrm>
            <a:off x="4096799" y="6022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4" name="02_predicted_pose_4353">
            <a:extLst>
              <a:ext uri="{FF2B5EF4-FFF2-40B4-BE49-F238E27FC236}">
                <a16:creationId xmlns:a16="http://schemas.microsoft.com/office/drawing/2014/main" id="{D7FAAE00-BF9E-45B3-8FEB-668F63F9ECB6}"/>
              </a:ext>
            </a:extLst>
          </p:cNvPr>
          <p:cNvSpPr>
            <a:spLocks noGrp="1"/>
          </p:cNvSpPr>
          <p:nvPr/>
        </p:nvSpPr>
        <p:spPr>
          <a:xfrm>
            <a:off x="4195240" y="6172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5" name="02_predicted_pose_4354">
            <a:extLst>
              <a:ext uri="{FF2B5EF4-FFF2-40B4-BE49-F238E27FC236}">
                <a16:creationId xmlns:a16="http://schemas.microsoft.com/office/drawing/2014/main" id="{207E75ED-6B38-47EB-B2ED-75280DADFEA8}"/>
              </a:ext>
            </a:extLst>
          </p:cNvPr>
          <p:cNvSpPr>
            <a:spLocks noGrp="1"/>
          </p:cNvSpPr>
          <p:nvPr/>
        </p:nvSpPr>
        <p:spPr>
          <a:xfrm>
            <a:off x="4293681" y="61530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6" name="02_predicted_pose_4355">
            <a:extLst>
              <a:ext uri="{FF2B5EF4-FFF2-40B4-BE49-F238E27FC236}">
                <a16:creationId xmlns:a16="http://schemas.microsoft.com/office/drawing/2014/main" id="{FAB148A5-3790-4F89-8F6E-78FD4F256574}"/>
              </a:ext>
            </a:extLst>
          </p:cNvPr>
          <p:cNvSpPr>
            <a:spLocks noGrp="1"/>
          </p:cNvSpPr>
          <p:nvPr/>
        </p:nvSpPr>
        <p:spPr>
          <a:xfrm>
            <a:off x="4028620" y="62560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7" name="02_predicted_pose_4356">
            <a:extLst>
              <a:ext uri="{FF2B5EF4-FFF2-40B4-BE49-F238E27FC236}">
                <a16:creationId xmlns:a16="http://schemas.microsoft.com/office/drawing/2014/main" id="{63FC798F-540E-4234-B110-C407D6BF25AF}"/>
              </a:ext>
            </a:extLst>
          </p:cNvPr>
          <p:cNvSpPr>
            <a:spLocks noGrp="1"/>
          </p:cNvSpPr>
          <p:nvPr/>
        </p:nvSpPr>
        <p:spPr>
          <a:xfrm>
            <a:off x="4127061" y="60418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8" name="02_predicted_pose_4357">
            <a:extLst>
              <a:ext uri="{FF2B5EF4-FFF2-40B4-BE49-F238E27FC236}">
                <a16:creationId xmlns:a16="http://schemas.microsoft.com/office/drawing/2014/main" id="{5AE3457F-D3DD-49E4-85BA-DA7E6C1C8DDD}"/>
              </a:ext>
            </a:extLst>
          </p:cNvPr>
          <p:cNvSpPr>
            <a:spLocks noGrp="1"/>
          </p:cNvSpPr>
          <p:nvPr/>
        </p:nvSpPr>
        <p:spPr>
          <a:xfrm>
            <a:off x="4225501" y="6157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9" name="02_predicted_pose_4358">
            <a:extLst>
              <a:ext uri="{FF2B5EF4-FFF2-40B4-BE49-F238E27FC236}">
                <a16:creationId xmlns:a16="http://schemas.microsoft.com/office/drawing/2014/main" id="{808C8BBB-3CB9-492F-8F94-8AF5801DEEA7}"/>
              </a:ext>
            </a:extLst>
          </p:cNvPr>
          <p:cNvSpPr>
            <a:spLocks noGrp="1"/>
          </p:cNvSpPr>
          <p:nvPr/>
        </p:nvSpPr>
        <p:spPr>
          <a:xfrm>
            <a:off x="4323943" y="60649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0" name="02_predicted_pose_4359">
            <a:extLst>
              <a:ext uri="{FF2B5EF4-FFF2-40B4-BE49-F238E27FC236}">
                <a16:creationId xmlns:a16="http://schemas.microsoft.com/office/drawing/2014/main" id="{D73C6855-D26D-4C6F-8CA8-8CBD9D7D1F21}"/>
              </a:ext>
            </a:extLst>
          </p:cNvPr>
          <p:cNvSpPr>
            <a:spLocks noGrp="1"/>
          </p:cNvSpPr>
          <p:nvPr/>
        </p:nvSpPr>
        <p:spPr>
          <a:xfrm>
            <a:off x="4179563" y="60260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1" name="02_predicted_pose_4360">
            <a:extLst>
              <a:ext uri="{FF2B5EF4-FFF2-40B4-BE49-F238E27FC236}">
                <a16:creationId xmlns:a16="http://schemas.microsoft.com/office/drawing/2014/main" id="{8CCEAB96-74D1-4BDA-9207-D306C091DDC3}"/>
              </a:ext>
            </a:extLst>
          </p:cNvPr>
          <p:cNvSpPr>
            <a:spLocks noGrp="1"/>
          </p:cNvSpPr>
          <p:nvPr/>
        </p:nvSpPr>
        <p:spPr>
          <a:xfrm>
            <a:off x="4278004" y="54673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2" name="02_predicted_pose_4361">
            <a:extLst>
              <a:ext uri="{FF2B5EF4-FFF2-40B4-BE49-F238E27FC236}">
                <a16:creationId xmlns:a16="http://schemas.microsoft.com/office/drawing/2014/main" id="{C7BAA86B-D9FD-481D-8372-C44A7466D4A8}"/>
              </a:ext>
            </a:extLst>
          </p:cNvPr>
          <p:cNvSpPr>
            <a:spLocks noGrp="1"/>
          </p:cNvSpPr>
          <p:nvPr/>
        </p:nvSpPr>
        <p:spPr>
          <a:xfrm>
            <a:off x="4376444" y="62091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3" name="02_predicted_pose_4362">
            <a:extLst>
              <a:ext uri="{FF2B5EF4-FFF2-40B4-BE49-F238E27FC236}">
                <a16:creationId xmlns:a16="http://schemas.microsoft.com/office/drawing/2014/main" id="{6A17D345-C5C1-492B-98A0-CD04877C7124}"/>
              </a:ext>
            </a:extLst>
          </p:cNvPr>
          <p:cNvSpPr>
            <a:spLocks noGrp="1"/>
          </p:cNvSpPr>
          <p:nvPr/>
        </p:nvSpPr>
        <p:spPr>
          <a:xfrm>
            <a:off x="4111383" y="62232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4" name="02_predicted_pose_4363">
            <a:extLst>
              <a:ext uri="{FF2B5EF4-FFF2-40B4-BE49-F238E27FC236}">
                <a16:creationId xmlns:a16="http://schemas.microsoft.com/office/drawing/2014/main" id="{B534FEBC-8AD0-4B2D-BF5E-305116182939}"/>
              </a:ext>
            </a:extLst>
          </p:cNvPr>
          <p:cNvSpPr>
            <a:spLocks noGrp="1"/>
          </p:cNvSpPr>
          <p:nvPr/>
        </p:nvSpPr>
        <p:spPr>
          <a:xfrm>
            <a:off x="4209824" y="61067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5" name="02_predicted_pose_4364">
            <a:extLst>
              <a:ext uri="{FF2B5EF4-FFF2-40B4-BE49-F238E27FC236}">
                <a16:creationId xmlns:a16="http://schemas.microsoft.com/office/drawing/2014/main" id="{6C614BAB-A626-46B2-A984-95BD01302E44}"/>
              </a:ext>
            </a:extLst>
          </p:cNvPr>
          <p:cNvSpPr>
            <a:spLocks noGrp="1"/>
          </p:cNvSpPr>
          <p:nvPr/>
        </p:nvSpPr>
        <p:spPr>
          <a:xfrm>
            <a:off x="4308265" y="60553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6" name="02_predicted_pose_4365">
            <a:extLst>
              <a:ext uri="{FF2B5EF4-FFF2-40B4-BE49-F238E27FC236}">
                <a16:creationId xmlns:a16="http://schemas.microsoft.com/office/drawing/2014/main" id="{A2BEBE55-E83F-4C4C-A108-6A40112C1326}"/>
              </a:ext>
            </a:extLst>
          </p:cNvPr>
          <p:cNvSpPr>
            <a:spLocks noGrp="1"/>
          </p:cNvSpPr>
          <p:nvPr/>
        </p:nvSpPr>
        <p:spPr>
          <a:xfrm>
            <a:off x="4043203" y="6164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7" name="02_predicted_pose_4366">
            <a:extLst>
              <a:ext uri="{FF2B5EF4-FFF2-40B4-BE49-F238E27FC236}">
                <a16:creationId xmlns:a16="http://schemas.microsoft.com/office/drawing/2014/main" id="{49066784-F7AA-42FE-9011-31DE179D4122}"/>
              </a:ext>
            </a:extLst>
          </p:cNvPr>
          <p:cNvSpPr>
            <a:spLocks noGrp="1"/>
          </p:cNvSpPr>
          <p:nvPr/>
        </p:nvSpPr>
        <p:spPr>
          <a:xfrm>
            <a:off x="4141644" y="60099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8" name="02_predicted_pose_4367">
            <a:extLst>
              <a:ext uri="{FF2B5EF4-FFF2-40B4-BE49-F238E27FC236}">
                <a16:creationId xmlns:a16="http://schemas.microsoft.com/office/drawing/2014/main" id="{16D03BED-E80E-4F9E-A2CA-270347E99F1A}"/>
              </a:ext>
            </a:extLst>
          </p:cNvPr>
          <p:cNvSpPr>
            <a:spLocks noGrp="1"/>
          </p:cNvSpPr>
          <p:nvPr/>
        </p:nvSpPr>
        <p:spPr>
          <a:xfrm>
            <a:off x="4240086" y="62097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9" name="02_predicted_pose_4368">
            <a:extLst>
              <a:ext uri="{FF2B5EF4-FFF2-40B4-BE49-F238E27FC236}">
                <a16:creationId xmlns:a16="http://schemas.microsoft.com/office/drawing/2014/main" id="{9903F93E-5CB5-443E-8859-5BE6BBE1558E}"/>
              </a:ext>
            </a:extLst>
          </p:cNvPr>
          <p:cNvSpPr>
            <a:spLocks noGrp="1"/>
          </p:cNvSpPr>
          <p:nvPr/>
        </p:nvSpPr>
        <p:spPr>
          <a:xfrm>
            <a:off x="4338526" y="61620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0" name="02_predicted_pose_4369">
            <a:extLst>
              <a:ext uri="{FF2B5EF4-FFF2-40B4-BE49-F238E27FC236}">
                <a16:creationId xmlns:a16="http://schemas.microsoft.com/office/drawing/2014/main" id="{1B632895-A24C-4DD4-9B69-5F7D74C46854}"/>
              </a:ext>
            </a:extLst>
          </p:cNvPr>
          <p:cNvSpPr>
            <a:spLocks noGrp="1"/>
          </p:cNvSpPr>
          <p:nvPr/>
        </p:nvSpPr>
        <p:spPr>
          <a:xfrm>
            <a:off x="4194147" y="615751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1" name="02_predicted_pose_4370">
            <a:extLst>
              <a:ext uri="{FF2B5EF4-FFF2-40B4-BE49-F238E27FC236}">
                <a16:creationId xmlns:a16="http://schemas.microsoft.com/office/drawing/2014/main" id="{2710C53F-7D62-46C5-8867-DA7B3D203E11}"/>
              </a:ext>
            </a:extLst>
          </p:cNvPr>
          <p:cNvSpPr>
            <a:spLocks noGrp="1"/>
          </p:cNvSpPr>
          <p:nvPr/>
        </p:nvSpPr>
        <p:spPr>
          <a:xfrm>
            <a:off x="4292587" y="62372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2" name="02_predicted_pose_4371">
            <a:extLst>
              <a:ext uri="{FF2B5EF4-FFF2-40B4-BE49-F238E27FC236}">
                <a16:creationId xmlns:a16="http://schemas.microsoft.com/office/drawing/2014/main" id="{4A1E6DE4-11B9-470B-826A-0B8D334AFBD8}"/>
              </a:ext>
            </a:extLst>
          </p:cNvPr>
          <p:cNvSpPr>
            <a:spLocks noGrp="1"/>
          </p:cNvSpPr>
          <p:nvPr/>
        </p:nvSpPr>
        <p:spPr>
          <a:xfrm>
            <a:off x="4027526" y="6049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3" name="02_predicted_pose_4372">
            <a:extLst>
              <a:ext uri="{FF2B5EF4-FFF2-40B4-BE49-F238E27FC236}">
                <a16:creationId xmlns:a16="http://schemas.microsoft.com/office/drawing/2014/main" id="{9324BC88-8064-44F7-8455-9ED06F88A54E}"/>
              </a:ext>
            </a:extLst>
          </p:cNvPr>
          <p:cNvSpPr>
            <a:spLocks noGrp="1"/>
          </p:cNvSpPr>
          <p:nvPr/>
        </p:nvSpPr>
        <p:spPr>
          <a:xfrm>
            <a:off x="4125967" y="62624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4" name="02_predicted_pose_4373">
            <a:extLst>
              <a:ext uri="{FF2B5EF4-FFF2-40B4-BE49-F238E27FC236}">
                <a16:creationId xmlns:a16="http://schemas.microsoft.com/office/drawing/2014/main" id="{C86E433C-E636-47EE-996F-1334282ADCDB}"/>
              </a:ext>
            </a:extLst>
          </p:cNvPr>
          <p:cNvSpPr>
            <a:spLocks noGrp="1"/>
          </p:cNvSpPr>
          <p:nvPr/>
        </p:nvSpPr>
        <p:spPr>
          <a:xfrm>
            <a:off x="4224408" y="61342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5" name="02_predicted_pose_4374">
            <a:extLst>
              <a:ext uri="{FF2B5EF4-FFF2-40B4-BE49-F238E27FC236}">
                <a16:creationId xmlns:a16="http://schemas.microsoft.com/office/drawing/2014/main" id="{188A23D9-21E9-4149-A61A-AA5BC596A129}"/>
              </a:ext>
            </a:extLst>
          </p:cNvPr>
          <p:cNvSpPr>
            <a:spLocks noGrp="1"/>
          </p:cNvSpPr>
          <p:nvPr/>
        </p:nvSpPr>
        <p:spPr>
          <a:xfrm>
            <a:off x="4322849" y="59922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6" name="02_predicted_pose_4375">
            <a:extLst>
              <a:ext uri="{FF2B5EF4-FFF2-40B4-BE49-F238E27FC236}">
                <a16:creationId xmlns:a16="http://schemas.microsoft.com/office/drawing/2014/main" id="{00EA1530-6F5A-4763-B3AA-197A5BC842C7}"/>
              </a:ext>
            </a:extLst>
          </p:cNvPr>
          <p:cNvSpPr>
            <a:spLocks noGrp="1"/>
          </p:cNvSpPr>
          <p:nvPr/>
        </p:nvSpPr>
        <p:spPr>
          <a:xfrm>
            <a:off x="4057787" y="61374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7" name="02_predicted_pose_4376">
            <a:extLst>
              <a:ext uri="{FF2B5EF4-FFF2-40B4-BE49-F238E27FC236}">
                <a16:creationId xmlns:a16="http://schemas.microsoft.com/office/drawing/2014/main" id="{4AF0BEF0-AD51-4453-BB9A-599FE02DDEEB}"/>
              </a:ext>
            </a:extLst>
          </p:cNvPr>
          <p:cNvSpPr>
            <a:spLocks noGrp="1"/>
          </p:cNvSpPr>
          <p:nvPr/>
        </p:nvSpPr>
        <p:spPr>
          <a:xfrm>
            <a:off x="4156229" y="62460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8" name="02_predicted_pose_4377">
            <a:extLst>
              <a:ext uri="{FF2B5EF4-FFF2-40B4-BE49-F238E27FC236}">
                <a16:creationId xmlns:a16="http://schemas.microsoft.com/office/drawing/2014/main" id="{C83A4E88-80A3-4EB9-BC60-3733ABB44137}"/>
              </a:ext>
            </a:extLst>
          </p:cNvPr>
          <p:cNvSpPr>
            <a:spLocks noGrp="1"/>
          </p:cNvSpPr>
          <p:nvPr/>
        </p:nvSpPr>
        <p:spPr>
          <a:xfrm>
            <a:off x="4254669" y="60006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9" name="02_predicted_pose_4378">
            <a:extLst>
              <a:ext uri="{FF2B5EF4-FFF2-40B4-BE49-F238E27FC236}">
                <a16:creationId xmlns:a16="http://schemas.microsoft.com/office/drawing/2014/main" id="{CAE3AD77-AE49-4374-BD03-AB7AFCF1CFCB}"/>
              </a:ext>
            </a:extLst>
          </p:cNvPr>
          <p:cNvSpPr>
            <a:spLocks noGrp="1"/>
          </p:cNvSpPr>
          <p:nvPr/>
        </p:nvSpPr>
        <p:spPr>
          <a:xfrm>
            <a:off x="4353110" y="62515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0" name="02_predicted_pose_4379">
            <a:extLst>
              <a:ext uri="{FF2B5EF4-FFF2-40B4-BE49-F238E27FC236}">
                <a16:creationId xmlns:a16="http://schemas.microsoft.com/office/drawing/2014/main" id="{FEEA7F47-75CD-47A8-8999-D4D08ABED240}"/>
              </a:ext>
            </a:extLst>
          </p:cNvPr>
          <p:cNvSpPr>
            <a:spLocks noGrp="1"/>
          </p:cNvSpPr>
          <p:nvPr/>
        </p:nvSpPr>
        <p:spPr>
          <a:xfrm>
            <a:off x="4208730" y="6232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1" name="02_predicted_pose_4380">
            <a:extLst>
              <a:ext uri="{FF2B5EF4-FFF2-40B4-BE49-F238E27FC236}">
                <a16:creationId xmlns:a16="http://schemas.microsoft.com/office/drawing/2014/main" id="{502B4EAF-1F4F-4169-B3AA-8F5213D5FF88}"/>
              </a:ext>
            </a:extLst>
          </p:cNvPr>
          <p:cNvSpPr>
            <a:spLocks noGrp="1"/>
          </p:cNvSpPr>
          <p:nvPr/>
        </p:nvSpPr>
        <p:spPr>
          <a:xfrm>
            <a:off x="4307171" y="61478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2" name="02_predicted_pose_4381">
            <a:extLst>
              <a:ext uri="{FF2B5EF4-FFF2-40B4-BE49-F238E27FC236}">
                <a16:creationId xmlns:a16="http://schemas.microsoft.com/office/drawing/2014/main" id="{77CEF246-ABE0-4103-B447-CF30F6E5A6D4}"/>
              </a:ext>
            </a:extLst>
          </p:cNvPr>
          <p:cNvSpPr>
            <a:spLocks noGrp="1"/>
          </p:cNvSpPr>
          <p:nvPr/>
        </p:nvSpPr>
        <p:spPr>
          <a:xfrm>
            <a:off x="4042109" y="62312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3" name="02_predicted_pose_4382">
            <a:extLst>
              <a:ext uri="{FF2B5EF4-FFF2-40B4-BE49-F238E27FC236}">
                <a16:creationId xmlns:a16="http://schemas.microsoft.com/office/drawing/2014/main" id="{11238E33-0B46-4713-B185-CF61B877EA27}"/>
              </a:ext>
            </a:extLst>
          </p:cNvPr>
          <p:cNvSpPr>
            <a:spLocks noGrp="1"/>
          </p:cNvSpPr>
          <p:nvPr/>
        </p:nvSpPr>
        <p:spPr>
          <a:xfrm>
            <a:off x="4140551" y="6142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4" name="02_predicted_pose_4383">
            <a:extLst>
              <a:ext uri="{FF2B5EF4-FFF2-40B4-BE49-F238E27FC236}">
                <a16:creationId xmlns:a16="http://schemas.microsoft.com/office/drawing/2014/main" id="{4F973DE3-C6D1-4681-ADD0-62B239D657FF}"/>
              </a:ext>
            </a:extLst>
          </p:cNvPr>
          <p:cNvSpPr>
            <a:spLocks noGrp="1"/>
          </p:cNvSpPr>
          <p:nvPr/>
        </p:nvSpPr>
        <p:spPr>
          <a:xfrm>
            <a:off x="4238992" y="62130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5" name="02_predicted_pose_4384">
            <a:extLst>
              <a:ext uri="{FF2B5EF4-FFF2-40B4-BE49-F238E27FC236}">
                <a16:creationId xmlns:a16="http://schemas.microsoft.com/office/drawing/2014/main" id="{3545E21A-5C53-46BC-96D7-B3945B0EB119}"/>
              </a:ext>
            </a:extLst>
          </p:cNvPr>
          <p:cNvSpPr>
            <a:spLocks noGrp="1"/>
          </p:cNvSpPr>
          <p:nvPr/>
        </p:nvSpPr>
        <p:spPr>
          <a:xfrm>
            <a:off x="4337432" y="61960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6" name="02_predicted_pose_4385">
            <a:extLst>
              <a:ext uri="{FF2B5EF4-FFF2-40B4-BE49-F238E27FC236}">
                <a16:creationId xmlns:a16="http://schemas.microsoft.com/office/drawing/2014/main" id="{90496A8B-83AE-4316-B907-06D6FF1E2DB8}"/>
              </a:ext>
            </a:extLst>
          </p:cNvPr>
          <p:cNvSpPr>
            <a:spLocks noGrp="1"/>
          </p:cNvSpPr>
          <p:nvPr/>
        </p:nvSpPr>
        <p:spPr>
          <a:xfrm>
            <a:off x="4072372" y="61735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7" name="02_predicted_pose_4386">
            <a:extLst>
              <a:ext uri="{FF2B5EF4-FFF2-40B4-BE49-F238E27FC236}">
                <a16:creationId xmlns:a16="http://schemas.microsoft.com/office/drawing/2014/main" id="{1A474FD0-93ED-4689-A063-0484A53D8467}"/>
              </a:ext>
            </a:extLst>
          </p:cNvPr>
          <p:cNvSpPr>
            <a:spLocks noGrp="1"/>
          </p:cNvSpPr>
          <p:nvPr/>
        </p:nvSpPr>
        <p:spPr>
          <a:xfrm>
            <a:off x="4170812" y="6194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8" name="02_predicted_pose_4387">
            <a:extLst>
              <a:ext uri="{FF2B5EF4-FFF2-40B4-BE49-F238E27FC236}">
                <a16:creationId xmlns:a16="http://schemas.microsoft.com/office/drawing/2014/main" id="{4EA56A8A-6A0A-45EA-93A9-08A737C41385}"/>
              </a:ext>
            </a:extLst>
          </p:cNvPr>
          <p:cNvSpPr>
            <a:spLocks noGrp="1"/>
          </p:cNvSpPr>
          <p:nvPr/>
        </p:nvSpPr>
        <p:spPr>
          <a:xfrm>
            <a:off x="4269253" y="6017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9" name="02_predicted_pose_4388">
            <a:extLst>
              <a:ext uri="{FF2B5EF4-FFF2-40B4-BE49-F238E27FC236}">
                <a16:creationId xmlns:a16="http://schemas.microsoft.com/office/drawing/2014/main" id="{4806FABC-EB4F-40C6-8C39-779CC0BA5503}"/>
              </a:ext>
            </a:extLst>
          </p:cNvPr>
          <p:cNvSpPr>
            <a:spLocks noGrp="1"/>
          </p:cNvSpPr>
          <p:nvPr/>
        </p:nvSpPr>
        <p:spPr>
          <a:xfrm>
            <a:off x="4367695" y="6295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0" name="02_predicted_pose_4389">
            <a:extLst>
              <a:ext uri="{FF2B5EF4-FFF2-40B4-BE49-F238E27FC236}">
                <a16:creationId xmlns:a16="http://schemas.microsoft.com/office/drawing/2014/main" id="{DC50C21C-1054-47FE-ABDF-ED8B52481843}"/>
              </a:ext>
            </a:extLst>
          </p:cNvPr>
          <p:cNvSpPr>
            <a:spLocks noGrp="1"/>
          </p:cNvSpPr>
          <p:nvPr/>
        </p:nvSpPr>
        <p:spPr>
          <a:xfrm>
            <a:off x="4321755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1" name="02_predicted_pose_4390">
            <a:extLst>
              <a:ext uri="{FF2B5EF4-FFF2-40B4-BE49-F238E27FC236}">
                <a16:creationId xmlns:a16="http://schemas.microsoft.com/office/drawing/2014/main" id="{A0B6FD4C-E832-4F4A-B5B6-C86F268BD0D5}"/>
              </a:ext>
            </a:extLst>
          </p:cNvPr>
          <p:cNvSpPr>
            <a:spLocks noGrp="1"/>
          </p:cNvSpPr>
          <p:nvPr/>
        </p:nvSpPr>
        <p:spPr>
          <a:xfrm>
            <a:off x="4056694" y="6154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2" name="02_predicted_pose_4391">
            <a:extLst>
              <a:ext uri="{FF2B5EF4-FFF2-40B4-BE49-F238E27FC236}">
                <a16:creationId xmlns:a16="http://schemas.microsoft.com/office/drawing/2014/main" id="{6BC63C80-55AD-448F-90A0-C5C5CE04E5FD}"/>
              </a:ext>
            </a:extLst>
          </p:cNvPr>
          <p:cNvSpPr>
            <a:spLocks noGrp="1"/>
          </p:cNvSpPr>
          <p:nvPr/>
        </p:nvSpPr>
        <p:spPr>
          <a:xfrm>
            <a:off x="4155135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3" name="02_predicted_pose_4392">
            <a:extLst>
              <a:ext uri="{FF2B5EF4-FFF2-40B4-BE49-F238E27FC236}">
                <a16:creationId xmlns:a16="http://schemas.microsoft.com/office/drawing/2014/main" id="{6378C073-847F-4063-9BEA-7F94FB5FD7A7}"/>
              </a:ext>
            </a:extLst>
          </p:cNvPr>
          <p:cNvSpPr>
            <a:spLocks noGrp="1"/>
          </p:cNvSpPr>
          <p:nvPr/>
        </p:nvSpPr>
        <p:spPr>
          <a:xfrm>
            <a:off x="4253575" y="6094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4" name="02_predicted_pose_4393">
            <a:extLst>
              <a:ext uri="{FF2B5EF4-FFF2-40B4-BE49-F238E27FC236}">
                <a16:creationId xmlns:a16="http://schemas.microsoft.com/office/drawing/2014/main" id="{A57B3587-4EA0-452B-9BBE-A3DD98B249A5}"/>
              </a:ext>
            </a:extLst>
          </p:cNvPr>
          <p:cNvSpPr>
            <a:spLocks noGrp="1"/>
          </p:cNvSpPr>
          <p:nvPr/>
        </p:nvSpPr>
        <p:spPr>
          <a:xfrm>
            <a:off x="4352017" y="62415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5" name="02_predicted_pose_4394">
            <a:extLst>
              <a:ext uri="{FF2B5EF4-FFF2-40B4-BE49-F238E27FC236}">
                <a16:creationId xmlns:a16="http://schemas.microsoft.com/office/drawing/2014/main" id="{E738018F-6892-4A2D-A1E7-B2CFC3BA9403}"/>
              </a:ext>
            </a:extLst>
          </p:cNvPr>
          <p:cNvSpPr>
            <a:spLocks noGrp="1"/>
          </p:cNvSpPr>
          <p:nvPr/>
        </p:nvSpPr>
        <p:spPr>
          <a:xfrm>
            <a:off x="4086955" y="5977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6" name="02_predicted_pose_4395">
            <a:extLst>
              <a:ext uri="{FF2B5EF4-FFF2-40B4-BE49-F238E27FC236}">
                <a16:creationId xmlns:a16="http://schemas.microsoft.com/office/drawing/2014/main" id="{678CB509-B1B1-4939-8F40-257D2B9D46B6}"/>
              </a:ext>
            </a:extLst>
          </p:cNvPr>
          <p:cNvSpPr>
            <a:spLocks noGrp="1"/>
          </p:cNvSpPr>
          <p:nvPr/>
        </p:nvSpPr>
        <p:spPr>
          <a:xfrm>
            <a:off x="4185396" y="61914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7" name="02_predicted_pose_4396">
            <a:extLst>
              <a:ext uri="{FF2B5EF4-FFF2-40B4-BE49-F238E27FC236}">
                <a16:creationId xmlns:a16="http://schemas.microsoft.com/office/drawing/2014/main" id="{F686D77B-2C0F-4F63-9074-AEA517D17AFA}"/>
              </a:ext>
            </a:extLst>
          </p:cNvPr>
          <p:cNvSpPr>
            <a:spLocks noGrp="1"/>
          </p:cNvSpPr>
          <p:nvPr/>
        </p:nvSpPr>
        <p:spPr>
          <a:xfrm>
            <a:off x="4283837" y="62475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8" name="02_predicted_pose_4397">
            <a:extLst>
              <a:ext uri="{FF2B5EF4-FFF2-40B4-BE49-F238E27FC236}">
                <a16:creationId xmlns:a16="http://schemas.microsoft.com/office/drawing/2014/main" id="{7A64ACCD-9C5F-4BD3-AB76-E564695D1EA9}"/>
              </a:ext>
            </a:extLst>
          </p:cNvPr>
          <p:cNvSpPr>
            <a:spLocks noGrp="1"/>
          </p:cNvSpPr>
          <p:nvPr/>
        </p:nvSpPr>
        <p:spPr>
          <a:xfrm>
            <a:off x="4018776" y="6100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9" name="02_predicted_pose_4398">
            <a:extLst>
              <a:ext uri="{FF2B5EF4-FFF2-40B4-BE49-F238E27FC236}">
                <a16:creationId xmlns:a16="http://schemas.microsoft.com/office/drawing/2014/main" id="{BA3E09D4-7664-4711-A5C2-827DF4A3FE86}"/>
              </a:ext>
            </a:extLst>
          </p:cNvPr>
          <p:cNvSpPr>
            <a:spLocks noGrp="1"/>
          </p:cNvSpPr>
          <p:nvPr/>
        </p:nvSpPr>
        <p:spPr>
          <a:xfrm>
            <a:off x="4237898" y="60304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0" name="02_predicted_pose_4399">
            <a:extLst>
              <a:ext uri="{FF2B5EF4-FFF2-40B4-BE49-F238E27FC236}">
                <a16:creationId xmlns:a16="http://schemas.microsoft.com/office/drawing/2014/main" id="{15EEB57F-C73F-47A4-9280-CCE5720F5614}"/>
              </a:ext>
            </a:extLst>
          </p:cNvPr>
          <p:cNvSpPr>
            <a:spLocks noGrp="1"/>
          </p:cNvSpPr>
          <p:nvPr/>
        </p:nvSpPr>
        <p:spPr>
          <a:xfrm>
            <a:off x="4336339" y="60151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1" name="02_predicted_pose_4400">
            <a:extLst>
              <a:ext uri="{FF2B5EF4-FFF2-40B4-BE49-F238E27FC236}">
                <a16:creationId xmlns:a16="http://schemas.microsoft.com/office/drawing/2014/main" id="{27E5429C-7BC4-41A1-A8D8-78DA812B6986}"/>
              </a:ext>
            </a:extLst>
          </p:cNvPr>
          <p:cNvSpPr>
            <a:spLocks noGrp="1"/>
          </p:cNvSpPr>
          <p:nvPr/>
        </p:nvSpPr>
        <p:spPr>
          <a:xfrm>
            <a:off x="4071278" y="6241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2" name="02_predicted_pose_4401">
            <a:extLst>
              <a:ext uri="{FF2B5EF4-FFF2-40B4-BE49-F238E27FC236}">
                <a16:creationId xmlns:a16="http://schemas.microsoft.com/office/drawing/2014/main" id="{2F92BC6D-7525-4930-AFF9-88032F2F684C}"/>
              </a:ext>
            </a:extLst>
          </p:cNvPr>
          <p:cNvSpPr>
            <a:spLocks noGrp="1"/>
          </p:cNvSpPr>
          <p:nvPr/>
        </p:nvSpPr>
        <p:spPr>
          <a:xfrm>
            <a:off x="4169718" y="62531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3" name="02_predicted_pose_4402">
            <a:extLst>
              <a:ext uri="{FF2B5EF4-FFF2-40B4-BE49-F238E27FC236}">
                <a16:creationId xmlns:a16="http://schemas.microsoft.com/office/drawing/2014/main" id="{16E84ADD-939C-4DF2-A57F-AF4644B5C210}"/>
              </a:ext>
            </a:extLst>
          </p:cNvPr>
          <p:cNvSpPr>
            <a:spLocks noGrp="1"/>
          </p:cNvSpPr>
          <p:nvPr/>
        </p:nvSpPr>
        <p:spPr>
          <a:xfrm>
            <a:off x="4268160" y="6207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4" name="02_predicted_pose_4403">
            <a:extLst>
              <a:ext uri="{FF2B5EF4-FFF2-40B4-BE49-F238E27FC236}">
                <a16:creationId xmlns:a16="http://schemas.microsoft.com/office/drawing/2014/main" id="{3894E3AB-A17E-4692-9961-B993ADDF534C}"/>
              </a:ext>
            </a:extLst>
          </p:cNvPr>
          <p:cNvSpPr>
            <a:spLocks noGrp="1"/>
          </p:cNvSpPr>
          <p:nvPr/>
        </p:nvSpPr>
        <p:spPr>
          <a:xfrm>
            <a:off x="4366601" y="61613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5" name="02_predicted_pose_4404">
            <a:extLst>
              <a:ext uri="{FF2B5EF4-FFF2-40B4-BE49-F238E27FC236}">
                <a16:creationId xmlns:a16="http://schemas.microsoft.com/office/drawing/2014/main" id="{0B442263-9E0D-434B-85EC-9F831B669CA7}"/>
              </a:ext>
            </a:extLst>
          </p:cNvPr>
          <p:cNvSpPr>
            <a:spLocks noGrp="1"/>
          </p:cNvSpPr>
          <p:nvPr/>
        </p:nvSpPr>
        <p:spPr>
          <a:xfrm>
            <a:off x="4101539" y="5987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6" name="02_predicted_pose_4405">
            <a:extLst>
              <a:ext uri="{FF2B5EF4-FFF2-40B4-BE49-F238E27FC236}">
                <a16:creationId xmlns:a16="http://schemas.microsoft.com/office/drawing/2014/main" id="{78339FA7-FC2B-46A0-835F-30A0C97E0100}"/>
              </a:ext>
            </a:extLst>
          </p:cNvPr>
          <p:cNvSpPr>
            <a:spLocks noGrp="1"/>
          </p:cNvSpPr>
          <p:nvPr/>
        </p:nvSpPr>
        <p:spPr>
          <a:xfrm>
            <a:off x="4199980" y="61969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7" name="02_predicted_pose_4406">
            <a:extLst>
              <a:ext uri="{FF2B5EF4-FFF2-40B4-BE49-F238E27FC236}">
                <a16:creationId xmlns:a16="http://schemas.microsoft.com/office/drawing/2014/main" id="{FB494F34-263D-4DBC-AE9D-01E257491C08}"/>
              </a:ext>
            </a:extLst>
          </p:cNvPr>
          <p:cNvSpPr>
            <a:spLocks noGrp="1"/>
          </p:cNvSpPr>
          <p:nvPr/>
        </p:nvSpPr>
        <p:spPr>
          <a:xfrm>
            <a:off x="4162062" y="62607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8" name="02_predicted_pose_4407">
            <a:extLst>
              <a:ext uri="{FF2B5EF4-FFF2-40B4-BE49-F238E27FC236}">
                <a16:creationId xmlns:a16="http://schemas.microsoft.com/office/drawing/2014/main" id="{3D719B06-605E-408E-B6F7-08FDE22332B3}"/>
              </a:ext>
            </a:extLst>
          </p:cNvPr>
          <p:cNvSpPr>
            <a:spLocks noGrp="1"/>
          </p:cNvSpPr>
          <p:nvPr/>
        </p:nvSpPr>
        <p:spPr>
          <a:xfrm>
            <a:off x="4176645" y="6180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9" name="02_predicted_pose_4408">
            <a:extLst>
              <a:ext uri="{FF2B5EF4-FFF2-40B4-BE49-F238E27FC236}">
                <a16:creationId xmlns:a16="http://schemas.microsoft.com/office/drawing/2014/main" id="{1BB8FC17-6DA9-41E7-98A0-BF48573AC328}"/>
              </a:ext>
            </a:extLst>
          </p:cNvPr>
          <p:cNvSpPr>
            <a:spLocks noGrp="1"/>
          </p:cNvSpPr>
          <p:nvPr/>
        </p:nvSpPr>
        <p:spPr>
          <a:xfrm>
            <a:off x="4153311" y="61426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0" name="02_predicted_pose_4409">
            <a:extLst>
              <a:ext uri="{FF2B5EF4-FFF2-40B4-BE49-F238E27FC236}">
                <a16:creationId xmlns:a16="http://schemas.microsoft.com/office/drawing/2014/main" id="{29DF3C4C-BC84-4038-8350-BC94BF76D4A9}"/>
              </a:ext>
            </a:extLst>
          </p:cNvPr>
          <p:cNvSpPr>
            <a:spLocks noGrp="1"/>
          </p:cNvSpPr>
          <p:nvPr/>
        </p:nvSpPr>
        <p:spPr>
          <a:xfrm>
            <a:off x="4182479" y="62398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1" name="02_predicted_pose_4410">
            <a:extLst>
              <a:ext uri="{FF2B5EF4-FFF2-40B4-BE49-F238E27FC236}">
                <a16:creationId xmlns:a16="http://schemas.microsoft.com/office/drawing/2014/main" id="{7C169135-2AD9-49CA-8F2C-388C04252A2B}"/>
              </a:ext>
            </a:extLst>
          </p:cNvPr>
          <p:cNvSpPr>
            <a:spLocks noGrp="1"/>
          </p:cNvSpPr>
          <p:nvPr/>
        </p:nvSpPr>
        <p:spPr>
          <a:xfrm>
            <a:off x="4211647" y="62425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2" name="02_predicted_pose_4411">
            <a:extLst>
              <a:ext uri="{FF2B5EF4-FFF2-40B4-BE49-F238E27FC236}">
                <a16:creationId xmlns:a16="http://schemas.microsoft.com/office/drawing/2014/main" id="{FC44E605-908D-4801-AE7F-1D1271598A43}"/>
              </a:ext>
            </a:extLst>
          </p:cNvPr>
          <p:cNvSpPr>
            <a:spLocks noGrp="1"/>
          </p:cNvSpPr>
          <p:nvPr/>
        </p:nvSpPr>
        <p:spPr>
          <a:xfrm>
            <a:off x="4193052" y="61540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3" name="02_predicted_pose_4412">
            <a:extLst>
              <a:ext uri="{FF2B5EF4-FFF2-40B4-BE49-F238E27FC236}">
                <a16:creationId xmlns:a16="http://schemas.microsoft.com/office/drawing/2014/main" id="{66E6B1EE-1340-4EAC-A454-8E6D96EC9601}"/>
              </a:ext>
            </a:extLst>
          </p:cNvPr>
          <p:cNvSpPr>
            <a:spLocks noGrp="1"/>
          </p:cNvSpPr>
          <p:nvPr/>
        </p:nvSpPr>
        <p:spPr>
          <a:xfrm>
            <a:off x="4026432" y="6240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4" name="02_predicted_pose_4413">
            <a:extLst>
              <a:ext uri="{FF2B5EF4-FFF2-40B4-BE49-F238E27FC236}">
                <a16:creationId xmlns:a16="http://schemas.microsoft.com/office/drawing/2014/main" id="{26F1B7C1-70D2-4FB9-835C-8490D6E0CCEB}"/>
              </a:ext>
            </a:extLst>
          </p:cNvPr>
          <p:cNvSpPr>
            <a:spLocks noGrp="1"/>
          </p:cNvSpPr>
          <p:nvPr/>
        </p:nvSpPr>
        <p:spPr>
          <a:xfrm>
            <a:off x="4223314" y="61701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5" name="02_predicted_pose_4414">
            <a:extLst>
              <a:ext uri="{FF2B5EF4-FFF2-40B4-BE49-F238E27FC236}">
                <a16:creationId xmlns:a16="http://schemas.microsoft.com/office/drawing/2014/main" id="{E071199F-71C1-4EEB-8FA1-EF70EB5575F7}"/>
              </a:ext>
            </a:extLst>
          </p:cNvPr>
          <p:cNvSpPr>
            <a:spLocks noGrp="1"/>
          </p:cNvSpPr>
          <p:nvPr/>
        </p:nvSpPr>
        <p:spPr>
          <a:xfrm>
            <a:off x="4056694" y="61817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6" name="02_predicted_pose_4415">
            <a:extLst>
              <a:ext uri="{FF2B5EF4-FFF2-40B4-BE49-F238E27FC236}">
                <a16:creationId xmlns:a16="http://schemas.microsoft.com/office/drawing/2014/main" id="{B39A017A-5024-49F5-9E3F-3F8E64B68DE6}"/>
              </a:ext>
            </a:extLst>
          </p:cNvPr>
          <p:cNvSpPr>
            <a:spLocks noGrp="1"/>
          </p:cNvSpPr>
          <p:nvPr/>
        </p:nvSpPr>
        <p:spPr>
          <a:xfrm>
            <a:off x="4202532" y="63313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7" name="02_predicted_pose_4416">
            <a:extLst>
              <a:ext uri="{FF2B5EF4-FFF2-40B4-BE49-F238E27FC236}">
                <a16:creationId xmlns:a16="http://schemas.microsoft.com/office/drawing/2014/main" id="{2954F8B2-715E-40BD-8408-E5FFBE729218}"/>
              </a:ext>
            </a:extLst>
          </p:cNvPr>
          <p:cNvSpPr>
            <a:spLocks noGrp="1"/>
          </p:cNvSpPr>
          <p:nvPr/>
        </p:nvSpPr>
        <p:spPr>
          <a:xfrm>
            <a:off x="4217116" y="6354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8" name="02_predicted_pose_4417">
            <a:extLst>
              <a:ext uri="{FF2B5EF4-FFF2-40B4-BE49-F238E27FC236}">
                <a16:creationId xmlns:a16="http://schemas.microsoft.com/office/drawing/2014/main" id="{A0FFF1FA-7D8A-4EDB-BD0E-5A5A67D7E391}"/>
              </a:ext>
            </a:extLst>
          </p:cNvPr>
          <p:cNvSpPr>
            <a:spLocks noGrp="1"/>
          </p:cNvSpPr>
          <p:nvPr/>
        </p:nvSpPr>
        <p:spPr>
          <a:xfrm>
            <a:off x="4260868" y="62395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9" name="02_predicted_pose_4418">
            <a:extLst>
              <a:ext uri="{FF2B5EF4-FFF2-40B4-BE49-F238E27FC236}">
                <a16:creationId xmlns:a16="http://schemas.microsoft.com/office/drawing/2014/main" id="{35650A0A-3D63-4617-94DB-4744808D69C8}"/>
              </a:ext>
            </a:extLst>
          </p:cNvPr>
          <p:cNvSpPr>
            <a:spLocks noGrp="1"/>
          </p:cNvSpPr>
          <p:nvPr/>
        </p:nvSpPr>
        <p:spPr>
          <a:xfrm>
            <a:off x="4275451" y="63605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0" name="02_predicted_pose_4419">
            <a:extLst>
              <a:ext uri="{FF2B5EF4-FFF2-40B4-BE49-F238E27FC236}">
                <a16:creationId xmlns:a16="http://schemas.microsoft.com/office/drawing/2014/main" id="{D303F597-D5B8-45D7-A142-2080441F41CB}"/>
              </a:ext>
            </a:extLst>
          </p:cNvPr>
          <p:cNvSpPr>
            <a:spLocks noGrp="1"/>
          </p:cNvSpPr>
          <p:nvPr/>
        </p:nvSpPr>
        <p:spPr>
          <a:xfrm>
            <a:off x="4319203" y="63674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1" name="02_predicted_pose_4420">
            <a:extLst>
              <a:ext uri="{FF2B5EF4-FFF2-40B4-BE49-F238E27FC236}">
                <a16:creationId xmlns:a16="http://schemas.microsoft.com/office/drawing/2014/main" id="{31A5B853-BE9F-4F5F-BF67-3AB398DCD4C0}"/>
              </a:ext>
            </a:extLst>
          </p:cNvPr>
          <p:cNvSpPr>
            <a:spLocks noGrp="1"/>
          </p:cNvSpPr>
          <p:nvPr/>
        </p:nvSpPr>
        <p:spPr>
          <a:xfrm>
            <a:off x="4333787" y="6366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2" name="02_predicted_pose_4421">
            <a:extLst>
              <a:ext uri="{FF2B5EF4-FFF2-40B4-BE49-F238E27FC236}">
                <a16:creationId xmlns:a16="http://schemas.microsoft.com/office/drawing/2014/main" id="{29EE08BB-6A4A-4EE9-81E0-2B47BF70923E}"/>
              </a:ext>
            </a:extLst>
          </p:cNvPr>
          <p:cNvSpPr>
            <a:spLocks noGrp="1"/>
          </p:cNvSpPr>
          <p:nvPr/>
        </p:nvSpPr>
        <p:spPr>
          <a:xfrm>
            <a:off x="4050131" y="63982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3" name="02_predicted_pose_4422">
            <a:extLst>
              <a:ext uri="{FF2B5EF4-FFF2-40B4-BE49-F238E27FC236}">
                <a16:creationId xmlns:a16="http://schemas.microsoft.com/office/drawing/2014/main" id="{093F633A-8B36-4CB8-ADBD-3316B141093C}"/>
              </a:ext>
            </a:extLst>
          </p:cNvPr>
          <p:cNvSpPr>
            <a:spLocks noGrp="1"/>
          </p:cNvSpPr>
          <p:nvPr/>
        </p:nvSpPr>
        <p:spPr>
          <a:xfrm>
            <a:off x="4148571" y="63114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4" name="02_predicted_pose_4423">
            <a:extLst>
              <a:ext uri="{FF2B5EF4-FFF2-40B4-BE49-F238E27FC236}">
                <a16:creationId xmlns:a16="http://schemas.microsoft.com/office/drawing/2014/main" id="{B2918AF0-3861-4199-9C03-6D25A3A90AFA}"/>
              </a:ext>
            </a:extLst>
          </p:cNvPr>
          <p:cNvSpPr>
            <a:spLocks noGrp="1"/>
          </p:cNvSpPr>
          <p:nvPr/>
        </p:nvSpPr>
        <p:spPr>
          <a:xfrm>
            <a:off x="4080392" y="61467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5" name="02_predicted_pose_4424">
            <a:extLst>
              <a:ext uri="{FF2B5EF4-FFF2-40B4-BE49-F238E27FC236}">
                <a16:creationId xmlns:a16="http://schemas.microsoft.com/office/drawing/2014/main" id="{C54253C3-C5DF-44C7-B874-4CDBF9C3A4F6}"/>
              </a:ext>
            </a:extLst>
          </p:cNvPr>
          <p:cNvSpPr>
            <a:spLocks noGrp="1"/>
          </p:cNvSpPr>
          <p:nvPr/>
        </p:nvSpPr>
        <p:spPr>
          <a:xfrm>
            <a:off x="4178834" y="6128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6" name="02_predicted_pose_4425">
            <a:extLst>
              <a:ext uri="{FF2B5EF4-FFF2-40B4-BE49-F238E27FC236}">
                <a16:creationId xmlns:a16="http://schemas.microsoft.com/office/drawing/2014/main" id="{55D6B90D-C706-47C7-8B18-FA45749BDF90}"/>
              </a:ext>
            </a:extLst>
          </p:cNvPr>
          <p:cNvSpPr>
            <a:spLocks noGrp="1"/>
          </p:cNvSpPr>
          <p:nvPr/>
        </p:nvSpPr>
        <p:spPr>
          <a:xfrm>
            <a:off x="4230970" y="60951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7" name="02_predicted_pose_4426">
            <a:extLst>
              <a:ext uri="{FF2B5EF4-FFF2-40B4-BE49-F238E27FC236}">
                <a16:creationId xmlns:a16="http://schemas.microsoft.com/office/drawing/2014/main" id="{645BB5DE-49C3-48A8-A875-FEEF15904C4D}"/>
              </a:ext>
            </a:extLst>
          </p:cNvPr>
          <p:cNvSpPr>
            <a:spLocks noGrp="1"/>
          </p:cNvSpPr>
          <p:nvPr/>
        </p:nvSpPr>
        <p:spPr>
          <a:xfrm>
            <a:off x="4058881" y="62475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8" name="02_predicted_pose_4427">
            <a:extLst>
              <a:ext uri="{FF2B5EF4-FFF2-40B4-BE49-F238E27FC236}">
                <a16:creationId xmlns:a16="http://schemas.microsoft.com/office/drawing/2014/main" id="{E2018B94-D9D9-4F9C-82A2-24D6D3FD1882}"/>
              </a:ext>
            </a:extLst>
          </p:cNvPr>
          <p:cNvSpPr>
            <a:spLocks noGrp="1"/>
          </p:cNvSpPr>
          <p:nvPr/>
        </p:nvSpPr>
        <p:spPr>
          <a:xfrm>
            <a:off x="4327224" y="53342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9" name="02_predicted_pose_4428">
            <a:extLst>
              <a:ext uri="{FF2B5EF4-FFF2-40B4-BE49-F238E27FC236}">
                <a16:creationId xmlns:a16="http://schemas.microsoft.com/office/drawing/2014/main" id="{C9889F41-88A5-4C82-983A-E0FCBCE3CBA7}"/>
              </a:ext>
            </a:extLst>
          </p:cNvPr>
          <p:cNvSpPr>
            <a:spLocks noGrp="1"/>
          </p:cNvSpPr>
          <p:nvPr/>
        </p:nvSpPr>
        <p:spPr>
          <a:xfrm>
            <a:off x="4194147" y="62097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0" name="02_predicted_pose_4429">
            <a:extLst>
              <a:ext uri="{FF2B5EF4-FFF2-40B4-BE49-F238E27FC236}">
                <a16:creationId xmlns:a16="http://schemas.microsoft.com/office/drawing/2014/main" id="{ECD3103E-BF82-46B5-9C3F-8D9CF849509B}"/>
              </a:ext>
            </a:extLst>
          </p:cNvPr>
          <p:cNvSpPr>
            <a:spLocks noGrp="1"/>
          </p:cNvSpPr>
          <p:nvPr/>
        </p:nvSpPr>
        <p:spPr>
          <a:xfrm>
            <a:off x="4065443" y="61758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1" name="02_predicted_pose_4430">
            <a:extLst>
              <a:ext uri="{FF2B5EF4-FFF2-40B4-BE49-F238E27FC236}">
                <a16:creationId xmlns:a16="http://schemas.microsoft.com/office/drawing/2014/main" id="{81139130-A8C2-4261-A84F-97AB496F0874}"/>
              </a:ext>
            </a:extLst>
          </p:cNvPr>
          <p:cNvSpPr>
            <a:spLocks noGrp="1"/>
          </p:cNvSpPr>
          <p:nvPr/>
        </p:nvSpPr>
        <p:spPr>
          <a:xfrm>
            <a:off x="4109195" y="61365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2" name="02_predicted_pose_4431">
            <a:extLst>
              <a:ext uri="{FF2B5EF4-FFF2-40B4-BE49-F238E27FC236}">
                <a16:creationId xmlns:a16="http://schemas.microsoft.com/office/drawing/2014/main" id="{F0F7F47E-B39E-4DD2-9894-38BDC047C2F9}"/>
              </a:ext>
            </a:extLst>
          </p:cNvPr>
          <p:cNvSpPr>
            <a:spLocks noGrp="1"/>
          </p:cNvSpPr>
          <p:nvPr/>
        </p:nvSpPr>
        <p:spPr>
          <a:xfrm>
            <a:off x="4152947" y="60791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3" name="02_predicted_pose_4432">
            <a:extLst>
              <a:ext uri="{FF2B5EF4-FFF2-40B4-BE49-F238E27FC236}">
                <a16:creationId xmlns:a16="http://schemas.microsoft.com/office/drawing/2014/main" id="{C9A7843A-C48E-4A14-AC31-F453C592770B}"/>
              </a:ext>
            </a:extLst>
          </p:cNvPr>
          <p:cNvSpPr>
            <a:spLocks noGrp="1"/>
          </p:cNvSpPr>
          <p:nvPr/>
        </p:nvSpPr>
        <p:spPr>
          <a:xfrm>
            <a:off x="4337432" y="6010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4" name="02_predicted_pose_4433">
            <a:extLst>
              <a:ext uri="{FF2B5EF4-FFF2-40B4-BE49-F238E27FC236}">
                <a16:creationId xmlns:a16="http://schemas.microsoft.com/office/drawing/2014/main" id="{B81E0A4E-CEDC-4D44-AC1E-2A5079A7CEFC}"/>
              </a:ext>
            </a:extLst>
          </p:cNvPr>
          <p:cNvSpPr>
            <a:spLocks noGrp="1"/>
          </p:cNvSpPr>
          <p:nvPr/>
        </p:nvSpPr>
        <p:spPr>
          <a:xfrm>
            <a:off x="4017682" y="59451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5" name="02_predicted_pose_4434">
            <a:extLst>
              <a:ext uri="{FF2B5EF4-FFF2-40B4-BE49-F238E27FC236}">
                <a16:creationId xmlns:a16="http://schemas.microsoft.com/office/drawing/2014/main" id="{6845E3C4-7A5E-4CA0-B3E3-67C2A7D6F9FE}"/>
              </a:ext>
            </a:extLst>
          </p:cNvPr>
          <p:cNvSpPr>
            <a:spLocks noGrp="1"/>
          </p:cNvSpPr>
          <p:nvPr/>
        </p:nvSpPr>
        <p:spPr>
          <a:xfrm>
            <a:off x="4239721" y="58708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6" name="02_predicted_pose_4435">
            <a:extLst>
              <a:ext uri="{FF2B5EF4-FFF2-40B4-BE49-F238E27FC236}">
                <a16:creationId xmlns:a16="http://schemas.microsoft.com/office/drawing/2014/main" id="{030874FD-7B00-4F08-B9FD-DCA85FA08D43}"/>
              </a:ext>
            </a:extLst>
          </p:cNvPr>
          <p:cNvSpPr>
            <a:spLocks noGrp="1"/>
          </p:cNvSpPr>
          <p:nvPr/>
        </p:nvSpPr>
        <p:spPr>
          <a:xfrm>
            <a:off x="4338162" y="56448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7" name="02_predicted_pose_4436">
            <a:extLst>
              <a:ext uri="{FF2B5EF4-FFF2-40B4-BE49-F238E27FC236}">
                <a16:creationId xmlns:a16="http://schemas.microsoft.com/office/drawing/2014/main" id="{622C96C7-823E-44BA-8447-9D4EA9EB16C9}"/>
              </a:ext>
            </a:extLst>
          </p:cNvPr>
          <p:cNvSpPr>
            <a:spLocks noGrp="1"/>
          </p:cNvSpPr>
          <p:nvPr/>
        </p:nvSpPr>
        <p:spPr>
          <a:xfrm>
            <a:off x="4159145" y="5580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8" name="02_predicted_pose_4437">
            <a:extLst>
              <a:ext uri="{FF2B5EF4-FFF2-40B4-BE49-F238E27FC236}">
                <a16:creationId xmlns:a16="http://schemas.microsoft.com/office/drawing/2014/main" id="{BDB67721-8C63-4023-ABCE-5A336A70B9BA}"/>
              </a:ext>
            </a:extLst>
          </p:cNvPr>
          <p:cNvSpPr>
            <a:spLocks noGrp="1"/>
          </p:cNvSpPr>
          <p:nvPr/>
        </p:nvSpPr>
        <p:spPr>
          <a:xfrm>
            <a:off x="4173729" y="58786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9" name="02_predicted_pose_4438">
            <a:extLst>
              <a:ext uri="{FF2B5EF4-FFF2-40B4-BE49-F238E27FC236}">
                <a16:creationId xmlns:a16="http://schemas.microsoft.com/office/drawing/2014/main" id="{620AF767-A3F4-44A3-8C95-3AFF8BB2C5F6}"/>
              </a:ext>
            </a:extLst>
          </p:cNvPr>
          <p:cNvSpPr>
            <a:spLocks noGrp="1"/>
          </p:cNvSpPr>
          <p:nvPr/>
        </p:nvSpPr>
        <p:spPr>
          <a:xfrm>
            <a:off x="4090966" y="5949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0" name="02_predicted_pose_4439">
            <a:extLst>
              <a:ext uri="{FF2B5EF4-FFF2-40B4-BE49-F238E27FC236}">
                <a16:creationId xmlns:a16="http://schemas.microsoft.com/office/drawing/2014/main" id="{F027C108-CA3F-4523-AEDB-CB2034353B13}"/>
              </a:ext>
            </a:extLst>
          </p:cNvPr>
          <p:cNvSpPr>
            <a:spLocks noGrp="1"/>
          </p:cNvSpPr>
          <p:nvPr/>
        </p:nvSpPr>
        <p:spPr>
          <a:xfrm>
            <a:off x="4105550" y="59087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1" name="02_predicted_pose_4440">
            <a:extLst>
              <a:ext uri="{FF2B5EF4-FFF2-40B4-BE49-F238E27FC236}">
                <a16:creationId xmlns:a16="http://schemas.microsoft.com/office/drawing/2014/main" id="{092DD004-D3AD-4908-96C3-07EF4BCBAA2B}"/>
              </a:ext>
            </a:extLst>
          </p:cNvPr>
          <p:cNvSpPr>
            <a:spLocks noGrp="1"/>
          </p:cNvSpPr>
          <p:nvPr/>
        </p:nvSpPr>
        <p:spPr>
          <a:xfrm>
            <a:off x="4120133" y="59471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2" name="02_predicted_pose_4441">
            <a:extLst>
              <a:ext uri="{FF2B5EF4-FFF2-40B4-BE49-F238E27FC236}">
                <a16:creationId xmlns:a16="http://schemas.microsoft.com/office/drawing/2014/main" id="{C2DB5938-0AD1-4456-9A89-85E55885E36E}"/>
              </a:ext>
            </a:extLst>
          </p:cNvPr>
          <p:cNvSpPr>
            <a:spLocks noGrp="1"/>
          </p:cNvSpPr>
          <p:nvPr/>
        </p:nvSpPr>
        <p:spPr>
          <a:xfrm>
            <a:off x="4134717" y="5888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3" name="02_predicted_pose_4442">
            <a:extLst>
              <a:ext uri="{FF2B5EF4-FFF2-40B4-BE49-F238E27FC236}">
                <a16:creationId xmlns:a16="http://schemas.microsoft.com/office/drawing/2014/main" id="{05AC0872-272C-45A9-B37D-843D24B2D96D}"/>
              </a:ext>
            </a:extLst>
          </p:cNvPr>
          <p:cNvSpPr>
            <a:spLocks noGrp="1"/>
          </p:cNvSpPr>
          <p:nvPr/>
        </p:nvSpPr>
        <p:spPr>
          <a:xfrm>
            <a:off x="4149302" y="5949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4" name="02_predicted_pose_4443">
            <a:extLst>
              <a:ext uri="{FF2B5EF4-FFF2-40B4-BE49-F238E27FC236}">
                <a16:creationId xmlns:a16="http://schemas.microsoft.com/office/drawing/2014/main" id="{FE795651-C6A4-4F37-AD36-8E2FF6E6BE31}"/>
              </a:ext>
            </a:extLst>
          </p:cNvPr>
          <p:cNvSpPr>
            <a:spLocks noGrp="1"/>
          </p:cNvSpPr>
          <p:nvPr/>
        </p:nvSpPr>
        <p:spPr>
          <a:xfrm>
            <a:off x="4163885" y="5925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5" name="02_predicted_pose_4444">
            <a:extLst>
              <a:ext uri="{FF2B5EF4-FFF2-40B4-BE49-F238E27FC236}">
                <a16:creationId xmlns:a16="http://schemas.microsoft.com/office/drawing/2014/main" id="{5B85E340-DD70-4931-B582-7BDB5D56F506}"/>
              </a:ext>
            </a:extLst>
          </p:cNvPr>
          <p:cNvSpPr>
            <a:spLocks noGrp="1"/>
          </p:cNvSpPr>
          <p:nvPr/>
        </p:nvSpPr>
        <p:spPr>
          <a:xfrm>
            <a:off x="4178469" y="5951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6" name="02_predicted_pose_4445">
            <a:extLst>
              <a:ext uri="{FF2B5EF4-FFF2-40B4-BE49-F238E27FC236}">
                <a16:creationId xmlns:a16="http://schemas.microsoft.com/office/drawing/2014/main" id="{761DE5D5-BA28-4D1D-B3BB-9D036C1EB5A8}"/>
              </a:ext>
            </a:extLst>
          </p:cNvPr>
          <p:cNvSpPr>
            <a:spLocks noGrp="1"/>
          </p:cNvSpPr>
          <p:nvPr/>
        </p:nvSpPr>
        <p:spPr>
          <a:xfrm>
            <a:off x="4193052" y="5946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7" name="02_predicted_pose_4446">
            <a:extLst>
              <a:ext uri="{FF2B5EF4-FFF2-40B4-BE49-F238E27FC236}">
                <a16:creationId xmlns:a16="http://schemas.microsoft.com/office/drawing/2014/main" id="{A5885854-E9F6-452F-ADAE-86A055EF6731}"/>
              </a:ext>
            </a:extLst>
          </p:cNvPr>
          <p:cNvSpPr>
            <a:spLocks noGrp="1"/>
          </p:cNvSpPr>
          <p:nvPr/>
        </p:nvSpPr>
        <p:spPr>
          <a:xfrm>
            <a:off x="4207636" y="5941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8" name="02_predicted_pose_4447">
            <a:extLst>
              <a:ext uri="{FF2B5EF4-FFF2-40B4-BE49-F238E27FC236}">
                <a16:creationId xmlns:a16="http://schemas.microsoft.com/office/drawing/2014/main" id="{B16F4F27-C924-4BE6-A4F0-7E583176B89B}"/>
              </a:ext>
            </a:extLst>
          </p:cNvPr>
          <p:cNvSpPr>
            <a:spLocks noGrp="1"/>
          </p:cNvSpPr>
          <p:nvPr/>
        </p:nvSpPr>
        <p:spPr>
          <a:xfrm>
            <a:off x="4222221" y="5959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9" name="02_predicted_pose_4448">
            <a:extLst>
              <a:ext uri="{FF2B5EF4-FFF2-40B4-BE49-F238E27FC236}">
                <a16:creationId xmlns:a16="http://schemas.microsoft.com/office/drawing/2014/main" id="{02E96080-27B8-49E8-84CE-19BF205D0539}"/>
              </a:ext>
            </a:extLst>
          </p:cNvPr>
          <p:cNvSpPr>
            <a:spLocks noGrp="1"/>
          </p:cNvSpPr>
          <p:nvPr/>
        </p:nvSpPr>
        <p:spPr>
          <a:xfrm>
            <a:off x="4105185" y="59448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0" name="02_predicted_pose_4449">
            <a:extLst>
              <a:ext uri="{FF2B5EF4-FFF2-40B4-BE49-F238E27FC236}">
                <a16:creationId xmlns:a16="http://schemas.microsoft.com/office/drawing/2014/main" id="{6C827527-4EC5-44D8-B077-2586C1C2BFFF}"/>
              </a:ext>
            </a:extLst>
          </p:cNvPr>
          <p:cNvSpPr>
            <a:spLocks noGrp="1"/>
          </p:cNvSpPr>
          <p:nvPr/>
        </p:nvSpPr>
        <p:spPr>
          <a:xfrm>
            <a:off x="4307536" y="6398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1" name="02_predicted_pose_4450">
            <a:extLst>
              <a:ext uri="{FF2B5EF4-FFF2-40B4-BE49-F238E27FC236}">
                <a16:creationId xmlns:a16="http://schemas.microsoft.com/office/drawing/2014/main" id="{2E4A511F-ECDC-4273-BB8C-6DB6552CFBBB}"/>
              </a:ext>
            </a:extLst>
          </p:cNvPr>
          <p:cNvSpPr>
            <a:spLocks noGrp="1"/>
          </p:cNvSpPr>
          <p:nvPr/>
        </p:nvSpPr>
        <p:spPr>
          <a:xfrm>
            <a:off x="4171176" y="63634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2" name="02_predicted_pose_4451">
            <a:extLst>
              <a:ext uri="{FF2B5EF4-FFF2-40B4-BE49-F238E27FC236}">
                <a16:creationId xmlns:a16="http://schemas.microsoft.com/office/drawing/2014/main" id="{7B2F60E6-C14A-46EE-9669-254E11E674E5}"/>
              </a:ext>
            </a:extLst>
          </p:cNvPr>
          <p:cNvSpPr>
            <a:spLocks noGrp="1"/>
          </p:cNvSpPr>
          <p:nvPr/>
        </p:nvSpPr>
        <p:spPr>
          <a:xfrm>
            <a:off x="4057058" y="6338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3" name="02_predicted_pose_4452">
            <a:extLst>
              <a:ext uri="{FF2B5EF4-FFF2-40B4-BE49-F238E27FC236}">
                <a16:creationId xmlns:a16="http://schemas.microsoft.com/office/drawing/2014/main" id="{39ABABC6-F27E-4AF9-8895-1360A62DE6B1}"/>
              </a:ext>
            </a:extLst>
          </p:cNvPr>
          <p:cNvSpPr>
            <a:spLocks noGrp="1"/>
          </p:cNvSpPr>
          <p:nvPr/>
        </p:nvSpPr>
        <p:spPr>
          <a:xfrm>
            <a:off x="4185761" y="6411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4" name="02_predicted_pose_4453">
            <a:extLst>
              <a:ext uri="{FF2B5EF4-FFF2-40B4-BE49-F238E27FC236}">
                <a16:creationId xmlns:a16="http://schemas.microsoft.com/office/drawing/2014/main" id="{7F0485EF-CD58-4F50-9E99-CABF812D7846}"/>
              </a:ext>
            </a:extLst>
          </p:cNvPr>
          <p:cNvSpPr>
            <a:spLocks noGrp="1"/>
          </p:cNvSpPr>
          <p:nvPr/>
        </p:nvSpPr>
        <p:spPr>
          <a:xfrm>
            <a:off x="4299150" y="61397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5" name="02_predicted_pose_4454">
            <a:extLst>
              <a:ext uri="{FF2B5EF4-FFF2-40B4-BE49-F238E27FC236}">
                <a16:creationId xmlns:a16="http://schemas.microsoft.com/office/drawing/2014/main" id="{232B4D21-C97F-472B-B1B7-1D584D85C200}"/>
              </a:ext>
            </a:extLst>
          </p:cNvPr>
          <p:cNvSpPr>
            <a:spLocks noGrp="1"/>
          </p:cNvSpPr>
          <p:nvPr/>
        </p:nvSpPr>
        <p:spPr>
          <a:xfrm>
            <a:off x="4357486" y="62060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6" name="02_predicted_pose_4455">
            <a:extLst>
              <a:ext uri="{FF2B5EF4-FFF2-40B4-BE49-F238E27FC236}">
                <a16:creationId xmlns:a16="http://schemas.microsoft.com/office/drawing/2014/main" id="{EA8738D1-EB39-4D8D-80D2-65B20896545C}"/>
              </a:ext>
            </a:extLst>
          </p:cNvPr>
          <p:cNvSpPr>
            <a:spLocks noGrp="1"/>
          </p:cNvSpPr>
          <p:nvPr/>
        </p:nvSpPr>
        <p:spPr>
          <a:xfrm>
            <a:off x="4138728" y="59910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7" name="02_predicted_pose_4456">
            <a:extLst>
              <a:ext uri="{FF2B5EF4-FFF2-40B4-BE49-F238E27FC236}">
                <a16:creationId xmlns:a16="http://schemas.microsoft.com/office/drawing/2014/main" id="{57C84FF2-AA66-40E9-A4FA-35C2112E9C94}"/>
              </a:ext>
            </a:extLst>
          </p:cNvPr>
          <p:cNvSpPr>
            <a:spLocks noGrp="1"/>
          </p:cNvSpPr>
          <p:nvPr/>
        </p:nvSpPr>
        <p:spPr>
          <a:xfrm>
            <a:off x="4167896" y="59642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8" name="02_predicted_pose_4457">
            <a:extLst>
              <a:ext uri="{FF2B5EF4-FFF2-40B4-BE49-F238E27FC236}">
                <a16:creationId xmlns:a16="http://schemas.microsoft.com/office/drawing/2014/main" id="{236ACA74-DD34-49E3-9B3F-0DD486F86B97}"/>
              </a:ext>
            </a:extLst>
          </p:cNvPr>
          <p:cNvSpPr>
            <a:spLocks noGrp="1"/>
          </p:cNvSpPr>
          <p:nvPr/>
        </p:nvSpPr>
        <p:spPr>
          <a:xfrm>
            <a:off x="4211647" y="5996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9" name="02_predicted_pose_4458">
            <a:extLst>
              <a:ext uri="{FF2B5EF4-FFF2-40B4-BE49-F238E27FC236}">
                <a16:creationId xmlns:a16="http://schemas.microsoft.com/office/drawing/2014/main" id="{315AEEAD-CF34-4274-84B2-9C1AD24B2563}"/>
              </a:ext>
            </a:extLst>
          </p:cNvPr>
          <p:cNvSpPr>
            <a:spLocks noGrp="1"/>
          </p:cNvSpPr>
          <p:nvPr/>
        </p:nvSpPr>
        <p:spPr>
          <a:xfrm>
            <a:off x="4240815" y="59574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0" name="02_predicted_pose_4459">
            <a:extLst>
              <a:ext uri="{FF2B5EF4-FFF2-40B4-BE49-F238E27FC236}">
                <a16:creationId xmlns:a16="http://schemas.microsoft.com/office/drawing/2014/main" id="{DE39EF98-DC38-417F-A5A0-17F4FFD95574}"/>
              </a:ext>
            </a:extLst>
          </p:cNvPr>
          <p:cNvSpPr>
            <a:spLocks noGrp="1"/>
          </p:cNvSpPr>
          <p:nvPr/>
        </p:nvSpPr>
        <p:spPr>
          <a:xfrm>
            <a:off x="4255399" y="59797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1" name="02_predicted_pose_4460">
            <a:extLst>
              <a:ext uri="{FF2B5EF4-FFF2-40B4-BE49-F238E27FC236}">
                <a16:creationId xmlns:a16="http://schemas.microsoft.com/office/drawing/2014/main" id="{E5D9EC89-2A2E-4E3F-8D03-F305F1A11B8F}"/>
              </a:ext>
            </a:extLst>
          </p:cNvPr>
          <p:cNvSpPr>
            <a:spLocks noGrp="1"/>
          </p:cNvSpPr>
          <p:nvPr/>
        </p:nvSpPr>
        <p:spPr>
          <a:xfrm>
            <a:off x="4152947" y="5976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2" name="02_predicted_pose_4461">
            <a:extLst>
              <a:ext uri="{FF2B5EF4-FFF2-40B4-BE49-F238E27FC236}">
                <a16:creationId xmlns:a16="http://schemas.microsoft.com/office/drawing/2014/main" id="{AF2944CF-F4DA-4E16-B345-7CAA2F04662F}"/>
              </a:ext>
            </a:extLst>
          </p:cNvPr>
          <p:cNvSpPr>
            <a:spLocks noGrp="1"/>
          </p:cNvSpPr>
          <p:nvPr/>
        </p:nvSpPr>
        <p:spPr>
          <a:xfrm>
            <a:off x="4261597" y="5408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3" name="02_predicted_pose_4462">
            <a:extLst>
              <a:ext uri="{FF2B5EF4-FFF2-40B4-BE49-F238E27FC236}">
                <a16:creationId xmlns:a16="http://schemas.microsoft.com/office/drawing/2014/main" id="{9CCCF688-7649-438F-848C-0474E53B5F1B}"/>
              </a:ext>
            </a:extLst>
          </p:cNvPr>
          <p:cNvSpPr>
            <a:spLocks noGrp="1"/>
          </p:cNvSpPr>
          <p:nvPr/>
        </p:nvSpPr>
        <p:spPr>
          <a:xfrm>
            <a:off x="4290765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4" name="02_predicted_pose_4463">
            <a:extLst>
              <a:ext uri="{FF2B5EF4-FFF2-40B4-BE49-F238E27FC236}">
                <a16:creationId xmlns:a16="http://schemas.microsoft.com/office/drawing/2014/main" id="{E082274C-3869-473D-B8AB-4C24EF4BF4E7}"/>
              </a:ext>
            </a:extLst>
          </p:cNvPr>
          <p:cNvSpPr>
            <a:spLocks noGrp="1"/>
          </p:cNvSpPr>
          <p:nvPr/>
        </p:nvSpPr>
        <p:spPr>
          <a:xfrm>
            <a:off x="4319932" y="54036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5" name="02_predicted_pose_4464">
            <a:extLst>
              <a:ext uri="{FF2B5EF4-FFF2-40B4-BE49-F238E27FC236}">
                <a16:creationId xmlns:a16="http://schemas.microsoft.com/office/drawing/2014/main" id="{8B7BBCAC-C05A-4E42-8834-B6D73BE7832A}"/>
              </a:ext>
            </a:extLst>
          </p:cNvPr>
          <p:cNvSpPr>
            <a:spLocks noGrp="1"/>
          </p:cNvSpPr>
          <p:nvPr/>
        </p:nvSpPr>
        <p:spPr>
          <a:xfrm>
            <a:off x="4349099" y="5418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6" name="02_predicted_pose_4465">
            <a:extLst>
              <a:ext uri="{FF2B5EF4-FFF2-40B4-BE49-F238E27FC236}">
                <a16:creationId xmlns:a16="http://schemas.microsoft.com/office/drawing/2014/main" id="{4325BD77-769C-47B1-B021-962E51DD06C1}"/>
              </a:ext>
            </a:extLst>
          </p:cNvPr>
          <p:cNvSpPr>
            <a:spLocks noGrp="1"/>
          </p:cNvSpPr>
          <p:nvPr/>
        </p:nvSpPr>
        <p:spPr>
          <a:xfrm>
            <a:off x="4104821" y="62085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7" name="02_predicted_pose_4466">
            <a:extLst>
              <a:ext uri="{FF2B5EF4-FFF2-40B4-BE49-F238E27FC236}">
                <a16:creationId xmlns:a16="http://schemas.microsoft.com/office/drawing/2014/main" id="{77102D13-AB20-4F9D-A15F-A9E8DF15D9BA}"/>
              </a:ext>
            </a:extLst>
          </p:cNvPr>
          <p:cNvSpPr>
            <a:spLocks noGrp="1"/>
          </p:cNvSpPr>
          <p:nvPr/>
        </p:nvSpPr>
        <p:spPr>
          <a:xfrm>
            <a:off x="4119404" y="63072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8" name="02_predicted_pose_4467">
            <a:extLst>
              <a:ext uri="{FF2B5EF4-FFF2-40B4-BE49-F238E27FC236}">
                <a16:creationId xmlns:a16="http://schemas.microsoft.com/office/drawing/2014/main" id="{C5B44C8D-1620-42E9-8687-0FE2EA2E8E22}"/>
              </a:ext>
            </a:extLst>
          </p:cNvPr>
          <p:cNvSpPr>
            <a:spLocks noGrp="1"/>
          </p:cNvSpPr>
          <p:nvPr/>
        </p:nvSpPr>
        <p:spPr>
          <a:xfrm>
            <a:off x="4148571" y="63501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9" name="02_predicted_pose_4468">
            <a:extLst>
              <a:ext uri="{FF2B5EF4-FFF2-40B4-BE49-F238E27FC236}">
                <a16:creationId xmlns:a16="http://schemas.microsoft.com/office/drawing/2014/main" id="{3E1CE7E5-58EC-40CB-9B65-BFE744B03E2F}"/>
              </a:ext>
            </a:extLst>
          </p:cNvPr>
          <p:cNvSpPr>
            <a:spLocks noGrp="1"/>
          </p:cNvSpPr>
          <p:nvPr/>
        </p:nvSpPr>
        <p:spPr>
          <a:xfrm>
            <a:off x="4177740" y="6306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0" name="02_predicted_pose_4469">
            <a:extLst>
              <a:ext uri="{FF2B5EF4-FFF2-40B4-BE49-F238E27FC236}">
                <a16:creationId xmlns:a16="http://schemas.microsoft.com/office/drawing/2014/main" id="{80BBCF81-488F-4C37-A776-0A77ED37A1B7}"/>
              </a:ext>
            </a:extLst>
          </p:cNvPr>
          <p:cNvSpPr>
            <a:spLocks noGrp="1"/>
          </p:cNvSpPr>
          <p:nvPr/>
        </p:nvSpPr>
        <p:spPr>
          <a:xfrm>
            <a:off x="4206907" y="6261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1" name="02_predicted_pose_4470">
            <a:extLst>
              <a:ext uri="{FF2B5EF4-FFF2-40B4-BE49-F238E27FC236}">
                <a16:creationId xmlns:a16="http://schemas.microsoft.com/office/drawing/2014/main" id="{3F2C550E-6D44-4299-8EED-F7DCA627995A}"/>
              </a:ext>
            </a:extLst>
          </p:cNvPr>
          <p:cNvSpPr>
            <a:spLocks noGrp="1"/>
          </p:cNvSpPr>
          <p:nvPr/>
        </p:nvSpPr>
        <p:spPr>
          <a:xfrm>
            <a:off x="4233159" y="5227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2" name="02_predicted_pose_4471">
            <a:extLst>
              <a:ext uri="{FF2B5EF4-FFF2-40B4-BE49-F238E27FC236}">
                <a16:creationId xmlns:a16="http://schemas.microsoft.com/office/drawing/2014/main" id="{EE3D2539-CE5E-477A-ACBB-049BE78D083E}"/>
              </a:ext>
            </a:extLst>
          </p:cNvPr>
          <p:cNvSpPr>
            <a:spLocks noGrp="1"/>
          </p:cNvSpPr>
          <p:nvPr/>
        </p:nvSpPr>
        <p:spPr>
          <a:xfrm>
            <a:off x="4247742" y="528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3" name="02_predicted_pose_4472">
            <a:extLst>
              <a:ext uri="{FF2B5EF4-FFF2-40B4-BE49-F238E27FC236}">
                <a16:creationId xmlns:a16="http://schemas.microsoft.com/office/drawing/2014/main" id="{2D2E59FE-C534-408E-B320-51695F8C55FB}"/>
              </a:ext>
            </a:extLst>
          </p:cNvPr>
          <p:cNvSpPr>
            <a:spLocks noGrp="1"/>
          </p:cNvSpPr>
          <p:nvPr/>
        </p:nvSpPr>
        <p:spPr>
          <a:xfrm>
            <a:off x="4174823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4" name="02_predicted_pose_4473">
            <a:extLst>
              <a:ext uri="{FF2B5EF4-FFF2-40B4-BE49-F238E27FC236}">
                <a16:creationId xmlns:a16="http://schemas.microsoft.com/office/drawing/2014/main" id="{8BEB871B-17CE-425B-809C-0623DDB17007}"/>
              </a:ext>
            </a:extLst>
          </p:cNvPr>
          <p:cNvSpPr>
            <a:spLocks noGrp="1"/>
          </p:cNvSpPr>
          <p:nvPr/>
        </p:nvSpPr>
        <p:spPr>
          <a:xfrm>
            <a:off x="4119039" y="6125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5" name="02_predicted_pose_4474">
            <a:extLst>
              <a:ext uri="{FF2B5EF4-FFF2-40B4-BE49-F238E27FC236}">
                <a16:creationId xmlns:a16="http://schemas.microsoft.com/office/drawing/2014/main" id="{C446C085-A7E4-48F5-8F74-39CD067318FA}"/>
              </a:ext>
            </a:extLst>
          </p:cNvPr>
          <p:cNvSpPr>
            <a:spLocks noGrp="1"/>
          </p:cNvSpPr>
          <p:nvPr/>
        </p:nvSpPr>
        <p:spPr>
          <a:xfrm>
            <a:off x="4030807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6" name="02_predicted_pose_4475">
            <a:extLst>
              <a:ext uri="{FF2B5EF4-FFF2-40B4-BE49-F238E27FC236}">
                <a16:creationId xmlns:a16="http://schemas.microsoft.com/office/drawing/2014/main" id="{F0A25695-75B8-48EF-A3B2-39197F29FC5D}"/>
              </a:ext>
            </a:extLst>
          </p:cNvPr>
          <p:cNvSpPr>
            <a:spLocks noGrp="1"/>
          </p:cNvSpPr>
          <p:nvPr/>
        </p:nvSpPr>
        <p:spPr>
          <a:xfrm>
            <a:off x="4288942" y="53474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7" name="02_predicted_pose_4476">
            <a:extLst>
              <a:ext uri="{FF2B5EF4-FFF2-40B4-BE49-F238E27FC236}">
                <a16:creationId xmlns:a16="http://schemas.microsoft.com/office/drawing/2014/main" id="{78D4EC98-4A12-495A-BEC6-40D9E82AE54B}"/>
              </a:ext>
            </a:extLst>
          </p:cNvPr>
          <p:cNvSpPr>
            <a:spLocks noGrp="1"/>
          </p:cNvSpPr>
          <p:nvPr/>
        </p:nvSpPr>
        <p:spPr>
          <a:xfrm>
            <a:off x="4243366" y="5334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8" name="02_predicted_pose_4477">
            <a:extLst>
              <a:ext uri="{FF2B5EF4-FFF2-40B4-BE49-F238E27FC236}">
                <a16:creationId xmlns:a16="http://schemas.microsoft.com/office/drawing/2014/main" id="{DDFAC964-79B1-4EC8-8A54-C1715EEFCA40}"/>
              </a:ext>
            </a:extLst>
          </p:cNvPr>
          <p:cNvSpPr>
            <a:spLocks noGrp="1"/>
          </p:cNvSpPr>
          <p:nvPr/>
        </p:nvSpPr>
        <p:spPr>
          <a:xfrm>
            <a:off x="4257951" y="5232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9" name="02_predicted_pose_4478">
            <a:extLst>
              <a:ext uri="{FF2B5EF4-FFF2-40B4-BE49-F238E27FC236}">
                <a16:creationId xmlns:a16="http://schemas.microsoft.com/office/drawing/2014/main" id="{5D0BA2D2-59BC-4864-A9D3-F4F6E52B646F}"/>
              </a:ext>
            </a:extLst>
          </p:cNvPr>
          <p:cNvSpPr>
            <a:spLocks noGrp="1"/>
          </p:cNvSpPr>
          <p:nvPr/>
        </p:nvSpPr>
        <p:spPr>
          <a:xfrm>
            <a:off x="4052683" y="56806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0" name="02_predicted_pose_4479">
            <a:extLst>
              <a:ext uri="{FF2B5EF4-FFF2-40B4-BE49-F238E27FC236}">
                <a16:creationId xmlns:a16="http://schemas.microsoft.com/office/drawing/2014/main" id="{2616DFB6-AD5B-4623-A0A9-523605F51F12}"/>
              </a:ext>
            </a:extLst>
          </p:cNvPr>
          <p:cNvSpPr>
            <a:spLocks noGrp="1"/>
          </p:cNvSpPr>
          <p:nvPr/>
        </p:nvSpPr>
        <p:spPr>
          <a:xfrm>
            <a:off x="4243731" y="56812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1" name="02_predicted_pose_4480">
            <a:extLst>
              <a:ext uri="{FF2B5EF4-FFF2-40B4-BE49-F238E27FC236}">
                <a16:creationId xmlns:a16="http://schemas.microsoft.com/office/drawing/2014/main" id="{8073E9D9-F234-44BE-B52D-4DE037EBBECF}"/>
              </a:ext>
            </a:extLst>
          </p:cNvPr>
          <p:cNvSpPr>
            <a:spLocks noGrp="1"/>
          </p:cNvSpPr>
          <p:nvPr/>
        </p:nvSpPr>
        <p:spPr>
          <a:xfrm>
            <a:off x="4258315" y="55852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2" name="02_predicted_pose_4481">
            <a:extLst>
              <a:ext uri="{FF2B5EF4-FFF2-40B4-BE49-F238E27FC236}">
                <a16:creationId xmlns:a16="http://schemas.microsoft.com/office/drawing/2014/main" id="{DC632D3B-D71E-424E-A709-D258888318E7}"/>
              </a:ext>
            </a:extLst>
          </p:cNvPr>
          <p:cNvSpPr>
            <a:spLocks noGrp="1"/>
          </p:cNvSpPr>
          <p:nvPr/>
        </p:nvSpPr>
        <p:spPr>
          <a:xfrm>
            <a:off x="4272899" y="61233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3" name="02_predicted_pose_4482">
            <a:extLst>
              <a:ext uri="{FF2B5EF4-FFF2-40B4-BE49-F238E27FC236}">
                <a16:creationId xmlns:a16="http://schemas.microsoft.com/office/drawing/2014/main" id="{94D87176-8818-49C5-AA38-41FA1965E146}"/>
              </a:ext>
            </a:extLst>
          </p:cNvPr>
          <p:cNvSpPr>
            <a:spLocks noGrp="1"/>
          </p:cNvSpPr>
          <p:nvPr/>
        </p:nvSpPr>
        <p:spPr>
          <a:xfrm>
            <a:off x="4287483" y="56935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4" name="02_predicted_pose_4483">
            <a:extLst>
              <a:ext uri="{FF2B5EF4-FFF2-40B4-BE49-F238E27FC236}">
                <a16:creationId xmlns:a16="http://schemas.microsoft.com/office/drawing/2014/main" id="{523BB54C-FD44-4C00-941E-C767133338C9}"/>
              </a:ext>
            </a:extLst>
          </p:cNvPr>
          <p:cNvSpPr>
            <a:spLocks noGrp="1"/>
          </p:cNvSpPr>
          <p:nvPr/>
        </p:nvSpPr>
        <p:spPr>
          <a:xfrm>
            <a:off x="4302067" y="5614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5" name="02_predicted_pose_4484">
            <a:extLst>
              <a:ext uri="{FF2B5EF4-FFF2-40B4-BE49-F238E27FC236}">
                <a16:creationId xmlns:a16="http://schemas.microsoft.com/office/drawing/2014/main" id="{2859F94E-AEC5-4EEC-8F4B-4138EECBE05E}"/>
              </a:ext>
            </a:extLst>
          </p:cNvPr>
          <p:cNvSpPr>
            <a:spLocks noGrp="1"/>
          </p:cNvSpPr>
          <p:nvPr/>
        </p:nvSpPr>
        <p:spPr>
          <a:xfrm>
            <a:off x="4118675" y="56274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6" name="02_predicted_pose_4485">
            <a:extLst>
              <a:ext uri="{FF2B5EF4-FFF2-40B4-BE49-F238E27FC236}">
                <a16:creationId xmlns:a16="http://schemas.microsoft.com/office/drawing/2014/main" id="{75CCF526-BDA3-4C50-A179-262360828421}"/>
              </a:ext>
            </a:extLst>
          </p:cNvPr>
          <p:cNvSpPr>
            <a:spLocks noGrp="1"/>
          </p:cNvSpPr>
          <p:nvPr/>
        </p:nvSpPr>
        <p:spPr>
          <a:xfrm>
            <a:off x="4206907" y="62921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7" name="02_predicted_pose_4486">
            <a:extLst>
              <a:ext uri="{FF2B5EF4-FFF2-40B4-BE49-F238E27FC236}">
                <a16:creationId xmlns:a16="http://schemas.microsoft.com/office/drawing/2014/main" id="{9F795619-FF1D-45BD-B27A-DEB1D3712EBD}"/>
              </a:ext>
            </a:extLst>
          </p:cNvPr>
          <p:cNvSpPr>
            <a:spLocks noGrp="1"/>
          </p:cNvSpPr>
          <p:nvPr/>
        </p:nvSpPr>
        <p:spPr>
          <a:xfrm>
            <a:off x="4236075" y="62966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8" name="02_predicted_pose_4487">
            <a:extLst>
              <a:ext uri="{FF2B5EF4-FFF2-40B4-BE49-F238E27FC236}">
                <a16:creationId xmlns:a16="http://schemas.microsoft.com/office/drawing/2014/main" id="{6992380E-41C5-4109-8F56-5599267A1A2D}"/>
              </a:ext>
            </a:extLst>
          </p:cNvPr>
          <p:cNvSpPr>
            <a:spLocks noGrp="1"/>
          </p:cNvSpPr>
          <p:nvPr/>
        </p:nvSpPr>
        <p:spPr>
          <a:xfrm>
            <a:off x="4265242" y="6252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9" name="02_predicted_pose_4488">
            <a:extLst>
              <a:ext uri="{FF2B5EF4-FFF2-40B4-BE49-F238E27FC236}">
                <a16:creationId xmlns:a16="http://schemas.microsoft.com/office/drawing/2014/main" id="{75EC906E-B413-4931-94ED-6D0961199D94}"/>
              </a:ext>
            </a:extLst>
          </p:cNvPr>
          <p:cNvSpPr>
            <a:spLocks noGrp="1"/>
          </p:cNvSpPr>
          <p:nvPr/>
        </p:nvSpPr>
        <p:spPr>
          <a:xfrm>
            <a:off x="4294411" y="6326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0" name="02_predicted_pose_4489">
            <a:extLst>
              <a:ext uri="{FF2B5EF4-FFF2-40B4-BE49-F238E27FC236}">
                <a16:creationId xmlns:a16="http://schemas.microsoft.com/office/drawing/2014/main" id="{3FF68A61-E29B-46D0-A986-2655FCB3E1F9}"/>
              </a:ext>
            </a:extLst>
          </p:cNvPr>
          <p:cNvSpPr>
            <a:spLocks noGrp="1"/>
          </p:cNvSpPr>
          <p:nvPr/>
        </p:nvSpPr>
        <p:spPr>
          <a:xfrm>
            <a:off x="4378997" y="6269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1" name="02_predicted_pose_4490">
            <a:extLst>
              <a:ext uri="{FF2B5EF4-FFF2-40B4-BE49-F238E27FC236}">
                <a16:creationId xmlns:a16="http://schemas.microsoft.com/office/drawing/2014/main" id="{EF5017E2-269A-4B23-95F9-15281622345F}"/>
              </a:ext>
            </a:extLst>
          </p:cNvPr>
          <p:cNvSpPr>
            <a:spLocks noGrp="1"/>
          </p:cNvSpPr>
          <p:nvPr/>
        </p:nvSpPr>
        <p:spPr>
          <a:xfrm>
            <a:off x="4044662" y="6228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2" name="02_predicted_pose_4491">
            <a:extLst>
              <a:ext uri="{FF2B5EF4-FFF2-40B4-BE49-F238E27FC236}">
                <a16:creationId xmlns:a16="http://schemas.microsoft.com/office/drawing/2014/main" id="{250F8960-271B-4BE6-86CC-410B6CCE7DDF}"/>
              </a:ext>
            </a:extLst>
          </p:cNvPr>
          <p:cNvSpPr>
            <a:spLocks noGrp="1"/>
          </p:cNvSpPr>
          <p:nvPr/>
        </p:nvSpPr>
        <p:spPr>
          <a:xfrm>
            <a:off x="4073830" y="61979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3" name="02_predicted_pose_4492">
            <a:extLst>
              <a:ext uri="{FF2B5EF4-FFF2-40B4-BE49-F238E27FC236}">
                <a16:creationId xmlns:a16="http://schemas.microsoft.com/office/drawing/2014/main" id="{1ECD5AAB-EC7F-4BE6-ADB4-0BDEE6B02850}"/>
              </a:ext>
            </a:extLst>
          </p:cNvPr>
          <p:cNvSpPr>
            <a:spLocks noGrp="1"/>
          </p:cNvSpPr>
          <p:nvPr/>
        </p:nvSpPr>
        <p:spPr>
          <a:xfrm>
            <a:off x="4102997" y="6143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4" name="02_predicted_pose_4493">
            <a:extLst>
              <a:ext uri="{FF2B5EF4-FFF2-40B4-BE49-F238E27FC236}">
                <a16:creationId xmlns:a16="http://schemas.microsoft.com/office/drawing/2014/main" id="{662D7EC4-7940-4B47-9103-197947E871BD}"/>
              </a:ext>
            </a:extLst>
          </p:cNvPr>
          <p:cNvSpPr>
            <a:spLocks noGrp="1"/>
          </p:cNvSpPr>
          <p:nvPr/>
        </p:nvSpPr>
        <p:spPr>
          <a:xfrm>
            <a:off x="4132165" y="62245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5" name="02_predicted_pose_4494">
            <a:extLst>
              <a:ext uri="{FF2B5EF4-FFF2-40B4-BE49-F238E27FC236}">
                <a16:creationId xmlns:a16="http://schemas.microsoft.com/office/drawing/2014/main" id="{4A5E007E-6DDE-416A-8427-5232E88B20BF}"/>
              </a:ext>
            </a:extLst>
          </p:cNvPr>
          <p:cNvSpPr>
            <a:spLocks noGrp="1"/>
          </p:cNvSpPr>
          <p:nvPr/>
        </p:nvSpPr>
        <p:spPr>
          <a:xfrm>
            <a:off x="4029713" y="6258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6" name="02_predicted_pose_4495">
            <a:extLst>
              <a:ext uri="{FF2B5EF4-FFF2-40B4-BE49-F238E27FC236}">
                <a16:creationId xmlns:a16="http://schemas.microsoft.com/office/drawing/2014/main" id="{94FB3D29-D4DA-462E-8A08-7B17AB0396E9}"/>
              </a:ext>
            </a:extLst>
          </p:cNvPr>
          <p:cNvSpPr>
            <a:spLocks noGrp="1"/>
          </p:cNvSpPr>
          <p:nvPr/>
        </p:nvSpPr>
        <p:spPr>
          <a:xfrm>
            <a:off x="4082215" y="59394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7" name="02_predicted_pose_4496">
            <a:extLst>
              <a:ext uri="{FF2B5EF4-FFF2-40B4-BE49-F238E27FC236}">
                <a16:creationId xmlns:a16="http://schemas.microsoft.com/office/drawing/2014/main" id="{D5D269A3-EE5C-4EA0-9528-A8BD1AB0D6C1}"/>
              </a:ext>
            </a:extLst>
          </p:cNvPr>
          <p:cNvSpPr>
            <a:spLocks noGrp="1"/>
          </p:cNvSpPr>
          <p:nvPr/>
        </p:nvSpPr>
        <p:spPr>
          <a:xfrm>
            <a:off x="4232429" y="62533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8" name="02_predicted_pose_4497">
            <a:extLst>
              <a:ext uri="{FF2B5EF4-FFF2-40B4-BE49-F238E27FC236}">
                <a16:creationId xmlns:a16="http://schemas.microsoft.com/office/drawing/2014/main" id="{FE2164F1-F73D-46CA-8550-998D338EB306}"/>
              </a:ext>
            </a:extLst>
          </p:cNvPr>
          <p:cNvSpPr>
            <a:spLocks noGrp="1"/>
          </p:cNvSpPr>
          <p:nvPr/>
        </p:nvSpPr>
        <p:spPr>
          <a:xfrm>
            <a:off x="4261597" y="62918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9" name="02_predicted_pose_4498">
            <a:extLst>
              <a:ext uri="{FF2B5EF4-FFF2-40B4-BE49-F238E27FC236}">
                <a16:creationId xmlns:a16="http://schemas.microsoft.com/office/drawing/2014/main" id="{A7222AE4-6EFB-4540-8517-E2BAB36119D2}"/>
              </a:ext>
            </a:extLst>
          </p:cNvPr>
          <p:cNvSpPr>
            <a:spLocks noGrp="1"/>
          </p:cNvSpPr>
          <p:nvPr/>
        </p:nvSpPr>
        <p:spPr>
          <a:xfrm>
            <a:off x="4305349" y="62803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0" name="02_predicted_pose_4499">
            <a:extLst>
              <a:ext uri="{FF2B5EF4-FFF2-40B4-BE49-F238E27FC236}">
                <a16:creationId xmlns:a16="http://schemas.microsoft.com/office/drawing/2014/main" id="{4954D544-8034-47B5-9321-6772E7541C0A}"/>
              </a:ext>
            </a:extLst>
          </p:cNvPr>
          <p:cNvSpPr>
            <a:spLocks noGrp="1"/>
          </p:cNvSpPr>
          <p:nvPr/>
        </p:nvSpPr>
        <p:spPr>
          <a:xfrm>
            <a:off x="4334516" y="62703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1" name="02_predicted_pose_4500">
            <a:extLst>
              <a:ext uri="{FF2B5EF4-FFF2-40B4-BE49-F238E27FC236}">
                <a16:creationId xmlns:a16="http://schemas.microsoft.com/office/drawing/2014/main" id="{98A6EA3E-944B-458D-97EC-EF15A16BE1A1}"/>
              </a:ext>
            </a:extLst>
          </p:cNvPr>
          <p:cNvSpPr>
            <a:spLocks noGrp="1"/>
          </p:cNvSpPr>
          <p:nvPr/>
        </p:nvSpPr>
        <p:spPr>
          <a:xfrm>
            <a:off x="4363684" y="62777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2" name="02_predicted_pose_4501">
            <a:extLst>
              <a:ext uri="{FF2B5EF4-FFF2-40B4-BE49-F238E27FC236}">
                <a16:creationId xmlns:a16="http://schemas.microsoft.com/office/drawing/2014/main" id="{C751D5A4-BFB7-4353-B469-D073AA20CB31}"/>
              </a:ext>
            </a:extLst>
          </p:cNvPr>
          <p:cNvSpPr>
            <a:spLocks noGrp="1"/>
          </p:cNvSpPr>
          <p:nvPr/>
        </p:nvSpPr>
        <p:spPr>
          <a:xfrm>
            <a:off x="4345090" y="6319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3" name="02_predicted_pose_4502">
            <a:extLst>
              <a:ext uri="{FF2B5EF4-FFF2-40B4-BE49-F238E27FC236}">
                <a16:creationId xmlns:a16="http://schemas.microsoft.com/office/drawing/2014/main" id="{B2412E22-FDAD-4C5A-8718-ADDDF93A9737}"/>
              </a:ext>
            </a:extLst>
          </p:cNvPr>
          <p:cNvSpPr>
            <a:spLocks noGrp="1"/>
          </p:cNvSpPr>
          <p:nvPr/>
        </p:nvSpPr>
        <p:spPr>
          <a:xfrm>
            <a:off x="4080028" y="63296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4" name="02_predicted_pose_4503">
            <a:extLst>
              <a:ext uri="{FF2B5EF4-FFF2-40B4-BE49-F238E27FC236}">
                <a16:creationId xmlns:a16="http://schemas.microsoft.com/office/drawing/2014/main" id="{901297F2-F775-4EF8-9026-0BCD6254BB20}"/>
              </a:ext>
            </a:extLst>
          </p:cNvPr>
          <p:cNvSpPr>
            <a:spLocks noGrp="1"/>
          </p:cNvSpPr>
          <p:nvPr/>
        </p:nvSpPr>
        <p:spPr>
          <a:xfrm>
            <a:off x="4375351" y="6303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5" name="02_predicted_pose_4504">
            <a:extLst>
              <a:ext uri="{FF2B5EF4-FFF2-40B4-BE49-F238E27FC236}">
                <a16:creationId xmlns:a16="http://schemas.microsoft.com/office/drawing/2014/main" id="{97158E30-EA23-4F17-8214-84BAC67BCA5A}"/>
              </a:ext>
            </a:extLst>
          </p:cNvPr>
          <p:cNvSpPr>
            <a:spLocks noGrp="1"/>
          </p:cNvSpPr>
          <p:nvPr/>
        </p:nvSpPr>
        <p:spPr>
          <a:xfrm>
            <a:off x="4208730" y="6239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6" name="02_predicted_pose_4505">
            <a:extLst>
              <a:ext uri="{FF2B5EF4-FFF2-40B4-BE49-F238E27FC236}">
                <a16:creationId xmlns:a16="http://schemas.microsoft.com/office/drawing/2014/main" id="{5E6FD058-52D3-4CA9-8821-6BDE54A84ACE}"/>
              </a:ext>
            </a:extLst>
          </p:cNvPr>
          <p:cNvSpPr>
            <a:spLocks noGrp="1"/>
          </p:cNvSpPr>
          <p:nvPr/>
        </p:nvSpPr>
        <p:spPr>
          <a:xfrm>
            <a:off x="4307171" y="63768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7" name="02_predicted_pose_4506">
            <a:extLst>
              <a:ext uri="{FF2B5EF4-FFF2-40B4-BE49-F238E27FC236}">
                <a16:creationId xmlns:a16="http://schemas.microsoft.com/office/drawing/2014/main" id="{8CDB2ABD-D65B-4BDC-B491-0301076AC811}"/>
              </a:ext>
            </a:extLst>
          </p:cNvPr>
          <p:cNvSpPr>
            <a:spLocks noGrp="1"/>
          </p:cNvSpPr>
          <p:nvPr/>
        </p:nvSpPr>
        <p:spPr>
          <a:xfrm>
            <a:off x="4037370" y="5960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8" name="02_predicted_pose_4507">
            <a:extLst>
              <a:ext uri="{FF2B5EF4-FFF2-40B4-BE49-F238E27FC236}">
                <a16:creationId xmlns:a16="http://schemas.microsoft.com/office/drawing/2014/main" id="{08B2B731-2979-455C-B9DC-A0FF95F20677}"/>
              </a:ext>
            </a:extLst>
          </p:cNvPr>
          <p:cNvSpPr>
            <a:spLocks noGrp="1"/>
          </p:cNvSpPr>
          <p:nvPr/>
        </p:nvSpPr>
        <p:spPr>
          <a:xfrm>
            <a:off x="4051954" y="59892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9" name="02_predicted_pose_4508">
            <a:extLst>
              <a:ext uri="{FF2B5EF4-FFF2-40B4-BE49-F238E27FC236}">
                <a16:creationId xmlns:a16="http://schemas.microsoft.com/office/drawing/2014/main" id="{36601D30-57E4-4B03-88D5-1C68DB9407E4}"/>
              </a:ext>
            </a:extLst>
          </p:cNvPr>
          <p:cNvSpPr>
            <a:spLocks noGrp="1"/>
          </p:cNvSpPr>
          <p:nvPr/>
        </p:nvSpPr>
        <p:spPr>
          <a:xfrm>
            <a:off x="4066538" y="60441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0" name="02_predicted_pose_4509">
            <a:extLst>
              <a:ext uri="{FF2B5EF4-FFF2-40B4-BE49-F238E27FC236}">
                <a16:creationId xmlns:a16="http://schemas.microsoft.com/office/drawing/2014/main" id="{8DD5CF7B-E3CF-44E1-92D0-C9DD27C44233}"/>
              </a:ext>
            </a:extLst>
          </p:cNvPr>
          <p:cNvSpPr>
            <a:spLocks noGrp="1"/>
          </p:cNvSpPr>
          <p:nvPr/>
        </p:nvSpPr>
        <p:spPr>
          <a:xfrm>
            <a:off x="4081121" y="60658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1" name="02_predicted_pose_4510">
            <a:extLst>
              <a:ext uri="{FF2B5EF4-FFF2-40B4-BE49-F238E27FC236}">
                <a16:creationId xmlns:a16="http://schemas.microsoft.com/office/drawing/2014/main" id="{AF3117D8-3B62-4F92-A268-4535E5757FDF}"/>
              </a:ext>
            </a:extLst>
          </p:cNvPr>
          <p:cNvSpPr>
            <a:spLocks noGrp="1"/>
          </p:cNvSpPr>
          <p:nvPr/>
        </p:nvSpPr>
        <p:spPr>
          <a:xfrm>
            <a:off x="4034089" y="58602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2" name="02_predicted_pose_4511">
            <a:extLst>
              <a:ext uri="{FF2B5EF4-FFF2-40B4-BE49-F238E27FC236}">
                <a16:creationId xmlns:a16="http://schemas.microsoft.com/office/drawing/2014/main" id="{EEFAFCC7-EBCE-4CF0-9123-5707175B9907}"/>
              </a:ext>
            </a:extLst>
          </p:cNvPr>
          <p:cNvSpPr>
            <a:spLocks noGrp="1"/>
          </p:cNvSpPr>
          <p:nvPr/>
        </p:nvSpPr>
        <p:spPr>
          <a:xfrm>
            <a:off x="4063256" y="5799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3" name="02_predicted_pose_4512">
            <a:extLst>
              <a:ext uri="{FF2B5EF4-FFF2-40B4-BE49-F238E27FC236}">
                <a16:creationId xmlns:a16="http://schemas.microsoft.com/office/drawing/2014/main" id="{AA942EBB-0A1F-4B6D-9665-FE59FAFF70C8}"/>
              </a:ext>
            </a:extLst>
          </p:cNvPr>
          <p:cNvSpPr>
            <a:spLocks noGrp="1"/>
          </p:cNvSpPr>
          <p:nvPr/>
        </p:nvSpPr>
        <p:spPr>
          <a:xfrm>
            <a:off x="4152582" y="62430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4" name="02_predicted_pose_4513">
            <a:extLst>
              <a:ext uri="{FF2B5EF4-FFF2-40B4-BE49-F238E27FC236}">
                <a16:creationId xmlns:a16="http://schemas.microsoft.com/office/drawing/2014/main" id="{240606B4-B63A-45D5-9F0F-70B69D55418A}"/>
              </a:ext>
            </a:extLst>
          </p:cNvPr>
          <p:cNvSpPr>
            <a:spLocks noGrp="1"/>
          </p:cNvSpPr>
          <p:nvPr/>
        </p:nvSpPr>
        <p:spPr>
          <a:xfrm>
            <a:off x="4097528" y="58564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5" name="02_predicted_pose_4514">
            <a:extLst>
              <a:ext uri="{FF2B5EF4-FFF2-40B4-BE49-F238E27FC236}">
                <a16:creationId xmlns:a16="http://schemas.microsoft.com/office/drawing/2014/main" id="{8A4572FE-078B-4D85-B22A-BEC1D024F47F}"/>
              </a:ext>
            </a:extLst>
          </p:cNvPr>
          <p:cNvSpPr>
            <a:spLocks noGrp="1"/>
          </p:cNvSpPr>
          <p:nvPr/>
        </p:nvSpPr>
        <p:spPr>
          <a:xfrm>
            <a:off x="4112112" y="62866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6" name="02_predicted_pose_4515">
            <a:extLst>
              <a:ext uri="{FF2B5EF4-FFF2-40B4-BE49-F238E27FC236}">
                <a16:creationId xmlns:a16="http://schemas.microsoft.com/office/drawing/2014/main" id="{EA7B401F-2E24-440D-ACB0-D6F7CC21097D}"/>
              </a:ext>
            </a:extLst>
          </p:cNvPr>
          <p:cNvSpPr>
            <a:spLocks noGrp="1"/>
          </p:cNvSpPr>
          <p:nvPr/>
        </p:nvSpPr>
        <p:spPr>
          <a:xfrm>
            <a:off x="4126696" y="5864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7" name="02_predicted_pose_4516">
            <a:extLst>
              <a:ext uri="{FF2B5EF4-FFF2-40B4-BE49-F238E27FC236}">
                <a16:creationId xmlns:a16="http://schemas.microsoft.com/office/drawing/2014/main" id="{9B201ADC-B5A5-4DC9-A852-5B10586251BC}"/>
              </a:ext>
            </a:extLst>
          </p:cNvPr>
          <p:cNvSpPr>
            <a:spLocks noGrp="1"/>
          </p:cNvSpPr>
          <p:nvPr/>
        </p:nvSpPr>
        <p:spPr>
          <a:xfrm>
            <a:off x="4075288" y="53829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8" name="02_predicted_pose_4517">
            <a:extLst>
              <a:ext uri="{FF2B5EF4-FFF2-40B4-BE49-F238E27FC236}">
                <a16:creationId xmlns:a16="http://schemas.microsoft.com/office/drawing/2014/main" id="{E6A478E4-8C70-49A7-B887-46DE40524716}"/>
              </a:ext>
            </a:extLst>
          </p:cNvPr>
          <p:cNvSpPr>
            <a:spLocks noGrp="1"/>
          </p:cNvSpPr>
          <p:nvPr/>
        </p:nvSpPr>
        <p:spPr>
          <a:xfrm>
            <a:off x="4089872" y="57951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9" name="02_predicted_pose_4518">
            <a:extLst>
              <a:ext uri="{FF2B5EF4-FFF2-40B4-BE49-F238E27FC236}">
                <a16:creationId xmlns:a16="http://schemas.microsoft.com/office/drawing/2014/main" id="{048196A1-A525-47E2-B48A-9FFE5BCE5BED}"/>
              </a:ext>
            </a:extLst>
          </p:cNvPr>
          <p:cNvSpPr>
            <a:spLocks noGrp="1"/>
          </p:cNvSpPr>
          <p:nvPr/>
        </p:nvSpPr>
        <p:spPr>
          <a:xfrm>
            <a:off x="4104455" y="57681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0" name="02_predicted_pose_4519">
            <a:extLst>
              <a:ext uri="{FF2B5EF4-FFF2-40B4-BE49-F238E27FC236}">
                <a16:creationId xmlns:a16="http://schemas.microsoft.com/office/drawing/2014/main" id="{2B3696C3-21B5-404E-9D4B-C9C97B619F86}"/>
              </a:ext>
            </a:extLst>
          </p:cNvPr>
          <p:cNvSpPr>
            <a:spLocks noGrp="1"/>
          </p:cNvSpPr>
          <p:nvPr/>
        </p:nvSpPr>
        <p:spPr>
          <a:xfrm>
            <a:off x="4124873" y="5530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1" name="02_predicted_pose_4520">
            <a:extLst>
              <a:ext uri="{FF2B5EF4-FFF2-40B4-BE49-F238E27FC236}">
                <a16:creationId xmlns:a16="http://schemas.microsoft.com/office/drawing/2014/main" id="{197F6CC8-D8DE-4CEF-961E-11D5A03E80FE}"/>
              </a:ext>
            </a:extLst>
          </p:cNvPr>
          <p:cNvSpPr>
            <a:spLocks noGrp="1"/>
          </p:cNvSpPr>
          <p:nvPr/>
        </p:nvSpPr>
        <p:spPr>
          <a:xfrm>
            <a:off x="4168625" y="53710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2" name="02_predicted_pose_4521">
            <a:extLst>
              <a:ext uri="{FF2B5EF4-FFF2-40B4-BE49-F238E27FC236}">
                <a16:creationId xmlns:a16="http://schemas.microsoft.com/office/drawing/2014/main" id="{46E731C3-CE55-4B7C-8722-28D0EB5B1BF4}"/>
              </a:ext>
            </a:extLst>
          </p:cNvPr>
          <p:cNvSpPr>
            <a:spLocks noGrp="1"/>
          </p:cNvSpPr>
          <p:nvPr/>
        </p:nvSpPr>
        <p:spPr>
          <a:xfrm>
            <a:off x="4237533" y="54938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3" name="02_predicted_pose_4522">
            <a:extLst>
              <a:ext uri="{FF2B5EF4-FFF2-40B4-BE49-F238E27FC236}">
                <a16:creationId xmlns:a16="http://schemas.microsoft.com/office/drawing/2014/main" id="{A0393079-14B9-4567-B700-C3D24F2B2168}"/>
              </a:ext>
            </a:extLst>
          </p:cNvPr>
          <p:cNvSpPr>
            <a:spLocks noGrp="1"/>
          </p:cNvSpPr>
          <p:nvPr/>
        </p:nvSpPr>
        <p:spPr>
          <a:xfrm>
            <a:off x="4366235" y="53843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4" name="02_predicted_pose_4523">
            <a:extLst>
              <a:ext uri="{FF2B5EF4-FFF2-40B4-BE49-F238E27FC236}">
                <a16:creationId xmlns:a16="http://schemas.microsoft.com/office/drawing/2014/main" id="{4926349B-1298-446D-8657-6945BDE1001C}"/>
              </a:ext>
            </a:extLst>
          </p:cNvPr>
          <p:cNvSpPr>
            <a:spLocks noGrp="1"/>
          </p:cNvSpPr>
          <p:nvPr/>
        </p:nvSpPr>
        <p:spPr>
          <a:xfrm>
            <a:off x="4101174" y="55320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5" name="02_predicted_pose_4524">
            <a:extLst>
              <a:ext uri="{FF2B5EF4-FFF2-40B4-BE49-F238E27FC236}">
                <a16:creationId xmlns:a16="http://schemas.microsoft.com/office/drawing/2014/main" id="{3AD06278-7FFE-4A74-9721-B40F6230F8E0}"/>
              </a:ext>
            </a:extLst>
          </p:cNvPr>
          <p:cNvSpPr>
            <a:spLocks noGrp="1"/>
          </p:cNvSpPr>
          <p:nvPr/>
        </p:nvSpPr>
        <p:spPr>
          <a:xfrm>
            <a:off x="4256857" y="6026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6" name="02_predicted_pose_4525">
            <a:extLst>
              <a:ext uri="{FF2B5EF4-FFF2-40B4-BE49-F238E27FC236}">
                <a16:creationId xmlns:a16="http://schemas.microsoft.com/office/drawing/2014/main" id="{602F9D94-7041-4129-B867-CA911D979077}"/>
              </a:ext>
            </a:extLst>
          </p:cNvPr>
          <p:cNvSpPr>
            <a:spLocks noGrp="1"/>
          </p:cNvSpPr>
          <p:nvPr/>
        </p:nvSpPr>
        <p:spPr>
          <a:xfrm>
            <a:off x="4271440" y="62461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7" name="02_predicted_pose_4526">
            <a:extLst>
              <a:ext uri="{FF2B5EF4-FFF2-40B4-BE49-F238E27FC236}">
                <a16:creationId xmlns:a16="http://schemas.microsoft.com/office/drawing/2014/main" id="{A209EFA9-AD91-439F-8D93-B3BE9AC314FF}"/>
              </a:ext>
            </a:extLst>
          </p:cNvPr>
          <p:cNvSpPr>
            <a:spLocks noGrp="1"/>
          </p:cNvSpPr>
          <p:nvPr/>
        </p:nvSpPr>
        <p:spPr>
          <a:xfrm>
            <a:off x="4229512" y="60173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8" name="02_predicted_pose_4527">
            <a:extLst>
              <a:ext uri="{FF2B5EF4-FFF2-40B4-BE49-F238E27FC236}">
                <a16:creationId xmlns:a16="http://schemas.microsoft.com/office/drawing/2014/main" id="{C70F7ADA-A67D-4484-8936-AD3F1739A56A}"/>
              </a:ext>
            </a:extLst>
          </p:cNvPr>
          <p:cNvSpPr>
            <a:spLocks noGrp="1"/>
          </p:cNvSpPr>
          <p:nvPr/>
        </p:nvSpPr>
        <p:spPr>
          <a:xfrm>
            <a:off x="4244097" y="6024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9" name="02_predicted_pose_4528">
            <a:extLst>
              <a:ext uri="{FF2B5EF4-FFF2-40B4-BE49-F238E27FC236}">
                <a16:creationId xmlns:a16="http://schemas.microsoft.com/office/drawing/2014/main" id="{8BEEAC61-9A61-4A66-B610-7FCD1685205A}"/>
              </a:ext>
            </a:extLst>
          </p:cNvPr>
          <p:cNvSpPr>
            <a:spLocks noGrp="1"/>
          </p:cNvSpPr>
          <p:nvPr/>
        </p:nvSpPr>
        <p:spPr>
          <a:xfrm>
            <a:off x="4258680" y="61606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0" name="02_predicted_pose_4529">
            <a:extLst>
              <a:ext uri="{FF2B5EF4-FFF2-40B4-BE49-F238E27FC236}">
                <a16:creationId xmlns:a16="http://schemas.microsoft.com/office/drawing/2014/main" id="{AF298B2E-7DE0-4F95-B82C-BE447B1BEAAC}"/>
              </a:ext>
            </a:extLst>
          </p:cNvPr>
          <p:cNvSpPr>
            <a:spLocks noGrp="1"/>
          </p:cNvSpPr>
          <p:nvPr/>
        </p:nvSpPr>
        <p:spPr>
          <a:xfrm>
            <a:off x="4287847" y="58957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1" name="02_predicted_pose_4530">
            <a:extLst>
              <a:ext uri="{FF2B5EF4-FFF2-40B4-BE49-F238E27FC236}">
                <a16:creationId xmlns:a16="http://schemas.microsoft.com/office/drawing/2014/main" id="{D35AE671-BABA-4F32-A371-105B4F29DD5C}"/>
              </a:ext>
            </a:extLst>
          </p:cNvPr>
          <p:cNvSpPr>
            <a:spLocks noGrp="1"/>
          </p:cNvSpPr>
          <p:nvPr/>
        </p:nvSpPr>
        <p:spPr>
          <a:xfrm>
            <a:off x="4302431" y="5895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2" name="02_predicted_pose_4531">
            <a:extLst>
              <a:ext uri="{FF2B5EF4-FFF2-40B4-BE49-F238E27FC236}">
                <a16:creationId xmlns:a16="http://schemas.microsoft.com/office/drawing/2014/main" id="{3C7D86A6-BD71-4ABE-80CD-2BC0F2F79262}"/>
              </a:ext>
            </a:extLst>
          </p:cNvPr>
          <p:cNvSpPr>
            <a:spLocks noGrp="1"/>
          </p:cNvSpPr>
          <p:nvPr/>
        </p:nvSpPr>
        <p:spPr>
          <a:xfrm>
            <a:off x="4105185" y="63229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3" name="02_predicted_pose_4532">
            <a:extLst>
              <a:ext uri="{FF2B5EF4-FFF2-40B4-BE49-F238E27FC236}">
                <a16:creationId xmlns:a16="http://schemas.microsoft.com/office/drawing/2014/main" id="{75DE790C-B94A-417C-AE6E-85EE5C6EDF7D}"/>
              </a:ext>
            </a:extLst>
          </p:cNvPr>
          <p:cNvSpPr>
            <a:spLocks noGrp="1"/>
          </p:cNvSpPr>
          <p:nvPr/>
        </p:nvSpPr>
        <p:spPr>
          <a:xfrm>
            <a:off x="4213835" y="5379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4" name="02_predicted_pose_4533">
            <a:extLst>
              <a:ext uri="{FF2B5EF4-FFF2-40B4-BE49-F238E27FC236}">
                <a16:creationId xmlns:a16="http://schemas.microsoft.com/office/drawing/2014/main" id="{B6F74FE4-C23E-402D-920F-4CC357DE9BEF}"/>
              </a:ext>
            </a:extLst>
          </p:cNvPr>
          <p:cNvSpPr>
            <a:spLocks noGrp="1"/>
          </p:cNvSpPr>
          <p:nvPr/>
        </p:nvSpPr>
        <p:spPr>
          <a:xfrm>
            <a:off x="4257586" y="5360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5" name="02_predicted_pose_4534">
            <a:extLst>
              <a:ext uri="{FF2B5EF4-FFF2-40B4-BE49-F238E27FC236}">
                <a16:creationId xmlns:a16="http://schemas.microsoft.com/office/drawing/2014/main" id="{31585602-88C3-492B-A6B5-93B4EE716845}"/>
              </a:ext>
            </a:extLst>
          </p:cNvPr>
          <p:cNvSpPr>
            <a:spLocks noGrp="1"/>
          </p:cNvSpPr>
          <p:nvPr/>
        </p:nvSpPr>
        <p:spPr>
          <a:xfrm>
            <a:off x="4272170" y="601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6" name="02_predicted_pose_4535">
            <a:extLst>
              <a:ext uri="{FF2B5EF4-FFF2-40B4-BE49-F238E27FC236}">
                <a16:creationId xmlns:a16="http://schemas.microsoft.com/office/drawing/2014/main" id="{36A0F959-2A0A-48A2-9CD4-F2089EEE81A7}"/>
              </a:ext>
            </a:extLst>
          </p:cNvPr>
          <p:cNvSpPr>
            <a:spLocks noGrp="1"/>
          </p:cNvSpPr>
          <p:nvPr/>
        </p:nvSpPr>
        <p:spPr>
          <a:xfrm>
            <a:off x="4301338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7" name="02_predicted_pose_4536">
            <a:extLst>
              <a:ext uri="{FF2B5EF4-FFF2-40B4-BE49-F238E27FC236}">
                <a16:creationId xmlns:a16="http://schemas.microsoft.com/office/drawing/2014/main" id="{0A50ACA0-6495-42EF-AFD1-A82F01F333BB}"/>
              </a:ext>
            </a:extLst>
          </p:cNvPr>
          <p:cNvSpPr>
            <a:spLocks noGrp="1"/>
          </p:cNvSpPr>
          <p:nvPr/>
        </p:nvSpPr>
        <p:spPr>
          <a:xfrm>
            <a:off x="4185761" y="62224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8" name="02_predicted_pose_4537">
            <a:extLst>
              <a:ext uri="{FF2B5EF4-FFF2-40B4-BE49-F238E27FC236}">
                <a16:creationId xmlns:a16="http://schemas.microsoft.com/office/drawing/2014/main" id="{92E93420-451C-4616-A032-A2B332F54242}"/>
              </a:ext>
            </a:extLst>
          </p:cNvPr>
          <p:cNvSpPr>
            <a:spLocks noGrp="1"/>
          </p:cNvSpPr>
          <p:nvPr/>
        </p:nvSpPr>
        <p:spPr>
          <a:xfrm>
            <a:off x="4214928" y="61777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9" name="02_predicted_pose_4538">
            <a:extLst>
              <a:ext uri="{FF2B5EF4-FFF2-40B4-BE49-F238E27FC236}">
                <a16:creationId xmlns:a16="http://schemas.microsoft.com/office/drawing/2014/main" id="{93D04BB2-685F-4342-8566-3C4887DE9394}"/>
              </a:ext>
            </a:extLst>
          </p:cNvPr>
          <p:cNvSpPr>
            <a:spLocks noGrp="1"/>
          </p:cNvSpPr>
          <p:nvPr/>
        </p:nvSpPr>
        <p:spPr>
          <a:xfrm>
            <a:off x="4244097" y="61711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0" name="02_predicted_pose_4539">
            <a:extLst>
              <a:ext uri="{FF2B5EF4-FFF2-40B4-BE49-F238E27FC236}">
                <a16:creationId xmlns:a16="http://schemas.microsoft.com/office/drawing/2014/main" id="{DBC7F398-A251-4DBF-9B65-F30356F114D1}"/>
              </a:ext>
            </a:extLst>
          </p:cNvPr>
          <p:cNvSpPr>
            <a:spLocks noGrp="1"/>
          </p:cNvSpPr>
          <p:nvPr/>
        </p:nvSpPr>
        <p:spPr>
          <a:xfrm>
            <a:off x="4273264" y="62096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1" name="02_predicted_pose_4540">
            <a:extLst>
              <a:ext uri="{FF2B5EF4-FFF2-40B4-BE49-F238E27FC236}">
                <a16:creationId xmlns:a16="http://schemas.microsoft.com/office/drawing/2014/main" id="{6DA99690-D962-4998-9704-EB1D5A94BB67}"/>
              </a:ext>
            </a:extLst>
          </p:cNvPr>
          <p:cNvSpPr>
            <a:spLocks noGrp="1"/>
          </p:cNvSpPr>
          <p:nvPr/>
        </p:nvSpPr>
        <p:spPr>
          <a:xfrm>
            <a:off x="4302431" y="63452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2" name="02_predicted_pose_4541">
            <a:extLst>
              <a:ext uri="{FF2B5EF4-FFF2-40B4-BE49-F238E27FC236}">
                <a16:creationId xmlns:a16="http://schemas.microsoft.com/office/drawing/2014/main" id="{59FD5886-4D0A-4437-AC19-81B3A1B4AE9D}"/>
              </a:ext>
            </a:extLst>
          </p:cNvPr>
          <p:cNvSpPr>
            <a:spLocks noGrp="1"/>
          </p:cNvSpPr>
          <p:nvPr/>
        </p:nvSpPr>
        <p:spPr>
          <a:xfrm>
            <a:off x="4199980" y="6179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3" name="02_predicted_pose_4542">
            <a:extLst>
              <a:ext uri="{FF2B5EF4-FFF2-40B4-BE49-F238E27FC236}">
                <a16:creationId xmlns:a16="http://schemas.microsoft.com/office/drawing/2014/main" id="{0DDEE623-3055-4477-9A45-E8E86837AF5A}"/>
              </a:ext>
            </a:extLst>
          </p:cNvPr>
          <p:cNvSpPr>
            <a:spLocks noGrp="1"/>
          </p:cNvSpPr>
          <p:nvPr/>
        </p:nvSpPr>
        <p:spPr>
          <a:xfrm>
            <a:off x="4323943" y="5896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4" name="02_predicted_pose_4543">
            <a:extLst>
              <a:ext uri="{FF2B5EF4-FFF2-40B4-BE49-F238E27FC236}">
                <a16:creationId xmlns:a16="http://schemas.microsoft.com/office/drawing/2014/main" id="{7FA1C788-6D1A-4402-A9E3-826CFDF25FC7}"/>
              </a:ext>
            </a:extLst>
          </p:cNvPr>
          <p:cNvSpPr>
            <a:spLocks noGrp="1"/>
          </p:cNvSpPr>
          <p:nvPr/>
        </p:nvSpPr>
        <p:spPr>
          <a:xfrm>
            <a:off x="4338526" y="59720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5" name="02_predicted_pose_4544">
            <a:extLst>
              <a:ext uri="{FF2B5EF4-FFF2-40B4-BE49-F238E27FC236}">
                <a16:creationId xmlns:a16="http://schemas.microsoft.com/office/drawing/2014/main" id="{1AEAEC39-FB79-4122-B09A-38A6F9DC6283}"/>
              </a:ext>
            </a:extLst>
          </p:cNvPr>
          <p:cNvSpPr>
            <a:spLocks noGrp="1"/>
          </p:cNvSpPr>
          <p:nvPr/>
        </p:nvSpPr>
        <p:spPr>
          <a:xfrm>
            <a:off x="4108831" y="5514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6" name="02_predicted_pose_4545">
            <a:extLst>
              <a:ext uri="{FF2B5EF4-FFF2-40B4-BE49-F238E27FC236}">
                <a16:creationId xmlns:a16="http://schemas.microsoft.com/office/drawing/2014/main" id="{17ACBC83-874E-4C9F-A908-4DD7671C35E9}"/>
              </a:ext>
            </a:extLst>
          </p:cNvPr>
          <p:cNvSpPr>
            <a:spLocks noGrp="1"/>
          </p:cNvSpPr>
          <p:nvPr/>
        </p:nvSpPr>
        <p:spPr>
          <a:xfrm>
            <a:off x="4121957" y="61971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7" name="02_predicted_pose_4546">
            <a:extLst>
              <a:ext uri="{FF2B5EF4-FFF2-40B4-BE49-F238E27FC236}">
                <a16:creationId xmlns:a16="http://schemas.microsoft.com/office/drawing/2014/main" id="{AD6CBF46-B13A-402D-9B3E-A39C9EF87136}"/>
              </a:ext>
            </a:extLst>
          </p:cNvPr>
          <p:cNvSpPr>
            <a:spLocks noGrp="1"/>
          </p:cNvSpPr>
          <p:nvPr/>
        </p:nvSpPr>
        <p:spPr>
          <a:xfrm>
            <a:off x="4166073" y="6173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8" name="02_predicted_pose_4547">
            <a:extLst>
              <a:ext uri="{FF2B5EF4-FFF2-40B4-BE49-F238E27FC236}">
                <a16:creationId xmlns:a16="http://schemas.microsoft.com/office/drawing/2014/main" id="{A7B3541E-92F5-40FC-8043-0EE7459D4DEC}"/>
              </a:ext>
            </a:extLst>
          </p:cNvPr>
          <p:cNvSpPr>
            <a:spLocks noGrp="1"/>
          </p:cNvSpPr>
          <p:nvPr/>
        </p:nvSpPr>
        <p:spPr>
          <a:xfrm>
            <a:off x="4127426" y="6128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9" name="02_predicted_pose_4548">
            <a:extLst>
              <a:ext uri="{FF2B5EF4-FFF2-40B4-BE49-F238E27FC236}">
                <a16:creationId xmlns:a16="http://schemas.microsoft.com/office/drawing/2014/main" id="{07EB4D69-A57F-4FF5-A883-E22F8ED96FDD}"/>
              </a:ext>
            </a:extLst>
          </p:cNvPr>
          <p:cNvSpPr>
            <a:spLocks noGrp="1"/>
          </p:cNvSpPr>
          <p:nvPr/>
        </p:nvSpPr>
        <p:spPr>
          <a:xfrm>
            <a:off x="4072372" y="6320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0" name="02_predicted_pose_4549">
            <a:extLst>
              <a:ext uri="{FF2B5EF4-FFF2-40B4-BE49-F238E27FC236}">
                <a16:creationId xmlns:a16="http://schemas.microsoft.com/office/drawing/2014/main" id="{A8E2317C-5D88-406A-9E48-332585CBDC37}"/>
              </a:ext>
            </a:extLst>
          </p:cNvPr>
          <p:cNvSpPr>
            <a:spLocks noGrp="1"/>
          </p:cNvSpPr>
          <p:nvPr/>
        </p:nvSpPr>
        <p:spPr>
          <a:xfrm>
            <a:off x="4212376" y="63205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1" name="02_predicted_pose_4550">
            <a:extLst>
              <a:ext uri="{FF2B5EF4-FFF2-40B4-BE49-F238E27FC236}">
                <a16:creationId xmlns:a16="http://schemas.microsoft.com/office/drawing/2014/main" id="{C823DF8C-CF44-47A7-BD58-D7F1B6C9A625}"/>
              </a:ext>
            </a:extLst>
          </p:cNvPr>
          <p:cNvSpPr>
            <a:spLocks noGrp="1"/>
          </p:cNvSpPr>
          <p:nvPr/>
        </p:nvSpPr>
        <p:spPr>
          <a:xfrm>
            <a:off x="4226960" y="63151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2" name="02_predicted_pose_4551">
            <a:extLst>
              <a:ext uri="{FF2B5EF4-FFF2-40B4-BE49-F238E27FC236}">
                <a16:creationId xmlns:a16="http://schemas.microsoft.com/office/drawing/2014/main" id="{98FA742A-5ED1-4850-B7F0-0CDB9E663E5A}"/>
              </a:ext>
            </a:extLst>
          </p:cNvPr>
          <p:cNvSpPr>
            <a:spLocks noGrp="1"/>
          </p:cNvSpPr>
          <p:nvPr/>
        </p:nvSpPr>
        <p:spPr>
          <a:xfrm>
            <a:off x="4241544" y="6319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3" name="02_predicted_pose_4552">
            <a:extLst>
              <a:ext uri="{FF2B5EF4-FFF2-40B4-BE49-F238E27FC236}">
                <a16:creationId xmlns:a16="http://schemas.microsoft.com/office/drawing/2014/main" id="{17B4ED6E-C7D0-4533-9C4A-47439A2DAB37}"/>
              </a:ext>
            </a:extLst>
          </p:cNvPr>
          <p:cNvSpPr>
            <a:spLocks noGrp="1"/>
          </p:cNvSpPr>
          <p:nvPr/>
        </p:nvSpPr>
        <p:spPr>
          <a:xfrm>
            <a:off x="4256128" y="6374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4" name="02_predicted_pose_4553">
            <a:extLst>
              <a:ext uri="{FF2B5EF4-FFF2-40B4-BE49-F238E27FC236}">
                <a16:creationId xmlns:a16="http://schemas.microsoft.com/office/drawing/2014/main" id="{584DE448-3467-412A-906A-A40452842333}"/>
              </a:ext>
            </a:extLst>
          </p:cNvPr>
          <p:cNvSpPr>
            <a:spLocks noGrp="1"/>
          </p:cNvSpPr>
          <p:nvPr/>
        </p:nvSpPr>
        <p:spPr>
          <a:xfrm>
            <a:off x="4039193" y="63383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5" name="02_predicted_pose_4554">
            <a:extLst>
              <a:ext uri="{FF2B5EF4-FFF2-40B4-BE49-F238E27FC236}">
                <a16:creationId xmlns:a16="http://schemas.microsoft.com/office/drawing/2014/main" id="{D28753F0-4845-414F-B605-E23D4F2DEF60}"/>
              </a:ext>
            </a:extLst>
          </p:cNvPr>
          <p:cNvSpPr>
            <a:spLocks noGrp="1"/>
          </p:cNvSpPr>
          <p:nvPr/>
        </p:nvSpPr>
        <p:spPr>
          <a:xfrm>
            <a:off x="4068361" y="6407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6" name="02_predicted_pose_4555">
            <a:extLst>
              <a:ext uri="{FF2B5EF4-FFF2-40B4-BE49-F238E27FC236}">
                <a16:creationId xmlns:a16="http://schemas.microsoft.com/office/drawing/2014/main" id="{F63470D3-428E-4292-8087-710B01B0976D}"/>
              </a:ext>
            </a:extLst>
          </p:cNvPr>
          <p:cNvSpPr>
            <a:spLocks noGrp="1"/>
          </p:cNvSpPr>
          <p:nvPr/>
        </p:nvSpPr>
        <p:spPr>
          <a:xfrm>
            <a:off x="4292223" y="584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7" name="02_predicted_pose_4556">
            <a:extLst>
              <a:ext uri="{FF2B5EF4-FFF2-40B4-BE49-F238E27FC236}">
                <a16:creationId xmlns:a16="http://schemas.microsoft.com/office/drawing/2014/main" id="{C7FE4D06-1D31-4945-B2A8-961455DFBDD6}"/>
              </a:ext>
            </a:extLst>
          </p:cNvPr>
          <p:cNvSpPr>
            <a:spLocks noGrp="1"/>
          </p:cNvSpPr>
          <p:nvPr/>
        </p:nvSpPr>
        <p:spPr>
          <a:xfrm>
            <a:off x="4329047" y="6319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8" name="02_predicted_pose_4557">
            <a:extLst>
              <a:ext uri="{FF2B5EF4-FFF2-40B4-BE49-F238E27FC236}">
                <a16:creationId xmlns:a16="http://schemas.microsoft.com/office/drawing/2014/main" id="{44288DBD-FB74-4D09-98DC-F91EC3F82207}"/>
              </a:ext>
            </a:extLst>
          </p:cNvPr>
          <p:cNvSpPr>
            <a:spLocks noGrp="1"/>
          </p:cNvSpPr>
          <p:nvPr/>
        </p:nvSpPr>
        <p:spPr>
          <a:xfrm>
            <a:off x="5346635" y="5980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9" name="02_predicted_pose_4558">
            <a:extLst>
              <a:ext uri="{FF2B5EF4-FFF2-40B4-BE49-F238E27FC236}">
                <a16:creationId xmlns:a16="http://schemas.microsoft.com/office/drawing/2014/main" id="{69548483-A7AD-430F-891E-D1CA007690C4}"/>
              </a:ext>
            </a:extLst>
          </p:cNvPr>
          <p:cNvSpPr>
            <a:spLocks noGrp="1"/>
          </p:cNvSpPr>
          <p:nvPr/>
        </p:nvSpPr>
        <p:spPr>
          <a:xfrm>
            <a:off x="5361219" y="5973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0" name="02_predicted_pose_4559">
            <a:extLst>
              <a:ext uri="{FF2B5EF4-FFF2-40B4-BE49-F238E27FC236}">
                <a16:creationId xmlns:a16="http://schemas.microsoft.com/office/drawing/2014/main" id="{00F37227-1816-49FD-8A35-748CB60D993E}"/>
              </a:ext>
            </a:extLst>
          </p:cNvPr>
          <p:cNvSpPr>
            <a:spLocks noGrp="1"/>
          </p:cNvSpPr>
          <p:nvPr/>
        </p:nvSpPr>
        <p:spPr>
          <a:xfrm>
            <a:off x="5375803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1" name="02_predicted_pose_4560">
            <a:extLst>
              <a:ext uri="{FF2B5EF4-FFF2-40B4-BE49-F238E27FC236}">
                <a16:creationId xmlns:a16="http://schemas.microsoft.com/office/drawing/2014/main" id="{42DD5BD1-0F90-4134-AB4D-3B7058C7C196}"/>
              </a:ext>
            </a:extLst>
          </p:cNvPr>
          <p:cNvSpPr>
            <a:spLocks noGrp="1"/>
          </p:cNvSpPr>
          <p:nvPr/>
        </p:nvSpPr>
        <p:spPr>
          <a:xfrm>
            <a:off x="5390387" y="6015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2" name="02_predicted_pose_4561">
            <a:extLst>
              <a:ext uri="{FF2B5EF4-FFF2-40B4-BE49-F238E27FC236}">
                <a16:creationId xmlns:a16="http://schemas.microsoft.com/office/drawing/2014/main" id="{41CBFCDD-871A-4314-824F-C68031B069F1}"/>
              </a:ext>
            </a:extLst>
          </p:cNvPr>
          <p:cNvSpPr>
            <a:spLocks noGrp="1"/>
          </p:cNvSpPr>
          <p:nvPr/>
        </p:nvSpPr>
        <p:spPr>
          <a:xfrm>
            <a:off x="5404971" y="59964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3" name="02_predicted_pose_4562">
            <a:extLst>
              <a:ext uri="{FF2B5EF4-FFF2-40B4-BE49-F238E27FC236}">
                <a16:creationId xmlns:a16="http://schemas.microsoft.com/office/drawing/2014/main" id="{9BC8731F-DF47-48E7-94E2-B53148F6DF87}"/>
              </a:ext>
            </a:extLst>
          </p:cNvPr>
          <p:cNvSpPr>
            <a:spLocks noGrp="1"/>
          </p:cNvSpPr>
          <p:nvPr/>
        </p:nvSpPr>
        <p:spPr>
          <a:xfrm>
            <a:off x="5419555" y="5994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4" name="02_predicted_pose_4563">
            <a:extLst>
              <a:ext uri="{FF2B5EF4-FFF2-40B4-BE49-F238E27FC236}">
                <a16:creationId xmlns:a16="http://schemas.microsoft.com/office/drawing/2014/main" id="{798CCB8A-D22B-453C-8C22-9AB316DE2ABF}"/>
              </a:ext>
            </a:extLst>
          </p:cNvPr>
          <p:cNvSpPr>
            <a:spLocks noGrp="1"/>
          </p:cNvSpPr>
          <p:nvPr/>
        </p:nvSpPr>
        <p:spPr>
          <a:xfrm>
            <a:off x="5434138" y="59803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5" name="02_predicted_pose_4564">
            <a:extLst>
              <a:ext uri="{FF2B5EF4-FFF2-40B4-BE49-F238E27FC236}">
                <a16:creationId xmlns:a16="http://schemas.microsoft.com/office/drawing/2014/main" id="{D6CCE40C-06F2-4E9C-9E82-134A504E7987}"/>
              </a:ext>
            </a:extLst>
          </p:cNvPr>
          <p:cNvSpPr>
            <a:spLocks noGrp="1"/>
          </p:cNvSpPr>
          <p:nvPr/>
        </p:nvSpPr>
        <p:spPr>
          <a:xfrm>
            <a:off x="5448722" y="6157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6" name="02_predicted_pose_4565">
            <a:extLst>
              <a:ext uri="{FF2B5EF4-FFF2-40B4-BE49-F238E27FC236}">
                <a16:creationId xmlns:a16="http://schemas.microsoft.com/office/drawing/2014/main" id="{09399ED6-A1D6-4919-96F6-4D6B84FC3CC0}"/>
              </a:ext>
            </a:extLst>
          </p:cNvPr>
          <p:cNvSpPr>
            <a:spLocks noGrp="1"/>
          </p:cNvSpPr>
          <p:nvPr/>
        </p:nvSpPr>
        <p:spPr>
          <a:xfrm>
            <a:off x="5463306" y="60368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7" name="02_predicted_pose_4566">
            <a:extLst>
              <a:ext uri="{FF2B5EF4-FFF2-40B4-BE49-F238E27FC236}">
                <a16:creationId xmlns:a16="http://schemas.microsoft.com/office/drawing/2014/main" id="{9DE51E98-6722-4457-B743-D63D13926EC1}"/>
              </a:ext>
            </a:extLst>
          </p:cNvPr>
          <p:cNvSpPr>
            <a:spLocks noGrp="1"/>
          </p:cNvSpPr>
          <p:nvPr/>
        </p:nvSpPr>
        <p:spPr>
          <a:xfrm>
            <a:off x="5477890" y="5989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8" name="02_predicted_pose_4567">
            <a:extLst>
              <a:ext uri="{FF2B5EF4-FFF2-40B4-BE49-F238E27FC236}">
                <a16:creationId xmlns:a16="http://schemas.microsoft.com/office/drawing/2014/main" id="{78C178C4-B002-4308-B687-0CD9EA4BA9BC}"/>
              </a:ext>
            </a:extLst>
          </p:cNvPr>
          <p:cNvSpPr>
            <a:spLocks noGrp="1"/>
          </p:cNvSpPr>
          <p:nvPr/>
        </p:nvSpPr>
        <p:spPr>
          <a:xfrm>
            <a:off x="5360854" y="5989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9" name="02_predicted_pose_4568">
            <a:extLst>
              <a:ext uri="{FF2B5EF4-FFF2-40B4-BE49-F238E27FC236}">
                <a16:creationId xmlns:a16="http://schemas.microsoft.com/office/drawing/2014/main" id="{26387368-2F29-476A-AC8A-5AFF025EBFB6}"/>
              </a:ext>
            </a:extLst>
          </p:cNvPr>
          <p:cNvSpPr>
            <a:spLocks noGrp="1"/>
          </p:cNvSpPr>
          <p:nvPr/>
        </p:nvSpPr>
        <p:spPr>
          <a:xfrm>
            <a:off x="5459296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0" name="02_predicted_pose_4569">
            <a:extLst>
              <a:ext uri="{FF2B5EF4-FFF2-40B4-BE49-F238E27FC236}">
                <a16:creationId xmlns:a16="http://schemas.microsoft.com/office/drawing/2014/main" id="{763D30A2-3633-4EC8-B038-4079DCA1CE24}"/>
              </a:ext>
            </a:extLst>
          </p:cNvPr>
          <p:cNvSpPr>
            <a:spLocks noGrp="1"/>
          </p:cNvSpPr>
          <p:nvPr/>
        </p:nvSpPr>
        <p:spPr>
          <a:xfrm>
            <a:off x="5557736" y="6026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1" name="02_predicted_pose_4570">
            <a:extLst>
              <a:ext uri="{FF2B5EF4-FFF2-40B4-BE49-F238E27FC236}">
                <a16:creationId xmlns:a16="http://schemas.microsoft.com/office/drawing/2014/main" id="{3FD1927E-3BC0-47DC-82DD-AE7E2D2FE72C}"/>
              </a:ext>
            </a:extLst>
          </p:cNvPr>
          <p:cNvSpPr>
            <a:spLocks noGrp="1"/>
          </p:cNvSpPr>
          <p:nvPr/>
        </p:nvSpPr>
        <p:spPr>
          <a:xfrm>
            <a:off x="5292675" y="5933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2" name="02_predicted_pose_4571">
            <a:extLst>
              <a:ext uri="{FF2B5EF4-FFF2-40B4-BE49-F238E27FC236}">
                <a16:creationId xmlns:a16="http://schemas.microsoft.com/office/drawing/2014/main" id="{87B4D4CB-FBB6-4628-879B-55AD76052593}"/>
              </a:ext>
            </a:extLst>
          </p:cNvPr>
          <p:cNvSpPr>
            <a:spLocks noGrp="1"/>
          </p:cNvSpPr>
          <p:nvPr/>
        </p:nvSpPr>
        <p:spPr>
          <a:xfrm>
            <a:off x="5391116" y="59360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3" name="02_predicted_pose_4572">
            <a:extLst>
              <a:ext uri="{FF2B5EF4-FFF2-40B4-BE49-F238E27FC236}">
                <a16:creationId xmlns:a16="http://schemas.microsoft.com/office/drawing/2014/main" id="{220D271B-B980-4DFA-A21F-62567E7AA9BA}"/>
              </a:ext>
            </a:extLst>
          </p:cNvPr>
          <p:cNvSpPr>
            <a:spLocks noGrp="1"/>
          </p:cNvSpPr>
          <p:nvPr/>
        </p:nvSpPr>
        <p:spPr>
          <a:xfrm>
            <a:off x="5489557" y="60091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4" name="02_predicted_pose_4573">
            <a:extLst>
              <a:ext uri="{FF2B5EF4-FFF2-40B4-BE49-F238E27FC236}">
                <a16:creationId xmlns:a16="http://schemas.microsoft.com/office/drawing/2014/main" id="{B83DD45F-0C8C-4AC2-ADEB-6B7E48873488}"/>
              </a:ext>
            </a:extLst>
          </p:cNvPr>
          <p:cNvSpPr>
            <a:spLocks noGrp="1"/>
          </p:cNvSpPr>
          <p:nvPr/>
        </p:nvSpPr>
        <p:spPr>
          <a:xfrm>
            <a:off x="5587998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5" name="02_predicted_pose_4574">
            <a:extLst>
              <a:ext uri="{FF2B5EF4-FFF2-40B4-BE49-F238E27FC236}">
                <a16:creationId xmlns:a16="http://schemas.microsoft.com/office/drawing/2014/main" id="{8BF76FCB-F4D2-4189-A695-376EF71457A6}"/>
              </a:ext>
            </a:extLst>
          </p:cNvPr>
          <p:cNvSpPr>
            <a:spLocks noGrp="1"/>
          </p:cNvSpPr>
          <p:nvPr/>
        </p:nvSpPr>
        <p:spPr>
          <a:xfrm>
            <a:off x="5322936" y="5882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6" name="02_predicted_pose_4575">
            <a:extLst>
              <a:ext uri="{FF2B5EF4-FFF2-40B4-BE49-F238E27FC236}">
                <a16:creationId xmlns:a16="http://schemas.microsoft.com/office/drawing/2014/main" id="{FA475BF7-9A26-4EB5-8CF3-3BB9E7DB818B}"/>
              </a:ext>
            </a:extLst>
          </p:cNvPr>
          <p:cNvSpPr>
            <a:spLocks noGrp="1"/>
          </p:cNvSpPr>
          <p:nvPr/>
        </p:nvSpPr>
        <p:spPr>
          <a:xfrm>
            <a:off x="5421378" y="60444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7" name="02_predicted_pose_4576">
            <a:extLst>
              <a:ext uri="{FF2B5EF4-FFF2-40B4-BE49-F238E27FC236}">
                <a16:creationId xmlns:a16="http://schemas.microsoft.com/office/drawing/2014/main" id="{DDF5BA76-B668-4F25-9BA3-8534F5A09D55}"/>
              </a:ext>
            </a:extLst>
          </p:cNvPr>
          <p:cNvSpPr>
            <a:spLocks noGrp="1"/>
          </p:cNvSpPr>
          <p:nvPr/>
        </p:nvSpPr>
        <p:spPr>
          <a:xfrm>
            <a:off x="5519819" y="6072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8" name="02_predicted_pose_4577">
            <a:extLst>
              <a:ext uri="{FF2B5EF4-FFF2-40B4-BE49-F238E27FC236}">
                <a16:creationId xmlns:a16="http://schemas.microsoft.com/office/drawing/2014/main" id="{BF64EAED-9371-4795-963F-6D7DA9F9F98D}"/>
              </a:ext>
            </a:extLst>
          </p:cNvPr>
          <p:cNvSpPr>
            <a:spLocks noGrp="1"/>
          </p:cNvSpPr>
          <p:nvPr/>
        </p:nvSpPr>
        <p:spPr>
          <a:xfrm>
            <a:off x="5375439" y="59151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9" name="02_predicted_pose_4578">
            <a:extLst>
              <a:ext uri="{FF2B5EF4-FFF2-40B4-BE49-F238E27FC236}">
                <a16:creationId xmlns:a16="http://schemas.microsoft.com/office/drawing/2014/main" id="{B20491C3-4CF2-47D0-AE64-865AD4829C5A}"/>
              </a:ext>
            </a:extLst>
          </p:cNvPr>
          <p:cNvSpPr>
            <a:spLocks noGrp="1"/>
          </p:cNvSpPr>
          <p:nvPr/>
        </p:nvSpPr>
        <p:spPr>
          <a:xfrm>
            <a:off x="5473879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0" name="02_predicted_pose_4579">
            <a:extLst>
              <a:ext uri="{FF2B5EF4-FFF2-40B4-BE49-F238E27FC236}">
                <a16:creationId xmlns:a16="http://schemas.microsoft.com/office/drawing/2014/main" id="{34AE034F-8348-49E1-8978-C6BF54E41C87}"/>
              </a:ext>
            </a:extLst>
          </p:cNvPr>
          <p:cNvSpPr>
            <a:spLocks noGrp="1"/>
          </p:cNvSpPr>
          <p:nvPr/>
        </p:nvSpPr>
        <p:spPr>
          <a:xfrm>
            <a:off x="5572320" y="6008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1" name="02_predicted_pose_4580">
            <a:extLst>
              <a:ext uri="{FF2B5EF4-FFF2-40B4-BE49-F238E27FC236}">
                <a16:creationId xmlns:a16="http://schemas.microsoft.com/office/drawing/2014/main" id="{56AF001C-3B61-4392-B132-F119E7B8D83E}"/>
              </a:ext>
            </a:extLst>
          </p:cNvPr>
          <p:cNvSpPr>
            <a:spLocks noGrp="1"/>
          </p:cNvSpPr>
          <p:nvPr/>
        </p:nvSpPr>
        <p:spPr>
          <a:xfrm>
            <a:off x="5307258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2" name="02_predicted_pose_4581">
            <a:extLst>
              <a:ext uri="{FF2B5EF4-FFF2-40B4-BE49-F238E27FC236}">
                <a16:creationId xmlns:a16="http://schemas.microsoft.com/office/drawing/2014/main" id="{E53E09EF-DB9A-44F5-836C-339719A3094C}"/>
              </a:ext>
            </a:extLst>
          </p:cNvPr>
          <p:cNvSpPr>
            <a:spLocks noGrp="1"/>
          </p:cNvSpPr>
          <p:nvPr/>
        </p:nvSpPr>
        <p:spPr>
          <a:xfrm>
            <a:off x="5405700" y="5989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3" name="02_predicted_pose_4582">
            <a:extLst>
              <a:ext uri="{FF2B5EF4-FFF2-40B4-BE49-F238E27FC236}">
                <a16:creationId xmlns:a16="http://schemas.microsoft.com/office/drawing/2014/main" id="{648895F1-5734-4502-85BF-A653F48E2230}"/>
              </a:ext>
            </a:extLst>
          </p:cNvPr>
          <p:cNvSpPr>
            <a:spLocks noGrp="1"/>
          </p:cNvSpPr>
          <p:nvPr/>
        </p:nvSpPr>
        <p:spPr>
          <a:xfrm>
            <a:off x="5504141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4" name="02_predicted_pose_4583">
            <a:extLst>
              <a:ext uri="{FF2B5EF4-FFF2-40B4-BE49-F238E27FC236}">
                <a16:creationId xmlns:a16="http://schemas.microsoft.com/office/drawing/2014/main" id="{9106D745-90C9-4498-9AEF-6E519E07DFDD}"/>
              </a:ext>
            </a:extLst>
          </p:cNvPr>
          <p:cNvSpPr>
            <a:spLocks noGrp="1"/>
          </p:cNvSpPr>
          <p:nvPr/>
        </p:nvSpPr>
        <p:spPr>
          <a:xfrm>
            <a:off x="5239079" y="5913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5" name="02_predicted_pose_4584">
            <a:extLst>
              <a:ext uri="{FF2B5EF4-FFF2-40B4-BE49-F238E27FC236}">
                <a16:creationId xmlns:a16="http://schemas.microsoft.com/office/drawing/2014/main" id="{64D0A328-B954-4982-8496-2DBA022FACCD}"/>
              </a:ext>
            </a:extLst>
          </p:cNvPr>
          <p:cNvSpPr>
            <a:spLocks noGrp="1"/>
          </p:cNvSpPr>
          <p:nvPr/>
        </p:nvSpPr>
        <p:spPr>
          <a:xfrm>
            <a:off x="5337521" y="6061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6" name="02_predicted_pose_4585">
            <a:extLst>
              <a:ext uri="{FF2B5EF4-FFF2-40B4-BE49-F238E27FC236}">
                <a16:creationId xmlns:a16="http://schemas.microsoft.com/office/drawing/2014/main" id="{10E5C0E8-F583-4A0C-BB1E-60AE84730370}"/>
              </a:ext>
            </a:extLst>
          </p:cNvPr>
          <p:cNvSpPr>
            <a:spLocks noGrp="1"/>
          </p:cNvSpPr>
          <p:nvPr/>
        </p:nvSpPr>
        <p:spPr>
          <a:xfrm>
            <a:off x="5435962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7" name="02_predicted_pose_4586">
            <a:extLst>
              <a:ext uri="{FF2B5EF4-FFF2-40B4-BE49-F238E27FC236}">
                <a16:creationId xmlns:a16="http://schemas.microsoft.com/office/drawing/2014/main" id="{D3413A45-2F4C-4620-A1DE-F57E69076202}"/>
              </a:ext>
            </a:extLst>
          </p:cNvPr>
          <p:cNvSpPr>
            <a:spLocks noGrp="1"/>
          </p:cNvSpPr>
          <p:nvPr/>
        </p:nvSpPr>
        <p:spPr>
          <a:xfrm>
            <a:off x="5534402" y="5886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8" name="02_predicted_pose_4587">
            <a:extLst>
              <a:ext uri="{FF2B5EF4-FFF2-40B4-BE49-F238E27FC236}">
                <a16:creationId xmlns:a16="http://schemas.microsoft.com/office/drawing/2014/main" id="{D7EE46EA-36BF-463D-98D5-5A73FE83435E}"/>
              </a:ext>
            </a:extLst>
          </p:cNvPr>
          <p:cNvSpPr>
            <a:spLocks noGrp="1"/>
          </p:cNvSpPr>
          <p:nvPr/>
        </p:nvSpPr>
        <p:spPr>
          <a:xfrm>
            <a:off x="5390022" y="5978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9" name="02_predicted_pose_4588">
            <a:extLst>
              <a:ext uri="{FF2B5EF4-FFF2-40B4-BE49-F238E27FC236}">
                <a16:creationId xmlns:a16="http://schemas.microsoft.com/office/drawing/2014/main" id="{E7BD2220-762C-47C6-A5F8-DD4EE557BED2}"/>
              </a:ext>
            </a:extLst>
          </p:cNvPr>
          <p:cNvSpPr>
            <a:spLocks noGrp="1"/>
          </p:cNvSpPr>
          <p:nvPr/>
        </p:nvSpPr>
        <p:spPr>
          <a:xfrm>
            <a:off x="5488463" y="60105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0" name="02_predicted_pose_4589">
            <a:extLst>
              <a:ext uri="{FF2B5EF4-FFF2-40B4-BE49-F238E27FC236}">
                <a16:creationId xmlns:a16="http://schemas.microsoft.com/office/drawing/2014/main" id="{16A6BED3-8799-43B4-86A9-51E28CFB7680}"/>
              </a:ext>
            </a:extLst>
          </p:cNvPr>
          <p:cNvSpPr>
            <a:spLocks noGrp="1"/>
          </p:cNvSpPr>
          <p:nvPr/>
        </p:nvSpPr>
        <p:spPr>
          <a:xfrm>
            <a:off x="5586905" y="59883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1" name="02_predicted_pose_4590">
            <a:extLst>
              <a:ext uri="{FF2B5EF4-FFF2-40B4-BE49-F238E27FC236}">
                <a16:creationId xmlns:a16="http://schemas.microsoft.com/office/drawing/2014/main" id="{61DB0F30-5959-4F26-BE15-D994E51C0C07}"/>
              </a:ext>
            </a:extLst>
          </p:cNvPr>
          <p:cNvSpPr>
            <a:spLocks noGrp="1"/>
          </p:cNvSpPr>
          <p:nvPr/>
        </p:nvSpPr>
        <p:spPr>
          <a:xfrm>
            <a:off x="5321843" y="58964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2" name="02_predicted_pose_4591">
            <a:extLst>
              <a:ext uri="{FF2B5EF4-FFF2-40B4-BE49-F238E27FC236}">
                <a16:creationId xmlns:a16="http://schemas.microsoft.com/office/drawing/2014/main" id="{6FD7A6B3-8316-427F-8682-E2D6E57B1A58}"/>
              </a:ext>
            </a:extLst>
          </p:cNvPr>
          <p:cNvSpPr>
            <a:spLocks noGrp="1"/>
          </p:cNvSpPr>
          <p:nvPr/>
        </p:nvSpPr>
        <p:spPr>
          <a:xfrm>
            <a:off x="5420284" y="61120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3" name="02_predicted_pose_4592">
            <a:extLst>
              <a:ext uri="{FF2B5EF4-FFF2-40B4-BE49-F238E27FC236}">
                <a16:creationId xmlns:a16="http://schemas.microsoft.com/office/drawing/2014/main" id="{840D6AF2-9D91-4510-A68B-0FC5419FEC97}"/>
              </a:ext>
            </a:extLst>
          </p:cNvPr>
          <p:cNvSpPr>
            <a:spLocks noGrp="1"/>
          </p:cNvSpPr>
          <p:nvPr/>
        </p:nvSpPr>
        <p:spPr>
          <a:xfrm>
            <a:off x="5518724" y="587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4" name="02_predicted_pose_4593">
            <a:extLst>
              <a:ext uri="{FF2B5EF4-FFF2-40B4-BE49-F238E27FC236}">
                <a16:creationId xmlns:a16="http://schemas.microsoft.com/office/drawing/2014/main" id="{D8F47577-66C7-42D6-B387-AD2B3D55EC62}"/>
              </a:ext>
            </a:extLst>
          </p:cNvPr>
          <p:cNvSpPr>
            <a:spLocks noGrp="1"/>
          </p:cNvSpPr>
          <p:nvPr/>
        </p:nvSpPr>
        <p:spPr>
          <a:xfrm>
            <a:off x="5253663" y="5985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5" name="02_predicted_pose_4594">
            <a:extLst>
              <a:ext uri="{FF2B5EF4-FFF2-40B4-BE49-F238E27FC236}">
                <a16:creationId xmlns:a16="http://schemas.microsoft.com/office/drawing/2014/main" id="{892393B5-66DF-4A39-A614-3B83135B6A17}"/>
              </a:ext>
            </a:extLst>
          </p:cNvPr>
          <p:cNvSpPr>
            <a:spLocks noGrp="1"/>
          </p:cNvSpPr>
          <p:nvPr/>
        </p:nvSpPr>
        <p:spPr>
          <a:xfrm>
            <a:off x="5352104" y="6081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6" name="02_predicted_pose_4595">
            <a:extLst>
              <a:ext uri="{FF2B5EF4-FFF2-40B4-BE49-F238E27FC236}">
                <a16:creationId xmlns:a16="http://schemas.microsoft.com/office/drawing/2014/main" id="{E9317664-ACD7-4110-B61F-657D3C0DDCBB}"/>
              </a:ext>
            </a:extLst>
          </p:cNvPr>
          <p:cNvSpPr>
            <a:spLocks noGrp="1"/>
          </p:cNvSpPr>
          <p:nvPr/>
        </p:nvSpPr>
        <p:spPr>
          <a:xfrm>
            <a:off x="5450545" y="60414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7" name="02_predicted_pose_4596">
            <a:extLst>
              <a:ext uri="{FF2B5EF4-FFF2-40B4-BE49-F238E27FC236}">
                <a16:creationId xmlns:a16="http://schemas.microsoft.com/office/drawing/2014/main" id="{19C83D5C-EC92-4421-BFDE-82E65C3988B7}"/>
              </a:ext>
            </a:extLst>
          </p:cNvPr>
          <p:cNvSpPr>
            <a:spLocks noGrp="1"/>
          </p:cNvSpPr>
          <p:nvPr/>
        </p:nvSpPr>
        <p:spPr>
          <a:xfrm>
            <a:off x="5548986" y="6117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8" name="02_predicted_pose_4597">
            <a:extLst>
              <a:ext uri="{FF2B5EF4-FFF2-40B4-BE49-F238E27FC236}">
                <a16:creationId xmlns:a16="http://schemas.microsoft.com/office/drawing/2014/main" id="{1CAB4345-998F-45F1-971C-ABABF02A503B}"/>
              </a:ext>
            </a:extLst>
          </p:cNvPr>
          <p:cNvSpPr>
            <a:spLocks noGrp="1"/>
          </p:cNvSpPr>
          <p:nvPr/>
        </p:nvSpPr>
        <p:spPr>
          <a:xfrm>
            <a:off x="5404606" y="5920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9" name="02_predicted_pose_4598">
            <a:extLst>
              <a:ext uri="{FF2B5EF4-FFF2-40B4-BE49-F238E27FC236}">
                <a16:creationId xmlns:a16="http://schemas.microsoft.com/office/drawing/2014/main" id="{2DEB5303-E4F6-479E-B6A8-89D70425A577}"/>
              </a:ext>
            </a:extLst>
          </p:cNvPr>
          <p:cNvSpPr>
            <a:spLocks noGrp="1"/>
          </p:cNvSpPr>
          <p:nvPr/>
        </p:nvSpPr>
        <p:spPr>
          <a:xfrm>
            <a:off x="5503048" y="59167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0" name="02_predicted_pose_4599">
            <a:extLst>
              <a:ext uri="{FF2B5EF4-FFF2-40B4-BE49-F238E27FC236}">
                <a16:creationId xmlns:a16="http://schemas.microsoft.com/office/drawing/2014/main" id="{54096DEC-FB6F-4EAF-BF1E-2A3868F71475}"/>
              </a:ext>
            </a:extLst>
          </p:cNvPr>
          <p:cNvSpPr>
            <a:spLocks noGrp="1"/>
          </p:cNvSpPr>
          <p:nvPr/>
        </p:nvSpPr>
        <p:spPr>
          <a:xfrm>
            <a:off x="5237986" y="597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1" name="02_predicted_pose_4600">
            <a:extLst>
              <a:ext uri="{FF2B5EF4-FFF2-40B4-BE49-F238E27FC236}">
                <a16:creationId xmlns:a16="http://schemas.microsoft.com/office/drawing/2014/main" id="{46256D01-C76F-44DB-9B31-B95C48217D50}"/>
              </a:ext>
            </a:extLst>
          </p:cNvPr>
          <p:cNvSpPr>
            <a:spLocks noGrp="1"/>
          </p:cNvSpPr>
          <p:nvPr/>
        </p:nvSpPr>
        <p:spPr>
          <a:xfrm>
            <a:off x="5336427" y="5941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2" name="02_predicted_pose_4601">
            <a:extLst>
              <a:ext uri="{FF2B5EF4-FFF2-40B4-BE49-F238E27FC236}">
                <a16:creationId xmlns:a16="http://schemas.microsoft.com/office/drawing/2014/main" id="{D323C373-0D3D-45E5-B598-0C8229A350FF}"/>
              </a:ext>
            </a:extLst>
          </p:cNvPr>
          <p:cNvSpPr>
            <a:spLocks noGrp="1"/>
          </p:cNvSpPr>
          <p:nvPr/>
        </p:nvSpPr>
        <p:spPr>
          <a:xfrm>
            <a:off x="5434867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3" name="02_predicted_pose_4602">
            <a:extLst>
              <a:ext uri="{FF2B5EF4-FFF2-40B4-BE49-F238E27FC236}">
                <a16:creationId xmlns:a16="http://schemas.microsoft.com/office/drawing/2014/main" id="{4651E653-35AE-4A3D-8EB8-6F474D9044CF}"/>
              </a:ext>
            </a:extLst>
          </p:cNvPr>
          <p:cNvSpPr>
            <a:spLocks noGrp="1"/>
          </p:cNvSpPr>
          <p:nvPr/>
        </p:nvSpPr>
        <p:spPr>
          <a:xfrm>
            <a:off x="5533309" y="60990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4" name="02_predicted_pose_4603">
            <a:extLst>
              <a:ext uri="{FF2B5EF4-FFF2-40B4-BE49-F238E27FC236}">
                <a16:creationId xmlns:a16="http://schemas.microsoft.com/office/drawing/2014/main" id="{BFD593F1-AA49-4F0D-A184-367FD71B22DC}"/>
              </a:ext>
            </a:extLst>
          </p:cNvPr>
          <p:cNvSpPr>
            <a:spLocks noGrp="1"/>
          </p:cNvSpPr>
          <p:nvPr/>
        </p:nvSpPr>
        <p:spPr>
          <a:xfrm>
            <a:off x="5268247" y="5864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5" name="02_predicted_pose_4604">
            <a:extLst>
              <a:ext uri="{FF2B5EF4-FFF2-40B4-BE49-F238E27FC236}">
                <a16:creationId xmlns:a16="http://schemas.microsoft.com/office/drawing/2014/main" id="{F19E4E72-FF32-4BC1-9CB1-07F33BC87624}"/>
              </a:ext>
            </a:extLst>
          </p:cNvPr>
          <p:cNvSpPr>
            <a:spLocks noGrp="1"/>
          </p:cNvSpPr>
          <p:nvPr/>
        </p:nvSpPr>
        <p:spPr>
          <a:xfrm>
            <a:off x="5366688" y="60742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6" name="02_predicted_pose_4605">
            <a:extLst>
              <a:ext uri="{FF2B5EF4-FFF2-40B4-BE49-F238E27FC236}">
                <a16:creationId xmlns:a16="http://schemas.microsoft.com/office/drawing/2014/main" id="{D49FA961-F5A9-4789-ADEB-B2A8C3B24813}"/>
              </a:ext>
            </a:extLst>
          </p:cNvPr>
          <p:cNvSpPr>
            <a:spLocks noGrp="1"/>
          </p:cNvSpPr>
          <p:nvPr/>
        </p:nvSpPr>
        <p:spPr>
          <a:xfrm>
            <a:off x="5465129" y="59473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7" name="02_predicted_pose_4606">
            <a:extLst>
              <a:ext uri="{FF2B5EF4-FFF2-40B4-BE49-F238E27FC236}">
                <a16:creationId xmlns:a16="http://schemas.microsoft.com/office/drawing/2014/main" id="{14D3832E-CD49-4361-8AD2-F52EB031C66A}"/>
              </a:ext>
            </a:extLst>
          </p:cNvPr>
          <p:cNvSpPr>
            <a:spLocks noGrp="1"/>
          </p:cNvSpPr>
          <p:nvPr/>
        </p:nvSpPr>
        <p:spPr>
          <a:xfrm>
            <a:off x="5563570" y="58599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8" name="02_predicted_pose_4607">
            <a:extLst>
              <a:ext uri="{FF2B5EF4-FFF2-40B4-BE49-F238E27FC236}">
                <a16:creationId xmlns:a16="http://schemas.microsoft.com/office/drawing/2014/main" id="{B6A83FFE-DEFE-4B63-AA5A-16CBF72795D6}"/>
              </a:ext>
            </a:extLst>
          </p:cNvPr>
          <p:cNvSpPr>
            <a:spLocks noGrp="1"/>
          </p:cNvSpPr>
          <p:nvPr/>
        </p:nvSpPr>
        <p:spPr>
          <a:xfrm>
            <a:off x="5419189" y="60682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9" name="02_predicted_pose_4608">
            <a:extLst>
              <a:ext uri="{FF2B5EF4-FFF2-40B4-BE49-F238E27FC236}">
                <a16:creationId xmlns:a16="http://schemas.microsoft.com/office/drawing/2014/main" id="{1E998A6B-C9A3-400E-974F-E0818248E5FB}"/>
              </a:ext>
            </a:extLst>
          </p:cNvPr>
          <p:cNvSpPr>
            <a:spLocks noGrp="1"/>
          </p:cNvSpPr>
          <p:nvPr/>
        </p:nvSpPr>
        <p:spPr>
          <a:xfrm>
            <a:off x="5517631" y="59895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0" name="02_predicted_pose_4609">
            <a:extLst>
              <a:ext uri="{FF2B5EF4-FFF2-40B4-BE49-F238E27FC236}">
                <a16:creationId xmlns:a16="http://schemas.microsoft.com/office/drawing/2014/main" id="{43BAA83C-ED2E-4D95-93CD-7B264C265A5F}"/>
              </a:ext>
            </a:extLst>
          </p:cNvPr>
          <p:cNvSpPr>
            <a:spLocks noGrp="1"/>
          </p:cNvSpPr>
          <p:nvPr/>
        </p:nvSpPr>
        <p:spPr>
          <a:xfrm>
            <a:off x="5252570" y="61068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1" name="02_predicted_pose_4610">
            <a:extLst>
              <a:ext uri="{FF2B5EF4-FFF2-40B4-BE49-F238E27FC236}">
                <a16:creationId xmlns:a16="http://schemas.microsoft.com/office/drawing/2014/main" id="{0CF400FD-D9D8-454C-B358-F1A713548832}"/>
              </a:ext>
            </a:extLst>
          </p:cNvPr>
          <p:cNvSpPr>
            <a:spLocks noGrp="1"/>
          </p:cNvSpPr>
          <p:nvPr/>
        </p:nvSpPr>
        <p:spPr>
          <a:xfrm>
            <a:off x="5351010" y="6087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2" name="02_predicted_pose_4611">
            <a:extLst>
              <a:ext uri="{FF2B5EF4-FFF2-40B4-BE49-F238E27FC236}">
                <a16:creationId xmlns:a16="http://schemas.microsoft.com/office/drawing/2014/main" id="{A8FCCB3E-71DB-479C-A609-2C3761989C75}"/>
              </a:ext>
            </a:extLst>
          </p:cNvPr>
          <p:cNvSpPr>
            <a:spLocks noGrp="1"/>
          </p:cNvSpPr>
          <p:nvPr/>
        </p:nvSpPr>
        <p:spPr>
          <a:xfrm>
            <a:off x="5449451" y="59670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3" name="02_predicted_pose_4612">
            <a:extLst>
              <a:ext uri="{FF2B5EF4-FFF2-40B4-BE49-F238E27FC236}">
                <a16:creationId xmlns:a16="http://schemas.microsoft.com/office/drawing/2014/main" id="{86F7A282-5596-47CD-92F1-E1FA5C7888C8}"/>
              </a:ext>
            </a:extLst>
          </p:cNvPr>
          <p:cNvSpPr>
            <a:spLocks noGrp="1"/>
          </p:cNvSpPr>
          <p:nvPr/>
        </p:nvSpPr>
        <p:spPr>
          <a:xfrm>
            <a:off x="5547893" y="59440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4" name="02_predicted_pose_4613">
            <a:extLst>
              <a:ext uri="{FF2B5EF4-FFF2-40B4-BE49-F238E27FC236}">
                <a16:creationId xmlns:a16="http://schemas.microsoft.com/office/drawing/2014/main" id="{576CBD4D-7E21-44C8-A77E-17908217135C}"/>
              </a:ext>
            </a:extLst>
          </p:cNvPr>
          <p:cNvSpPr>
            <a:spLocks noGrp="1"/>
          </p:cNvSpPr>
          <p:nvPr/>
        </p:nvSpPr>
        <p:spPr>
          <a:xfrm>
            <a:off x="5282831" y="6121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5" name="02_predicted_pose_4614">
            <a:extLst>
              <a:ext uri="{FF2B5EF4-FFF2-40B4-BE49-F238E27FC236}">
                <a16:creationId xmlns:a16="http://schemas.microsoft.com/office/drawing/2014/main" id="{596ACB93-17B6-40CE-A274-570AD93397FC}"/>
              </a:ext>
            </a:extLst>
          </p:cNvPr>
          <p:cNvSpPr>
            <a:spLocks noGrp="1"/>
          </p:cNvSpPr>
          <p:nvPr/>
        </p:nvSpPr>
        <p:spPr>
          <a:xfrm>
            <a:off x="5381272" y="60736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6" name="02_predicted_pose_4615">
            <a:extLst>
              <a:ext uri="{FF2B5EF4-FFF2-40B4-BE49-F238E27FC236}">
                <a16:creationId xmlns:a16="http://schemas.microsoft.com/office/drawing/2014/main" id="{71CC0FA8-45D6-4C80-B508-D23147D7A2C7}"/>
              </a:ext>
            </a:extLst>
          </p:cNvPr>
          <p:cNvSpPr>
            <a:spLocks noGrp="1"/>
          </p:cNvSpPr>
          <p:nvPr/>
        </p:nvSpPr>
        <p:spPr>
          <a:xfrm>
            <a:off x="5479713" y="59263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7" name="02_predicted_pose_4616">
            <a:extLst>
              <a:ext uri="{FF2B5EF4-FFF2-40B4-BE49-F238E27FC236}">
                <a16:creationId xmlns:a16="http://schemas.microsoft.com/office/drawing/2014/main" id="{197ED5EB-CFF8-4D62-A464-EFDC60E9A39C}"/>
              </a:ext>
            </a:extLst>
          </p:cNvPr>
          <p:cNvSpPr>
            <a:spLocks noGrp="1"/>
          </p:cNvSpPr>
          <p:nvPr/>
        </p:nvSpPr>
        <p:spPr>
          <a:xfrm>
            <a:off x="5578154" y="61926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8" name="02_predicted_pose_4617">
            <a:extLst>
              <a:ext uri="{FF2B5EF4-FFF2-40B4-BE49-F238E27FC236}">
                <a16:creationId xmlns:a16="http://schemas.microsoft.com/office/drawing/2014/main" id="{E26A3172-FC4D-4C60-8E1A-5DD2CBCAF48D}"/>
              </a:ext>
            </a:extLst>
          </p:cNvPr>
          <p:cNvSpPr>
            <a:spLocks noGrp="1"/>
          </p:cNvSpPr>
          <p:nvPr/>
        </p:nvSpPr>
        <p:spPr>
          <a:xfrm>
            <a:off x="5532215" y="5867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9" name="02_predicted_pose_4618">
            <a:extLst>
              <a:ext uri="{FF2B5EF4-FFF2-40B4-BE49-F238E27FC236}">
                <a16:creationId xmlns:a16="http://schemas.microsoft.com/office/drawing/2014/main" id="{BE22EDA4-8E1B-4E7A-AC19-7C2D2DBBC9B9}"/>
              </a:ext>
            </a:extLst>
          </p:cNvPr>
          <p:cNvSpPr>
            <a:spLocks noGrp="1"/>
          </p:cNvSpPr>
          <p:nvPr/>
        </p:nvSpPr>
        <p:spPr>
          <a:xfrm>
            <a:off x="5267153" y="60480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0" name="02_predicted_pose_4619">
            <a:extLst>
              <a:ext uri="{FF2B5EF4-FFF2-40B4-BE49-F238E27FC236}">
                <a16:creationId xmlns:a16="http://schemas.microsoft.com/office/drawing/2014/main" id="{86152146-4BA4-4D20-992E-7895F3744CCE}"/>
              </a:ext>
            </a:extLst>
          </p:cNvPr>
          <p:cNvSpPr>
            <a:spLocks noGrp="1"/>
          </p:cNvSpPr>
          <p:nvPr/>
        </p:nvSpPr>
        <p:spPr>
          <a:xfrm>
            <a:off x="5365594" y="5926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1" name="02_predicted_pose_4620">
            <a:extLst>
              <a:ext uri="{FF2B5EF4-FFF2-40B4-BE49-F238E27FC236}">
                <a16:creationId xmlns:a16="http://schemas.microsoft.com/office/drawing/2014/main" id="{AB49FF6A-043B-4FFA-A9C3-5738007FDE2A}"/>
              </a:ext>
            </a:extLst>
          </p:cNvPr>
          <p:cNvSpPr>
            <a:spLocks noGrp="1"/>
          </p:cNvSpPr>
          <p:nvPr/>
        </p:nvSpPr>
        <p:spPr>
          <a:xfrm>
            <a:off x="5464036" y="592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2" name="02_predicted_pose_4621">
            <a:extLst>
              <a:ext uri="{FF2B5EF4-FFF2-40B4-BE49-F238E27FC236}">
                <a16:creationId xmlns:a16="http://schemas.microsoft.com/office/drawing/2014/main" id="{F997F1FB-954F-4B9E-9286-DB6D5B017899}"/>
              </a:ext>
            </a:extLst>
          </p:cNvPr>
          <p:cNvSpPr>
            <a:spLocks noGrp="1"/>
          </p:cNvSpPr>
          <p:nvPr/>
        </p:nvSpPr>
        <p:spPr>
          <a:xfrm>
            <a:off x="5562476" y="5926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3" name="02_predicted_pose_4622">
            <a:extLst>
              <a:ext uri="{FF2B5EF4-FFF2-40B4-BE49-F238E27FC236}">
                <a16:creationId xmlns:a16="http://schemas.microsoft.com/office/drawing/2014/main" id="{C1D865AC-96A0-4DF9-A202-6BBBB4DE6E21}"/>
              </a:ext>
            </a:extLst>
          </p:cNvPr>
          <p:cNvSpPr>
            <a:spLocks noGrp="1"/>
          </p:cNvSpPr>
          <p:nvPr/>
        </p:nvSpPr>
        <p:spPr>
          <a:xfrm>
            <a:off x="5297415" y="59618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4" name="02_predicted_pose_4623">
            <a:extLst>
              <a:ext uri="{FF2B5EF4-FFF2-40B4-BE49-F238E27FC236}">
                <a16:creationId xmlns:a16="http://schemas.microsoft.com/office/drawing/2014/main" id="{BD3AB802-C7BE-4805-A69B-11DB297EBF6A}"/>
              </a:ext>
            </a:extLst>
          </p:cNvPr>
          <p:cNvSpPr>
            <a:spLocks noGrp="1"/>
          </p:cNvSpPr>
          <p:nvPr/>
        </p:nvSpPr>
        <p:spPr>
          <a:xfrm>
            <a:off x="5395855" y="5914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5" name="02_predicted_pose_4624">
            <a:extLst>
              <a:ext uri="{FF2B5EF4-FFF2-40B4-BE49-F238E27FC236}">
                <a16:creationId xmlns:a16="http://schemas.microsoft.com/office/drawing/2014/main" id="{DC89CC5B-B0EC-4FA8-A88F-F952EAEC0F73}"/>
              </a:ext>
            </a:extLst>
          </p:cNvPr>
          <p:cNvSpPr>
            <a:spLocks noGrp="1"/>
          </p:cNvSpPr>
          <p:nvPr/>
        </p:nvSpPr>
        <p:spPr>
          <a:xfrm>
            <a:off x="5494297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6" name="02_predicted_pose_4625">
            <a:extLst>
              <a:ext uri="{FF2B5EF4-FFF2-40B4-BE49-F238E27FC236}">
                <a16:creationId xmlns:a16="http://schemas.microsoft.com/office/drawing/2014/main" id="{D1860D0A-998F-47C3-A079-41122235AE90}"/>
              </a:ext>
            </a:extLst>
          </p:cNvPr>
          <p:cNvSpPr>
            <a:spLocks noGrp="1"/>
          </p:cNvSpPr>
          <p:nvPr/>
        </p:nvSpPr>
        <p:spPr>
          <a:xfrm>
            <a:off x="5229235" y="59077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7" name="02_predicted_pose_4626">
            <a:extLst>
              <a:ext uri="{FF2B5EF4-FFF2-40B4-BE49-F238E27FC236}">
                <a16:creationId xmlns:a16="http://schemas.microsoft.com/office/drawing/2014/main" id="{0471BFC1-0563-433C-A8AD-B2C8EB422542}"/>
              </a:ext>
            </a:extLst>
          </p:cNvPr>
          <p:cNvSpPr>
            <a:spLocks noGrp="1"/>
          </p:cNvSpPr>
          <p:nvPr/>
        </p:nvSpPr>
        <p:spPr>
          <a:xfrm>
            <a:off x="5448358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8" name="02_predicted_pose_4627">
            <a:extLst>
              <a:ext uri="{FF2B5EF4-FFF2-40B4-BE49-F238E27FC236}">
                <a16:creationId xmlns:a16="http://schemas.microsoft.com/office/drawing/2014/main" id="{16B8D71D-8F88-4FFC-A12E-D5F9D8B7CEA6}"/>
              </a:ext>
            </a:extLst>
          </p:cNvPr>
          <p:cNvSpPr>
            <a:spLocks noGrp="1"/>
          </p:cNvSpPr>
          <p:nvPr/>
        </p:nvSpPr>
        <p:spPr>
          <a:xfrm>
            <a:off x="5546798" y="59619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9" name="02_predicted_pose_4628">
            <a:extLst>
              <a:ext uri="{FF2B5EF4-FFF2-40B4-BE49-F238E27FC236}">
                <a16:creationId xmlns:a16="http://schemas.microsoft.com/office/drawing/2014/main" id="{C9245C45-D1F1-48F7-A89E-8B7D558FC306}"/>
              </a:ext>
            </a:extLst>
          </p:cNvPr>
          <p:cNvSpPr>
            <a:spLocks noGrp="1"/>
          </p:cNvSpPr>
          <p:nvPr/>
        </p:nvSpPr>
        <p:spPr>
          <a:xfrm>
            <a:off x="5281737" y="6110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0" name="02_predicted_pose_4629">
            <a:extLst>
              <a:ext uri="{FF2B5EF4-FFF2-40B4-BE49-F238E27FC236}">
                <a16:creationId xmlns:a16="http://schemas.microsoft.com/office/drawing/2014/main" id="{EDBC11BF-456F-492F-ACB5-B3050F228557}"/>
              </a:ext>
            </a:extLst>
          </p:cNvPr>
          <p:cNvSpPr>
            <a:spLocks noGrp="1"/>
          </p:cNvSpPr>
          <p:nvPr/>
        </p:nvSpPr>
        <p:spPr>
          <a:xfrm>
            <a:off x="5380179" y="5950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1" name="02_predicted_pose_4630">
            <a:extLst>
              <a:ext uri="{FF2B5EF4-FFF2-40B4-BE49-F238E27FC236}">
                <a16:creationId xmlns:a16="http://schemas.microsoft.com/office/drawing/2014/main" id="{42E5162A-74E4-4861-86F3-B90A82BC6E90}"/>
              </a:ext>
            </a:extLst>
          </p:cNvPr>
          <p:cNvSpPr>
            <a:spLocks noGrp="1"/>
          </p:cNvSpPr>
          <p:nvPr/>
        </p:nvSpPr>
        <p:spPr>
          <a:xfrm>
            <a:off x="5478619" y="6056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2" name="02_predicted_pose_4631">
            <a:extLst>
              <a:ext uri="{FF2B5EF4-FFF2-40B4-BE49-F238E27FC236}">
                <a16:creationId xmlns:a16="http://schemas.microsoft.com/office/drawing/2014/main" id="{3EDD7CC3-CA27-4274-A8F0-DF07CE907E0E}"/>
              </a:ext>
            </a:extLst>
          </p:cNvPr>
          <p:cNvSpPr>
            <a:spLocks noGrp="1"/>
          </p:cNvSpPr>
          <p:nvPr/>
        </p:nvSpPr>
        <p:spPr>
          <a:xfrm>
            <a:off x="5577060" y="6100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3" name="02_predicted_pose_4632">
            <a:extLst>
              <a:ext uri="{FF2B5EF4-FFF2-40B4-BE49-F238E27FC236}">
                <a16:creationId xmlns:a16="http://schemas.microsoft.com/office/drawing/2014/main" id="{EE1002EF-D3F4-438A-9ADB-6C4B881F4D26}"/>
              </a:ext>
            </a:extLst>
          </p:cNvPr>
          <p:cNvSpPr>
            <a:spLocks noGrp="1"/>
          </p:cNvSpPr>
          <p:nvPr/>
        </p:nvSpPr>
        <p:spPr>
          <a:xfrm>
            <a:off x="5311998" y="5972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4" name="02_predicted_pose_4633">
            <a:extLst>
              <a:ext uri="{FF2B5EF4-FFF2-40B4-BE49-F238E27FC236}">
                <a16:creationId xmlns:a16="http://schemas.microsoft.com/office/drawing/2014/main" id="{B7FF1157-D50D-4066-B06E-5726BA1CFFEF}"/>
              </a:ext>
            </a:extLst>
          </p:cNvPr>
          <p:cNvSpPr>
            <a:spLocks noGrp="1"/>
          </p:cNvSpPr>
          <p:nvPr/>
        </p:nvSpPr>
        <p:spPr>
          <a:xfrm>
            <a:off x="5410440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5" name="02_predicted_pose_4634">
            <a:extLst>
              <a:ext uri="{FF2B5EF4-FFF2-40B4-BE49-F238E27FC236}">
                <a16:creationId xmlns:a16="http://schemas.microsoft.com/office/drawing/2014/main" id="{2BFA6269-6286-4F96-B59D-D79E70E66EAD}"/>
              </a:ext>
            </a:extLst>
          </p:cNvPr>
          <p:cNvSpPr>
            <a:spLocks noGrp="1"/>
          </p:cNvSpPr>
          <p:nvPr/>
        </p:nvSpPr>
        <p:spPr>
          <a:xfrm>
            <a:off x="5372521" y="60982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6" name="02_predicted_pose_4635">
            <a:extLst>
              <a:ext uri="{FF2B5EF4-FFF2-40B4-BE49-F238E27FC236}">
                <a16:creationId xmlns:a16="http://schemas.microsoft.com/office/drawing/2014/main" id="{E140F8F4-0C1F-400B-ACFA-52081BCC842B}"/>
              </a:ext>
            </a:extLst>
          </p:cNvPr>
          <p:cNvSpPr>
            <a:spLocks noGrp="1"/>
          </p:cNvSpPr>
          <p:nvPr/>
        </p:nvSpPr>
        <p:spPr>
          <a:xfrm>
            <a:off x="5387106" y="60455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7" name="02_predicted_pose_4636">
            <a:extLst>
              <a:ext uri="{FF2B5EF4-FFF2-40B4-BE49-F238E27FC236}">
                <a16:creationId xmlns:a16="http://schemas.microsoft.com/office/drawing/2014/main" id="{F28E74B6-8FA9-4A5E-BAB4-38A5824C9781}"/>
              </a:ext>
            </a:extLst>
          </p:cNvPr>
          <p:cNvSpPr>
            <a:spLocks noGrp="1"/>
          </p:cNvSpPr>
          <p:nvPr/>
        </p:nvSpPr>
        <p:spPr>
          <a:xfrm>
            <a:off x="5363772" y="5907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8" name="02_predicted_pose_4637">
            <a:extLst>
              <a:ext uri="{FF2B5EF4-FFF2-40B4-BE49-F238E27FC236}">
                <a16:creationId xmlns:a16="http://schemas.microsoft.com/office/drawing/2014/main" id="{5F9886DE-E853-432A-85BE-9CFB9BCEC151}"/>
              </a:ext>
            </a:extLst>
          </p:cNvPr>
          <p:cNvSpPr>
            <a:spLocks noGrp="1"/>
          </p:cNvSpPr>
          <p:nvPr/>
        </p:nvSpPr>
        <p:spPr>
          <a:xfrm>
            <a:off x="5392939" y="5865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9" name="02_predicted_pose_4638">
            <a:extLst>
              <a:ext uri="{FF2B5EF4-FFF2-40B4-BE49-F238E27FC236}">
                <a16:creationId xmlns:a16="http://schemas.microsoft.com/office/drawing/2014/main" id="{7CC79E73-5A07-403F-954C-0F8B5858F86B}"/>
              </a:ext>
            </a:extLst>
          </p:cNvPr>
          <p:cNvSpPr>
            <a:spLocks noGrp="1"/>
          </p:cNvSpPr>
          <p:nvPr/>
        </p:nvSpPr>
        <p:spPr>
          <a:xfrm>
            <a:off x="5422107" y="60021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0" name="02_predicted_pose_4639">
            <a:extLst>
              <a:ext uri="{FF2B5EF4-FFF2-40B4-BE49-F238E27FC236}">
                <a16:creationId xmlns:a16="http://schemas.microsoft.com/office/drawing/2014/main" id="{1C9ACF49-0DD2-48FD-8023-DEB07980D1EE}"/>
              </a:ext>
            </a:extLst>
          </p:cNvPr>
          <p:cNvSpPr>
            <a:spLocks noGrp="1"/>
          </p:cNvSpPr>
          <p:nvPr/>
        </p:nvSpPr>
        <p:spPr>
          <a:xfrm>
            <a:off x="5403513" y="60320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1" name="02_predicted_pose_4640">
            <a:extLst>
              <a:ext uri="{FF2B5EF4-FFF2-40B4-BE49-F238E27FC236}">
                <a16:creationId xmlns:a16="http://schemas.microsoft.com/office/drawing/2014/main" id="{7EB3BF5E-F0D0-45A4-B850-FAACE5BB3CB6}"/>
              </a:ext>
            </a:extLst>
          </p:cNvPr>
          <p:cNvSpPr>
            <a:spLocks noGrp="1"/>
          </p:cNvSpPr>
          <p:nvPr/>
        </p:nvSpPr>
        <p:spPr>
          <a:xfrm>
            <a:off x="5236892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2" name="02_predicted_pose_4641">
            <a:extLst>
              <a:ext uri="{FF2B5EF4-FFF2-40B4-BE49-F238E27FC236}">
                <a16:creationId xmlns:a16="http://schemas.microsoft.com/office/drawing/2014/main" id="{6FEAF442-C71D-4628-97DE-2FD442139B9B}"/>
              </a:ext>
            </a:extLst>
          </p:cNvPr>
          <p:cNvSpPr>
            <a:spLocks noGrp="1"/>
          </p:cNvSpPr>
          <p:nvPr/>
        </p:nvSpPr>
        <p:spPr>
          <a:xfrm>
            <a:off x="5433774" y="61043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3" name="02_predicted_pose_4642">
            <a:extLst>
              <a:ext uri="{FF2B5EF4-FFF2-40B4-BE49-F238E27FC236}">
                <a16:creationId xmlns:a16="http://schemas.microsoft.com/office/drawing/2014/main" id="{20EB4E9E-E02F-4F24-BF57-6781DB022058}"/>
              </a:ext>
            </a:extLst>
          </p:cNvPr>
          <p:cNvSpPr>
            <a:spLocks noGrp="1"/>
          </p:cNvSpPr>
          <p:nvPr/>
        </p:nvSpPr>
        <p:spPr>
          <a:xfrm>
            <a:off x="5267153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4" name="02_predicted_pose_4643">
            <a:extLst>
              <a:ext uri="{FF2B5EF4-FFF2-40B4-BE49-F238E27FC236}">
                <a16:creationId xmlns:a16="http://schemas.microsoft.com/office/drawing/2014/main" id="{4395998A-8235-4F31-B621-09A7E18215F7}"/>
              </a:ext>
            </a:extLst>
          </p:cNvPr>
          <p:cNvSpPr>
            <a:spLocks noGrp="1"/>
          </p:cNvSpPr>
          <p:nvPr/>
        </p:nvSpPr>
        <p:spPr>
          <a:xfrm>
            <a:off x="5412991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5" name="02_predicted_pose_4644">
            <a:extLst>
              <a:ext uri="{FF2B5EF4-FFF2-40B4-BE49-F238E27FC236}">
                <a16:creationId xmlns:a16="http://schemas.microsoft.com/office/drawing/2014/main" id="{63E71E37-8C63-4FDD-9FAB-1B04FA7A59C1}"/>
              </a:ext>
            </a:extLst>
          </p:cNvPr>
          <p:cNvSpPr>
            <a:spLocks noGrp="1"/>
          </p:cNvSpPr>
          <p:nvPr/>
        </p:nvSpPr>
        <p:spPr>
          <a:xfrm>
            <a:off x="5427576" y="5894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6" name="02_predicted_pose_4645">
            <a:extLst>
              <a:ext uri="{FF2B5EF4-FFF2-40B4-BE49-F238E27FC236}">
                <a16:creationId xmlns:a16="http://schemas.microsoft.com/office/drawing/2014/main" id="{A78EBCE8-6460-41BD-8EBA-54B0B3D50E8E}"/>
              </a:ext>
            </a:extLst>
          </p:cNvPr>
          <p:cNvSpPr>
            <a:spLocks noGrp="1"/>
          </p:cNvSpPr>
          <p:nvPr/>
        </p:nvSpPr>
        <p:spPr>
          <a:xfrm>
            <a:off x="5471327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7" name="02_predicted_pose_4646">
            <a:extLst>
              <a:ext uri="{FF2B5EF4-FFF2-40B4-BE49-F238E27FC236}">
                <a16:creationId xmlns:a16="http://schemas.microsoft.com/office/drawing/2014/main" id="{A3C2DA56-12C8-4093-B36F-7CCE9BDED178}"/>
              </a:ext>
            </a:extLst>
          </p:cNvPr>
          <p:cNvSpPr>
            <a:spLocks noGrp="1"/>
          </p:cNvSpPr>
          <p:nvPr/>
        </p:nvSpPr>
        <p:spPr>
          <a:xfrm>
            <a:off x="5485911" y="5787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8" name="02_predicted_pose_4647">
            <a:extLst>
              <a:ext uri="{FF2B5EF4-FFF2-40B4-BE49-F238E27FC236}">
                <a16:creationId xmlns:a16="http://schemas.microsoft.com/office/drawing/2014/main" id="{4F7FC5EF-62B2-4379-919E-57F6AD7F91FE}"/>
              </a:ext>
            </a:extLst>
          </p:cNvPr>
          <p:cNvSpPr>
            <a:spLocks noGrp="1"/>
          </p:cNvSpPr>
          <p:nvPr/>
        </p:nvSpPr>
        <p:spPr>
          <a:xfrm>
            <a:off x="5529662" y="5856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9" name="02_predicted_pose_4648">
            <a:extLst>
              <a:ext uri="{FF2B5EF4-FFF2-40B4-BE49-F238E27FC236}">
                <a16:creationId xmlns:a16="http://schemas.microsoft.com/office/drawing/2014/main" id="{932D22C1-6DE1-49A2-B779-22A94C56CA58}"/>
              </a:ext>
            </a:extLst>
          </p:cNvPr>
          <p:cNvSpPr>
            <a:spLocks noGrp="1"/>
          </p:cNvSpPr>
          <p:nvPr/>
        </p:nvSpPr>
        <p:spPr>
          <a:xfrm>
            <a:off x="5544247" y="617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0" name="02_predicted_pose_4649">
            <a:extLst>
              <a:ext uri="{FF2B5EF4-FFF2-40B4-BE49-F238E27FC236}">
                <a16:creationId xmlns:a16="http://schemas.microsoft.com/office/drawing/2014/main" id="{615F4FA9-6A9B-473B-B69D-26F13875B2A7}"/>
              </a:ext>
            </a:extLst>
          </p:cNvPr>
          <p:cNvSpPr>
            <a:spLocks noGrp="1"/>
          </p:cNvSpPr>
          <p:nvPr/>
        </p:nvSpPr>
        <p:spPr>
          <a:xfrm>
            <a:off x="5260591" y="6233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1" name="02_predicted_pose_4650">
            <a:extLst>
              <a:ext uri="{FF2B5EF4-FFF2-40B4-BE49-F238E27FC236}">
                <a16:creationId xmlns:a16="http://schemas.microsoft.com/office/drawing/2014/main" id="{5E334BFC-0A1E-4B83-965B-1D09DC9202B8}"/>
              </a:ext>
            </a:extLst>
          </p:cNvPr>
          <p:cNvSpPr>
            <a:spLocks noGrp="1"/>
          </p:cNvSpPr>
          <p:nvPr/>
        </p:nvSpPr>
        <p:spPr>
          <a:xfrm>
            <a:off x="5359032" y="61344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2" name="02_predicted_pose_4651">
            <a:extLst>
              <a:ext uri="{FF2B5EF4-FFF2-40B4-BE49-F238E27FC236}">
                <a16:creationId xmlns:a16="http://schemas.microsoft.com/office/drawing/2014/main" id="{06646622-4FD2-46FC-BCF8-4ED79369CF5C}"/>
              </a:ext>
            </a:extLst>
          </p:cNvPr>
          <p:cNvSpPr>
            <a:spLocks noGrp="1"/>
          </p:cNvSpPr>
          <p:nvPr/>
        </p:nvSpPr>
        <p:spPr>
          <a:xfrm>
            <a:off x="5290852" y="5663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3" name="02_predicted_pose_4652">
            <a:extLst>
              <a:ext uri="{FF2B5EF4-FFF2-40B4-BE49-F238E27FC236}">
                <a16:creationId xmlns:a16="http://schemas.microsoft.com/office/drawing/2014/main" id="{2E64C812-5026-410C-B3B5-D4A07D505E4F}"/>
              </a:ext>
            </a:extLst>
          </p:cNvPr>
          <p:cNvSpPr>
            <a:spLocks noGrp="1"/>
          </p:cNvSpPr>
          <p:nvPr/>
        </p:nvSpPr>
        <p:spPr>
          <a:xfrm>
            <a:off x="5389293" y="59199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4" name="02_predicted_pose_4653">
            <a:extLst>
              <a:ext uri="{FF2B5EF4-FFF2-40B4-BE49-F238E27FC236}">
                <a16:creationId xmlns:a16="http://schemas.microsoft.com/office/drawing/2014/main" id="{05CA0CF9-482E-49D9-8227-A36C3D33C697}"/>
              </a:ext>
            </a:extLst>
          </p:cNvPr>
          <p:cNvSpPr>
            <a:spLocks noGrp="1"/>
          </p:cNvSpPr>
          <p:nvPr/>
        </p:nvSpPr>
        <p:spPr>
          <a:xfrm>
            <a:off x="5441430" y="5762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5" name="02_predicted_pose_4654">
            <a:extLst>
              <a:ext uri="{FF2B5EF4-FFF2-40B4-BE49-F238E27FC236}">
                <a16:creationId xmlns:a16="http://schemas.microsoft.com/office/drawing/2014/main" id="{4D28BF33-D7A3-4F9D-97BA-BCE53C042274}"/>
              </a:ext>
            </a:extLst>
          </p:cNvPr>
          <p:cNvSpPr>
            <a:spLocks noGrp="1"/>
          </p:cNvSpPr>
          <p:nvPr/>
        </p:nvSpPr>
        <p:spPr>
          <a:xfrm>
            <a:off x="5269341" y="58107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6" name="02_predicted_pose_4655">
            <a:extLst>
              <a:ext uri="{FF2B5EF4-FFF2-40B4-BE49-F238E27FC236}">
                <a16:creationId xmlns:a16="http://schemas.microsoft.com/office/drawing/2014/main" id="{EB22FE16-170D-4FE6-8745-E7E711440EDF}"/>
              </a:ext>
            </a:extLst>
          </p:cNvPr>
          <p:cNvSpPr>
            <a:spLocks noGrp="1"/>
          </p:cNvSpPr>
          <p:nvPr/>
        </p:nvSpPr>
        <p:spPr>
          <a:xfrm>
            <a:off x="5537684" y="5723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7" name="02_predicted_pose_4656">
            <a:extLst>
              <a:ext uri="{FF2B5EF4-FFF2-40B4-BE49-F238E27FC236}">
                <a16:creationId xmlns:a16="http://schemas.microsoft.com/office/drawing/2014/main" id="{F7EFE04D-D801-4CA1-A944-35863E907FD3}"/>
              </a:ext>
            </a:extLst>
          </p:cNvPr>
          <p:cNvSpPr>
            <a:spLocks noGrp="1"/>
          </p:cNvSpPr>
          <p:nvPr/>
        </p:nvSpPr>
        <p:spPr>
          <a:xfrm>
            <a:off x="5404606" y="60597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8" name="02_predicted_pose_4657">
            <a:extLst>
              <a:ext uri="{FF2B5EF4-FFF2-40B4-BE49-F238E27FC236}">
                <a16:creationId xmlns:a16="http://schemas.microsoft.com/office/drawing/2014/main" id="{AD68F3FD-79C8-4E1A-82A6-C24D50E7E1DB}"/>
              </a:ext>
            </a:extLst>
          </p:cNvPr>
          <p:cNvSpPr>
            <a:spLocks noGrp="1"/>
          </p:cNvSpPr>
          <p:nvPr/>
        </p:nvSpPr>
        <p:spPr>
          <a:xfrm>
            <a:off x="5275904" y="59382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9" name="02_predicted_pose_4658">
            <a:extLst>
              <a:ext uri="{FF2B5EF4-FFF2-40B4-BE49-F238E27FC236}">
                <a16:creationId xmlns:a16="http://schemas.microsoft.com/office/drawing/2014/main" id="{80A877E9-3250-4A0B-8A90-D95462CC9CD9}"/>
              </a:ext>
            </a:extLst>
          </p:cNvPr>
          <p:cNvSpPr>
            <a:spLocks noGrp="1"/>
          </p:cNvSpPr>
          <p:nvPr/>
        </p:nvSpPr>
        <p:spPr>
          <a:xfrm>
            <a:off x="5319656" y="58449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0" name="02_predicted_pose_4659">
            <a:extLst>
              <a:ext uri="{FF2B5EF4-FFF2-40B4-BE49-F238E27FC236}">
                <a16:creationId xmlns:a16="http://schemas.microsoft.com/office/drawing/2014/main" id="{AE079095-E6C9-473E-96E2-57989BE7D977}"/>
              </a:ext>
            </a:extLst>
          </p:cNvPr>
          <p:cNvSpPr>
            <a:spLocks noGrp="1"/>
          </p:cNvSpPr>
          <p:nvPr/>
        </p:nvSpPr>
        <p:spPr>
          <a:xfrm>
            <a:off x="5363406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1" name="02_predicted_pose_4660">
            <a:extLst>
              <a:ext uri="{FF2B5EF4-FFF2-40B4-BE49-F238E27FC236}">
                <a16:creationId xmlns:a16="http://schemas.microsoft.com/office/drawing/2014/main" id="{A7F3D5F3-F8FB-4839-901E-10DC5F00FD57}"/>
              </a:ext>
            </a:extLst>
          </p:cNvPr>
          <p:cNvSpPr>
            <a:spLocks noGrp="1"/>
          </p:cNvSpPr>
          <p:nvPr/>
        </p:nvSpPr>
        <p:spPr>
          <a:xfrm>
            <a:off x="5547893" y="5811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2" name="02_predicted_pose_4661">
            <a:extLst>
              <a:ext uri="{FF2B5EF4-FFF2-40B4-BE49-F238E27FC236}">
                <a16:creationId xmlns:a16="http://schemas.microsoft.com/office/drawing/2014/main" id="{C7BA9C4F-4C93-4348-B1D8-E44D251D430E}"/>
              </a:ext>
            </a:extLst>
          </p:cNvPr>
          <p:cNvSpPr>
            <a:spLocks noGrp="1"/>
          </p:cNvSpPr>
          <p:nvPr/>
        </p:nvSpPr>
        <p:spPr>
          <a:xfrm>
            <a:off x="5228141" y="60297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3" name="02_predicted_pose_4662">
            <a:extLst>
              <a:ext uri="{FF2B5EF4-FFF2-40B4-BE49-F238E27FC236}">
                <a16:creationId xmlns:a16="http://schemas.microsoft.com/office/drawing/2014/main" id="{B79F95A1-8ED5-4C25-9494-39F3BBEC6B44}"/>
              </a:ext>
            </a:extLst>
          </p:cNvPr>
          <p:cNvSpPr>
            <a:spLocks noGrp="1"/>
          </p:cNvSpPr>
          <p:nvPr/>
        </p:nvSpPr>
        <p:spPr>
          <a:xfrm>
            <a:off x="5450181" y="60408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4" name="02_predicted_pose_4663">
            <a:extLst>
              <a:ext uri="{FF2B5EF4-FFF2-40B4-BE49-F238E27FC236}">
                <a16:creationId xmlns:a16="http://schemas.microsoft.com/office/drawing/2014/main" id="{9D3DEF75-8002-4B10-9B05-9BFA34352040}"/>
              </a:ext>
            </a:extLst>
          </p:cNvPr>
          <p:cNvSpPr>
            <a:spLocks noGrp="1"/>
          </p:cNvSpPr>
          <p:nvPr/>
        </p:nvSpPr>
        <p:spPr>
          <a:xfrm>
            <a:off x="5548622" y="5961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5" name="02_predicted_pose_4664">
            <a:extLst>
              <a:ext uri="{FF2B5EF4-FFF2-40B4-BE49-F238E27FC236}">
                <a16:creationId xmlns:a16="http://schemas.microsoft.com/office/drawing/2014/main" id="{CC7619E9-A22F-4B5C-873E-C1D697E66A8E}"/>
              </a:ext>
            </a:extLst>
          </p:cNvPr>
          <p:cNvSpPr>
            <a:spLocks noGrp="1"/>
          </p:cNvSpPr>
          <p:nvPr/>
        </p:nvSpPr>
        <p:spPr>
          <a:xfrm>
            <a:off x="5369605" y="5346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6" name="02_predicted_pose_4665">
            <a:extLst>
              <a:ext uri="{FF2B5EF4-FFF2-40B4-BE49-F238E27FC236}">
                <a16:creationId xmlns:a16="http://schemas.microsoft.com/office/drawing/2014/main" id="{56B4138C-97AD-485B-932E-197B8A69C402}"/>
              </a:ext>
            </a:extLst>
          </p:cNvPr>
          <p:cNvSpPr>
            <a:spLocks noGrp="1"/>
          </p:cNvSpPr>
          <p:nvPr/>
        </p:nvSpPr>
        <p:spPr>
          <a:xfrm>
            <a:off x="5384188" y="5826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7" name="02_predicted_pose_4666">
            <a:extLst>
              <a:ext uri="{FF2B5EF4-FFF2-40B4-BE49-F238E27FC236}">
                <a16:creationId xmlns:a16="http://schemas.microsoft.com/office/drawing/2014/main" id="{93162A22-9516-4165-8CF2-06EEA551E3F4}"/>
              </a:ext>
            </a:extLst>
          </p:cNvPr>
          <p:cNvSpPr>
            <a:spLocks noGrp="1"/>
          </p:cNvSpPr>
          <p:nvPr/>
        </p:nvSpPr>
        <p:spPr>
          <a:xfrm>
            <a:off x="5301425" y="5938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8" name="02_predicted_pose_4667">
            <a:extLst>
              <a:ext uri="{FF2B5EF4-FFF2-40B4-BE49-F238E27FC236}">
                <a16:creationId xmlns:a16="http://schemas.microsoft.com/office/drawing/2014/main" id="{58EE9512-9443-4FE8-94A9-68449E3E54C6}"/>
              </a:ext>
            </a:extLst>
          </p:cNvPr>
          <p:cNvSpPr>
            <a:spLocks noGrp="1"/>
          </p:cNvSpPr>
          <p:nvPr/>
        </p:nvSpPr>
        <p:spPr>
          <a:xfrm>
            <a:off x="5316009" y="59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9" name="02_predicted_pose_4668">
            <a:extLst>
              <a:ext uri="{FF2B5EF4-FFF2-40B4-BE49-F238E27FC236}">
                <a16:creationId xmlns:a16="http://schemas.microsoft.com/office/drawing/2014/main" id="{CC963FFD-7DC5-4EC2-A186-2C51C7BD8A50}"/>
              </a:ext>
            </a:extLst>
          </p:cNvPr>
          <p:cNvSpPr>
            <a:spLocks noGrp="1"/>
          </p:cNvSpPr>
          <p:nvPr/>
        </p:nvSpPr>
        <p:spPr>
          <a:xfrm>
            <a:off x="5330593" y="59255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0" name="02_predicted_pose_4669">
            <a:extLst>
              <a:ext uri="{FF2B5EF4-FFF2-40B4-BE49-F238E27FC236}">
                <a16:creationId xmlns:a16="http://schemas.microsoft.com/office/drawing/2014/main" id="{BB1A11A9-DE2D-4051-BD5C-472738FCA0C9}"/>
              </a:ext>
            </a:extLst>
          </p:cNvPr>
          <p:cNvSpPr>
            <a:spLocks noGrp="1"/>
          </p:cNvSpPr>
          <p:nvPr/>
        </p:nvSpPr>
        <p:spPr>
          <a:xfrm>
            <a:off x="5345177" y="59296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1" name="02_predicted_pose_4670">
            <a:extLst>
              <a:ext uri="{FF2B5EF4-FFF2-40B4-BE49-F238E27FC236}">
                <a16:creationId xmlns:a16="http://schemas.microsoft.com/office/drawing/2014/main" id="{6438F765-27E5-4FE2-8387-D79C6B2A747F}"/>
              </a:ext>
            </a:extLst>
          </p:cNvPr>
          <p:cNvSpPr>
            <a:spLocks noGrp="1"/>
          </p:cNvSpPr>
          <p:nvPr/>
        </p:nvSpPr>
        <p:spPr>
          <a:xfrm>
            <a:off x="5359761" y="5893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2" name="02_predicted_pose_4671">
            <a:extLst>
              <a:ext uri="{FF2B5EF4-FFF2-40B4-BE49-F238E27FC236}">
                <a16:creationId xmlns:a16="http://schemas.microsoft.com/office/drawing/2014/main" id="{967079F6-122B-4536-88A1-61C6A50B9FAF}"/>
              </a:ext>
            </a:extLst>
          </p:cNvPr>
          <p:cNvSpPr>
            <a:spLocks noGrp="1"/>
          </p:cNvSpPr>
          <p:nvPr/>
        </p:nvSpPr>
        <p:spPr>
          <a:xfrm>
            <a:off x="5374344" y="59230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3" name="02_predicted_pose_4672">
            <a:extLst>
              <a:ext uri="{FF2B5EF4-FFF2-40B4-BE49-F238E27FC236}">
                <a16:creationId xmlns:a16="http://schemas.microsoft.com/office/drawing/2014/main" id="{91DACFE5-EC58-4D17-882A-AE76722E3253}"/>
              </a:ext>
            </a:extLst>
          </p:cNvPr>
          <p:cNvSpPr>
            <a:spLocks noGrp="1"/>
          </p:cNvSpPr>
          <p:nvPr/>
        </p:nvSpPr>
        <p:spPr>
          <a:xfrm>
            <a:off x="5388928" y="5935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4" name="02_predicted_pose_4673">
            <a:extLst>
              <a:ext uri="{FF2B5EF4-FFF2-40B4-BE49-F238E27FC236}">
                <a16:creationId xmlns:a16="http://schemas.microsoft.com/office/drawing/2014/main" id="{C310D7FD-4A5D-40B1-B933-D2C5292DBF85}"/>
              </a:ext>
            </a:extLst>
          </p:cNvPr>
          <p:cNvSpPr>
            <a:spLocks noGrp="1"/>
          </p:cNvSpPr>
          <p:nvPr/>
        </p:nvSpPr>
        <p:spPr>
          <a:xfrm>
            <a:off x="5403513" y="59420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5" name="02_predicted_pose_4674">
            <a:extLst>
              <a:ext uri="{FF2B5EF4-FFF2-40B4-BE49-F238E27FC236}">
                <a16:creationId xmlns:a16="http://schemas.microsoft.com/office/drawing/2014/main" id="{11EFFF81-44CF-47A6-8A60-46D325427DDD}"/>
              </a:ext>
            </a:extLst>
          </p:cNvPr>
          <p:cNvSpPr>
            <a:spLocks noGrp="1"/>
          </p:cNvSpPr>
          <p:nvPr/>
        </p:nvSpPr>
        <p:spPr>
          <a:xfrm>
            <a:off x="5418096" y="59792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6" name="02_predicted_pose_4675">
            <a:extLst>
              <a:ext uri="{FF2B5EF4-FFF2-40B4-BE49-F238E27FC236}">
                <a16:creationId xmlns:a16="http://schemas.microsoft.com/office/drawing/2014/main" id="{3401C5A2-98CF-4910-BCCB-4A83482BB057}"/>
              </a:ext>
            </a:extLst>
          </p:cNvPr>
          <p:cNvSpPr>
            <a:spLocks noGrp="1"/>
          </p:cNvSpPr>
          <p:nvPr/>
        </p:nvSpPr>
        <p:spPr>
          <a:xfrm>
            <a:off x="5432680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7" name="02_predicted_pose_4676">
            <a:extLst>
              <a:ext uri="{FF2B5EF4-FFF2-40B4-BE49-F238E27FC236}">
                <a16:creationId xmlns:a16="http://schemas.microsoft.com/office/drawing/2014/main" id="{041052A0-4559-4EE7-B238-CA6AA3F9A296}"/>
              </a:ext>
            </a:extLst>
          </p:cNvPr>
          <p:cNvSpPr>
            <a:spLocks noGrp="1"/>
          </p:cNvSpPr>
          <p:nvPr/>
        </p:nvSpPr>
        <p:spPr>
          <a:xfrm>
            <a:off x="5315645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8" name="02_predicted_pose_4677">
            <a:extLst>
              <a:ext uri="{FF2B5EF4-FFF2-40B4-BE49-F238E27FC236}">
                <a16:creationId xmlns:a16="http://schemas.microsoft.com/office/drawing/2014/main" id="{86778FC7-0E5E-4081-B246-C573E84274B4}"/>
              </a:ext>
            </a:extLst>
          </p:cNvPr>
          <p:cNvSpPr>
            <a:spLocks noGrp="1"/>
          </p:cNvSpPr>
          <p:nvPr/>
        </p:nvSpPr>
        <p:spPr>
          <a:xfrm>
            <a:off x="5517995" y="6242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9" name="02_predicted_pose_4678">
            <a:extLst>
              <a:ext uri="{FF2B5EF4-FFF2-40B4-BE49-F238E27FC236}">
                <a16:creationId xmlns:a16="http://schemas.microsoft.com/office/drawing/2014/main" id="{C25B77FE-89AD-4302-9B3A-CB616656235D}"/>
              </a:ext>
            </a:extLst>
          </p:cNvPr>
          <p:cNvSpPr>
            <a:spLocks noGrp="1"/>
          </p:cNvSpPr>
          <p:nvPr/>
        </p:nvSpPr>
        <p:spPr>
          <a:xfrm>
            <a:off x="5381637" y="6236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0" name="02_predicted_pose_4679">
            <a:extLst>
              <a:ext uri="{FF2B5EF4-FFF2-40B4-BE49-F238E27FC236}">
                <a16:creationId xmlns:a16="http://schemas.microsoft.com/office/drawing/2014/main" id="{0CA94799-58B4-4B2F-A4A5-5272A5F8996F}"/>
              </a:ext>
            </a:extLst>
          </p:cNvPr>
          <p:cNvSpPr>
            <a:spLocks noGrp="1"/>
          </p:cNvSpPr>
          <p:nvPr/>
        </p:nvSpPr>
        <p:spPr>
          <a:xfrm>
            <a:off x="5267518" y="5929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1" name="02_predicted_pose_4680">
            <a:extLst>
              <a:ext uri="{FF2B5EF4-FFF2-40B4-BE49-F238E27FC236}">
                <a16:creationId xmlns:a16="http://schemas.microsoft.com/office/drawing/2014/main" id="{E79FED01-7A8B-481A-AC31-9F71EB8B437C}"/>
              </a:ext>
            </a:extLst>
          </p:cNvPr>
          <p:cNvSpPr>
            <a:spLocks noGrp="1"/>
          </p:cNvSpPr>
          <p:nvPr/>
        </p:nvSpPr>
        <p:spPr>
          <a:xfrm>
            <a:off x="5396220" y="620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2" name="02_predicted_pose_4681">
            <a:extLst>
              <a:ext uri="{FF2B5EF4-FFF2-40B4-BE49-F238E27FC236}">
                <a16:creationId xmlns:a16="http://schemas.microsoft.com/office/drawing/2014/main" id="{CE01F46C-5CE1-42EA-BF8A-41BF71600BF4}"/>
              </a:ext>
            </a:extLst>
          </p:cNvPr>
          <p:cNvSpPr>
            <a:spLocks noGrp="1"/>
          </p:cNvSpPr>
          <p:nvPr/>
        </p:nvSpPr>
        <p:spPr>
          <a:xfrm>
            <a:off x="5509610" y="58029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3" name="02_predicted_pose_4682">
            <a:extLst>
              <a:ext uri="{FF2B5EF4-FFF2-40B4-BE49-F238E27FC236}">
                <a16:creationId xmlns:a16="http://schemas.microsoft.com/office/drawing/2014/main" id="{64027250-CC0F-46B2-98A0-D5B573C183D4}"/>
              </a:ext>
            </a:extLst>
          </p:cNvPr>
          <p:cNvSpPr>
            <a:spLocks noGrp="1"/>
          </p:cNvSpPr>
          <p:nvPr/>
        </p:nvSpPr>
        <p:spPr>
          <a:xfrm>
            <a:off x="5567945" y="610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4" name="02_predicted_pose_4683">
            <a:extLst>
              <a:ext uri="{FF2B5EF4-FFF2-40B4-BE49-F238E27FC236}">
                <a16:creationId xmlns:a16="http://schemas.microsoft.com/office/drawing/2014/main" id="{3A09B14B-39C4-49DE-820E-EB4CADDDF59B}"/>
              </a:ext>
            </a:extLst>
          </p:cNvPr>
          <p:cNvSpPr>
            <a:spLocks noGrp="1"/>
          </p:cNvSpPr>
          <p:nvPr/>
        </p:nvSpPr>
        <p:spPr>
          <a:xfrm>
            <a:off x="5349188" y="5941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5" name="02_predicted_pose_4684">
            <a:extLst>
              <a:ext uri="{FF2B5EF4-FFF2-40B4-BE49-F238E27FC236}">
                <a16:creationId xmlns:a16="http://schemas.microsoft.com/office/drawing/2014/main" id="{0552CFFB-4E31-4218-A675-2BC7E524D163}"/>
              </a:ext>
            </a:extLst>
          </p:cNvPr>
          <p:cNvSpPr>
            <a:spLocks noGrp="1"/>
          </p:cNvSpPr>
          <p:nvPr/>
        </p:nvSpPr>
        <p:spPr>
          <a:xfrm>
            <a:off x="5378355" y="59178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6" name="02_predicted_pose_4685">
            <a:extLst>
              <a:ext uri="{FF2B5EF4-FFF2-40B4-BE49-F238E27FC236}">
                <a16:creationId xmlns:a16="http://schemas.microsoft.com/office/drawing/2014/main" id="{584B6526-EB10-4975-A5C8-01E124CEBF58}"/>
              </a:ext>
            </a:extLst>
          </p:cNvPr>
          <p:cNvSpPr>
            <a:spLocks noGrp="1"/>
          </p:cNvSpPr>
          <p:nvPr/>
        </p:nvSpPr>
        <p:spPr>
          <a:xfrm>
            <a:off x="5422107" y="5916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7" name="02_predicted_pose_4686">
            <a:extLst>
              <a:ext uri="{FF2B5EF4-FFF2-40B4-BE49-F238E27FC236}">
                <a16:creationId xmlns:a16="http://schemas.microsoft.com/office/drawing/2014/main" id="{3B16EEE0-B5FE-4E7B-A564-5B8B4E23C97C}"/>
              </a:ext>
            </a:extLst>
          </p:cNvPr>
          <p:cNvSpPr>
            <a:spLocks noGrp="1"/>
          </p:cNvSpPr>
          <p:nvPr/>
        </p:nvSpPr>
        <p:spPr>
          <a:xfrm>
            <a:off x="5451274" y="5924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8" name="02_predicted_pose_4687">
            <a:extLst>
              <a:ext uri="{FF2B5EF4-FFF2-40B4-BE49-F238E27FC236}">
                <a16:creationId xmlns:a16="http://schemas.microsoft.com/office/drawing/2014/main" id="{43F09D43-9BCF-4DE3-A8F1-C86F8C9D2633}"/>
              </a:ext>
            </a:extLst>
          </p:cNvPr>
          <p:cNvSpPr>
            <a:spLocks noGrp="1"/>
          </p:cNvSpPr>
          <p:nvPr/>
        </p:nvSpPr>
        <p:spPr>
          <a:xfrm>
            <a:off x="5465858" y="5963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9" name="02_predicted_pose_4688">
            <a:extLst>
              <a:ext uri="{FF2B5EF4-FFF2-40B4-BE49-F238E27FC236}">
                <a16:creationId xmlns:a16="http://schemas.microsoft.com/office/drawing/2014/main" id="{0A7BDE9B-6BA3-4405-9FF6-24FB127BCF7E}"/>
              </a:ext>
            </a:extLst>
          </p:cNvPr>
          <p:cNvSpPr>
            <a:spLocks noGrp="1"/>
          </p:cNvSpPr>
          <p:nvPr/>
        </p:nvSpPr>
        <p:spPr>
          <a:xfrm>
            <a:off x="5363406" y="5941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0" name="02_predicted_pose_4689">
            <a:extLst>
              <a:ext uri="{FF2B5EF4-FFF2-40B4-BE49-F238E27FC236}">
                <a16:creationId xmlns:a16="http://schemas.microsoft.com/office/drawing/2014/main" id="{259C323C-C1FD-486A-83DD-6BE49B55BCEF}"/>
              </a:ext>
            </a:extLst>
          </p:cNvPr>
          <p:cNvSpPr>
            <a:spLocks noGrp="1"/>
          </p:cNvSpPr>
          <p:nvPr/>
        </p:nvSpPr>
        <p:spPr>
          <a:xfrm>
            <a:off x="5472056" y="6166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1" name="02_predicted_pose_4690">
            <a:extLst>
              <a:ext uri="{FF2B5EF4-FFF2-40B4-BE49-F238E27FC236}">
                <a16:creationId xmlns:a16="http://schemas.microsoft.com/office/drawing/2014/main" id="{5ACEF24C-DA4F-4E22-81D4-2BFA46DA4AE4}"/>
              </a:ext>
            </a:extLst>
          </p:cNvPr>
          <p:cNvSpPr>
            <a:spLocks noGrp="1"/>
          </p:cNvSpPr>
          <p:nvPr/>
        </p:nvSpPr>
        <p:spPr>
          <a:xfrm>
            <a:off x="5501224" y="6174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2" name="02_predicted_pose_4691">
            <a:extLst>
              <a:ext uri="{FF2B5EF4-FFF2-40B4-BE49-F238E27FC236}">
                <a16:creationId xmlns:a16="http://schemas.microsoft.com/office/drawing/2014/main" id="{F5F1AA65-274A-482D-BCE0-8F4490263DA5}"/>
              </a:ext>
            </a:extLst>
          </p:cNvPr>
          <p:cNvSpPr>
            <a:spLocks noGrp="1"/>
          </p:cNvSpPr>
          <p:nvPr/>
        </p:nvSpPr>
        <p:spPr>
          <a:xfrm>
            <a:off x="5530391" y="6150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3" name="02_predicted_pose_4692">
            <a:extLst>
              <a:ext uri="{FF2B5EF4-FFF2-40B4-BE49-F238E27FC236}">
                <a16:creationId xmlns:a16="http://schemas.microsoft.com/office/drawing/2014/main" id="{8965F9CB-1F0D-4A16-B916-0C3A9C7C6703}"/>
              </a:ext>
            </a:extLst>
          </p:cNvPr>
          <p:cNvSpPr>
            <a:spLocks noGrp="1"/>
          </p:cNvSpPr>
          <p:nvPr/>
        </p:nvSpPr>
        <p:spPr>
          <a:xfrm>
            <a:off x="5559560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4" name="02_predicted_pose_4693">
            <a:extLst>
              <a:ext uri="{FF2B5EF4-FFF2-40B4-BE49-F238E27FC236}">
                <a16:creationId xmlns:a16="http://schemas.microsoft.com/office/drawing/2014/main" id="{0B7C54B0-A88E-45BE-82A1-74825D7AC6CA}"/>
              </a:ext>
            </a:extLst>
          </p:cNvPr>
          <p:cNvSpPr>
            <a:spLocks noGrp="1"/>
          </p:cNvSpPr>
          <p:nvPr/>
        </p:nvSpPr>
        <p:spPr>
          <a:xfrm>
            <a:off x="5315280" y="61261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5" name="02_predicted_pose_4694">
            <a:extLst>
              <a:ext uri="{FF2B5EF4-FFF2-40B4-BE49-F238E27FC236}">
                <a16:creationId xmlns:a16="http://schemas.microsoft.com/office/drawing/2014/main" id="{7898D31F-5023-46F6-A991-32B9B2C0F765}"/>
              </a:ext>
            </a:extLst>
          </p:cNvPr>
          <p:cNvSpPr>
            <a:spLocks noGrp="1"/>
          </p:cNvSpPr>
          <p:nvPr/>
        </p:nvSpPr>
        <p:spPr>
          <a:xfrm>
            <a:off x="5329863" y="6182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6" name="02_predicted_pose_4695">
            <a:extLst>
              <a:ext uri="{FF2B5EF4-FFF2-40B4-BE49-F238E27FC236}">
                <a16:creationId xmlns:a16="http://schemas.microsoft.com/office/drawing/2014/main" id="{859F7D3F-30E6-473A-8F36-F4B9CB1A7E56}"/>
              </a:ext>
            </a:extLst>
          </p:cNvPr>
          <p:cNvSpPr>
            <a:spLocks noGrp="1"/>
          </p:cNvSpPr>
          <p:nvPr/>
        </p:nvSpPr>
        <p:spPr>
          <a:xfrm>
            <a:off x="5359032" y="61362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7" name="02_predicted_pose_4696">
            <a:extLst>
              <a:ext uri="{FF2B5EF4-FFF2-40B4-BE49-F238E27FC236}">
                <a16:creationId xmlns:a16="http://schemas.microsoft.com/office/drawing/2014/main" id="{9D2A2AD8-D052-46FE-95FC-AF2F15003CB9}"/>
              </a:ext>
            </a:extLst>
          </p:cNvPr>
          <p:cNvSpPr>
            <a:spLocks noGrp="1"/>
          </p:cNvSpPr>
          <p:nvPr/>
        </p:nvSpPr>
        <p:spPr>
          <a:xfrm>
            <a:off x="5388199" y="60221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8" name="02_predicted_pose_4697">
            <a:extLst>
              <a:ext uri="{FF2B5EF4-FFF2-40B4-BE49-F238E27FC236}">
                <a16:creationId xmlns:a16="http://schemas.microsoft.com/office/drawing/2014/main" id="{14506ADC-0BC3-4B46-9BF0-9F1DC85ED9AF}"/>
              </a:ext>
            </a:extLst>
          </p:cNvPr>
          <p:cNvSpPr>
            <a:spLocks noGrp="1"/>
          </p:cNvSpPr>
          <p:nvPr/>
        </p:nvSpPr>
        <p:spPr>
          <a:xfrm>
            <a:off x="5417367" y="6131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9" name="02_predicted_pose_4698">
            <a:extLst>
              <a:ext uri="{FF2B5EF4-FFF2-40B4-BE49-F238E27FC236}">
                <a16:creationId xmlns:a16="http://schemas.microsoft.com/office/drawing/2014/main" id="{C6852127-C123-4E19-BE46-6CE95F4C843B}"/>
              </a:ext>
            </a:extLst>
          </p:cNvPr>
          <p:cNvSpPr>
            <a:spLocks noGrp="1"/>
          </p:cNvSpPr>
          <p:nvPr/>
        </p:nvSpPr>
        <p:spPr>
          <a:xfrm>
            <a:off x="5443618" y="5366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0" name="02_predicted_pose_4699">
            <a:extLst>
              <a:ext uri="{FF2B5EF4-FFF2-40B4-BE49-F238E27FC236}">
                <a16:creationId xmlns:a16="http://schemas.microsoft.com/office/drawing/2014/main" id="{7CF86FF8-DFF3-4B05-AD89-C5AA70516815}"/>
              </a:ext>
            </a:extLst>
          </p:cNvPr>
          <p:cNvSpPr>
            <a:spLocks noGrp="1"/>
          </p:cNvSpPr>
          <p:nvPr/>
        </p:nvSpPr>
        <p:spPr>
          <a:xfrm>
            <a:off x="5458201" y="5602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1" name="02_predicted_pose_4700">
            <a:extLst>
              <a:ext uri="{FF2B5EF4-FFF2-40B4-BE49-F238E27FC236}">
                <a16:creationId xmlns:a16="http://schemas.microsoft.com/office/drawing/2014/main" id="{CCE76D6A-9211-4310-A5F6-747C2BE23970}"/>
              </a:ext>
            </a:extLst>
          </p:cNvPr>
          <p:cNvSpPr>
            <a:spLocks noGrp="1"/>
          </p:cNvSpPr>
          <p:nvPr/>
        </p:nvSpPr>
        <p:spPr>
          <a:xfrm>
            <a:off x="5385282" y="589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2" name="02_predicted_pose_4701">
            <a:extLst>
              <a:ext uri="{FF2B5EF4-FFF2-40B4-BE49-F238E27FC236}">
                <a16:creationId xmlns:a16="http://schemas.microsoft.com/office/drawing/2014/main" id="{26CF20D5-829A-4B54-AFCD-AFCB90E48C50}"/>
              </a:ext>
            </a:extLst>
          </p:cNvPr>
          <p:cNvSpPr>
            <a:spLocks noGrp="1"/>
          </p:cNvSpPr>
          <p:nvPr/>
        </p:nvSpPr>
        <p:spPr>
          <a:xfrm>
            <a:off x="5329499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3" name="02_predicted_pose_4702">
            <a:extLst>
              <a:ext uri="{FF2B5EF4-FFF2-40B4-BE49-F238E27FC236}">
                <a16:creationId xmlns:a16="http://schemas.microsoft.com/office/drawing/2014/main" id="{6F2125D8-B30D-4371-A351-94B2258DA397}"/>
              </a:ext>
            </a:extLst>
          </p:cNvPr>
          <p:cNvSpPr>
            <a:spLocks noGrp="1"/>
          </p:cNvSpPr>
          <p:nvPr/>
        </p:nvSpPr>
        <p:spPr>
          <a:xfrm>
            <a:off x="5241267" y="61272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4" name="02_predicted_pose_4703">
            <a:extLst>
              <a:ext uri="{FF2B5EF4-FFF2-40B4-BE49-F238E27FC236}">
                <a16:creationId xmlns:a16="http://schemas.microsoft.com/office/drawing/2014/main" id="{107CA7DB-3B44-4517-A832-EF8A4D0435F6}"/>
              </a:ext>
            </a:extLst>
          </p:cNvPr>
          <p:cNvSpPr>
            <a:spLocks noGrp="1"/>
          </p:cNvSpPr>
          <p:nvPr/>
        </p:nvSpPr>
        <p:spPr>
          <a:xfrm>
            <a:off x="5499401" y="53494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5" name="02_predicted_pose_4704">
            <a:extLst>
              <a:ext uri="{FF2B5EF4-FFF2-40B4-BE49-F238E27FC236}">
                <a16:creationId xmlns:a16="http://schemas.microsoft.com/office/drawing/2014/main" id="{73F99BB5-8A64-4500-8AD1-A1489542C737}"/>
              </a:ext>
            </a:extLst>
          </p:cNvPr>
          <p:cNvSpPr>
            <a:spLocks noGrp="1"/>
          </p:cNvSpPr>
          <p:nvPr/>
        </p:nvSpPr>
        <p:spPr>
          <a:xfrm>
            <a:off x="5453827" y="5284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6" name="02_predicted_pose_4705">
            <a:extLst>
              <a:ext uri="{FF2B5EF4-FFF2-40B4-BE49-F238E27FC236}">
                <a16:creationId xmlns:a16="http://schemas.microsoft.com/office/drawing/2014/main" id="{4E3BFC30-76B9-4393-B788-898E2BEBBF9F}"/>
              </a:ext>
            </a:extLst>
          </p:cNvPr>
          <p:cNvSpPr>
            <a:spLocks noGrp="1"/>
          </p:cNvSpPr>
          <p:nvPr/>
        </p:nvSpPr>
        <p:spPr>
          <a:xfrm>
            <a:off x="5468410" y="53488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7" name="02_predicted_pose_4706">
            <a:extLst>
              <a:ext uri="{FF2B5EF4-FFF2-40B4-BE49-F238E27FC236}">
                <a16:creationId xmlns:a16="http://schemas.microsoft.com/office/drawing/2014/main" id="{4DE670A6-FA49-49A5-976B-9F93691305A4}"/>
              </a:ext>
            </a:extLst>
          </p:cNvPr>
          <p:cNvSpPr>
            <a:spLocks noGrp="1"/>
          </p:cNvSpPr>
          <p:nvPr/>
        </p:nvSpPr>
        <p:spPr>
          <a:xfrm>
            <a:off x="5263142" y="55851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8" name="02_predicted_pose_4707">
            <a:extLst>
              <a:ext uri="{FF2B5EF4-FFF2-40B4-BE49-F238E27FC236}">
                <a16:creationId xmlns:a16="http://schemas.microsoft.com/office/drawing/2014/main" id="{EED1F3B3-AA0B-449D-96A4-20194424CD12}"/>
              </a:ext>
            </a:extLst>
          </p:cNvPr>
          <p:cNvSpPr>
            <a:spLocks noGrp="1"/>
          </p:cNvSpPr>
          <p:nvPr/>
        </p:nvSpPr>
        <p:spPr>
          <a:xfrm>
            <a:off x="5454191" y="56077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9" name="02_predicted_pose_4708">
            <a:extLst>
              <a:ext uri="{FF2B5EF4-FFF2-40B4-BE49-F238E27FC236}">
                <a16:creationId xmlns:a16="http://schemas.microsoft.com/office/drawing/2014/main" id="{12B6E038-A7A5-4043-A221-2BF6E527C216}"/>
              </a:ext>
            </a:extLst>
          </p:cNvPr>
          <p:cNvSpPr>
            <a:spLocks noGrp="1"/>
          </p:cNvSpPr>
          <p:nvPr/>
        </p:nvSpPr>
        <p:spPr>
          <a:xfrm>
            <a:off x="5468775" y="5666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0" name="02_predicted_pose_4709">
            <a:extLst>
              <a:ext uri="{FF2B5EF4-FFF2-40B4-BE49-F238E27FC236}">
                <a16:creationId xmlns:a16="http://schemas.microsoft.com/office/drawing/2014/main" id="{12CDDF68-6DEC-44A4-AC17-9FF3B6FD4CFC}"/>
              </a:ext>
            </a:extLst>
          </p:cNvPr>
          <p:cNvSpPr>
            <a:spLocks noGrp="1"/>
          </p:cNvSpPr>
          <p:nvPr/>
        </p:nvSpPr>
        <p:spPr>
          <a:xfrm>
            <a:off x="5483359" y="55981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1" name="02_predicted_pose_4710">
            <a:extLst>
              <a:ext uri="{FF2B5EF4-FFF2-40B4-BE49-F238E27FC236}">
                <a16:creationId xmlns:a16="http://schemas.microsoft.com/office/drawing/2014/main" id="{D646D475-8EEC-4869-9C70-67C4A7070BC6}"/>
              </a:ext>
            </a:extLst>
          </p:cNvPr>
          <p:cNvSpPr>
            <a:spLocks noGrp="1"/>
          </p:cNvSpPr>
          <p:nvPr/>
        </p:nvSpPr>
        <p:spPr>
          <a:xfrm>
            <a:off x="5497943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2" name="02_predicted_pose_4711">
            <a:extLst>
              <a:ext uri="{FF2B5EF4-FFF2-40B4-BE49-F238E27FC236}">
                <a16:creationId xmlns:a16="http://schemas.microsoft.com/office/drawing/2014/main" id="{A0371F66-3FF5-4503-9F71-56F6CD065B3E}"/>
              </a:ext>
            </a:extLst>
          </p:cNvPr>
          <p:cNvSpPr>
            <a:spLocks noGrp="1"/>
          </p:cNvSpPr>
          <p:nvPr/>
        </p:nvSpPr>
        <p:spPr>
          <a:xfrm>
            <a:off x="5512526" y="56604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3" name="02_predicted_pose_4712">
            <a:extLst>
              <a:ext uri="{FF2B5EF4-FFF2-40B4-BE49-F238E27FC236}">
                <a16:creationId xmlns:a16="http://schemas.microsoft.com/office/drawing/2014/main" id="{839E900D-6A7A-49B6-AE33-60088C0C6ED0}"/>
              </a:ext>
            </a:extLst>
          </p:cNvPr>
          <p:cNvSpPr>
            <a:spLocks noGrp="1"/>
          </p:cNvSpPr>
          <p:nvPr/>
        </p:nvSpPr>
        <p:spPr>
          <a:xfrm>
            <a:off x="5329134" y="5499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4" name="02_predicted_pose_4713">
            <a:extLst>
              <a:ext uri="{FF2B5EF4-FFF2-40B4-BE49-F238E27FC236}">
                <a16:creationId xmlns:a16="http://schemas.microsoft.com/office/drawing/2014/main" id="{8D363CE4-4F19-47D1-8FF2-CE5284268A6A}"/>
              </a:ext>
            </a:extLst>
          </p:cNvPr>
          <p:cNvSpPr>
            <a:spLocks noGrp="1"/>
          </p:cNvSpPr>
          <p:nvPr/>
        </p:nvSpPr>
        <p:spPr>
          <a:xfrm>
            <a:off x="5417367" y="59259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5" name="02_predicted_pose_4714">
            <a:extLst>
              <a:ext uri="{FF2B5EF4-FFF2-40B4-BE49-F238E27FC236}">
                <a16:creationId xmlns:a16="http://schemas.microsoft.com/office/drawing/2014/main" id="{89D6370B-73C5-4E40-A057-8EE741300EAF}"/>
              </a:ext>
            </a:extLst>
          </p:cNvPr>
          <p:cNvSpPr>
            <a:spLocks noGrp="1"/>
          </p:cNvSpPr>
          <p:nvPr/>
        </p:nvSpPr>
        <p:spPr>
          <a:xfrm>
            <a:off x="5446534" y="5936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6" name="02_predicted_pose_4715">
            <a:extLst>
              <a:ext uri="{FF2B5EF4-FFF2-40B4-BE49-F238E27FC236}">
                <a16:creationId xmlns:a16="http://schemas.microsoft.com/office/drawing/2014/main" id="{C29E9589-DA83-411F-BCC9-C94DF9103A0F}"/>
              </a:ext>
            </a:extLst>
          </p:cNvPr>
          <p:cNvSpPr>
            <a:spLocks noGrp="1"/>
          </p:cNvSpPr>
          <p:nvPr/>
        </p:nvSpPr>
        <p:spPr>
          <a:xfrm>
            <a:off x="5475703" y="59179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7" name="02_predicted_pose_4716">
            <a:extLst>
              <a:ext uri="{FF2B5EF4-FFF2-40B4-BE49-F238E27FC236}">
                <a16:creationId xmlns:a16="http://schemas.microsoft.com/office/drawing/2014/main" id="{8FAE2539-B41E-405E-ABEA-B4BBF96073F6}"/>
              </a:ext>
            </a:extLst>
          </p:cNvPr>
          <p:cNvSpPr>
            <a:spLocks noGrp="1"/>
          </p:cNvSpPr>
          <p:nvPr/>
        </p:nvSpPr>
        <p:spPr>
          <a:xfrm>
            <a:off x="5504870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8" name="02_predicted_pose_4717">
            <a:extLst>
              <a:ext uri="{FF2B5EF4-FFF2-40B4-BE49-F238E27FC236}">
                <a16:creationId xmlns:a16="http://schemas.microsoft.com/office/drawing/2014/main" id="{582DB6CA-0035-44D6-A504-B0AA4B0FEE62}"/>
              </a:ext>
            </a:extLst>
          </p:cNvPr>
          <p:cNvSpPr>
            <a:spLocks noGrp="1"/>
          </p:cNvSpPr>
          <p:nvPr/>
        </p:nvSpPr>
        <p:spPr>
          <a:xfrm>
            <a:off x="5589456" y="5884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9" name="02_predicted_pose_4718">
            <a:extLst>
              <a:ext uri="{FF2B5EF4-FFF2-40B4-BE49-F238E27FC236}">
                <a16:creationId xmlns:a16="http://schemas.microsoft.com/office/drawing/2014/main" id="{0E75F36E-E266-4A6F-9F59-7E24E17746D4}"/>
              </a:ext>
            </a:extLst>
          </p:cNvPr>
          <p:cNvSpPr>
            <a:spLocks noGrp="1"/>
          </p:cNvSpPr>
          <p:nvPr/>
        </p:nvSpPr>
        <p:spPr>
          <a:xfrm>
            <a:off x="5255122" y="54496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0" name="02_predicted_pose_4719">
            <a:extLst>
              <a:ext uri="{FF2B5EF4-FFF2-40B4-BE49-F238E27FC236}">
                <a16:creationId xmlns:a16="http://schemas.microsoft.com/office/drawing/2014/main" id="{774D476E-1997-453E-9DA7-C57641C2D2A9}"/>
              </a:ext>
            </a:extLst>
          </p:cNvPr>
          <p:cNvSpPr>
            <a:spLocks noGrp="1"/>
          </p:cNvSpPr>
          <p:nvPr/>
        </p:nvSpPr>
        <p:spPr>
          <a:xfrm>
            <a:off x="5284289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1" name="02_predicted_pose_4720">
            <a:extLst>
              <a:ext uri="{FF2B5EF4-FFF2-40B4-BE49-F238E27FC236}">
                <a16:creationId xmlns:a16="http://schemas.microsoft.com/office/drawing/2014/main" id="{A6E4174F-5E2C-404C-9929-6B6FF6968742}"/>
              </a:ext>
            </a:extLst>
          </p:cNvPr>
          <p:cNvSpPr>
            <a:spLocks noGrp="1"/>
          </p:cNvSpPr>
          <p:nvPr/>
        </p:nvSpPr>
        <p:spPr>
          <a:xfrm>
            <a:off x="5313456" y="5840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2" name="02_predicted_pose_4721">
            <a:extLst>
              <a:ext uri="{FF2B5EF4-FFF2-40B4-BE49-F238E27FC236}">
                <a16:creationId xmlns:a16="http://schemas.microsoft.com/office/drawing/2014/main" id="{E5582C54-A675-4C6B-8D35-EC29284847BA}"/>
              </a:ext>
            </a:extLst>
          </p:cNvPr>
          <p:cNvSpPr>
            <a:spLocks noGrp="1"/>
          </p:cNvSpPr>
          <p:nvPr/>
        </p:nvSpPr>
        <p:spPr>
          <a:xfrm>
            <a:off x="5342625" y="58339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3" name="02_predicted_pose_4722">
            <a:extLst>
              <a:ext uri="{FF2B5EF4-FFF2-40B4-BE49-F238E27FC236}">
                <a16:creationId xmlns:a16="http://schemas.microsoft.com/office/drawing/2014/main" id="{44164ADA-6484-4C52-AED5-3A5EF0D55EA0}"/>
              </a:ext>
            </a:extLst>
          </p:cNvPr>
          <p:cNvSpPr>
            <a:spLocks noGrp="1"/>
          </p:cNvSpPr>
          <p:nvPr/>
        </p:nvSpPr>
        <p:spPr>
          <a:xfrm>
            <a:off x="5240173" y="5918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4" name="02_predicted_pose_4723">
            <a:extLst>
              <a:ext uri="{FF2B5EF4-FFF2-40B4-BE49-F238E27FC236}">
                <a16:creationId xmlns:a16="http://schemas.microsoft.com/office/drawing/2014/main" id="{CAC9ED03-0986-481E-86EE-87E2F49AA13B}"/>
              </a:ext>
            </a:extLst>
          </p:cNvPr>
          <p:cNvSpPr>
            <a:spLocks noGrp="1"/>
          </p:cNvSpPr>
          <p:nvPr/>
        </p:nvSpPr>
        <p:spPr>
          <a:xfrm>
            <a:off x="5292675" y="61872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5" name="02_predicted_pose_4724">
            <a:extLst>
              <a:ext uri="{FF2B5EF4-FFF2-40B4-BE49-F238E27FC236}">
                <a16:creationId xmlns:a16="http://schemas.microsoft.com/office/drawing/2014/main" id="{A8953825-0324-4D2A-90A6-C8A234CA2FD9}"/>
              </a:ext>
            </a:extLst>
          </p:cNvPr>
          <p:cNvSpPr>
            <a:spLocks noGrp="1"/>
          </p:cNvSpPr>
          <p:nvPr/>
        </p:nvSpPr>
        <p:spPr>
          <a:xfrm>
            <a:off x="5442889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6" name="02_predicted_pose_4725">
            <a:extLst>
              <a:ext uri="{FF2B5EF4-FFF2-40B4-BE49-F238E27FC236}">
                <a16:creationId xmlns:a16="http://schemas.microsoft.com/office/drawing/2014/main" id="{F313E82F-2F45-4D68-82F6-9F8697888F10}"/>
              </a:ext>
            </a:extLst>
          </p:cNvPr>
          <p:cNvSpPr>
            <a:spLocks noGrp="1"/>
          </p:cNvSpPr>
          <p:nvPr/>
        </p:nvSpPr>
        <p:spPr>
          <a:xfrm>
            <a:off x="5472056" y="5981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7" name="02_predicted_pose_4726">
            <a:extLst>
              <a:ext uri="{FF2B5EF4-FFF2-40B4-BE49-F238E27FC236}">
                <a16:creationId xmlns:a16="http://schemas.microsoft.com/office/drawing/2014/main" id="{54EC9387-8338-462C-A3AC-75AC5105DCCC}"/>
              </a:ext>
            </a:extLst>
          </p:cNvPr>
          <p:cNvSpPr>
            <a:spLocks noGrp="1"/>
          </p:cNvSpPr>
          <p:nvPr/>
        </p:nvSpPr>
        <p:spPr>
          <a:xfrm>
            <a:off x="5515808" y="5867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8" name="02_predicted_pose_4727">
            <a:extLst>
              <a:ext uri="{FF2B5EF4-FFF2-40B4-BE49-F238E27FC236}">
                <a16:creationId xmlns:a16="http://schemas.microsoft.com/office/drawing/2014/main" id="{7FCB6610-5993-48DE-9A44-574F23012EA1}"/>
              </a:ext>
            </a:extLst>
          </p:cNvPr>
          <p:cNvSpPr>
            <a:spLocks noGrp="1"/>
          </p:cNvSpPr>
          <p:nvPr/>
        </p:nvSpPr>
        <p:spPr>
          <a:xfrm>
            <a:off x="5544976" y="58822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9" name="02_predicted_pose_4728">
            <a:extLst>
              <a:ext uri="{FF2B5EF4-FFF2-40B4-BE49-F238E27FC236}">
                <a16:creationId xmlns:a16="http://schemas.microsoft.com/office/drawing/2014/main" id="{6BBBE4AF-E124-4B16-A88C-A3430548A415}"/>
              </a:ext>
            </a:extLst>
          </p:cNvPr>
          <p:cNvSpPr>
            <a:spLocks noGrp="1"/>
          </p:cNvSpPr>
          <p:nvPr/>
        </p:nvSpPr>
        <p:spPr>
          <a:xfrm>
            <a:off x="5574143" y="58929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0" name="02_predicted_pose_4729">
            <a:extLst>
              <a:ext uri="{FF2B5EF4-FFF2-40B4-BE49-F238E27FC236}">
                <a16:creationId xmlns:a16="http://schemas.microsoft.com/office/drawing/2014/main" id="{C717FD73-8701-4DC3-96CD-77124A05AB87}"/>
              </a:ext>
            </a:extLst>
          </p:cNvPr>
          <p:cNvSpPr>
            <a:spLocks noGrp="1"/>
          </p:cNvSpPr>
          <p:nvPr/>
        </p:nvSpPr>
        <p:spPr>
          <a:xfrm>
            <a:off x="5555549" y="6129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1" name="02_predicted_pose_4730">
            <a:extLst>
              <a:ext uri="{FF2B5EF4-FFF2-40B4-BE49-F238E27FC236}">
                <a16:creationId xmlns:a16="http://schemas.microsoft.com/office/drawing/2014/main" id="{76A4F3C6-0049-4D96-8D20-8D3D56C8E33C}"/>
              </a:ext>
            </a:extLst>
          </p:cNvPr>
          <p:cNvSpPr>
            <a:spLocks noGrp="1"/>
          </p:cNvSpPr>
          <p:nvPr/>
        </p:nvSpPr>
        <p:spPr>
          <a:xfrm>
            <a:off x="5290487" y="5888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2" name="02_predicted_pose_4731">
            <a:extLst>
              <a:ext uri="{FF2B5EF4-FFF2-40B4-BE49-F238E27FC236}">
                <a16:creationId xmlns:a16="http://schemas.microsoft.com/office/drawing/2014/main" id="{1C7EECFF-0157-4C51-BA72-E6431E500114}"/>
              </a:ext>
            </a:extLst>
          </p:cNvPr>
          <p:cNvSpPr>
            <a:spLocks noGrp="1"/>
          </p:cNvSpPr>
          <p:nvPr/>
        </p:nvSpPr>
        <p:spPr>
          <a:xfrm>
            <a:off x="5585810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3" name="02_predicted_pose_4732">
            <a:extLst>
              <a:ext uri="{FF2B5EF4-FFF2-40B4-BE49-F238E27FC236}">
                <a16:creationId xmlns:a16="http://schemas.microsoft.com/office/drawing/2014/main" id="{B964A0BA-0629-4609-93DA-113CD4BF9817}"/>
              </a:ext>
            </a:extLst>
          </p:cNvPr>
          <p:cNvSpPr>
            <a:spLocks noGrp="1"/>
          </p:cNvSpPr>
          <p:nvPr/>
        </p:nvSpPr>
        <p:spPr>
          <a:xfrm>
            <a:off x="5419189" y="59167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4" name="02_predicted_pose_4733">
            <a:extLst>
              <a:ext uri="{FF2B5EF4-FFF2-40B4-BE49-F238E27FC236}">
                <a16:creationId xmlns:a16="http://schemas.microsoft.com/office/drawing/2014/main" id="{CA7DD667-C893-4177-8CE0-847DA88955A0}"/>
              </a:ext>
            </a:extLst>
          </p:cNvPr>
          <p:cNvSpPr>
            <a:spLocks noGrp="1"/>
          </p:cNvSpPr>
          <p:nvPr/>
        </p:nvSpPr>
        <p:spPr>
          <a:xfrm>
            <a:off x="5517631" y="5877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5" name="02_predicted_pose_4734">
            <a:extLst>
              <a:ext uri="{FF2B5EF4-FFF2-40B4-BE49-F238E27FC236}">
                <a16:creationId xmlns:a16="http://schemas.microsoft.com/office/drawing/2014/main" id="{5CAD0BEF-D62E-470A-A8FF-53B7D6FA2C83}"/>
              </a:ext>
            </a:extLst>
          </p:cNvPr>
          <p:cNvSpPr>
            <a:spLocks noGrp="1"/>
          </p:cNvSpPr>
          <p:nvPr/>
        </p:nvSpPr>
        <p:spPr>
          <a:xfrm>
            <a:off x="5247830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6" name="02_predicted_pose_4735">
            <a:extLst>
              <a:ext uri="{FF2B5EF4-FFF2-40B4-BE49-F238E27FC236}">
                <a16:creationId xmlns:a16="http://schemas.microsoft.com/office/drawing/2014/main" id="{564B45A0-CF83-4C46-B1B9-0828A8583632}"/>
              </a:ext>
            </a:extLst>
          </p:cNvPr>
          <p:cNvSpPr>
            <a:spLocks noGrp="1"/>
          </p:cNvSpPr>
          <p:nvPr/>
        </p:nvSpPr>
        <p:spPr>
          <a:xfrm>
            <a:off x="5262413" y="59264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7" name="02_predicted_pose_4736">
            <a:extLst>
              <a:ext uri="{FF2B5EF4-FFF2-40B4-BE49-F238E27FC236}">
                <a16:creationId xmlns:a16="http://schemas.microsoft.com/office/drawing/2014/main" id="{00435E7E-3F41-4C92-86B3-A48EC66C7341}"/>
              </a:ext>
            </a:extLst>
          </p:cNvPr>
          <p:cNvSpPr>
            <a:spLocks noGrp="1"/>
          </p:cNvSpPr>
          <p:nvPr/>
        </p:nvSpPr>
        <p:spPr>
          <a:xfrm>
            <a:off x="5276997" y="6047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8" name="02_predicted_pose_4737">
            <a:extLst>
              <a:ext uri="{FF2B5EF4-FFF2-40B4-BE49-F238E27FC236}">
                <a16:creationId xmlns:a16="http://schemas.microsoft.com/office/drawing/2014/main" id="{F40B14C9-9E26-4555-AB3C-C98F9DA73F1E}"/>
              </a:ext>
            </a:extLst>
          </p:cNvPr>
          <p:cNvSpPr>
            <a:spLocks noGrp="1"/>
          </p:cNvSpPr>
          <p:nvPr/>
        </p:nvSpPr>
        <p:spPr>
          <a:xfrm>
            <a:off x="5291582" y="592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9" name="02_predicted_pose_4738">
            <a:extLst>
              <a:ext uri="{FF2B5EF4-FFF2-40B4-BE49-F238E27FC236}">
                <a16:creationId xmlns:a16="http://schemas.microsoft.com/office/drawing/2014/main" id="{43AD3696-9FE4-436B-A7E7-1C75AEF8212A}"/>
              </a:ext>
            </a:extLst>
          </p:cNvPr>
          <p:cNvSpPr>
            <a:spLocks noGrp="1"/>
          </p:cNvSpPr>
          <p:nvPr/>
        </p:nvSpPr>
        <p:spPr>
          <a:xfrm>
            <a:off x="5244548" y="58785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0" name="02_predicted_pose_4739">
            <a:extLst>
              <a:ext uri="{FF2B5EF4-FFF2-40B4-BE49-F238E27FC236}">
                <a16:creationId xmlns:a16="http://schemas.microsoft.com/office/drawing/2014/main" id="{70E746D0-0F76-477D-927F-EC43FE281F50}"/>
              </a:ext>
            </a:extLst>
          </p:cNvPr>
          <p:cNvSpPr>
            <a:spLocks noGrp="1"/>
          </p:cNvSpPr>
          <p:nvPr/>
        </p:nvSpPr>
        <p:spPr>
          <a:xfrm>
            <a:off x="5273716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1" name="02_predicted_pose_4740">
            <a:extLst>
              <a:ext uri="{FF2B5EF4-FFF2-40B4-BE49-F238E27FC236}">
                <a16:creationId xmlns:a16="http://schemas.microsoft.com/office/drawing/2014/main" id="{D379D6FA-2D01-4AF7-BAD3-434C231C4483}"/>
              </a:ext>
            </a:extLst>
          </p:cNvPr>
          <p:cNvSpPr>
            <a:spLocks noGrp="1"/>
          </p:cNvSpPr>
          <p:nvPr/>
        </p:nvSpPr>
        <p:spPr>
          <a:xfrm>
            <a:off x="5363042" y="591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2" name="02_predicted_pose_4741">
            <a:extLst>
              <a:ext uri="{FF2B5EF4-FFF2-40B4-BE49-F238E27FC236}">
                <a16:creationId xmlns:a16="http://schemas.microsoft.com/office/drawing/2014/main" id="{600B8881-7906-442F-980C-9546553D3153}"/>
              </a:ext>
            </a:extLst>
          </p:cNvPr>
          <p:cNvSpPr>
            <a:spLocks noGrp="1"/>
          </p:cNvSpPr>
          <p:nvPr/>
        </p:nvSpPr>
        <p:spPr>
          <a:xfrm>
            <a:off x="5307989" y="58369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3" name="02_predicted_pose_4742">
            <a:extLst>
              <a:ext uri="{FF2B5EF4-FFF2-40B4-BE49-F238E27FC236}">
                <a16:creationId xmlns:a16="http://schemas.microsoft.com/office/drawing/2014/main" id="{787F0D90-EB28-4335-B7E4-C4DE50118EB7}"/>
              </a:ext>
            </a:extLst>
          </p:cNvPr>
          <p:cNvSpPr>
            <a:spLocks noGrp="1"/>
          </p:cNvSpPr>
          <p:nvPr/>
        </p:nvSpPr>
        <p:spPr>
          <a:xfrm>
            <a:off x="5322572" y="6340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4" name="02_predicted_pose_4743">
            <a:extLst>
              <a:ext uri="{FF2B5EF4-FFF2-40B4-BE49-F238E27FC236}">
                <a16:creationId xmlns:a16="http://schemas.microsoft.com/office/drawing/2014/main" id="{C7DB085B-EB54-4FF8-9DB5-5837C8A7A79F}"/>
              </a:ext>
            </a:extLst>
          </p:cNvPr>
          <p:cNvSpPr>
            <a:spLocks noGrp="1"/>
          </p:cNvSpPr>
          <p:nvPr/>
        </p:nvSpPr>
        <p:spPr>
          <a:xfrm>
            <a:off x="5337156" y="58056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5" name="02_predicted_pose_4744">
            <a:extLst>
              <a:ext uri="{FF2B5EF4-FFF2-40B4-BE49-F238E27FC236}">
                <a16:creationId xmlns:a16="http://schemas.microsoft.com/office/drawing/2014/main" id="{81072BE6-9CE8-45D5-B8A6-1BF7AA44465C}"/>
              </a:ext>
            </a:extLst>
          </p:cNvPr>
          <p:cNvSpPr>
            <a:spLocks noGrp="1"/>
          </p:cNvSpPr>
          <p:nvPr/>
        </p:nvSpPr>
        <p:spPr>
          <a:xfrm>
            <a:off x="5285748" y="58130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6" name="02_predicted_pose_4745">
            <a:extLst>
              <a:ext uri="{FF2B5EF4-FFF2-40B4-BE49-F238E27FC236}">
                <a16:creationId xmlns:a16="http://schemas.microsoft.com/office/drawing/2014/main" id="{2CFD3852-4A8A-4C36-A62C-E7AC9458DC71}"/>
              </a:ext>
            </a:extLst>
          </p:cNvPr>
          <p:cNvSpPr>
            <a:spLocks noGrp="1"/>
          </p:cNvSpPr>
          <p:nvPr/>
        </p:nvSpPr>
        <p:spPr>
          <a:xfrm>
            <a:off x="5300331" y="58385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7" name="02_predicted_pose_4746">
            <a:extLst>
              <a:ext uri="{FF2B5EF4-FFF2-40B4-BE49-F238E27FC236}">
                <a16:creationId xmlns:a16="http://schemas.microsoft.com/office/drawing/2014/main" id="{5910C050-0CC3-46D6-A8BF-31CDFA06213A}"/>
              </a:ext>
            </a:extLst>
          </p:cNvPr>
          <p:cNvSpPr>
            <a:spLocks noGrp="1"/>
          </p:cNvSpPr>
          <p:nvPr/>
        </p:nvSpPr>
        <p:spPr>
          <a:xfrm>
            <a:off x="5314916" y="57921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8" name="02_predicted_pose_4747">
            <a:extLst>
              <a:ext uri="{FF2B5EF4-FFF2-40B4-BE49-F238E27FC236}">
                <a16:creationId xmlns:a16="http://schemas.microsoft.com/office/drawing/2014/main" id="{EDA2A20B-4974-4D60-9672-6AAC5011D759}"/>
              </a:ext>
            </a:extLst>
          </p:cNvPr>
          <p:cNvSpPr>
            <a:spLocks noGrp="1"/>
          </p:cNvSpPr>
          <p:nvPr/>
        </p:nvSpPr>
        <p:spPr>
          <a:xfrm>
            <a:off x="5335332" y="5391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9" name="02_predicted_pose_4748">
            <a:extLst>
              <a:ext uri="{FF2B5EF4-FFF2-40B4-BE49-F238E27FC236}">
                <a16:creationId xmlns:a16="http://schemas.microsoft.com/office/drawing/2014/main" id="{B4D5C021-0912-4AE0-A467-04AE38728666}"/>
              </a:ext>
            </a:extLst>
          </p:cNvPr>
          <p:cNvSpPr>
            <a:spLocks noGrp="1"/>
          </p:cNvSpPr>
          <p:nvPr/>
        </p:nvSpPr>
        <p:spPr>
          <a:xfrm>
            <a:off x="5379084" y="5668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0" name="02_predicted_pose_4749">
            <a:extLst>
              <a:ext uri="{FF2B5EF4-FFF2-40B4-BE49-F238E27FC236}">
                <a16:creationId xmlns:a16="http://schemas.microsoft.com/office/drawing/2014/main" id="{D8033A54-ECE3-40D2-A12B-5D2074E87A8A}"/>
              </a:ext>
            </a:extLst>
          </p:cNvPr>
          <p:cNvSpPr>
            <a:spLocks noGrp="1"/>
          </p:cNvSpPr>
          <p:nvPr/>
        </p:nvSpPr>
        <p:spPr>
          <a:xfrm>
            <a:off x="5447993" y="54885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1" name="02_predicted_pose_4750">
            <a:extLst>
              <a:ext uri="{FF2B5EF4-FFF2-40B4-BE49-F238E27FC236}">
                <a16:creationId xmlns:a16="http://schemas.microsoft.com/office/drawing/2014/main" id="{A690044B-0ED6-416A-9E50-3B57EF8C085C}"/>
              </a:ext>
            </a:extLst>
          </p:cNvPr>
          <p:cNvSpPr>
            <a:spLocks noGrp="1"/>
          </p:cNvSpPr>
          <p:nvPr/>
        </p:nvSpPr>
        <p:spPr>
          <a:xfrm>
            <a:off x="5576696" y="5630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2" name="02_predicted_pose_4751">
            <a:extLst>
              <a:ext uri="{FF2B5EF4-FFF2-40B4-BE49-F238E27FC236}">
                <a16:creationId xmlns:a16="http://schemas.microsoft.com/office/drawing/2014/main" id="{917907DB-E82E-41BB-9241-EEF618AD59DD}"/>
              </a:ext>
            </a:extLst>
          </p:cNvPr>
          <p:cNvSpPr>
            <a:spLocks noGrp="1"/>
          </p:cNvSpPr>
          <p:nvPr/>
        </p:nvSpPr>
        <p:spPr>
          <a:xfrm>
            <a:off x="5311634" y="54106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3" name="02_predicted_pose_4752">
            <a:extLst>
              <a:ext uri="{FF2B5EF4-FFF2-40B4-BE49-F238E27FC236}">
                <a16:creationId xmlns:a16="http://schemas.microsoft.com/office/drawing/2014/main" id="{9ADBD699-1E03-42FB-817C-2E94ACB44DEE}"/>
              </a:ext>
            </a:extLst>
          </p:cNvPr>
          <p:cNvSpPr>
            <a:spLocks noGrp="1"/>
          </p:cNvSpPr>
          <p:nvPr/>
        </p:nvSpPr>
        <p:spPr>
          <a:xfrm>
            <a:off x="5467317" y="60051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4" name="02_predicted_pose_4753">
            <a:extLst>
              <a:ext uri="{FF2B5EF4-FFF2-40B4-BE49-F238E27FC236}">
                <a16:creationId xmlns:a16="http://schemas.microsoft.com/office/drawing/2014/main" id="{F2096BA6-29AD-4534-B774-F4D6457615DC}"/>
              </a:ext>
            </a:extLst>
          </p:cNvPr>
          <p:cNvSpPr>
            <a:spLocks noGrp="1"/>
          </p:cNvSpPr>
          <p:nvPr/>
        </p:nvSpPr>
        <p:spPr>
          <a:xfrm>
            <a:off x="5481901" y="60692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5" name="02_predicted_pose_4754">
            <a:extLst>
              <a:ext uri="{FF2B5EF4-FFF2-40B4-BE49-F238E27FC236}">
                <a16:creationId xmlns:a16="http://schemas.microsoft.com/office/drawing/2014/main" id="{B6287652-A886-4D74-B0E9-9D7C7440266B}"/>
              </a:ext>
            </a:extLst>
          </p:cNvPr>
          <p:cNvSpPr>
            <a:spLocks noGrp="1"/>
          </p:cNvSpPr>
          <p:nvPr/>
        </p:nvSpPr>
        <p:spPr>
          <a:xfrm>
            <a:off x="5439972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6" name="02_predicted_pose_4755">
            <a:extLst>
              <a:ext uri="{FF2B5EF4-FFF2-40B4-BE49-F238E27FC236}">
                <a16:creationId xmlns:a16="http://schemas.microsoft.com/office/drawing/2014/main" id="{BE418178-29D0-40B6-B0BD-A047FF32BC7B}"/>
              </a:ext>
            </a:extLst>
          </p:cNvPr>
          <p:cNvSpPr>
            <a:spLocks noGrp="1"/>
          </p:cNvSpPr>
          <p:nvPr/>
        </p:nvSpPr>
        <p:spPr>
          <a:xfrm>
            <a:off x="5454556" y="57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7" name="02_predicted_pose_4756">
            <a:extLst>
              <a:ext uri="{FF2B5EF4-FFF2-40B4-BE49-F238E27FC236}">
                <a16:creationId xmlns:a16="http://schemas.microsoft.com/office/drawing/2014/main" id="{0387B9B8-2F99-4AFA-BCD1-ADA496DE7EE0}"/>
              </a:ext>
            </a:extLst>
          </p:cNvPr>
          <p:cNvSpPr>
            <a:spLocks noGrp="1"/>
          </p:cNvSpPr>
          <p:nvPr/>
        </p:nvSpPr>
        <p:spPr>
          <a:xfrm>
            <a:off x="5469139" y="5876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8" name="02_predicted_pose_4757">
            <a:extLst>
              <a:ext uri="{FF2B5EF4-FFF2-40B4-BE49-F238E27FC236}">
                <a16:creationId xmlns:a16="http://schemas.microsoft.com/office/drawing/2014/main" id="{91C20AE6-C0A9-46F9-9275-DB71599F5CBE}"/>
              </a:ext>
            </a:extLst>
          </p:cNvPr>
          <p:cNvSpPr>
            <a:spLocks noGrp="1"/>
          </p:cNvSpPr>
          <p:nvPr/>
        </p:nvSpPr>
        <p:spPr>
          <a:xfrm>
            <a:off x="5498308" y="5383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9" name="02_predicted_pose_4758">
            <a:extLst>
              <a:ext uri="{FF2B5EF4-FFF2-40B4-BE49-F238E27FC236}">
                <a16:creationId xmlns:a16="http://schemas.microsoft.com/office/drawing/2014/main" id="{0B1A0A83-7F31-4B4C-AE10-93DA800CE7DA}"/>
              </a:ext>
            </a:extLst>
          </p:cNvPr>
          <p:cNvSpPr>
            <a:spLocks noGrp="1"/>
          </p:cNvSpPr>
          <p:nvPr/>
        </p:nvSpPr>
        <p:spPr>
          <a:xfrm>
            <a:off x="5512891" y="54108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0" name="02_predicted_pose_4759">
            <a:extLst>
              <a:ext uri="{FF2B5EF4-FFF2-40B4-BE49-F238E27FC236}">
                <a16:creationId xmlns:a16="http://schemas.microsoft.com/office/drawing/2014/main" id="{6A203E9A-A9C4-48C6-A40B-615467ECC9F9}"/>
              </a:ext>
            </a:extLst>
          </p:cNvPr>
          <p:cNvSpPr>
            <a:spLocks noGrp="1"/>
          </p:cNvSpPr>
          <p:nvPr/>
        </p:nvSpPr>
        <p:spPr>
          <a:xfrm>
            <a:off x="5315645" y="56947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1" name="02_predicted_pose_4760">
            <a:extLst>
              <a:ext uri="{FF2B5EF4-FFF2-40B4-BE49-F238E27FC236}">
                <a16:creationId xmlns:a16="http://schemas.microsoft.com/office/drawing/2014/main" id="{ED32F520-DE0B-4F93-A2DA-622DF6322033}"/>
              </a:ext>
            </a:extLst>
          </p:cNvPr>
          <p:cNvSpPr>
            <a:spLocks noGrp="1"/>
          </p:cNvSpPr>
          <p:nvPr/>
        </p:nvSpPr>
        <p:spPr>
          <a:xfrm>
            <a:off x="5424294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2" name="02_predicted_pose_4761">
            <a:extLst>
              <a:ext uri="{FF2B5EF4-FFF2-40B4-BE49-F238E27FC236}">
                <a16:creationId xmlns:a16="http://schemas.microsoft.com/office/drawing/2014/main" id="{893A82A9-AAD4-4C67-9CE1-635FD0ED3484}"/>
              </a:ext>
            </a:extLst>
          </p:cNvPr>
          <p:cNvSpPr>
            <a:spLocks noGrp="1"/>
          </p:cNvSpPr>
          <p:nvPr/>
        </p:nvSpPr>
        <p:spPr>
          <a:xfrm>
            <a:off x="5468046" y="5752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3" name="02_predicted_pose_4762">
            <a:extLst>
              <a:ext uri="{FF2B5EF4-FFF2-40B4-BE49-F238E27FC236}">
                <a16:creationId xmlns:a16="http://schemas.microsoft.com/office/drawing/2014/main" id="{88DDF6DB-EFEB-4934-8F8E-5914283D5597}"/>
              </a:ext>
            </a:extLst>
          </p:cNvPr>
          <p:cNvSpPr>
            <a:spLocks noGrp="1"/>
          </p:cNvSpPr>
          <p:nvPr/>
        </p:nvSpPr>
        <p:spPr>
          <a:xfrm>
            <a:off x="5482630" y="58782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4" name="02_predicted_pose_4763">
            <a:extLst>
              <a:ext uri="{FF2B5EF4-FFF2-40B4-BE49-F238E27FC236}">
                <a16:creationId xmlns:a16="http://schemas.microsoft.com/office/drawing/2014/main" id="{D431BCA2-B44D-48A1-87D3-F958F667C235}"/>
              </a:ext>
            </a:extLst>
          </p:cNvPr>
          <p:cNvSpPr>
            <a:spLocks noGrp="1"/>
          </p:cNvSpPr>
          <p:nvPr/>
        </p:nvSpPr>
        <p:spPr>
          <a:xfrm>
            <a:off x="5511797" y="5329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5" name="02_predicted_pose_4764">
            <a:extLst>
              <a:ext uri="{FF2B5EF4-FFF2-40B4-BE49-F238E27FC236}">
                <a16:creationId xmlns:a16="http://schemas.microsoft.com/office/drawing/2014/main" id="{174BAB0B-F53D-47D1-B8E9-D6EBA32F9041}"/>
              </a:ext>
            </a:extLst>
          </p:cNvPr>
          <p:cNvSpPr>
            <a:spLocks noGrp="1"/>
          </p:cNvSpPr>
          <p:nvPr/>
        </p:nvSpPr>
        <p:spPr>
          <a:xfrm>
            <a:off x="5396220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6" name="02_predicted_pose_4765">
            <a:extLst>
              <a:ext uri="{FF2B5EF4-FFF2-40B4-BE49-F238E27FC236}">
                <a16:creationId xmlns:a16="http://schemas.microsoft.com/office/drawing/2014/main" id="{4D50CC9B-7935-401B-9A42-D160B04FA78C}"/>
              </a:ext>
            </a:extLst>
          </p:cNvPr>
          <p:cNvSpPr>
            <a:spLocks noGrp="1"/>
          </p:cNvSpPr>
          <p:nvPr/>
        </p:nvSpPr>
        <p:spPr>
          <a:xfrm>
            <a:off x="5425388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7" name="02_predicted_pose_4766">
            <a:extLst>
              <a:ext uri="{FF2B5EF4-FFF2-40B4-BE49-F238E27FC236}">
                <a16:creationId xmlns:a16="http://schemas.microsoft.com/office/drawing/2014/main" id="{9581D2EF-A1D8-48C2-909F-397D374EBD77}"/>
              </a:ext>
            </a:extLst>
          </p:cNvPr>
          <p:cNvSpPr>
            <a:spLocks noGrp="1"/>
          </p:cNvSpPr>
          <p:nvPr/>
        </p:nvSpPr>
        <p:spPr>
          <a:xfrm>
            <a:off x="5454556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8" name="02_predicted_pose_4767">
            <a:extLst>
              <a:ext uri="{FF2B5EF4-FFF2-40B4-BE49-F238E27FC236}">
                <a16:creationId xmlns:a16="http://schemas.microsoft.com/office/drawing/2014/main" id="{550AED67-E6F6-4509-A21E-FC684B3B6FE3}"/>
              </a:ext>
            </a:extLst>
          </p:cNvPr>
          <p:cNvSpPr>
            <a:spLocks noGrp="1"/>
          </p:cNvSpPr>
          <p:nvPr/>
        </p:nvSpPr>
        <p:spPr>
          <a:xfrm>
            <a:off x="5483723" y="6171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9" name="02_predicted_pose_4768">
            <a:extLst>
              <a:ext uri="{FF2B5EF4-FFF2-40B4-BE49-F238E27FC236}">
                <a16:creationId xmlns:a16="http://schemas.microsoft.com/office/drawing/2014/main" id="{93B7A613-702A-4870-8566-11B19A7239F1}"/>
              </a:ext>
            </a:extLst>
          </p:cNvPr>
          <p:cNvSpPr>
            <a:spLocks noGrp="1"/>
          </p:cNvSpPr>
          <p:nvPr/>
        </p:nvSpPr>
        <p:spPr>
          <a:xfrm>
            <a:off x="5512891" y="62075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0" name="02_predicted_pose_4769">
            <a:extLst>
              <a:ext uri="{FF2B5EF4-FFF2-40B4-BE49-F238E27FC236}">
                <a16:creationId xmlns:a16="http://schemas.microsoft.com/office/drawing/2014/main" id="{D99DB18A-2F5F-4C1E-8DCE-DCD809124CB5}"/>
              </a:ext>
            </a:extLst>
          </p:cNvPr>
          <p:cNvSpPr>
            <a:spLocks noGrp="1"/>
          </p:cNvSpPr>
          <p:nvPr/>
        </p:nvSpPr>
        <p:spPr>
          <a:xfrm>
            <a:off x="5410440" y="6172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1" name="02_predicted_pose_4770">
            <a:extLst>
              <a:ext uri="{FF2B5EF4-FFF2-40B4-BE49-F238E27FC236}">
                <a16:creationId xmlns:a16="http://schemas.microsoft.com/office/drawing/2014/main" id="{7E77A5ED-9E80-43B7-8E98-83C38B9BF4BA}"/>
              </a:ext>
            </a:extLst>
          </p:cNvPr>
          <p:cNvSpPr>
            <a:spLocks noGrp="1"/>
          </p:cNvSpPr>
          <p:nvPr/>
        </p:nvSpPr>
        <p:spPr>
          <a:xfrm>
            <a:off x="5534402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2" name="02_predicted_pose_4771">
            <a:extLst>
              <a:ext uri="{FF2B5EF4-FFF2-40B4-BE49-F238E27FC236}">
                <a16:creationId xmlns:a16="http://schemas.microsoft.com/office/drawing/2014/main" id="{E8B75097-07F8-4B47-87BB-00C94AF3AC6B}"/>
              </a:ext>
            </a:extLst>
          </p:cNvPr>
          <p:cNvSpPr>
            <a:spLocks noGrp="1"/>
          </p:cNvSpPr>
          <p:nvPr/>
        </p:nvSpPr>
        <p:spPr>
          <a:xfrm>
            <a:off x="5548986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3" name="02_predicted_pose_4772">
            <a:extLst>
              <a:ext uri="{FF2B5EF4-FFF2-40B4-BE49-F238E27FC236}">
                <a16:creationId xmlns:a16="http://schemas.microsoft.com/office/drawing/2014/main" id="{AA728EE5-1E2B-4D4E-AE20-6E5413718E4E}"/>
              </a:ext>
            </a:extLst>
          </p:cNvPr>
          <p:cNvSpPr>
            <a:spLocks noGrp="1"/>
          </p:cNvSpPr>
          <p:nvPr/>
        </p:nvSpPr>
        <p:spPr>
          <a:xfrm>
            <a:off x="5319291" y="5568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4" name="02_predicted_pose_4773">
            <a:extLst>
              <a:ext uri="{FF2B5EF4-FFF2-40B4-BE49-F238E27FC236}">
                <a16:creationId xmlns:a16="http://schemas.microsoft.com/office/drawing/2014/main" id="{11AD6F43-FCB4-4BCE-9032-A54B8F045937}"/>
              </a:ext>
            </a:extLst>
          </p:cNvPr>
          <p:cNvSpPr>
            <a:spLocks noGrp="1"/>
          </p:cNvSpPr>
          <p:nvPr/>
        </p:nvSpPr>
        <p:spPr>
          <a:xfrm>
            <a:off x="5332416" y="609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5" name="02_predicted_pose_4774">
            <a:extLst>
              <a:ext uri="{FF2B5EF4-FFF2-40B4-BE49-F238E27FC236}">
                <a16:creationId xmlns:a16="http://schemas.microsoft.com/office/drawing/2014/main" id="{B8BC5C70-B613-4D33-82A6-5C37C4885B14}"/>
              </a:ext>
            </a:extLst>
          </p:cNvPr>
          <p:cNvSpPr>
            <a:spLocks noGrp="1"/>
          </p:cNvSpPr>
          <p:nvPr/>
        </p:nvSpPr>
        <p:spPr>
          <a:xfrm>
            <a:off x="5376532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6" name="02_predicted_pose_4775">
            <a:extLst>
              <a:ext uri="{FF2B5EF4-FFF2-40B4-BE49-F238E27FC236}">
                <a16:creationId xmlns:a16="http://schemas.microsoft.com/office/drawing/2014/main" id="{BE2508C5-A89C-40F3-BF08-06DDA63C3C48}"/>
              </a:ext>
            </a:extLst>
          </p:cNvPr>
          <p:cNvSpPr>
            <a:spLocks noGrp="1"/>
          </p:cNvSpPr>
          <p:nvPr/>
        </p:nvSpPr>
        <p:spPr>
          <a:xfrm>
            <a:off x="5337885" y="6087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7" name="02_predicted_pose_4776">
            <a:extLst>
              <a:ext uri="{FF2B5EF4-FFF2-40B4-BE49-F238E27FC236}">
                <a16:creationId xmlns:a16="http://schemas.microsoft.com/office/drawing/2014/main" id="{5B72E69E-D333-45CC-B46E-5F56EE94E9FD}"/>
              </a:ext>
            </a:extLst>
          </p:cNvPr>
          <p:cNvSpPr>
            <a:spLocks noGrp="1"/>
          </p:cNvSpPr>
          <p:nvPr/>
        </p:nvSpPr>
        <p:spPr>
          <a:xfrm>
            <a:off x="5282831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8" name="02_predicted_pose_4777">
            <a:extLst>
              <a:ext uri="{FF2B5EF4-FFF2-40B4-BE49-F238E27FC236}">
                <a16:creationId xmlns:a16="http://schemas.microsoft.com/office/drawing/2014/main" id="{EAEF3959-6601-459A-8B97-D6DE68972366}"/>
              </a:ext>
            </a:extLst>
          </p:cNvPr>
          <p:cNvSpPr>
            <a:spLocks noGrp="1"/>
          </p:cNvSpPr>
          <p:nvPr/>
        </p:nvSpPr>
        <p:spPr>
          <a:xfrm>
            <a:off x="5422836" y="6199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9" name="02_predicted_pose_4778">
            <a:extLst>
              <a:ext uri="{FF2B5EF4-FFF2-40B4-BE49-F238E27FC236}">
                <a16:creationId xmlns:a16="http://schemas.microsoft.com/office/drawing/2014/main" id="{66657D3C-0551-4B77-B473-6538AC4AAE00}"/>
              </a:ext>
            </a:extLst>
          </p:cNvPr>
          <p:cNvSpPr>
            <a:spLocks noGrp="1"/>
          </p:cNvSpPr>
          <p:nvPr/>
        </p:nvSpPr>
        <p:spPr>
          <a:xfrm>
            <a:off x="5437420" y="6259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0" name="02_predicted_pose_4779">
            <a:extLst>
              <a:ext uri="{FF2B5EF4-FFF2-40B4-BE49-F238E27FC236}">
                <a16:creationId xmlns:a16="http://schemas.microsoft.com/office/drawing/2014/main" id="{4F23BD77-5C1D-480D-A059-6549CB7EEC11}"/>
              </a:ext>
            </a:extLst>
          </p:cNvPr>
          <p:cNvSpPr>
            <a:spLocks noGrp="1"/>
          </p:cNvSpPr>
          <p:nvPr/>
        </p:nvSpPr>
        <p:spPr>
          <a:xfrm>
            <a:off x="5452003" y="6221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1" name="02_predicted_pose_4780">
            <a:extLst>
              <a:ext uri="{FF2B5EF4-FFF2-40B4-BE49-F238E27FC236}">
                <a16:creationId xmlns:a16="http://schemas.microsoft.com/office/drawing/2014/main" id="{BE423908-3DC6-42D4-8093-5719B823D72C}"/>
              </a:ext>
            </a:extLst>
          </p:cNvPr>
          <p:cNvSpPr>
            <a:spLocks noGrp="1"/>
          </p:cNvSpPr>
          <p:nvPr/>
        </p:nvSpPr>
        <p:spPr>
          <a:xfrm>
            <a:off x="5466587" y="59568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2" name="02_predicted_pose_4781">
            <a:extLst>
              <a:ext uri="{FF2B5EF4-FFF2-40B4-BE49-F238E27FC236}">
                <a16:creationId xmlns:a16="http://schemas.microsoft.com/office/drawing/2014/main" id="{80B639B5-6F11-4030-AD8A-F2632D4FB9BE}"/>
              </a:ext>
            </a:extLst>
          </p:cNvPr>
          <p:cNvSpPr>
            <a:spLocks noGrp="1"/>
          </p:cNvSpPr>
          <p:nvPr/>
        </p:nvSpPr>
        <p:spPr>
          <a:xfrm>
            <a:off x="5249653" y="61917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3" name="02_predicted_pose_4782">
            <a:extLst>
              <a:ext uri="{FF2B5EF4-FFF2-40B4-BE49-F238E27FC236}">
                <a16:creationId xmlns:a16="http://schemas.microsoft.com/office/drawing/2014/main" id="{FAB0669E-288B-4F02-86C6-6DED640D88E5}"/>
              </a:ext>
            </a:extLst>
          </p:cNvPr>
          <p:cNvSpPr>
            <a:spLocks noGrp="1"/>
          </p:cNvSpPr>
          <p:nvPr/>
        </p:nvSpPr>
        <p:spPr>
          <a:xfrm>
            <a:off x="5278820" y="6111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4" name="02_predicted_pose_4783">
            <a:extLst>
              <a:ext uri="{FF2B5EF4-FFF2-40B4-BE49-F238E27FC236}">
                <a16:creationId xmlns:a16="http://schemas.microsoft.com/office/drawing/2014/main" id="{181FCAEC-632C-4E56-9047-1C68D383751B}"/>
              </a:ext>
            </a:extLst>
          </p:cNvPr>
          <p:cNvSpPr>
            <a:spLocks noGrp="1"/>
          </p:cNvSpPr>
          <p:nvPr/>
        </p:nvSpPr>
        <p:spPr>
          <a:xfrm>
            <a:off x="5502682" y="58637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5" name="02_predicted_pose_4784">
            <a:extLst>
              <a:ext uri="{FF2B5EF4-FFF2-40B4-BE49-F238E27FC236}">
                <a16:creationId xmlns:a16="http://schemas.microsoft.com/office/drawing/2014/main" id="{0C6828E9-D6C6-4104-AF15-DDCD07ABD5B1}"/>
              </a:ext>
            </a:extLst>
          </p:cNvPr>
          <p:cNvSpPr>
            <a:spLocks noGrp="1"/>
          </p:cNvSpPr>
          <p:nvPr/>
        </p:nvSpPr>
        <p:spPr>
          <a:xfrm>
            <a:off x="5539507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6" name="02_predicted_pose_4785">
            <a:extLst>
              <a:ext uri="{FF2B5EF4-FFF2-40B4-BE49-F238E27FC236}">
                <a16:creationId xmlns:a16="http://schemas.microsoft.com/office/drawing/2014/main" id="{33B9F5F2-DC45-42F5-ADAA-53411FB0668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7" name="02_predicted_pose_4786">
            <a:extLst>
              <a:ext uri="{FF2B5EF4-FFF2-40B4-BE49-F238E27FC236}">
                <a16:creationId xmlns:a16="http://schemas.microsoft.com/office/drawing/2014/main" id="{26758A8E-E00E-4580-8726-85980643406C}"/>
              </a:ext>
            </a:extLst>
          </p:cNvPr>
          <p:cNvSpPr>
            <a:spLocks noGrp="1"/>
          </p:cNvSpPr>
          <p:nvPr/>
        </p:nvSpPr>
        <p:spPr>
          <a:xfrm>
            <a:off x="3548525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2_predicted_pose_4787">
            <a:extLst>
              <a:ext uri="{FF2B5EF4-FFF2-40B4-BE49-F238E27FC236}">
                <a16:creationId xmlns:a16="http://schemas.microsoft.com/office/drawing/2014/main" id="{96575DA0-2200-4F0A-BA32-0F5B273C2317}"/>
              </a:ext>
            </a:extLst>
          </p:cNvPr>
          <p:cNvSpPr>
            <a:spLocks noGrp="1"/>
          </p:cNvSpPr>
          <p:nvPr/>
        </p:nvSpPr>
        <p:spPr>
          <a:xfrm>
            <a:off x="4062970" y="5990354"/>
            <a:ext cx="302615" cy="268138"/>
          </a:xfrm>
          <a:custGeom>
            <a:avLst/>
            <a:gdLst/>
            <a:ahLst/>
            <a:cxnLst/>
            <a:rect l="0" t="0" r="0" b="0"/>
            <a:pathLst>
              <a:path w="285961" h="253381">
                <a:moveTo>
                  <a:pt x="0" y="253381"/>
                </a:moveTo>
                <a:lnTo>
                  <a:pt x="285961" y="253381"/>
                </a:lnTo>
                <a:lnTo>
                  <a:pt x="285961" y="0"/>
                </a:lnTo>
                <a:lnTo>
                  <a:pt x="0" y="0"/>
                </a:lnTo>
                <a:lnTo>
                  <a:pt x="0" y="253381"/>
                </a:lnTo>
                <a:lnTo>
                  <a:pt x="0" y="25338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489" name="02_predicted_pose_4788">
            <a:extLst>
              <a:ext uri="{FF2B5EF4-FFF2-40B4-BE49-F238E27FC236}">
                <a16:creationId xmlns:a16="http://schemas.microsoft.com/office/drawing/2014/main" id="{F9BD8B60-971D-4685-8502-C1399821DF40}"/>
              </a:ext>
            </a:extLst>
          </p:cNvPr>
          <p:cNvSpPr>
            <a:spLocks noGrp="1"/>
          </p:cNvSpPr>
          <p:nvPr/>
        </p:nvSpPr>
        <p:spPr>
          <a:xfrm>
            <a:off x="4214277" y="6258492"/>
            <a:ext cx="202" cy="104956"/>
          </a:xfrm>
          <a:custGeom>
            <a:avLst/>
            <a:gdLst/>
            <a:ahLst/>
            <a:cxnLst/>
            <a:rect l="0" t="0" r="0" b="0"/>
            <a:pathLst>
              <a:path w="191" h="99180">
                <a:moveTo>
                  <a:pt x="0" y="0"/>
                </a:moveTo>
                <a:lnTo>
                  <a:pt x="0" y="9918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0" name="02_predicted_pose_4789">
            <a:extLst>
              <a:ext uri="{FF2B5EF4-FFF2-40B4-BE49-F238E27FC236}">
                <a16:creationId xmlns:a16="http://schemas.microsoft.com/office/drawing/2014/main" id="{6D900941-4096-43D4-B6D4-A4689F681A0C}"/>
              </a:ext>
            </a:extLst>
          </p:cNvPr>
          <p:cNvSpPr>
            <a:spLocks noGrp="1"/>
          </p:cNvSpPr>
          <p:nvPr/>
        </p:nvSpPr>
        <p:spPr>
          <a:xfrm>
            <a:off x="4214277" y="5420221"/>
            <a:ext cx="202" cy="570132"/>
          </a:xfrm>
          <a:custGeom>
            <a:avLst/>
            <a:gdLst/>
            <a:ahLst/>
            <a:cxnLst/>
            <a:rect l="0" t="0" r="0" b="0"/>
            <a:pathLst>
              <a:path w="191" h="538755">
                <a:moveTo>
                  <a:pt x="0" y="5387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1" name="02_predicted_pose_4790">
            <a:extLst>
              <a:ext uri="{FF2B5EF4-FFF2-40B4-BE49-F238E27FC236}">
                <a16:creationId xmlns:a16="http://schemas.microsoft.com/office/drawing/2014/main" id="{9FF9A736-A848-4EC1-9724-743218A73E3D}"/>
              </a:ext>
            </a:extLst>
          </p:cNvPr>
          <p:cNvSpPr>
            <a:spLocks noGrp="1"/>
          </p:cNvSpPr>
          <p:nvPr/>
        </p:nvSpPr>
        <p:spPr>
          <a:xfrm>
            <a:off x="4138623" y="63634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2" name="02_predicted_pose_4791">
            <a:extLst>
              <a:ext uri="{FF2B5EF4-FFF2-40B4-BE49-F238E27FC236}">
                <a16:creationId xmlns:a16="http://schemas.microsoft.com/office/drawing/2014/main" id="{39C3C07C-59F3-478D-86AD-4AFD2F9E0805}"/>
              </a:ext>
            </a:extLst>
          </p:cNvPr>
          <p:cNvSpPr>
            <a:spLocks noGrp="1"/>
          </p:cNvSpPr>
          <p:nvPr/>
        </p:nvSpPr>
        <p:spPr>
          <a:xfrm>
            <a:off x="4138623" y="542022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3" name="02_predicted_pose_4792">
            <a:extLst>
              <a:ext uri="{FF2B5EF4-FFF2-40B4-BE49-F238E27FC236}">
                <a16:creationId xmlns:a16="http://schemas.microsoft.com/office/drawing/2014/main" id="{C762C67F-CA56-4AB6-BC82-AE9AAC5204E3}"/>
              </a:ext>
            </a:extLst>
          </p:cNvPr>
          <p:cNvSpPr>
            <a:spLocks noGrp="1"/>
          </p:cNvSpPr>
          <p:nvPr/>
        </p:nvSpPr>
        <p:spPr>
          <a:xfrm>
            <a:off x="5273429" y="5893419"/>
            <a:ext cx="302615" cy="211489"/>
          </a:xfrm>
          <a:custGeom>
            <a:avLst/>
            <a:gdLst/>
            <a:ahLst/>
            <a:cxnLst/>
            <a:rect l="0" t="0" r="0" b="0"/>
            <a:pathLst>
              <a:path w="285961" h="199850">
                <a:moveTo>
                  <a:pt x="0" y="199850"/>
                </a:moveTo>
                <a:lnTo>
                  <a:pt x="285961" y="199850"/>
                </a:lnTo>
                <a:lnTo>
                  <a:pt x="285961" y="0"/>
                </a:lnTo>
                <a:lnTo>
                  <a:pt x="0" y="0"/>
                </a:lnTo>
                <a:lnTo>
                  <a:pt x="0" y="199850"/>
                </a:lnTo>
                <a:lnTo>
                  <a:pt x="0" y="19985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494" name="02_predicted_pose_4793">
            <a:extLst>
              <a:ext uri="{FF2B5EF4-FFF2-40B4-BE49-F238E27FC236}">
                <a16:creationId xmlns:a16="http://schemas.microsoft.com/office/drawing/2014/main" id="{6F1AE81E-33E4-4035-A269-5488E6081371}"/>
              </a:ext>
            </a:extLst>
          </p:cNvPr>
          <p:cNvSpPr>
            <a:spLocks noGrp="1"/>
          </p:cNvSpPr>
          <p:nvPr/>
        </p:nvSpPr>
        <p:spPr>
          <a:xfrm>
            <a:off x="5424737" y="6104908"/>
            <a:ext cx="202" cy="110704"/>
          </a:xfrm>
          <a:custGeom>
            <a:avLst/>
            <a:gdLst/>
            <a:ahLst/>
            <a:cxnLst/>
            <a:rect l="0" t="0" r="0" b="0"/>
            <a:pathLst>
              <a:path w="191" h="104611">
                <a:moveTo>
                  <a:pt x="0" y="0"/>
                </a:moveTo>
                <a:lnTo>
                  <a:pt x="0" y="104611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5" name="02_predicted_pose_4794">
            <a:extLst>
              <a:ext uri="{FF2B5EF4-FFF2-40B4-BE49-F238E27FC236}">
                <a16:creationId xmlns:a16="http://schemas.microsoft.com/office/drawing/2014/main" id="{1326202F-ABE9-4B9E-B403-54B798BC92A6}"/>
              </a:ext>
            </a:extLst>
          </p:cNvPr>
          <p:cNvSpPr>
            <a:spLocks noGrp="1"/>
          </p:cNvSpPr>
          <p:nvPr/>
        </p:nvSpPr>
        <p:spPr>
          <a:xfrm>
            <a:off x="5424737" y="5507251"/>
            <a:ext cx="202" cy="386169"/>
          </a:xfrm>
          <a:custGeom>
            <a:avLst/>
            <a:gdLst/>
            <a:ahLst/>
            <a:cxnLst/>
            <a:rect l="0" t="0" r="0" b="0"/>
            <a:pathLst>
              <a:path w="191" h="364916">
                <a:moveTo>
                  <a:pt x="0" y="364916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6" name="02_predicted_pose_4795">
            <a:extLst>
              <a:ext uri="{FF2B5EF4-FFF2-40B4-BE49-F238E27FC236}">
                <a16:creationId xmlns:a16="http://schemas.microsoft.com/office/drawing/2014/main" id="{591EC23B-5ECD-4087-A042-27C2185EF488}"/>
              </a:ext>
            </a:extLst>
          </p:cNvPr>
          <p:cNvSpPr>
            <a:spLocks noGrp="1"/>
          </p:cNvSpPr>
          <p:nvPr/>
        </p:nvSpPr>
        <p:spPr>
          <a:xfrm>
            <a:off x="5349083" y="621561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7" name="02_predicted_pose_4796">
            <a:extLst>
              <a:ext uri="{FF2B5EF4-FFF2-40B4-BE49-F238E27FC236}">
                <a16:creationId xmlns:a16="http://schemas.microsoft.com/office/drawing/2014/main" id="{EED73448-E740-4DB1-BF79-F027B1C72F3D}"/>
              </a:ext>
            </a:extLst>
          </p:cNvPr>
          <p:cNvSpPr>
            <a:spLocks noGrp="1"/>
          </p:cNvSpPr>
          <p:nvPr/>
        </p:nvSpPr>
        <p:spPr>
          <a:xfrm>
            <a:off x="5349083" y="5507252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8" name="text_4797">
            <a:extLst>
              <a:ext uri="{FF2B5EF4-FFF2-40B4-BE49-F238E27FC236}">
                <a16:creationId xmlns:a16="http://schemas.microsoft.com/office/drawing/2014/main" id="{9544E4F0-3641-41CF-9032-ED1B94BA0F9A}"/>
              </a:ext>
            </a:extLst>
          </p:cNvPr>
          <p:cNvSpPr>
            <a:spLocks noGrp="1"/>
          </p:cNvSpPr>
          <p:nvPr/>
        </p:nvSpPr>
        <p:spPr>
          <a:xfrm>
            <a:off x="3090971" y="4917368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99" name="text_4798">
            <a:extLst>
              <a:ext uri="{FF2B5EF4-FFF2-40B4-BE49-F238E27FC236}">
                <a16:creationId xmlns:a16="http://schemas.microsoft.com/office/drawing/2014/main" id="{591C09F7-A499-4CF4-9C19-83DFF5D1FA26}"/>
              </a:ext>
            </a:extLst>
          </p:cNvPr>
          <p:cNvSpPr>
            <a:spLocks noGrp="1"/>
          </p:cNvSpPr>
          <p:nvPr/>
        </p:nvSpPr>
        <p:spPr>
          <a:xfrm>
            <a:off x="3548524" y="4866210"/>
            <a:ext cx="87672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Top-1 pose</a:t>
            </a:r>
          </a:p>
        </p:txBody>
      </p:sp>
      <p:sp>
        <p:nvSpPr>
          <p:cNvPr id="1500" name="02_predicted_pose_4799">
            <a:extLst>
              <a:ext uri="{FF2B5EF4-FFF2-40B4-BE49-F238E27FC236}">
                <a16:creationId xmlns:a16="http://schemas.microsoft.com/office/drawing/2014/main" id="{8E6100D6-9AA5-453B-A055-52335535436E}"/>
              </a:ext>
            </a:extLst>
          </p:cNvPr>
          <p:cNvSpPr>
            <a:spLocks noGrp="1"/>
          </p:cNvSpPr>
          <p:nvPr/>
        </p:nvSpPr>
        <p:spPr>
          <a:xfrm>
            <a:off x="4062970" y="6174108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501" name="02_predicted_pose_4800">
            <a:extLst>
              <a:ext uri="{FF2B5EF4-FFF2-40B4-BE49-F238E27FC236}">
                <a16:creationId xmlns:a16="http://schemas.microsoft.com/office/drawing/2014/main" id="{21DC69D9-82DF-4C4B-B67E-3481E2B54CB1}"/>
              </a:ext>
            </a:extLst>
          </p:cNvPr>
          <p:cNvSpPr>
            <a:spLocks noGrp="1"/>
          </p:cNvSpPr>
          <p:nvPr/>
        </p:nvSpPr>
        <p:spPr>
          <a:xfrm>
            <a:off x="5273429" y="5976940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502" name="02_predicted_pose_4801">
            <a:extLst>
              <a:ext uri="{FF2B5EF4-FFF2-40B4-BE49-F238E27FC236}">
                <a16:creationId xmlns:a16="http://schemas.microsoft.com/office/drawing/2014/main" id="{21568936-1364-425C-BE59-F8BBA3183BDA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3" name="02_predicted_pose_4802">
            <a:extLst>
              <a:ext uri="{FF2B5EF4-FFF2-40B4-BE49-F238E27FC236}">
                <a16:creationId xmlns:a16="http://schemas.microsoft.com/office/drawing/2014/main" id="{D3294BDB-A8B7-4EB0-8C73-FFADF5DED6C6}"/>
              </a:ext>
            </a:extLst>
          </p:cNvPr>
          <p:cNvSpPr>
            <a:spLocks noGrp="1"/>
          </p:cNvSpPr>
          <p:nvPr/>
        </p:nvSpPr>
        <p:spPr>
          <a:xfrm>
            <a:off x="6903919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4" name="02_predicted_pose_4803">
            <a:extLst>
              <a:ext uri="{FF2B5EF4-FFF2-40B4-BE49-F238E27FC236}">
                <a16:creationId xmlns:a16="http://schemas.microsoft.com/office/drawing/2014/main" id="{1C0A7DF1-DC94-4246-A436-A9882BA7FAF1}"/>
              </a:ext>
            </a:extLst>
          </p:cNvPr>
          <p:cNvSpPr>
            <a:spLocks noGrp="1"/>
          </p:cNvSpPr>
          <p:nvPr/>
        </p:nvSpPr>
        <p:spPr>
          <a:xfrm>
            <a:off x="6903919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5" name="02_predicted_pose_4804">
            <a:extLst>
              <a:ext uri="{FF2B5EF4-FFF2-40B4-BE49-F238E27FC236}">
                <a16:creationId xmlns:a16="http://schemas.microsoft.com/office/drawing/2014/main" id="{80E6889B-DCF3-4ACC-8939-CD4FA25362DC}"/>
              </a:ext>
            </a:extLst>
          </p:cNvPr>
          <p:cNvSpPr>
            <a:spLocks noGrp="1"/>
          </p:cNvSpPr>
          <p:nvPr/>
        </p:nvSpPr>
        <p:spPr>
          <a:xfrm>
            <a:off x="7569671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6" name="text_4805">
            <a:extLst>
              <a:ext uri="{FF2B5EF4-FFF2-40B4-BE49-F238E27FC236}">
                <a16:creationId xmlns:a16="http://schemas.microsoft.com/office/drawing/2014/main" id="{8F40B05E-924D-45AD-99C3-3DBA1D9860FF}"/>
              </a:ext>
            </a:extLst>
          </p:cNvPr>
          <p:cNvSpPr>
            <a:spLocks noGrp="1"/>
          </p:cNvSpPr>
          <p:nvPr/>
        </p:nvSpPr>
        <p:spPr>
          <a:xfrm>
            <a:off x="7185365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507" name="02_predicted_pose_4806">
            <a:extLst>
              <a:ext uri="{FF2B5EF4-FFF2-40B4-BE49-F238E27FC236}">
                <a16:creationId xmlns:a16="http://schemas.microsoft.com/office/drawing/2014/main" id="{401AF41B-B639-469D-96B2-D334373B9C15}"/>
              </a:ext>
            </a:extLst>
          </p:cNvPr>
          <p:cNvSpPr>
            <a:spLocks noGrp="1"/>
          </p:cNvSpPr>
          <p:nvPr/>
        </p:nvSpPr>
        <p:spPr>
          <a:xfrm>
            <a:off x="8780132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8" name="text_4807">
            <a:extLst>
              <a:ext uri="{FF2B5EF4-FFF2-40B4-BE49-F238E27FC236}">
                <a16:creationId xmlns:a16="http://schemas.microsoft.com/office/drawing/2014/main" id="{5172BDC5-A727-4E1E-88F3-F825C03DDDD4}"/>
              </a:ext>
            </a:extLst>
          </p:cNvPr>
          <p:cNvSpPr>
            <a:spLocks noGrp="1"/>
          </p:cNvSpPr>
          <p:nvPr/>
        </p:nvSpPr>
        <p:spPr>
          <a:xfrm>
            <a:off x="8463842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509" name="02_predicted_pose_4808">
            <a:extLst>
              <a:ext uri="{FF2B5EF4-FFF2-40B4-BE49-F238E27FC236}">
                <a16:creationId xmlns:a16="http://schemas.microsoft.com/office/drawing/2014/main" id="{396DD424-7D7E-4468-9593-95C58563EB97}"/>
              </a:ext>
            </a:extLst>
          </p:cNvPr>
          <p:cNvSpPr>
            <a:spLocks noGrp="1"/>
          </p:cNvSpPr>
          <p:nvPr/>
        </p:nvSpPr>
        <p:spPr>
          <a:xfrm>
            <a:off x="6863599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0" name="text_4809">
            <a:extLst>
              <a:ext uri="{FF2B5EF4-FFF2-40B4-BE49-F238E27FC236}">
                <a16:creationId xmlns:a16="http://schemas.microsoft.com/office/drawing/2014/main" id="{D4192957-496F-46D3-8E14-000370303714}"/>
              </a:ext>
            </a:extLst>
          </p:cNvPr>
          <p:cNvSpPr>
            <a:spLocks noGrp="1"/>
          </p:cNvSpPr>
          <p:nvPr/>
        </p:nvSpPr>
        <p:spPr>
          <a:xfrm>
            <a:off x="6692513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511" name="02_predicted_pose_4810">
            <a:extLst>
              <a:ext uri="{FF2B5EF4-FFF2-40B4-BE49-F238E27FC236}">
                <a16:creationId xmlns:a16="http://schemas.microsoft.com/office/drawing/2014/main" id="{866350F9-D39A-4C34-A9CE-C886413E34A4}"/>
              </a:ext>
            </a:extLst>
          </p:cNvPr>
          <p:cNvSpPr>
            <a:spLocks noGrp="1"/>
          </p:cNvSpPr>
          <p:nvPr/>
        </p:nvSpPr>
        <p:spPr>
          <a:xfrm>
            <a:off x="6863599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2" name="text_4811">
            <a:extLst>
              <a:ext uri="{FF2B5EF4-FFF2-40B4-BE49-F238E27FC236}">
                <a16:creationId xmlns:a16="http://schemas.microsoft.com/office/drawing/2014/main" id="{E1AF6FE8-635F-489F-8DE3-EA939421CEF2}"/>
              </a:ext>
            </a:extLst>
          </p:cNvPr>
          <p:cNvSpPr>
            <a:spLocks noGrp="1"/>
          </p:cNvSpPr>
          <p:nvPr/>
        </p:nvSpPr>
        <p:spPr>
          <a:xfrm>
            <a:off x="6692513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13" name="02_predicted_pose_4812">
            <a:extLst>
              <a:ext uri="{FF2B5EF4-FFF2-40B4-BE49-F238E27FC236}">
                <a16:creationId xmlns:a16="http://schemas.microsoft.com/office/drawing/2014/main" id="{BE7CB8B0-23E6-4871-B036-15F99D3D177A}"/>
              </a:ext>
            </a:extLst>
          </p:cNvPr>
          <p:cNvSpPr>
            <a:spLocks noGrp="1"/>
          </p:cNvSpPr>
          <p:nvPr/>
        </p:nvSpPr>
        <p:spPr>
          <a:xfrm>
            <a:off x="6863599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4" name="text_4813">
            <a:extLst>
              <a:ext uri="{FF2B5EF4-FFF2-40B4-BE49-F238E27FC236}">
                <a16:creationId xmlns:a16="http://schemas.microsoft.com/office/drawing/2014/main" id="{A3B98CCF-9692-4063-8121-CE4012ABF4E3}"/>
              </a:ext>
            </a:extLst>
          </p:cNvPr>
          <p:cNvSpPr>
            <a:spLocks noGrp="1"/>
          </p:cNvSpPr>
          <p:nvPr/>
        </p:nvSpPr>
        <p:spPr>
          <a:xfrm>
            <a:off x="6770974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15" name="02_predicted_pose_4814">
            <a:extLst>
              <a:ext uri="{FF2B5EF4-FFF2-40B4-BE49-F238E27FC236}">
                <a16:creationId xmlns:a16="http://schemas.microsoft.com/office/drawing/2014/main" id="{25F5512D-685B-4792-A8D2-1048B4C431F5}"/>
              </a:ext>
            </a:extLst>
          </p:cNvPr>
          <p:cNvSpPr>
            <a:spLocks noGrp="1"/>
          </p:cNvSpPr>
          <p:nvPr/>
        </p:nvSpPr>
        <p:spPr>
          <a:xfrm>
            <a:off x="6863599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6" name="text_4815">
            <a:extLst>
              <a:ext uri="{FF2B5EF4-FFF2-40B4-BE49-F238E27FC236}">
                <a16:creationId xmlns:a16="http://schemas.microsoft.com/office/drawing/2014/main" id="{25376698-CB5A-42B6-B0BF-4CBC07A0F836}"/>
              </a:ext>
            </a:extLst>
          </p:cNvPr>
          <p:cNvSpPr>
            <a:spLocks noGrp="1"/>
          </p:cNvSpPr>
          <p:nvPr/>
        </p:nvSpPr>
        <p:spPr>
          <a:xfrm>
            <a:off x="6770974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17" name="02_predicted_pose_4816">
            <a:extLst>
              <a:ext uri="{FF2B5EF4-FFF2-40B4-BE49-F238E27FC236}">
                <a16:creationId xmlns:a16="http://schemas.microsoft.com/office/drawing/2014/main" id="{BFB63D00-8839-402A-9807-5C907BE09AC1}"/>
              </a:ext>
            </a:extLst>
          </p:cNvPr>
          <p:cNvSpPr>
            <a:spLocks noGrp="1"/>
          </p:cNvSpPr>
          <p:nvPr/>
        </p:nvSpPr>
        <p:spPr>
          <a:xfrm>
            <a:off x="6863599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8" name="text_4817">
            <a:extLst>
              <a:ext uri="{FF2B5EF4-FFF2-40B4-BE49-F238E27FC236}">
                <a16:creationId xmlns:a16="http://schemas.microsoft.com/office/drawing/2014/main" id="{6501C640-75AE-4015-8D4A-080A7B631377}"/>
              </a:ext>
            </a:extLst>
          </p:cNvPr>
          <p:cNvSpPr>
            <a:spLocks noGrp="1"/>
          </p:cNvSpPr>
          <p:nvPr/>
        </p:nvSpPr>
        <p:spPr>
          <a:xfrm>
            <a:off x="6770974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19" name="02_predicted_pose_4818">
            <a:extLst>
              <a:ext uri="{FF2B5EF4-FFF2-40B4-BE49-F238E27FC236}">
                <a16:creationId xmlns:a16="http://schemas.microsoft.com/office/drawing/2014/main" id="{76F457BA-F078-4FDA-8BBB-B7EBF87251B0}"/>
              </a:ext>
            </a:extLst>
          </p:cNvPr>
          <p:cNvSpPr>
            <a:spLocks noGrp="1"/>
          </p:cNvSpPr>
          <p:nvPr/>
        </p:nvSpPr>
        <p:spPr>
          <a:xfrm>
            <a:off x="6863599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0" name="text_4819">
            <a:extLst>
              <a:ext uri="{FF2B5EF4-FFF2-40B4-BE49-F238E27FC236}">
                <a16:creationId xmlns:a16="http://schemas.microsoft.com/office/drawing/2014/main" id="{5B902B21-9522-43B4-8CF8-235F263BD8BD}"/>
              </a:ext>
            </a:extLst>
          </p:cNvPr>
          <p:cNvSpPr>
            <a:spLocks noGrp="1"/>
          </p:cNvSpPr>
          <p:nvPr/>
        </p:nvSpPr>
        <p:spPr>
          <a:xfrm>
            <a:off x="6770974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21" name="02_predicted_pose_4820">
            <a:extLst>
              <a:ext uri="{FF2B5EF4-FFF2-40B4-BE49-F238E27FC236}">
                <a16:creationId xmlns:a16="http://schemas.microsoft.com/office/drawing/2014/main" id="{11FB072D-D13B-4162-BC58-36E49B2B5591}"/>
              </a:ext>
            </a:extLst>
          </p:cNvPr>
          <p:cNvSpPr>
            <a:spLocks noGrp="1"/>
          </p:cNvSpPr>
          <p:nvPr/>
        </p:nvSpPr>
        <p:spPr>
          <a:xfrm>
            <a:off x="6863599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2" name="text_4821">
            <a:extLst>
              <a:ext uri="{FF2B5EF4-FFF2-40B4-BE49-F238E27FC236}">
                <a16:creationId xmlns:a16="http://schemas.microsoft.com/office/drawing/2014/main" id="{9B2D7078-64B5-430F-A6CF-F0CAE12C839D}"/>
              </a:ext>
            </a:extLst>
          </p:cNvPr>
          <p:cNvSpPr>
            <a:spLocks noGrp="1"/>
          </p:cNvSpPr>
          <p:nvPr/>
        </p:nvSpPr>
        <p:spPr>
          <a:xfrm>
            <a:off x="6718666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23" name="02_predicted_pose_4822">
            <a:extLst>
              <a:ext uri="{FF2B5EF4-FFF2-40B4-BE49-F238E27FC236}">
                <a16:creationId xmlns:a16="http://schemas.microsoft.com/office/drawing/2014/main" id="{A86BD2D9-C88A-4C68-BDCF-40F696E8F6EB}"/>
              </a:ext>
            </a:extLst>
          </p:cNvPr>
          <p:cNvSpPr>
            <a:spLocks noGrp="1"/>
          </p:cNvSpPr>
          <p:nvPr/>
        </p:nvSpPr>
        <p:spPr>
          <a:xfrm>
            <a:off x="6863599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4" name="text_4823">
            <a:extLst>
              <a:ext uri="{FF2B5EF4-FFF2-40B4-BE49-F238E27FC236}">
                <a16:creationId xmlns:a16="http://schemas.microsoft.com/office/drawing/2014/main" id="{71DB6F5D-6D93-4AB2-9EE1-CFF1C70F8EDF}"/>
              </a:ext>
            </a:extLst>
          </p:cNvPr>
          <p:cNvSpPr>
            <a:spLocks noGrp="1"/>
          </p:cNvSpPr>
          <p:nvPr/>
        </p:nvSpPr>
        <p:spPr>
          <a:xfrm>
            <a:off x="6718666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25" name="text_4824">
            <a:extLst>
              <a:ext uri="{FF2B5EF4-FFF2-40B4-BE49-F238E27FC236}">
                <a16:creationId xmlns:a16="http://schemas.microsoft.com/office/drawing/2014/main" id="{A0CA7835-8D74-49FA-9C3E-DE67A20AC4BF}"/>
              </a:ext>
            </a:extLst>
          </p:cNvPr>
          <p:cNvSpPr>
            <a:spLocks noGrp="1"/>
          </p:cNvSpPr>
          <p:nvPr/>
        </p:nvSpPr>
        <p:spPr>
          <a:xfrm rot="-5400000">
            <a:off x="6353514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526" name="02_predicted_pose_4825">
            <a:extLst>
              <a:ext uri="{FF2B5EF4-FFF2-40B4-BE49-F238E27FC236}">
                <a16:creationId xmlns:a16="http://schemas.microsoft.com/office/drawing/2014/main" id="{13F58A47-4562-4D2D-AB6B-B63C14C75563}"/>
              </a:ext>
            </a:extLst>
          </p:cNvPr>
          <p:cNvSpPr>
            <a:spLocks noGrp="1"/>
          </p:cNvSpPr>
          <p:nvPr/>
        </p:nvSpPr>
        <p:spPr>
          <a:xfrm>
            <a:off x="7491569" y="6308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7" name="02_predicted_pose_4826">
            <a:extLst>
              <a:ext uri="{FF2B5EF4-FFF2-40B4-BE49-F238E27FC236}">
                <a16:creationId xmlns:a16="http://schemas.microsoft.com/office/drawing/2014/main" id="{26820DB3-1A0C-4793-8F40-84C4BDD85983}"/>
              </a:ext>
            </a:extLst>
          </p:cNvPr>
          <p:cNvSpPr>
            <a:spLocks noGrp="1"/>
          </p:cNvSpPr>
          <p:nvPr/>
        </p:nvSpPr>
        <p:spPr>
          <a:xfrm>
            <a:off x="7506154" y="6270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8" name="02_predicted_pose_4827">
            <a:extLst>
              <a:ext uri="{FF2B5EF4-FFF2-40B4-BE49-F238E27FC236}">
                <a16:creationId xmlns:a16="http://schemas.microsoft.com/office/drawing/2014/main" id="{2A16C723-92FD-416F-B6A7-A501B7638C5A}"/>
              </a:ext>
            </a:extLst>
          </p:cNvPr>
          <p:cNvSpPr>
            <a:spLocks noGrp="1"/>
          </p:cNvSpPr>
          <p:nvPr/>
        </p:nvSpPr>
        <p:spPr>
          <a:xfrm>
            <a:off x="7520738" y="62755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9" name="02_predicted_pose_4828">
            <a:extLst>
              <a:ext uri="{FF2B5EF4-FFF2-40B4-BE49-F238E27FC236}">
                <a16:creationId xmlns:a16="http://schemas.microsoft.com/office/drawing/2014/main" id="{5EE2A466-5A21-426A-80E1-B2D0A82DBBB1}"/>
              </a:ext>
            </a:extLst>
          </p:cNvPr>
          <p:cNvSpPr>
            <a:spLocks noGrp="1"/>
          </p:cNvSpPr>
          <p:nvPr/>
        </p:nvSpPr>
        <p:spPr>
          <a:xfrm>
            <a:off x="7535321" y="62456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0" name="02_predicted_pose_4829">
            <a:extLst>
              <a:ext uri="{FF2B5EF4-FFF2-40B4-BE49-F238E27FC236}">
                <a16:creationId xmlns:a16="http://schemas.microsoft.com/office/drawing/2014/main" id="{0CB7D06C-F3F5-42C5-A7D6-FFA7A1E4A259}"/>
              </a:ext>
            </a:extLst>
          </p:cNvPr>
          <p:cNvSpPr>
            <a:spLocks noGrp="1"/>
          </p:cNvSpPr>
          <p:nvPr/>
        </p:nvSpPr>
        <p:spPr>
          <a:xfrm>
            <a:off x="7549905" y="63266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1" name="02_predicted_pose_4830">
            <a:extLst>
              <a:ext uri="{FF2B5EF4-FFF2-40B4-BE49-F238E27FC236}">
                <a16:creationId xmlns:a16="http://schemas.microsoft.com/office/drawing/2014/main" id="{BF93BB1E-27FB-4A99-ACB4-EA62157A8313}"/>
              </a:ext>
            </a:extLst>
          </p:cNvPr>
          <p:cNvSpPr>
            <a:spLocks noGrp="1"/>
          </p:cNvSpPr>
          <p:nvPr/>
        </p:nvSpPr>
        <p:spPr>
          <a:xfrm>
            <a:off x="7564489" y="63125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2" name="02_predicted_pose_4831">
            <a:extLst>
              <a:ext uri="{FF2B5EF4-FFF2-40B4-BE49-F238E27FC236}">
                <a16:creationId xmlns:a16="http://schemas.microsoft.com/office/drawing/2014/main" id="{75D5129A-D630-4AFF-BCC2-8B981EAC1478}"/>
              </a:ext>
            </a:extLst>
          </p:cNvPr>
          <p:cNvSpPr>
            <a:spLocks noGrp="1"/>
          </p:cNvSpPr>
          <p:nvPr/>
        </p:nvSpPr>
        <p:spPr>
          <a:xfrm>
            <a:off x="7579073" y="62496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3" name="02_predicted_pose_4832">
            <a:extLst>
              <a:ext uri="{FF2B5EF4-FFF2-40B4-BE49-F238E27FC236}">
                <a16:creationId xmlns:a16="http://schemas.microsoft.com/office/drawing/2014/main" id="{FBC30C9A-5467-4A07-A74D-3F24196DC1CE}"/>
              </a:ext>
            </a:extLst>
          </p:cNvPr>
          <p:cNvSpPr>
            <a:spLocks noGrp="1"/>
          </p:cNvSpPr>
          <p:nvPr/>
        </p:nvSpPr>
        <p:spPr>
          <a:xfrm>
            <a:off x="7593657" y="62746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4" name="02_predicted_pose_4833">
            <a:extLst>
              <a:ext uri="{FF2B5EF4-FFF2-40B4-BE49-F238E27FC236}">
                <a16:creationId xmlns:a16="http://schemas.microsoft.com/office/drawing/2014/main" id="{29A465CD-CD2B-47D9-A43A-6E1D5CAFA3CB}"/>
              </a:ext>
            </a:extLst>
          </p:cNvPr>
          <p:cNvSpPr>
            <a:spLocks noGrp="1"/>
          </p:cNvSpPr>
          <p:nvPr/>
        </p:nvSpPr>
        <p:spPr>
          <a:xfrm>
            <a:off x="7608240" y="63363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5" name="02_predicted_pose_4834">
            <a:extLst>
              <a:ext uri="{FF2B5EF4-FFF2-40B4-BE49-F238E27FC236}">
                <a16:creationId xmlns:a16="http://schemas.microsoft.com/office/drawing/2014/main" id="{4DC4D6AE-F271-4CE9-B449-4044D4E9FAFB}"/>
              </a:ext>
            </a:extLst>
          </p:cNvPr>
          <p:cNvSpPr>
            <a:spLocks noGrp="1"/>
          </p:cNvSpPr>
          <p:nvPr/>
        </p:nvSpPr>
        <p:spPr>
          <a:xfrm>
            <a:off x="7622825" y="62536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6" name="02_predicted_pose_4835">
            <a:extLst>
              <a:ext uri="{FF2B5EF4-FFF2-40B4-BE49-F238E27FC236}">
                <a16:creationId xmlns:a16="http://schemas.microsoft.com/office/drawing/2014/main" id="{CB119D3F-DDB8-4F87-8ACE-480C0662CAC0}"/>
              </a:ext>
            </a:extLst>
          </p:cNvPr>
          <p:cNvSpPr>
            <a:spLocks noGrp="1"/>
          </p:cNvSpPr>
          <p:nvPr/>
        </p:nvSpPr>
        <p:spPr>
          <a:xfrm>
            <a:off x="7505789" y="6253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7" name="02_predicted_pose_4836">
            <a:extLst>
              <a:ext uri="{FF2B5EF4-FFF2-40B4-BE49-F238E27FC236}">
                <a16:creationId xmlns:a16="http://schemas.microsoft.com/office/drawing/2014/main" id="{0292FEFF-4044-4C05-A505-DB76B0B325E7}"/>
              </a:ext>
            </a:extLst>
          </p:cNvPr>
          <p:cNvSpPr>
            <a:spLocks noGrp="1"/>
          </p:cNvSpPr>
          <p:nvPr/>
        </p:nvSpPr>
        <p:spPr>
          <a:xfrm>
            <a:off x="7604231" y="62887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8" name="02_predicted_pose_4837">
            <a:extLst>
              <a:ext uri="{FF2B5EF4-FFF2-40B4-BE49-F238E27FC236}">
                <a16:creationId xmlns:a16="http://schemas.microsoft.com/office/drawing/2014/main" id="{AA7D8B99-19E4-4F82-B248-E74A713A0681}"/>
              </a:ext>
            </a:extLst>
          </p:cNvPr>
          <p:cNvSpPr>
            <a:spLocks noGrp="1"/>
          </p:cNvSpPr>
          <p:nvPr/>
        </p:nvSpPr>
        <p:spPr>
          <a:xfrm>
            <a:off x="7702671" y="6296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9" name="02_predicted_pose_4838">
            <a:extLst>
              <a:ext uri="{FF2B5EF4-FFF2-40B4-BE49-F238E27FC236}">
                <a16:creationId xmlns:a16="http://schemas.microsoft.com/office/drawing/2014/main" id="{BBD238F2-BFB2-4984-BF96-1306F596364E}"/>
              </a:ext>
            </a:extLst>
          </p:cNvPr>
          <p:cNvSpPr>
            <a:spLocks noGrp="1"/>
          </p:cNvSpPr>
          <p:nvPr/>
        </p:nvSpPr>
        <p:spPr>
          <a:xfrm>
            <a:off x="7437610" y="62835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0" name="02_predicted_pose_4839">
            <a:extLst>
              <a:ext uri="{FF2B5EF4-FFF2-40B4-BE49-F238E27FC236}">
                <a16:creationId xmlns:a16="http://schemas.microsoft.com/office/drawing/2014/main" id="{16C2FDA3-2ABA-4665-840B-14A0741B14C2}"/>
              </a:ext>
            </a:extLst>
          </p:cNvPr>
          <p:cNvSpPr>
            <a:spLocks noGrp="1"/>
          </p:cNvSpPr>
          <p:nvPr/>
        </p:nvSpPr>
        <p:spPr>
          <a:xfrm>
            <a:off x="7536050" y="63520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1" name="02_predicted_pose_4840">
            <a:extLst>
              <a:ext uri="{FF2B5EF4-FFF2-40B4-BE49-F238E27FC236}">
                <a16:creationId xmlns:a16="http://schemas.microsoft.com/office/drawing/2014/main" id="{9A265EBA-DF8C-42C4-860E-0A0640846746}"/>
              </a:ext>
            </a:extLst>
          </p:cNvPr>
          <p:cNvSpPr>
            <a:spLocks noGrp="1"/>
          </p:cNvSpPr>
          <p:nvPr/>
        </p:nvSpPr>
        <p:spPr>
          <a:xfrm>
            <a:off x="7634492" y="62880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2" name="02_predicted_pose_4841">
            <a:extLst>
              <a:ext uri="{FF2B5EF4-FFF2-40B4-BE49-F238E27FC236}">
                <a16:creationId xmlns:a16="http://schemas.microsoft.com/office/drawing/2014/main" id="{356837F3-F271-4354-8420-FA4C23FE396D}"/>
              </a:ext>
            </a:extLst>
          </p:cNvPr>
          <p:cNvSpPr>
            <a:spLocks noGrp="1"/>
          </p:cNvSpPr>
          <p:nvPr/>
        </p:nvSpPr>
        <p:spPr>
          <a:xfrm>
            <a:off x="7732933" y="62809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3" name="02_predicted_pose_4842">
            <a:extLst>
              <a:ext uri="{FF2B5EF4-FFF2-40B4-BE49-F238E27FC236}">
                <a16:creationId xmlns:a16="http://schemas.microsoft.com/office/drawing/2014/main" id="{D93F7D16-8AA4-423F-8F86-B46CF1A78BE8}"/>
              </a:ext>
            </a:extLst>
          </p:cNvPr>
          <p:cNvSpPr>
            <a:spLocks noGrp="1"/>
          </p:cNvSpPr>
          <p:nvPr/>
        </p:nvSpPr>
        <p:spPr>
          <a:xfrm>
            <a:off x="7467871" y="6375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4" name="02_predicted_pose_4843">
            <a:extLst>
              <a:ext uri="{FF2B5EF4-FFF2-40B4-BE49-F238E27FC236}">
                <a16:creationId xmlns:a16="http://schemas.microsoft.com/office/drawing/2014/main" id="{88F9A9CD-8B8D-466F-B10E-1BF4B0937C02}"/>
              </a:ext>
            </a:extLst>
          </p:cNvPr>
          <p:cNvSpPr>
            <a:spLocks noGrp="1"/>
          </p:cNvSpPr>
          <p:nvPr/>
        </p:nvSpPr>
        <p:spPr>
          <a:xfrm>
            <a:off x="7566312" y="62884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5" name="02_predicted_pose_4844">
            <a:extLst>
              <a:ext uri="{FF2B5EF4-FFF2-40B4-BE49-F238E27FC236}">
                <a16:creationId xmlns:a16="http://schemas.microsoft.com/office/drawing/2014/main" id="{E5969B2C-B36B-4A6E-8A31-C20F98C18A98}"/>
              </a:ext>
            </a:extLst>
          </p:cNvPr>
          <p:cNvSpPr>
            <a:spLocks noGrp="1"/>
          </p:cNvSpPr>
          <p:nvPr/>
        </p:nvSpPr>
        <p:spPr>
          <a:xfrm>
            <a:off x="7664753" y="62738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6" name="02_predicted_pose_4845">
            <a:extLst>
              <a:ext uri="{FF2B5EF4-FFF2-40B4-BE49-F238E27FC236}">
                <a16:creationId xmlns:a16="http://schemas.microsoft.com/office/drawing/2014/main" id="{2905AE55-9738-4137-B177-C5E59368D4FB}"/>
              </a:ext>
            </a:extLst>
          </p:cNvPr>
          <p:cNvSpPr>
            <a:spLocks noGrp="1"/>
          </p:cNvSpPr>
          <p:nvPr/>
        </p:nvSpPr>
        <p:spPr>
          <a:xfrm>
            <a:off x="7520372" y="6313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7" name="02_predicted_pose_4846">
            <a:extLst>
              <a:ext uri="{FF2B5EF4-FFF2-40B4-BE49-F238E27FC236}">
                <a16:creationId xmlns:a16="http://schemas.microsoft.com/office/drawing/2014/main" id="{6BE813CD-9A9E-4E10-980A-179AB16128DE}"/>
              </a:ext>
            </a:extLst>
          </p:cNvPr>
          <p:cNvSpPr>
            <a:spLocks noGrp="1"/>
          </p:cNvSpPr>
          <p:nvPr/>
        </p:nvSpPr>
        <p:spPr>
          <a:xfrm>
            <a:off x="7618814" y="6312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8" name="02_predicted_pose_4847">
            <a:extLst>
              <a:ext uri="{FF2B5EF4-FFF2-40B4-BE49-F238E27FC236}">
                <a16:creationId xmlns:a16="http://schemas.microsoft.com/office/drawing/2014/main" id="{487B0687-473F-4C8F-80D9-F9D4AE52394B}"/>
              </a:ext>
            </a:extLst>
          </p:cNvPr>
          <p:cNvSpPr>
            <a:spLocks noGrp="1"/>
          </p:cNvSpPr>
          <p:nvPr/>
        </p:nvSpPr>
        <p:spPr>
          <a:xfrm>
            <a:off x="7717255" y="6277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9" name="02_predicted_pose_4848">
            <a:extLst>
              <a:ext uri="{FF2B5EF4-FFF2-40B4-BE49-F238E27FC236}">
                <a16:creationId xmlns:a16="http://schemas.microsoft.com/office/drawing/2014/main" id="{2C42F692-68AE-496A-9782-0F01F48443EE}"/>
              </a:ext>
            </a:extLst>
          </p:cNvPr>
          <p:cNvSpPr>
            <a:spLocks noGrp="1"/>
          </p:cNvSpPr>
          <p:nvPr/>
        </p:nvSpPr>
        <p:spPr>
          <a:xfrm>
            <a:off x="7452193" y="6296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0" name="02_predicted_pose_4849">
            <a:extLst>
              <a:ext uri="{FF2B5EF4-FFF2-40B4-BE49-F238E27FC236}">
                <a16:creationId xmlns:a16="http://schemas.microsoft.com/office/drawing/2014/main" id="{566A53AE-C550-42AC-BAB1-864B142C452B}"/>
              </a:ext>
            </a:extLst>
          </p:cNvPr>
          <p:cNvSpPr>
            <a:spLocks noGrp="1"/>
          </p:cNvSpPr>
          <p:nvPr/>
        </p:nvSpPr>
        <p:spPr>
          <a:xfrm>
            <a:off x="7550634" y="62805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1" name="02_predicted_pose_4850">
            <a:extLst>
              <a:ext uri="{FF2B5EF4-FFF2-40B4-BE49-F238E27FC236}">
                <a16:creationId xmlns:a16="http://schemas.microsoft.com/office/drawing/2014/main" id="{3E4E1455-607E-4375-8519-8FE9EE21D34F}"/>
              </a:ext>
            </a:extLst>
          </p:cNvPr>
          <p:cNvSpPr>
            <a:spLocks noGrp="1"/>
          </p:cNvSpPr>
          <p:nvPr/>
        </p:nvSpPr>
        <p:spPr>
          <a:xfrm>
            <a:off x="7649076" y="6219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2" name="02_predicted_pose_4851">
            <a:extLst>
              <a:ext uri="{FF2B5EF4-FFF2-40B4-BE49-F238E27FC236}">
                <a16:creationId xmlns:a16="http://schemas.microsoft.com/office/drawing/2014/main" id="{0C30EEC1-6991-4EA2-B50C-308C97368BA6}"/>
              </a:ext>
            </a:extLst>
          </p:cNvPr>
          <p:cNvSpPr>
            <a:spLocks noGrp="1"/>
          </p:cNvSpPr>
          <p:nvPr/>
        </p:nvSpPr>
        <p:spPr>
          <a:xfrm>
            <a:off x="7384014" y="62586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3" name="02_predicted_pose_4852">
            <a:extLst>
              <a:ext uri="{FF2B5EF4-FFF2-40B4-BE49-F238E27FC236}">
                <a16:creationId xmlns:a16="http://schemas.microsoft.com/office/drawing/2014/main" id="{0BD9572E-ADA6-411C-8E48-5CF53909592E}"/>
              </a:ext>
            </a:extLst>
          </p:cNvPr>
          <p:cNvSpPr>
            <a:spLocks noGrp="1"/>
          </p:cNvSpPr>
          <p:nvPr/>
        </p:nvSpPr>
        <p:spPr>
          <a:xfrm>
            <a:off x="7482455" y="62713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4" name="02_predicted_pose_4853">
            <a:extLst>
              <a:ext uri="{FF2B5EF4-FFF2-40B4-BE49-F238E27FC236}">
                <a16:creationId xmlns:a16="http://schemas.microsoft.com/office/drawing/2014/main" id="{DD2FA900-4D8C-4532-AE60-0C7D34AB0317}"/>
              </a:ext>
            </a:extLst>
          </p:cNvPr>
          <p:cNvSpPr>
            <a:spLocks noGrp="1"/>
          </p:cNvSpPr>
          <p:nvPr/>
        </p:nvSpPr>
        <p:spPr>
          <a:xfrm>
            <a:off x="7580896" y="6266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5" name="02_predicted_pose_4854">
            <a:extLst>
              <a:ext uri="{FF2B5EF4-FFF2-40B4-BE49-F238E27FC236}">
                <a16:creationId xmlns:a16="http://schemas.microsoft.com/office/drawing/2014/main" id="{EE7B488D-6334-4E83-8E2D-BE1EA6A48799}"/>
              </a:ext>
            </a:extLst>
          </p:cNvPr>
          <p:cNvSpPr>
            <a:spLocks noGrp="1"/>
          </p:cNvSpPr>
          <p:nvPr/>
        </p:nvSpPr>
        <p:spPr>
          <a:xfrm>
            <a:off x="7679337" y="63335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6" name="02_predicted_pose_4855">
            <a:extLst>
              <a:ext uri="{FF2B5EF4-FFF2-40B4-BE49-F238E27FC236}">
                <a16:creationId xmlns:a16="http://schemas.microsoft.com/office/drawing/2014/main" id="{271E0489-00CC-4ABF-ADAE-3932CE55604E}"/>
              </a:ext>
            </a:extLst>
          </p:cNvPr>
          <p:cNvSpPr>
            <a:spLocks noGrp="1"/>
          </p:cNvSpPr>
          <p:nvPr/>
        </p:nvSpPr>
        <p:spPr>
          <a:xfrm>
            <a:off x="7534957" y="63476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7" name="02_predicted_pose_4856">
            <a:extLst>
              <a:ext uri="{FF2B5EF4-FFF2-40B4-BE49-F238E27FC236}">
                <a16:creationId xmlns:a16="http://schemas.microsoft.com/office/drawing/2014/main" id="{9893078B-21B7-4900-BF5D-6751A9DCC1C0}"/>
              </a:ext>
            </a:extLst>
          </p:cNvPr>
          <p:cNvSpPr>
            <a:spLocks noGrp="1"/>
          </p:cNvSpPr>
          <p:nvPr/>
        </p:nvSpPr>
        <p:spPr>
          <a:xfrm>
            <a:off x="7633398" y="63008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8" name="02_predicted_pose_4857">
            <a:extLst>
              <a:ext uri="{FF2B5EF4-FFF2-40B4-BE49-F238E27FC236}">
                <a16:creationId xmlns:a16="http://schemas.microsoft.com/office/drawing/2014/main" id="{2FC93C63-F444-419A-ADAE-AB4324E9AC36}"/>
              </a:ext>
            </a:extLst>
          </p:cNvPr>
          <p:cNvSpPr>
            <a:spLocks noGrp="1"/>
          </p:cNvSpPr>
          <p:nvPr/>
        </p:nvSpPr>
        <p:spPr>
          <a:xfrm>
            <a:off x="7731838" y="6286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9" name="02_predicted_pose_4858">
            <a:extLst>
              <a:ext uri="{FF2B5EF4-FFF2-40B4-BE49-F238E27FC236}">
                <a16:creationId xmlns:a16="http://schemas.microsoft.com/office/drawing/2014/main" id="{A5C96841-1BFD-4D40-98A0-B7DD1FC8C488}"/>
              </a:ext>
            </a:extLst>
          </p:cNvPr>
          <p:cNvSpPr>
            <a:spLocks noGrp="1"/>
          </p:cNvSpPr>
          <p:nvPr/>
        </p:nvSpPr>
        <p:spPr>
          <a:xfrm>
            <a:off x="7466777" y="6360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0" name="02_predicted_pose_4859">
            <a:extLst>
              <a:ext uri="{FF2B5EF4-FFF2-40B4-BE49-F238E27FC236}">
                <a16:creationId xmlns:a16="http://schemas.microsoft.com/office/drawing/2014/main" id="{780A3576-C7A4-4B18-91E4-8690B4B2188F}"/>
              </a:ext>
            </a:extLst>
          </p:cNvPr>
          <p:cNvSpPr>
            <a:spLocks noGrp="1"/>
          </p:cNvSpPr>
          <p:nvPr/>
        </p:nvSpPr>
        <p:spPr>
          <a:xfrm>
            <a:off x="7565219" y="62795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1" name="02_predicted_pose_4860">
            <a:extLst>
              <a:ext uri="{FF2B5EF4-FFF2-40B4-BE49-F238E27FC236}">
                <a16:creationId xmlns:a16="http://schemas.microsoft.com/office/drawing/2014/main" id="{22680ED6-D91F-4C05-9B84-B48DAA523FAA}"/>
              </a:ext>
            </a:extLst>
          </p:cNvPr>
          <p:cNvSpPr>
            <a:spLocks noGrp="1"/>
          </p:cNvSpPr>
          <p:nvPr/>
        </p:nvSpPr>
        <p:spPr>
          <a:xfrm>
            <a:off x="7663659" y="63239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2" name="02_predicted_pose_4861">
            <a:extLst>
              <a:ext uri="{FF2B5EF4-FFF2-40B4-BE49-F238E27FC236}">
                <a16:creationId xmlns:a16="http://schemas.microsoft.com/office/drawing/2014/main" id="{C56C5B43-9CD9-459F-9908-1EBABDBF92B7}"/>
              </a:ext>
            </a:extLst>
          </p:cNvPr>
          <p:cNvSpPr>
            <a:spLocks noGrp="1"/>
          </p:cNvSpPr>
          <p:nvPr/>
        </p:nvSpPr>
        <p:spPr>
          <a:xfrm>
            <a:off x="7398598" y="62639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3" name="02_predicted_pose_4862">
            <a:extLst>
              <a:ext uri="{FF2B5EF4-FFF2-40B4-BE49-F238E27FC236}">
                <a16:creationId xmlns:a16="http://schemas.microsoft.com/office/drawing/2014/main" id="{2355BFC0-2D79-4F85-93AC-9A36C8F1BECF}"/>
              </a:ext>
            </a:extLst>
          </p:cNvPr>
          <p:cNvSpPr>
            <a:spLocks noGrp="1"/>
          </p:cNvSpPr>
          <p:nvPr/>
        </p:nvSpPr>
        <p:spPr>
          <a:xfrm>
            <a:off x="7497038" y="62668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4" name="02_predicted_pose_4863">
            <a:extLst>
              <a:ext uri="{FF2B5EF4-FFF2-40B4-BE49-F238E27FC236}">
                <a16:creationId xmlns:a16="http://schemas.microsoft.com/office/drawing/2014/main" id="{AE5CDA31-D233-49BE-877F-D80B919DBBD2}"/>
              </a:ext>
            </a:extLst>
          </p:cNvPr>
          <p:cNvSpPr>
            <a:spLocks noGrp="1"/>
          </p:cNvSpPr>
          <p:nvPr/>
        </p:nvSpPr>
        <p:spPr>
          <a:xfrm>
            <a:off x="7595480" y="63279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5" name="02_predicted_pose_4864">
            <a:extLst>
              <a:ext uri="{FF2B5EF4-FFF2-40B4-BE49-F238E27FC236}">
                <a16:creationId xmlns:a16="http://schemas.microsoft.com/office/drawing/2014/main" id="{AEE1D5AB-8C87-4338-840D-3DDC55B59F68}"/>
              </a:ext>
            </a:extLst>
          </p:cNvPr>
          <p:cNvSpPr>
            <a:spLocks noGrp="1"/>
          </p:cNvSpPr>
          <p:nvPr/>
        </p:nvSpPr>
        <p:spPr>
          <a:xfrm>
            <a:off x="7693921" y="6321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6" name="02_predicted_pose_4865">
            <a:extLst>
              <a:ext uri="{FF2B5EF4-FFF2-40B4-BE49-F238E27FC236}">
                <a16:creationId xmlns:a16="http://schemas.microsoft.com/office/drawing/2014/main" id="{01553DE1-A591-4495-A19D-E66D8D295F79}"/>
              </a:ext>
            </a:extLst>
          </p:cNvPr>
          <p:cNvSpPr>
            <a:spLocks noGrp="1"/>
          </p:cNvSpPr>
          <p:nvPr/>
        </p:nvSpPr>
        <p:spPr>
          <a:xfrm>
            <a:off x="7549541" y="62761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7" name="02_predicted_pose_4866">
            <a:extLst>
              <a:ext uri="{FF2B5EF4-FFF2-40B4-BE49-F238E27FC236}">
                <a16:creationId xmlns:a16="http://schemas.microsoft.com/office/drawing/2014/main" id="{6DE0DB2F-6D4A-4F46-A6C9-34CD3B94FEFC}"/>
              </a:ext>
            </a:extLst>
          </p:cNvPr>
          <p:cNvSpPr>
            <a:spLocks noGrp="1"/>
          </p:cNvSpPr>
          <p:nvPr/>
        </p:nvSpPr>
        <p:spPr>
          <a:xfrm>
            <a:off x="7647981" y="63653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8" name="02_predicted_pose_4867">
            <a:extLst>
              <a:ext uri="{FF2B5EF4-FFF2-40B4-BE49-F238E27FC236}">
                <a16:creationId xmlns:a16="http://schemas.microsoft.com/office/drawing/2014/main" id="{1693F81B-17A6-4ADC-A8FB-E5C6C01B7FD5}"/>
              </a:ext>
            </a:extLst>
          </p:cNvPr>
          <p:cNvSpPr>
            <a:spLocks noGrp="1"/>
          </p:cNvSpPr>
          <p:nvPr/>
        </p:nvSpPr>
        <p:spPr>
          <a:xfrm>
            <a:off x="7382920" y="62782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9" name="02_predicted_pose_4868">
            <a:extLst>
              <a:ext uri="{FF2B5EF4-FFF2-40B4-BE49-F238E27FC236}">
                <a16:creationId xmlns:a16="http://schemas.microsoft.com/office/drawing/2014/main" id="{7D66421F-B7E8-4CB5-8634-B6D520248EEE}"/>
              </a:ext>
            </a:extLst>
          </p:cNvPr>
          <p:cNvSpPr>
            <a:spLocks noGrp="1"/>
          </p:cNvSpPr>
          <p:nvPr/>
        </p:nvSpPr>
        <p:spPr>
          <a:xfrm>
            <a:off x="7481362" y="63527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0" name="02_predicted_pose_4869">
            <a:extLst>
              <a:ext uri="{FF2B5EF4-FFF2-40B4-BE49-F238E27FC236}">
                <a16:creationId xmlns:a16="http://schemas.microsoft.com/office/drawing/2014/main" id="{E02F710C-9C1D-45E1-9995-48BC6458322E}"/>
              </a:ext>
            </a:extLst>
          </p:cNvPr>
          <p:cNvSpPr>
            <a:spLocks noGrp="1"/>
          </p:cNvSpPr>
          <p:nvPr/>
        </p:nvSpPr>
        <p:spPr>
          <a:xfrm>
            <a:off x="7579802" y="63235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1" name="02_predicted_pose_4870">
            <a:extLst>
              <a:ext uri="{FF2B5EF4-FFF2-40B4-BE49-F238E27FC236}">
                <a16:creationId xmlns:a16="http://schemas.microsoft.com/office/drawing/2014/main" id="{8A390004-ADC6-4F49-A575-68E622C4D794}"/>
              </a:ext>
            </a:extLst>
          </p:cNvPr>
          <p:cNvSpPr>
            <a:spLocks noGrp="1"/>
          </p:cNvSpPr>
          <p:nvPr/>
        </p:nvSpPr>
        <p:spPr>
          <a:xfrm>
            <a:off x="7678243" y="62751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2" name="02_predicted_pose_4871">
            <a:extLst>
              <a:ext uri="{FF2B5EF4-FFF2-40B4-BE49-F238E27FC236}">
                <a16:creationId xmlns:a16="http://schemas.microsoft.com/office/drawing/2014/main" id="{BBC2E39D-7FEC-45A8-9731-E895DBBF31D9}"/>
              </a:ext>
            </a:extLst>
          </p:cNvPr>
          <p:cNvSpPr>
            <a:spLocks noGrp="1"/>
          </p:cNvSpPr>
          <p:nvPr/>
        </p:nvSpPr>
        <p:spPr>
          <a:xfrm>
            <a:off x="7413181" y="6396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3" name="02_predicted_pose_4872">
            <a:extLst>
              <a:ext uri="{FF2B5EF4-FFF2-40B4-BE49-F238E27FC236}">
                <a16:creationId xmlns:a16="http://schemas.microsoft.com/office/drawing/2014/main" id="{DD2F5AAD-1563-4FFD-9CD6-273BBD2A5071}"/>
              </a:ext>
            </a:extLst>
          </p:cNvPr>
          <p:cNvSpPr>
            <a:spLocks noGrp="1"/>
          </p:cNvSpPr>
          <p:nvPr/>
        </p:nvSpPr>
        <p:spPr>
          <a:xfrm>
            <a:off x="7511623" y="62946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4" name="02_predicted_pose_4873">
            <a:extLst>
              <a:ext uri="{FF2B5EF4-FFF2-40B4-BE49-F238E27FC236}">
                <a16:creationId xmlns:a16="http://schemas.microsoft.com/office/drawing/2014/main" id="{03BA3240-C153-46D1-9C2F-674BE2DE0199}"/>
              </a:ext>
            </a:extLst>
          </p:cNvPr>
          <p:cNvSpPr>
            <a:spLocks noGrp="1"/>
          </p:cNvSpPr>
          <p:nvPr/>
        </p:nvSpPr>
        <p:spPr>
          <a:xfrm>
            <a:off x="7610064" y="62853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5" name="02_predicted_pose_4874">
            <a:extLst>
              <a:ext uri="{FF2B5EF4-FFF2-40B4-BE49-F238E27FC236}">
                <a16:creationId xmlns:a16="http://schemas.microsoft.com/office/drawing/2014/main" id="{03560676-42EA-4B1D-8230-26D677F8ABFF}"/>
              </a:ext>
            </a:extLst>
          </p:cNvPr>
          <p:cNvSpPr>
            <a:spLocks noGrp="1"/>
          </p:cNvSpPr>
          <p:nvPr/>
        </p:nvSpPr>
        <p:spPr>
          <a:xfrm>
            <a:off x="7708504" y="6270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6" name="02_predicted_pose_4875">
            <a:extLst>
              <a:ext uri="{FF2B5EF4-FFF2-40B4-BE49-F238E27FC236}">
                <a16:creationId xmlns:a16="http://schemas.microsoft.com/office/drawing/2014/main" id="{DD7640A9-1D2A-4A2A-9895-B379AD9E50D2}"/>
              </a:ext>
            </a:extLst>
          </p:cNvPr>
          <p:cNvSpPr>
            <a:spLocks noGrp="1"/>
          </p:cNvSpPr>
          <p:nvPr/>
        </p:nvSpPr>
        <p:spPr>
          <a:xfrm>
            <a:off x="7564124" y="629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7" name="02_predicted_pose_4876">
            <a:extLst>
              <a:ext uri="{FF2B5EF4-FFF2-40B4-BE49-F238E27FC236}">
                <a16:creationId xmlns:a16="http://schemas.microsoft.com/office/drawing/2014/main" id="{15A9A533-1C8A-4E31-93C7-653259E11B50}"/>
              </a:ext>
            </a:extLst>
          </p:cNvPr>
          <p:cNvSpPr>
            <a:spLocks noGrp="1"/>
          </p:cNvSpPr>
          <p:nvPr/>
        </p:nvSpPr>
        <p:spPr>
          <a:xfrm>
            <a:off x="7662565" y="6280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8" name="02_predicted_pose_4877">
            <a:extLst>
              <a:ext uri="{FF2B5EF4-FFF2-40B4-BE49-F238E27FC236}">
                <a16:creationId xmlns:a16="http://schemas.microsoft.com/office/drawing/2014/main" id="{B285A96C-AAE3-44C9-B435-3F645E0DB1E1}"/>
              </a:ext>
            </a:extLst>
          </p:cNvPr>
          <p:cNvSpPr>
            <a:spLocks noGrp="1"/>
          </p:cNvSpPr>
          <p:nvPr/>
        </p:nvSpPr>
        <p:spPr>
          <a:xfrm>
            <a:off x="7397504" y="63581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9" name="02_predicted_pose_4878">
            <a:extLst>
              <a:ext uri="{FF2B5EF4-FFF2-40B4-BE49-F238E27FC236}">
                <a16:creationId xmlns:a16="http://schemas.microsoft.com/office/drawing/2014/main" id="{B18B8B14-75DD-4288-A1A7-D3884909C932}"/>
              </a:ext>
            </a:extLst>
          </p:cNvPr>
          <p:cNvSpPr>
            <a:spLocks noGrp="1"/>
          </p:cNvSpPr>
          <p:nvPr/>
        </p:nvSpPr>
        <p:spPr>
          <a:xfrm>
            <a:off x="7495945" y="62486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0" name="02_predicted_pose_4879">
            <a:extLst>
              <a:ext uri="{FF2B5EF4-FFF2-40B4-BE49-F238E27FC236}">
                <a16:creationId xmlns:a16="http://schemas.microsoft.com/office/drawing/2014/main" id="{E93E42A2-939E-417B-822E-A236C5015E68}"/>
              </a:ext>
            </a:extLst>
          </p:cNvPr>
          <p:cNvSpPr>
            <a:spLocks noGrp="1"/>
          </p:cNvSpPr>
          <p:nvPr/>
        </p:nvSpPr>
        <p:spPr>
          <a:xfrm>
            <a:off x="7594386" y="63300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1" name="02_predicted_pose_4880">
            <a:extLst>
              <a:ext uri="{FF2B5EF4-FFF2-40B4-BE49-F238E27FC236}">
                <a16:creationId xmlns:a16="http://schemas.microsoft.com/office/drawing/2014/main" id="{8F095B10-9547-4179-89FA-3C3625EDED02}"/>
              </a:ext>
            </a:extLst>
          </p:cNvPr>
          <p:cNvSpPr>
            <a:spLocks noGrp="1"/>
          </p:cNvSpPr>
          <p:nvPr/>
        </p:nvSpPr>
        <p:spPr>
          <a:xfrm>
            <a:off x="7692826" y="63283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2" name="02_predicted_pose_4881">
            <a:extLst>
              <a:ext uri="{FF2B5EF4-FFF2-40B4-BE49-F238E27FC236}">
                <a16:creationId xmlns:a16="http://schemas.microsoft.com/office/drawing/2014/main" id="{269DAB37-9CBC-46BB-B0F4-DF61C176408B}"/>
              </a:ext>
            </a:extLst>
          </p:cNvPr>
          <p:cNvSpPr>
            <a:spLocks noGrp="1"/>
          </p:cNvSpPr>
          <p:nvPr/>
        </p:nvSpPr>
        <p:spPr>
          <a:xfrm>
            <a:off x="7427766" y="63655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3" name="02_predicted_pose_4882">
            <a:extLst>
              <a:ext uri="{FF2B5EF4-FFF2-40B4-BE49-F238E27FC236}">
                <a16:creationId xmlns:a16="http://schemas.microsoft.com/office/drawing/2014/main" id="{7B41EFA2-B943-4761-80D4-4407E3571C10}"/>
              </a:ext>
            </a:extLst>
          </p:cNvPr>
          <p:cNvSpPr>
            <a:spLocks noGrp="1"/>
          </p:cNvSpPr>
          <p:nvPr/>
        </p:nvSpPr>
        <p:spPr>
          <a:xfrm>
            <a:off x="7526207" y="63126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4" name="02_predicted_pose_4883">
            <a:extLst>
              <a:ext uri="{FF2B5EF4-FFF2-40B4-BE49-F238E27FC236}">
                <a16:creationId xmlns:a16="http://schemas.microsoft.com/office/drawing/2014/main" id="{47A5A586-C7B4-41F6-8ACF-DCAECC60982E}"/>
              </a:ext>
            </a:extLst>
          </p:cNvPr>
          <p:cNvSpPr>
            <a:spLocks noGrp="1"/>
          </p:cNvSpPr>
          <p:nvPr/>
        </p:nvSpPr>
        <p:spPr>
          <a:xfrm>
            <a:off x="7624647" y="62848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5" name="02_predicted_pose_4884">
            <a:extLst>
              <a:ext uri="{FF2B5EF4-FFF2-40B4-BE49-F238E27FC236}">
                <a16:creationId xmlns:a16="http://schemas.microsoft.com/office/drawing/2014/main" id="{B246D9BB-2376-425B-8936-F8B9E05CA822}"/>
              </a:ext>
            </a:extLst>
          </p:cNvPr>
          <p:cNvSpPr>
            <a:spLocks noGrp="1"/>
          </p:cNvSpPr>
          <p:nvPr/>
        </p:nvSpPr>
        <p:spPr>
          <a:xfrm>
            <a:off x="7723089" y="63172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6" name="02_predicted_pose_4885">
            <a:extLst>
              <a:ext uri="{FF2B5EF4-FFF2-40B4-BE49-F238E27FC236}">
                <a16:creationId xmlns:a16="http://schemas.microsoft.com/office/drawing/2014/main" id="{D06BA5A2-B0D1-4D3D-AEAB-EB64E8354F3E}"/>
              </a:ext>
            </a:extLst>
          </p:cNvPr>
          <p:cNvSpPr>
            <a:spLocks noGrp="1"/>
          </p:cNvSpPr>
          <p:nvPr/>
        </p:nvSpPr>
        <p:spPr>
          <a:xfrm>
            <a:off x="7677150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7" name="02_predicted_pose_4886">
            <a:extLst>
              <a:ext uri="{FF2B5EF4-FFF2-40B4-BE49-F238E27FC236}">
                <a16:creationId xmlns:a16="http://schemas.microsoft.com/office/drawing/2014/main" id="{8141BFBF-48AF-4636-A84B-BABB4F16F3F7}"/>
              </a:ext>
            </a:extLst>
          </p:cNvPr>
          <p:cNvSpPr>
            <a:spLocks noGrp="1"/>
          </p:cNvSpPr>
          <p:nvPr/>
        </p:nvSpPr>
        <p:spPr>
          <a:xfrm>
            <a:off x="7412088" y="63043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8" name="02_predicted_pose_4887">
            <a:extLst>
              <a:ext uri="{FF2B5EF4-FFF2-40B4-BE49-F238E27FC236}">
                <a16:creationId xmlns:a16="http://schemas.microsoft.com/office/drawing/2014/main" id="{0AA03ABF-D9A7-48CF-8C55-90CCE40247DA}"/>
              </a:ext>
            </a:extLst>
          </p:cNvPr>
          <p:cNvSpPr>
            <a:spLocks noGrp="1"/>
          </p:cNvSpPr>
          <p:nvPr/>
        </p:nvSpPr>
        <p:spPr>
          <a:xfrm>
            <a:off x="7510529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9" name="02_predicted_pose_4888">
            <a:extLst>
              <a:ext uri="{FF2B5EF4-FFF2-40B4-BE49-F238E27FC236}">
                <a16:creationId xmlns:a16="http://schemas.microsoft.com/office/drawing/2014/main" id="{5B653DD1-6748-4554-A1EF-CE8FA40DAE08}"/>
              </a:ext>
            </a:extLst>
          </p:cNvPr>
          <p:cNvSpPr>
            <a:spLocks noGrp="1"/>
          </p:cNvSpPr>
          <p:nvPr/>
        </p:nvSpPr>
        <p:spPr>
          <a:xfrm>
            <a:off x="7608969" y="62582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0" name="02_predicted_pose_4889">
            <a:extLst>
              <a:ext uri="{FF2B5EF4-FFF2-40B4-BE49-F238E27FC236}">
                <a16:creationId xmlns:a16="http://schemas.microsoft.com/office/drawing/2014/main" id="{9C7069B9-71A7-4958-BB44-14CB581FC918}"/>
              </a:ext>
            </a:extLst>
          </p:cNvPr>
          <p:cNvSpPr>
            <a:spLocks noGrp="1"/>
          </p:cNvSpPr>
          <p:nvPr/>
        </p:nvSpPr>
        <p:spPr>
          <a:xfrm>
            <a:off x="7707411" y="63011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1" name="02_predicted_pose_4890">
            <a:extLst>
              <a:ext uri="{FF2B5EF4-FFF2-40B4-BE49-F238E27FC236}">
                <a16:creationId xmlns:a16="http://schemas.microsoft.com/office/drawing/2014/main" id="{C3E572CE-42B0-4C91-8A39-8ACA45E8131C}"/>
              </a:ext>
            </a:extLst>
          </p:cNvPr>
          <p:cNvSpPr>
            <a:spLocks noGrp="1"/>
          </p:cNvSpPr>
          <p:nvPr/>
        </p:nvSpPr>
        <p:spPr>
          <a:xfrm>
            <a:off x="7442350" y="63286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2" name="02_predicted_pose_4891">
            <a:extLst>
              <a:ext uri="{FF2B5EF4-FFF2-40B4-BE49-F238E27FC236}">
                <a16:creationId xmlns:a16="http://schemas.microsoft.com/office/drawing/2014/main" id="{8CCA4408-F7C3-4B8C-A83F-BEEF5862FE53}"/>
              </a:ext>
            </a:extLst>
          </p:cNvPr>
          <p:cNvSpPr>
            <a:spLocks noGrp="1"/>
          </p:cNvSpPr>
          <p:nvPr/>
        </p:nvSpPr>
        <p:spPr>
          <a:xfrm>
            <a:off x="7540790" y="64045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3" name="02_predicted_pose_4892">
            <a:extLst>
              <a:ext uri="{FF2B5EF4-FFF2-40B4-BE49-F238E27FC236}">
                <a16:creationId xmlns:a16="http://schemas.microsoft.com/office/drawing/2014/main" id="{8A5E4B99-6AB8-48CE-88CD-FA7F3ABCD999}"/>
              </a:ext>
            </a:extLst>
          </p:cNvPr>
          <p:cNvSpPr>
            <a:spLocks noGrp="1"/>
          </p:cNvSpPr>
          <p:nvPr/>
        </p:nvSpPr>
        <p:spPr>
          <a:xfrm>
            <a:off x="7639231" y="6339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4" name="02_predicted_pose_4893">
            <a:extLst>
              <a:ext uri="{FF2B5EF4-FFF2-40B4-BE49-F238E27FC236}">
                <a16:creationId xmlns:a16="http://schemas.microsoft.com/office/drawing/2014/main" id="{E537FFAC-345C-49F6-8764-D8EDBFB68C4B}"/>
              </a:ext>
            </a:extLst>
          </p:cNvPr>
          <p:cNvSpPr>
            <a:spLocks noGrp="1"/>
          </p:cNvSpPr>
          <p:nvPr/>
        </p:nvSpPr>
        <p:spPr>
          <a:xfrm>
            <a:off x="7374170" y="61977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5" name="02_predicted_pose_4894">
            <a:extLst>
              <a:ext uri="{FF2B5EF4-FFF2-40B4-BE49-F238E27FC236}">
                <a16:creationId xmlns:a16="http://schemas.microsoft.com/office/drawing/2014/main" id="{1BEF51FA-13EC-43BF-9E2F-F4F8F33BB307}"/>
              </a:ext>
            </a:extLst>
          </p:cNvPr>
          <p:cNvSpPr>
            <a:spLocks noGrp="1"/>
          </p:cNvSpPr>
          <p:nvPr/>
        </p:nvSpPr>
        <p:spPr>
          <a:xfrm>
            <a:off x="7593293" y="6286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6" name="02_predicted_pose_4895">
            <a:extLst>
              <a:ext uri="{FF2B5EF4-FFF2-40B4-BE49-F238E27FC236}">
                <a16:creationId xmlns:a16="http://schemas.microsoft.com/office/drawing/2014/main" id="{3AA6085C-6984-492B-BBA6-4CD8356FEC29}"/>
              </a:ext>
            </a:extLst>
          </p:cNvPr>
          <p:cNvSpPr>
            <a:spLocks noGrp="1"/>
          </p:cNvSpPr>
          <p:nvPr/>
        </p:nvSpPr>
        <p:spPr>
          <a:xfrm>
            <a:off x="7691733" y="63288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7" name="02_predicted_pose_4896">
            <a:extLst>
              <a:ext uri="{FF2B5EF4-FFF2-40B4-BE49-F238E27FC236}">
                <a16:creationId xmlns:a16="http://schemas.microsoft.com/office/drawing/2014/main" id="{FDEDED2E-C68A-4B14-AA2C-D6451CC7D77D}"/>
              </a:ext>
            </a:extLst>
          </p:cNvPr>
          <p:cNvSpPr>
            <a:spLocks noGrp="1"/>
          </p:cNvSpPr>
          <p:nvPr/>
        </p:nvSpPr>
        <p:spPr>
          <a:xfrm>
            <a:off x="7426672" y="62998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8" name="02_predicted_pose_4897">
            <a:extLst>
              <a:ext uri="{FF2B5EF4-FFF2-40B4-BE49-F238E27FC236}">
                <a16:creationId xmlns:a16="http://schemas.microsoft.com/office/drawing/2014/main" id="{626EE968-CCD4-4ECA-9C6E-85C9C6498101}"/>
              </a:ext>
            </a:extLst>
          </p:cNvPr>
          <p:cNvSpPr>
            <a:spLocks noGrp="1"/>
          </p:cNvSpPr>
          <p:nvPr/>
        </p:nvSpPr>
        <p:spPr>
          <a:xfrm>
            <a:off x="7525112" y="6329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9" name="02_predicted_pose_4898">
            <a:extLst>
              <a:ext uri="{FF2B5EF4-FFF2-40B4-BE49-F238E27FC236}">
                <a16:creationId xmlns:a16="http://schemas.microsoft.com/office/drawing/2014/main" id="{4033CA6A-057C-4995-A87C-814499E3FFEB}"/>
              </a:ext>
            </a:extLst>
          </p:cNvPr>
          <p:cNvSpPr>
            <a:spLocks noGrp="1"/>
          </p:cNvSpPr>
          <p:nvPr/>
        </p:nvSpPr>
        <p:spPr>
          <a:xfrm>
            <a:off x="7623554" y="6274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0" name="02_predicted_pose_4899">
            <a:extLst>
              <a:ext uri="{FF2B5EF4-FFF2-40B4-BE49-F238E27FC236}">
                <a16:creationId xmlns:a16="http://schemas.microsoft.com/office/drawing/2014/main" id="{80DD2618-F7DA-4305-A8B3-141586D82352}"/>
              </a:ext>
            </a:extLst>
          </p:cNvPr>
          <p:cNvSpPr>
            <a:spLocks noGrp="1"/>
          </p:cNvSpPr>
          <p:nvPr/>
        </p:nvSpPr>
        <p:spPr>
          <a:xfrm>
            <a:off x="7721995" y="6269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1" name="02_predicted_pose_4900">
            <a:extLst>
              <a:ext uri="{FF2B5EF4-FFF2-40B4-BE49-F238E27FC236}">
                <a16:creationId xmlns:a16="http://schemas.microsoft.com/office/drawing/2014/main" id="{79D26F9A-C98B-4B68-8706-658390C8ED37}"/>
              </a:ext>
            </a:extLst>
          </p:cNvPr>
          <p:cNvSpPr>
            <a:spLocks noGrp="1"/>
          </p:cNvSpPr>
          <p:nvPr/>
        </p:nvSpPr>
        <p:spPr>
          <a:xfrm>
            <a:off x="7456933" y="6272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2" name="02_predicted_pose_4901">
            <a:extLst>
              <a:ext uri="{FF2B5EF4-FFF2-40B4-BE49-F238E27FC236}">
                <a16:creationId xmlns:a16="http://schemas.microsoft.com/office/drawing/2014/main" id="{EACC1C72-A0CC-4820-BD9D-381AEB22909B}"/>
              </a:ext>
            </a:extLst>
          </p:cNvPr>
          <p:cNvSpPr>
            <a:spLocks noGrp="1"/>
          </p:cNvSpPr>
          <p:nvPr/>
        </p:nvSpPr>
        <p:spPr>
          <a:xfrm>
            <a:off x="7555374" y="63335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3" name="02_predicted_pose_4902">
            <a:extLst>
              <a:ext uri="{FF2B5EF4-FFF2-40B4-BE49-F238E27FC236}">
                <a16:creationId xmlns:a16="http://schemas.microsoft.com/office/drawing/2014/main" id="{7ADBFE5C-A3A0-4813-B88A-858E2A992D4D}"/>
              </a:ext>
            </a:extLst>
          </p:cNvPr>
          <p:cNvSpPr>
            <a:spLocks noGrp="1"/>
          </p:cNvSpPr>
          <p:nvPr/>
        </p:nvSpPr>
        <p:spPr>
          <a:xfrm>
            <a:off x="7517456" y="64611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4" name="02_predicted_pose_4903">
            <a:extLst>
              <a:ext uri="{FF2B5EF4-FFF2-40B4-BE49-F238E27FC236}">
                <a16:creationId xmlns:a16="http://schemas.microsoft.com/office/drawing/2014/main" id="{009E044D-E036-4C05-8A4D-D4E3781452DF}"/>
              </a:ext>
            </a:extLst>
          </p:cNvPr>
          <p:cNvSpPr>
            <a:spLocks noGrp="1"/>
          </p:cNvSpPr>
          <p:nvPr/>
        </p:nvSpPr>
        <p:spPr>
          <a:xfrm>
            <a:off x="7532040" y="63394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5" name="02_predicted_pose_4904">
            <a:extLst>
              <a:ext uri="{FF2B5EF4-FFF2-40B4-BE49-F238E27FC236}">
                <a16:creationId xmlns:a16="http://schemas.microsoft.com/office/drawing/2014/main" id="{3CAAD756-C47D-4A23-AF74-1843DCD7494D}"/>
              </a:ext>
            </a:extLst>
          </p:cNvPr>
          <p:cNvSpPr>
            <a:spLocks noGrp="1"/>
          </p:cNvSpPr>
          <p:nvPr/>
        </p:nvSpPr>
        <p:spPr>
          <a:xfrm>
            <a:off x="7508705" y="6283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6" name="02_predicted_pose_4905">
            <a:extLst>
              <a:ext uri="{FF2B5EF4-FFF2-40B4-BE49-F238E27FC236}">
                <a16:creationId xmlns:a16="http://schemas.microsoft.com/office/drawing/2014/main" id="{EB4E24BD-C9A9-403C-8270-25D96163D910}"/>
              </a:ext>
            </a:extLst>
          </p:cNvPr>
          <p:cNvSpPr>
            <a:spLocks noGrp="1"/>
          </p:cNvSpPr>
          <p:nvPr/>
        </p:nvSpPr>
        <p:spPr>
          <a:xfrm>
            <a:off x="7537874" y="63107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7" name="02_predicted_pose_4906">
            <a:extLst>
              <a:ext uri="{FF2B5EF4-FFF2-40B4-BE49-F238E27FC236}">
                <a16:creationId xmlns:a16="http://schemas.microsoft.com/office/drawing/2014/main" id="{B03420B6-4B50-459D-A3FC-7F13021F427D}"/>
              </a:ext>
            </a:extLst>
          </p:cNvPr>
          <p:cNvSpPr>
            <a:spLocks noGrp="1"/>
          </p:cNvSpPr>
          <p:nvPr/>
        </p:nvSpPr>
        <p:spPr>
          <a:xfrm>
            <a:off x="7567041" y="62763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8" name="02_predicted_pose_4907">
            <a:extLst>
              <a:ext uri="{FF2B5EF4-FFF2-40B4-BE49-F238E27FC236}">
                <a16:creationId xmlns:a16="http://schemas.microsoft.com/office/drawing/2014/main" id="{E7C2FFA4-A8F8-4BC6-AEC1-3EF76B335571}"/>
              </a:ext>
            </a:extLst>
          </p:cNvPr>
          <p:cNvSpPr>
            <a:spLocks noGrp="1"/>
          </p:cNvSpPr>
          <p:nvPr/>
        </p:nvSpPr>
        <p:spPr>
          <a:xfrm>
            <a:off x="7548447" y="6226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9" name="02_predicted_pose_4908">
            <a:extLst>
              <a:ext uri="{FF2B5EF4-FFF2-40B4-BE49-F238E27FC236}">
                <a16:creationId xmlns:a16="http://schemas.microsoft.com/office/drawing/2014/main" id="{872A92A3-A01A-49BD-A446-35CC4FD34C95}"/>
              </a:ext>
            </a:extLst>
          </p:cNvPr>
          <p:cNvSpPr>
            <a:spLocks noGrp="1"/>
          </p:cNvSpPr>
          <p:nvPr/>
        </p:nvSpPr>
        <p:spPr>
          <a:xfrm>
            <a:off x="7381827" y="64297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0" name="02_predicted_pose_4909">
            <a:extLst>
              <a:ext uri="{FF2B5EF4-FFF2-40B4-BE49-F238E27FC236}">
                <a16:creationId xmlns:a16="http://schemas.microsoft.com/office/drawing/2014/main" id="{52271327-8024-4117-8B0D-B347FECA43BC}"/>
              </a:ext>
            </a:extLst>
          </p:cNvPr>
          <p:cNvSpPr>
            <a:spLocks noGrp="1"/>
          </p:cNvSpPr>
          <p:nvPr/>
        </p:nvSpPr>
        <p:spPr>
          <a:xfrm>
            <a:off x="7578708" y="63577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1" name="02_predicted_pose_4910">
            <a:extLst>
              <a:ext uri="{FF2B5EF4-FFF2-40B4-BE49-F238E27FC236}">
                <a16:creationId xmlns:a16="http://schemas.microsoft.com/office/drawing/2014/main" id="{8083ACA0-E5A6-4530-8472-43C4806E4403}"/>
              </a:ext>
            </a:extLst>
          </p:cNvPr>
          <p:cNvSpPr>
            <a:spLocks noGrp="1"/>
          </p:cNvSpPr>
          <p:nvPr/>
        </p:nvSpPr>
        <p:spPr>
          <a:xfrm>
            <a:off x="7412088" y="63082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2" name="02_predicted_pose_4911">
            <a:extLst>
              <a:ext uri="{FF2B5EF4-FFF2-40B4-BE49-F238E27FC236}">
                <a16:creationId xmlns:a16="http://schemas.microsoft.com/office/drawing/2014/main" id="{F51DAA87-B3F2-45BC-810B-BC42733B56D3}"/>
              </a:ext>
            </a:extLst>
          </p:cNvPr>
          <p:cNvSpPr>
            <a:spLocks noGrp="1"/>
          </p:cNvSpPr>
          <p:nvPr/>
        </p:nvSpPr>
        <p:spPr>
          <a:xfrm>
            <a:off x="7557926" y="6462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3" name="02_predicted_pose_4912">
            <a:extLst>
              <a:ext uri="{FF2B5EF4-FFF2-40B4-BE49-F238E27FC236}">
                <a16:creationId xmlns:a16="http://schemas.microsoft.com/office/drawing/2014/main" id="{957B8279-F3FB-4CD2-84FF-2F862F455BA1}"/>
              </a:ext>
            </a:extLst>
          </p:cNvPr>
          <p:cNvSpPr>
            <a:spLocks noGrp="1"/>
          </p:cNvSpPr>
          <p:nvPr/>
        </p:nvSpPr>
        <p:spPr>
          <a:xfrm>
            <a:off x="7572510" y="64918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4" name="02_predicted_pose_4913">
            <a:extLst>
              <a:ext uri="{FF2B5EF4-FFF2-40B4-BE49-F238E27FC236}">
                <a16:creationId xmlns:a16="http://schemas.microsoft.com/office/drawing/2014/main" id="{95DC0CA4-AC7D-47D1-9D9B-F870EB4AD5A7}"/>
              </a:ext>
            </a:extLst>
          </p:cNvPr>
          <p:cNvSpPr>
            <a:spLocks noGrp="1"/>
          </p:cNvSpPr>
          <p:nvPr/>
        </p:nvSpPr>
        <p:spPr>
          <a:xfrm>
            <a:off x="7616262" y="63511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5" name="02_predicted_pose_4914">
            <a:extLst>
              <a:ext uri="{FF2B5EF4-FFF2-40B4-BE49-F238E27FC236}">
                <a16:creationId xmlns:a16="http://schemas.microsoft.com/office/drawing/2014/main" id="{4386E151-CA86-4A89-B828-3CA77029BA66}"/>
              </a:ext>
            </a:extLst>
          </p:cNvPr>
          <p:cNvSpPr>
            <a:spLocks noGrp="1"/>
          </p:cNvSpPr>
          <p:nvPr/>
        </p:nvSpPr>
        <p:spPr>
          <a:xfrm>
            <a:off x="7630845" y="647122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6" name="02_predicted_pose_4915">
            <a:extLst>
              <a:ext uri="{FF2B5EF4-FFF2-40B4-BE49-F238E27FC236}">
                <a16:creationId xmlns:a16="http://schemas.microsoft.com/office/drawing/2014/main" id="{BD49C69A-3318-4027-A5CE-532E3B2A5FB7}"/>
              </a:ext>
            </a:extLst>
          </p:cNvPr>
          <p:cNvSpPr>
            <a:spLocks noGrp="1"/>
          </p:cNvSpPr>
          <p:nvPr/>
        </p:nvSpPr>
        <p:spPr>
          <a:xfrm>
            <a:off x="7674597" y="65224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7" name="02_predicted_pose_4916">
            <a:extLst>
              <a:ext uri="{FF2B5EF4-FFF2-40B4-BE49-F238E27FC236}">
                <a16:creationId xmlns:a16="http://schemas.microsoft.com/office/drawing/2014/main" id="{913E947B-385F-40CB-BA0C-DB6C275F820D}"/>
              </a:ext>
            </a:extLst>
          </p:cNvPr>
          <p:cNvSpPr>
            <a:spLocks noGrp="1"/>
          </p:cNvSpPr>
          <p:nvPr/>
        </p:nvSpPr>
        <p:spPr>
          <a:xfrm>
            <a:off x="7689181" y="6528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8" name="02_predicted_pose_4917">
            <a:extLst>
              <a:ext uri="{FF2B5EF4-FFF2-40B4-BE49-F238E27FC236}">
                <a16:creationId xmlns:a16="http://schemas.microsoft.com/office/drawing/2014/main" id="{9CACF9E7-C470-40D5-A390-6AA2A4134DB8}"/>
              </a:ext>
            </a:extLst>
          </p:cNvPr>
          <p:cNvSpPr>
            <a:spLocks noGrp="1"/>
          </p:cNvSpPr>
          <p:nvPr/>
        </p:nvSpPr>
        <p:spPr>
          <a:xfrm>
            <a:off x="7405525" y="66315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9" name="02_predicted_pose_4918">
            <a:extLst>
              <a:ext uri="{FF2B5EF4-FFF2-40B4-BE49-F238E27FC236}">
                <a16:creationId xmlns:a16="http://schemas.microsoft.com/office/drawing/2014/main" id="{EBF148DA-DCBB-46A1-A984-95C23327162A}"/>
              </a:ext>
            </a:extLst>
          </p:cNvPr>
          <p:cNvSpPr>
            <a:spLocks noGrp="1"/>
          </p:cNvSpPr>
          <p:nvPr/>
        </p:nvSpPr>
        <p:spPr>
          <a:xfrm>
            <a:off x="7503967" y="6394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0" name="02_predicted_pose_4919">
            <a:extLst>
              <a:ext uri="{FF2B5EF4-FFF2-40B4-BE49-F238E27FC236}">
                <a16:creationId xmlns:a16="http://schemas.microsoft.com/office/drawing/2014/main" id="{35AFCFEC-F3B6-4361-A853-C81A5EE69CB1}"/>
              </a:ext>
            </a:extLst>
          </p:cNvPr>
          <p:cNvSpPr>
            <a:spLocks noGrp="1"/>
          </p:cNvSpPr>
          <p:nvPr/>
        </p:nvSpPr>
        <p:spPr>
          <a:xfrm>
            <a:off x="7435786" y="62219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1" name="02_predicted_pose_4920">
            <a:extLst>
              <a:ext uri="{FF2B5EF4-FFF2-40B4-BE49-F238E27FC236}">
                <a16:creationId xmlns:a16="http://schemas.microsoft.com/office/drawing/2014/main" id="{A57F4FCE-DFCF-4EEB-BAC0-55FA6121F90A}"/>
              </a:ext>
            </a:extLst>
          </p:cNvPr>
          <p:cNvSpPr>
            <a:spLocks noGrp="1"/>
          </p:cNvSpPr>
          <p:nvPr/>
        </p:nvSpPr>
        <p:spPr>
          <a:xfrm>
            <a:off x="7534228" y="62723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2" name="02_predicted_pose_4921">
            <a:extLst>
              <a:ext uri="{FF2B5EF4-FFF2-40B4-BE49-F238E27FC236}">
                <a16:creationId xmlns:a16="http://schemas.microsoft.com/office/drawing/2014/main" id="{30283449-8B87-4AD6-A456-B1E37A36B418}"/>
              </a:ext>
            </a:extLst>
          </p:cNvPr>
          <p:cNvSpPr>
            <a:spLocks noGrp="1"/>
          </p:cNvSpPr>
          <p:nvPr/>
        </p:nvSpPr>
        <p:spPr>
          <a:xfrm>
            <a:off x="7586364" y="63450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3" name="02_predicted_pose_4922">
            <a:extLst>
              <a:ext uri="{FF2B5EF4-FFF2-40B4-BE49-F238E27FC236}">
                <a16:creationId xmlns:a16="http://schemas.microsoft.com/office/drawing/2014/main" id="{DDBA933B-E52B-45AD-AF45-5420F390B7F7}"/>
              </a:ext>
            </a:extLst>
          </p:cNvPr>
          <p:cNvSpPr>
            <a:spLocks noGrp="1"/>
          </p:cNvSpPr>
          <p:nvPr/>
        </p:nvSpPr>
        <p:spPr>
          <a:xfrm>
            <a:off x="7414275" y="63492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4" name="02_predicted_pose_4923">
            <a:extLst>
              <a:ext uri="{FF2B5EF4-FFF2-40B4-BE49-F238E27FC236}">
                <a16:creationId xmlns:a16="http://schemas.microsoft.com/office/drawing/2014/main" id="{C4344DC4-541A-42A5-B922-92F1DB19FFB7}"/>
              </a:ext>
            </a:extLst>
          </p:cNvPr>
          <p:cNvSpPr>
            <a:spLocks noGrp="1"/>
          </p:cNvSpPr>
          <p:nvPr/>
        </p:nvSpPr>
        <p:spPr>
          <a:xfrm>
            <a:off x="7682619" y="61255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5" name="02_predicted_pose_4924">
            <a:extLst>
              <a:ext uri="{FF2B5EF4-FFF2-40B4-BE49-F238E27FC236}">
                <a16:creationId xmlns:a16="http://schemas.microsoft.com/office/drawing/2014/main" id="{EDD8F9EB-6AA4-43B4-B0D5-F43759974113}"/>
              </a:ext>
            </a:extLst>
          </p:cNvPr>
          <p:cNvSpPr>
            <a:spLocks noGrp="1"/>
          </p:cNvSpPr>
          <p:nvPr/>
        </p:nvSpPr>
        <p:spPr>
          <a:xfrm>
            <a:off x="7549541" y="6292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6" name="02_predicted_pose_4925">
            <a:extLst>
              <a:ext uri="{FF2B5EF4-FFF2-40B4-BE49-F238E27FC236}">
                <a16:creationId xmlns:a16="http://schemas.microsoft.com/office/drawing/2014/main" id="{1A7ED03A-68CC-45D9-972D-F0612C1C49BC}"/>
              </a:ext>
            </a:extLst>
          </p:cNvPr>
          <p:cNvSpPr>
            <a:spLocks noGrp="1"/>
          </p:cNvSpPr>
          <p:nvPr/>
        </p:nvSpPr>
        <p:spPr>
          <a:xfrm>
            <a:off x="7420838" y="63483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7" name="02_predicted_pose_4926">
            <a:extLst>
              <a:ext uri="{FF2B5EF4-FFF2-40B4-BE49-F238E27FC236}">
                <a16:creationId xmlns:a16="http://schemas.microsoft.com/office/drawing/2014/main" id="{25D25813-2898-4924-A431-B598491D274A}"/>
              </a:ext>
            </a:extLst>
          </p:cNvPr>
          <p:cNvSpPr>
            <a:spLocks noGrp="1"/>
          </p:cNvSpPr>
          <p:nvPr/>
        </p:nvSpPr>
        <p:spPr>
          <a:xfrm>
            <a:off x="7464589" y="61684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8" name="02_predicted_pose_4927">
            <a:extLst>
              <a:ext uri="{FF2B5EF4-FFF2-40B4-BE49-F238E27FC236}">
                <a16:creationId xmlns:a16="http://schemas.microsoft.com/office/drawing/2014/main" id="{A3D9B0CE-DE84-4CB6-B3C0-A52ADFC4D05A}"/>
              </a:ext>
            </a:extLst>
          </p:cNvPr>
          <p:cNvSpPr>
            <a:spLocks noGrp="1"/>
          </p:cNvSpPr>
          <p:nvPr/>
        </p:nvSpPr>
        <p:spPr>
          <a:xfrm>
            <a:off x="7508341" y="61795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9" name="02_predicted_pose_4928">
            <a:extLst>
              <a:ext uri="{FF2B5EF4-FFF2-40B4-BE49-F238E27FC236}">
                <a16:creationId xmlns:a16="http://schemas.microsoft.com/office/drawing/2014/main" id="{FB901249-E856-4EC3-A370-34B53FEC2E9B}"/>
              </a:ext>
            </a:extLst>
          </p:cNvPr>
          <p:cNvSpPr>
            <a:spLocks noGrp="1"/>
          </p:cNvSpPr>
          <p:nvPr/>
        </p:nvSpPr>
        <p:spPr>
          <a:xfrm>
            <a:off x="7692826" y="62091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0" name="02_predicted_pose_4929">
            <a:extLst>
              <a:ext uri="{FF2B5EF4-FFF2-40B4-BE49-F238E27FC236}">
                <a16:creationId xmlns:a16="http://schemas.microsoft.com/office/drawing/2014/main" id="{82FDEAAC-456A-4806-826A-21219D9112E8}"/>
              </a:ext>
            </a:extLst>
          </p:cNvPr>
          <p:cNvSpPr>
            <a:spLocks noGrp="1"/>
          </p:cNvSpPr>
          <p:nvPr/>
        </p:nvSpPr>
        <p:spPr>
          <a:xfrm>
            <a:off x="7373076" y="61096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1" name="02_predicted_pose_4930">
            <a:extLst>
              <a:ext uri="{FF2B5EF4-FFF2-40B4-BE49-F238E27FC236}">
                <a16:creationId xmlns:a16="http://schemas.microsoft.com/office/drawing/2014/main" id="{C0A34434-C9C2-4996-99E4-1B83A696C1D0}"/>
              </a:ext>
            </a:extLst>
          </p:cNvPr>
          <p:cNvSpPr>
            <a:spLocks noGrp="1"/>
          </p:cNvSpPr>
          <p:nvPr/>
        </p:nvSpPr>
        <p:spPr>
          <a:xfrm>
            <a:off x="7595115" y="6030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2" name="02_predicted_pose_4931">
            <a:extLst>
              <a:ext uri="{FF2B5EF4-FFF2-40B4-BE49-F238E27FC236}">
                <a16:creationId xmlns:a16="http://schemas.microsoft.com/office/drawing/2014/main" id="{7A11A828-6E86-460A-A91F-98AFD03019C3}"/>
              </a:ext>
            </a:extLst>
          </p:cNvPr>
          <p:cNvSpPr>
            <a:spLocks noGrp="1"/>
          </p:cNvSpPr>
          <p:nvPr/>
        </p:nvSpPr>
        <p:spPr>
          <a:xfrm>
            <a:off x="7693557" y="57523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3" name="02_predicted_pose_4932">
            <a:extLst>
              <a:ext uri="{FF2B5EF4-FFF2-40B4-BE49-F238E27FC236}">
                <a16:creationId xmlns:a16="http://schemas.microsoft.com/office/drawing/2014/main" id="{FABA26C2-2170-4F4B-A99F-FE06A8C492F5}"/>
              </a:ext>
            </a:extLst>
          </p:cNvPr>
          <p:cNvSpPr>
            <a:spLocks noGrp="1"/>
          </p:cNvSpPr>
          <p:nvPr/>
        </p:nvSpPr>
        <p:spPr>
          <a:xfrm>
            <a:off x="7514539" y="56058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4" name="02_predicted_pose_4933">
            <a:extLst>
              <a:ext uri="{FF2B5EF4-FFF2-40B4-BE49-F238E27FC236}">
                <a16:creationId xmlns:a16="http://schemas.microsoft.com/office/drawing/2014/main" id="{2A18E4C5-2006-496D-8625-8E950EBCF35C}"/>
              </a:ext>
            </a:extLst>
          </p:cNvPr>
          <p:cNvSpPr>
            <a:spLocks noGrp="1"/>
          </p:cNvSpPr>
          <p:nvPr/>
        </p:nvSpPr>
        <p:spPr>
          <a:xfrm>
            <a:off x="7529123" y="59787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5" name="02_predicted_pose_4934">
            <a:extLst>
              <a:ext uri="{FF2B5EF4-FFF2-40B4-BE49-F238E27FC236}">
                <a16:creationId xmlns:a16="http://schemas.microsoft.com/office/drawing/2014/main" id="{FA2883AB-97AC-427E-8D7C-DF56EDA6477E}"/>
              </a:ext>
            </a:extLst>
          </p:cNvPr>
          <p:cNvSpPr>
            <a:spLocks noGrp="1"/>
          </p:cNvSpPr>
          <p:nvPr/>
        </p:nvSpPr>
        <p:spPr>
          <a:xfrm>
            <a:off x="7446360" y="61207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6" name="02_predicted_pose_4935">
            <a:extLst>
              <a:ext uri="{FF2B5EF4-FFF2-40B4-BE49-F238E27FC236}">
                <a16:creationId xmlns:a16="http://schemas.microsoft.com/office/drawing/2014/main" id="{ED9D6AD5-E456-4B45-A45E-8D845E517CA2}"/>
              </a:ext>
            </a:extLst>
          </p:cNvPr>
          <p:cNvSpPr>
            <a:spLocks noGrp="1"/>
          </p:cNvSpPr>
          <p:nvPr/>
        </p:nvSpPr>
        <p:spPr>
          <a:xfrm>
            <a:off x="7460944" y="60661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7" name="02_predicted_pose_4936">
            <a:extLst>
              <a:ext uri="{FF2B5EF4-FFF2-40B4-BE49-F238E27FC236}">
                <a16:creationId xmlns:a16="http://schemas.microsoft.com/office/drawing/2014/main" id="{7DA04B8A-9DA9-44B2-8BC1-278F057A81F9}"/>
              </a:ext>
            </a:extLst>
          </p:cNvPr>
          <p:cNvSpPr>
            <a:spLocks noGrp="1"/>
          </p:cNvSpPr>
          <p:nvPr/>
        </p:nvSpPr>
        <p:spPr>
          <a:xfrm>
            <a:off x="7475527" y="60250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8" name="02_predicted_pose_4937">
            <a:extLst>
              <a:ext uri="{FF2B5EF4-FFF2-40B4-BE49-F238E27FC236}">
                <a16:creationId xmlns:a16="http://schemas.microsoft.com/office/drawing/2014/main" id="{DF3CE125-1CFC-4731-87C7-E10078CEC42F}"/>
              </a:ext>
            </a:extLst>
          </p:cNvPr>
          <p:cNvSpPr>
            <a:spLocks noGrp="1"/>
          </p:cNvSpPr>
          <p:nvPr/>
        </p:nvSpPr>
        <p:spPr>
          <a:xfrm>
            <a:off x="7490111" y="60405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9" name="02_predicted_pose_4938">
            <a:extLst>
              <a:ext uri="{FF2B5EF4-FFF2-40B4-BE49-F238E27FC236}">
                <a16:creationId xmlns:a16="http://schemas.microsoft.com/office/drawing/2014/main" id="{0E3CFCB4-1FC0-4FE6-9FC5-544A0FA0962C}"/>
              </a:ext>
            </a:extLst>
          </p:cNvPr>
          <p:cNvSpPr>
            <a:spLocks noGrp="1"/>
          </p:cNvSpPr>
          <p:nvPr/>
        </p:nvSpPr>
        <p:spPr>
          <a:xfrm>
            <a:off x="7504696" y="62073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0" name="02_predicted_pose_4939">
            <a:extLst>
              <a:ext uri="{FF2B5EF4-FFF2-40B4-BE49-F238E27FC236}">
                <a16:creationId xmlns:a16="http://schemas.microsoft.com/office/drawing/2014/main" id="{60F5A1B3-6450-4F88-9E88-50D3A3873E5E}"/>
              </a:ext>
            </a:extLst>
          </p:cNvPr>
          <p:cNvSpPr>
            <a:spLocks noGrp="1"/>
          </p:cNvSpPr>
          <p:nvPr/>
        </p:nvSpPr>
        <p:spPr>
          <a:xfrm>
            <a:off x="7519279" y="59621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1" name="02_predicted_pose_4940">
            <a:extLst>
              <a:ext uri="{FF2B5EF4-FFF2-40B4-BE49-F238E27FC236}">
                <a16:creationId xmlns:a16="http://schemas.microsoft.com/office/drawing/2014/main" id="{0F534FFE-341E-4D54-BD0B-8304BB88DF7B}"/>
              </a:ext>
            </a:extLst>
          </p:cNvPr>
          <p:cNvSpPr>
            <a:spLocks noGrp="1"/>
          </p:cNvSpPr>
          <p:nvPr/>
        </p:nvSpPr>
        <p:spPr>
          <a:xfrm>
            <a:off x="7533863" y="61120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2" name="02_predicted_pose_4941">
            <a:extLst>
              <a:ext uri="{FF2B5EF4-FFF2-40B4-BE49-F238E27FC236}">
                <a16:creationId xmlns:a16="http://schemas.microsoft.com/office/drawing/2014/main" id="{C875C4DD-1C5B-4FCB-A695-90DC48C8A966}"/>
              </a:ext>
            </a:extLst>
          </p:cNvPr>
          <p:cNvSpPr>
            <a:spLocks noGrp="1"/>
          </p:cNvSpPr>
          <p:nvPr/>
        </p:nvSpPr>
        <p:spPr>
          <a:xfrm>
            <a:off x="7548447" y="5957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3" name="02_predicted_pose_4942">
            <a:extLst>
              <a:ext uri="{FF2B5EF4-FFF2-40B4-BE49-F238E27FC236}">
                <a16:creationId xmlns:a16="http://schemas.microsoft.com/office/drawing/2014/main" id="{6E2BF348-8418-4181-A1F5-D0D49B26ADED}"/>
              </a:ext>
            </a:extLst>
          </p:cNvPr>
          <p:cNvSpPr>
            <a:spLocks noGrp="1"/>
          </p:cNvSpPr>
          <p:nvPr/>
        </p:nvSpPr>
        <p:spPr>
          <a:xfrm>
            <a:off x="7563031" y="5963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4" name="02_predicted_pose_4943">
            <a:extLst>
              <a:ext uri="{FF2B5EF4-FFF2-40B4-BE49-F238E27FC236}">
                <a16:creationId xmlns:a16="http://schemas.microsoft.com/office/drawing/2014/main" id="{9A4BC586-3409-41AE-9C67-B5D6B4E7C994}"/>
              </a:ext>
            </a:extLst>
          </p:cNvPr>
          <p:cNvSpPr>
            <a:spLocks noGrp="1"/>
          </p:cNvSpPr>
          <p:nvPr/>
        </p:nvSpPr>
        <p:spPr>
          <a:xfrm>
            <a:off x="7577615" y="6122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5" name="02_predicted_pose_4944">
            <a:extLst>
              <a:ext uri="{FF2B5EF4-FFF2-40B4-BE49-F238E27FC236}">
                <a16:creationId xmlns:a16="http://schemas.microsoft.com/office/drawing/2014/main" id="{0907C3D0-7608-4428-A114-F6D81C90A76A}"/>
              </a:ext>
            </a:extLst>
          </p:cNvPr>
          <p:cNvSpPr>
            <a:spLocks noGrp="1"/>
          </p:cNvSpPr>
          <p:nvPr/>
        </p:nvSpPr>
        <p:spPr>
          <a:xfrm>
            <a:off x="7460579" y="6087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6" name="02_predicted_pose_4945">
            <a:extLst>
              <a:ext uri="{FF2B5EF4-FFF2-40B4-BE49-F238E27FC236}">
                <a16:creationId xmlns:a16="http://schemas.microsoft.com/office/drawing/2014/main" id="{81FD289B-2BDB-4814-892B-5A2DD1D19FBD}"/>
              </a:ext>
            </a:extLst>
          </p:cNvPr>
          <p:cNvSpPr>
            <a:spLocks noGrp="1"/>
          </p:cNvSpPr>
          <p:nvPr/>
        </p:nvSpPr>
        <p:spPr>
          <a:xfrm>
            <a:off x="7662930" y="6580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7" name="02_predicted_pose_4946">
            <a:extLst>
              <a:ext uri="{FF2B5EF4-FFF2-40B4-BE49-F238E27FC236}">
                <a16:creationId xmlns:a16="http://schemas.microsoft.com/office/drawing/2014/main" id="{83683988-A46F-4D36-A7F3-CEE5C370AD38}"/>
              </a:ext>
            </a:extLst>
          </p:cNvPr>
          <p:cNvSpPr>
            <a:spLocks noGrp="1"/>
          </p:cNvSpPr>
          <p:nvPr/>
        </p:nvSpPr>
        <p:spPr>
          <a:xfrm>
            <a:off x="7526571" y="64742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8" name="02_predicted_pose_4947">
            <a:extLst>
              <a:ext uri="{FF2B5EF4-FFF2-40B4-BE49-F238E27FC236}">
                <a16:creationId xmlns:a16="http://schemas.microsoft.com/office/drawing/2014/main" id="{0C40074F-BB5A-4C4E-B19A-B4D242376139}"/>
              </a:ext>
            </a:extLst>
          </p:cNvPr>
          <p:cNvSpPr>
            <a:spLocks noGrp="1"/>
          </p:cNvSpPr>
          <p:nvPr/>
        </p:nvSpPr>
        <p:spPr>
          <a:xfrm>
            <a:off x="7412452" y="6519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9" name="02_predicted_pose_4948">
            <a:extLst>
              <a:ext uri="{FF2B5EF4-FFF2-40B4-BE49-F238E27FC236}">
                <a16:creationId xmlns:a16="http://schemas.microsoft.com/office/drawing/2014/main" id="{28F2D447-8B5F-459C-88E3-92B358C6A04B}"/>
              </a:ext>
            </a:extLst>
          </p:cNvPr>
          <p:cNvSpPr>
            <a:spLocks noGrp="1"/>
          </p:cNvSpPr>
          <p:nvPr/>
        </p:nvSpPr>
        <p:spPr>
          <a:xfrm>
            <a:off x="7541155" y="65199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0" name="02_predicted_pose_4949">
            <a:extLst>
              <a:ext uri="{FF2B5EF4-FFF2-40B4-BE49-F238E27FC236}">
                <a16:creationId xmlns:a16="http://schemas.microsoft.com/office/drawing/2014/main" id="{29935CF3-7937-4239-81C0-2DF85785B566}"/>
              </a:ext>
            </a:extLst>
          </p:cNvPr>
          <p:cNvSpPr>
            <a:spLocks noGrp="1"/>
          </p:cNvSpPr>
          <p:nvPr/>
        </p:nvSpPr>
        <p:spPr>
          <a:xfrm>
            <a:off x="7654545" y="6235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1" name="02_predicted_pose_4950">
            <a:extLst>
              <a:ext uri="{FF2B5EF4-FFF2-40B4-BE49-F238E27FC236}">
                <a16:creationId xmlns:a16="http://schemas.microsoft.com/office/drawing/2014/main" id="{9D43102B-1EEF-4959-96CD-8436B97DD317}"/>
              </a:ext>
            </a:extLst>
          </p:cNvPr>
          <p:cNvSpPr>
            <a:spLocks noGrp="1"/>
          </p:cNvSpPr>
          <p:nvPr/>
        </p:nvSpPr>
        <p:spPr>
          <a:xfrm>
            <a:off x="7712880" y="62422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2" name="02_predicted_pose_4951">
            <a:extLst>
              <a:ext uri="{FF2B5EF4-FFF2-40B4-BE49-F238E27FC236}">
                <a16:creationId xmlns:a16="http://schemas.microsoft.com/office/drawing/2014/main" id="{BD64EB0C-445A-4E9B-B935-EB8E637391FA}"/>
              </a:ext>
            </a:extLst>
          </p:cNvPr>
          <p:cNvSpPr>
            <a:spLocks noGrp="1"/>
          </p:cNvSpPr>
          <p:nvPr/>
        </p:nvSpPr>
        <p:spPr>
          <a:xfrm>
            <a:off x="7494122" y="60109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3" name="02_predicted_pose_4952">
            <a:extLst>
              <a:ext uri="{FF2B5EF4-FFF2-40B4-BE49-F238E27FC236}">
                <a16:creationId xmlns:a16="http://schemas.microsoft.com/office/drawing/2014/main" id="{B1696EBF-5FC5-4D0D-BB31-E1A33140B933}"/>
              </a:ext>
            </a:extLst>
          </p:cNvPr>
          <p:cNvSpPr>
            <a:spLocks noGrp="1"/>
          </p:cNvSpPr>
          <p:nvPr/>
        </p:nvSpPr>
        <p:spPr>
          <a:xfrm>
            <a:off x="7523290" y="60124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4" name="02_predicted_pose_4953">
            <a:extLst>
              <a:ext uri="{FF2B5EF4-FFF2-40B4-BE49-F238E27FC236}">
                <a16:creationId xmlns:a16="http://schemas.microsoft.com/office/drawing/2014/main" id="{66924556-ADD4-4BBF-A1E3-A51C9E0BC7A3}"/>
              </a:ext>
            </a:extLst>
          </p:cNvPr>
          <p:cNvSpPr>
            <a:spLocks noGrp="1"/>
          </p:cNvSpPr>
          <p:nvPr/>
        </p:nvSpPr>
        <p:spPr>
          <a:xfrm>
            <a:off x="7567041" y="60134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5" name="02_predicted_pose_4954">
            <a:extLst>
              <a:ext uri="{FF2B5EF4-FFF2-40B4-BE49-F238E27FC236}">
                <a16:creationId xmlns:a16="http://schemas.microsoft.com/office/drawing/2014/main" id="{61739C79-D1B2-44FD-9E5A-663DB4A3A854}"/>
              </a:ext>
            </a:extLst>
          </p:cNvPr>
          <p:cNvSpPr>
            <a:spLocks noGrp="1"/>
          </p:cNvSpPr>
          <p:nvPr/>
        </p:nvSpPr>
        <p:spPr>
          <a:xfrm>
            <a:off x="7596209" y="6005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6" name="02_predicted_pose_4955">
            <a:extLst>
              <a:ext uri="{FF2B5EF4-FFF2-40B4-BE49-F238E27FC236}">
                <a16:creationId xmlns:a16="http://schemas.microsoft.com/office/drawing/2014/main" id="{3C15267C-98B2-4E17-AB07-0C0255C372AD}"/>
              </a:ext>
            </a:extLst>
          </p:cNvPr>
          <p:cNvSpPr>
            <a:spLocks noGrp="1"/>
          </p:cNvSpPr>
          <p:nvPr/>
        </p:nvSpPr>
        <p:spPr>
          <a:xfrm>
            <a:off x="7610793" y="60161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7" name="02_predicted_pose_4956">
            <a:extLst>
              <a:ext uri="{FF2B5EF4-FFF2-40B4-BE49-F238E27FC236}">
                <a16:creationId xmlns:a16="http://schemas.microsoft.com/office/drawing/2014/main" id="{C5323AD7-4748-4EB7-813D-F8F4B197AA78}"/>
              </a:ext>
            </a:extLst>
          </p:cNvPr>
          <p:cNvSpPr>
            <a:spLocks noGrp="1"/>
          </p:cNvSpPr>
          <p:nvPr/>
        </p:nvSpPr>
        <p:spPr>
          <a:xfrm>
            <a:off x="7508341" y="60051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8" name="02_predicted_pose_4957">
            <a:extLst>
              <a:ext uri="{FF2B5EF4-FFF2-40B4-BE49-F238E27FC236}">
                <a16:creationId xmlns:a16="http://schemas.microsoft.com/office/drawing/2014/main" id="{569EB6D4-EFBC-4012-9B17-00562A047874}"/>
              </a:ext>
            </a:extLst>
          </p:cNvPr>
          <p:cNvSpPr>
            <a:spLocks noGrp="1"/>
          </p:cNvSpPr>
          <p:nvPr/>
        </p:nvSpPr>
        <p:spPr>
          <a:xfrm>
            <a:off x="7616991" y="62770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9" name="02_predicted_pose_4958">
            <a:extLst>
              <a:ext uri="{FF2B5EF4-FFF2-40B4-BE49-F238E27FC236}">
                <a16:creationId xmlns:a16="http://schemas.microsoft.com/office/drawing/2014/main" id="{E4BE64D2-2A26-4806-9BF3-9753C4496B44}"/>
              </a:ext>
            </a:extLst>
          </p:cNvPr>
          <p:cNvSpPr>
            <a:spLocks noGrp="1"/>
          </p:cNvSpPr>
          <p:nvPr/>
        </p:nvSpPr>
        <p:spPr>
          <a:xfrm>
            <a:off x="7646159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0" name="02_predicted_pose_4959">
            <a:extLst>
              <a:ext uri="{FF2B5EF4-FFF2-40B4-BE49-F238E27FC236}">
                <a16:creationId xmlns:a16="http://schemas.microsoft.com/office/drawing/2014/main" id="{784B4DD2-0410-4100-8929-D0F1AEF699CB}"/>
              </a:ext>
            </a:extLst>
          </p:cNvPr>
          <p:cNvSpPr>
            <a:spLocks noGrp="1"/>
          </p:cNvSpPr>
          <p:nvPr/>
        </p:nvSpPr>
        <p:spPr>
          <a:xfrm>
            <a:off x="7675326" y="58465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1" name="02_predicted_pose_4960">
            <a:extLst>
              <a:ext uri="{FF2B5EF4-FFF2-40B4-BE49-F238E27FC236}">
                <a16:creationId xmlns:a16="http://schemas.microsoft.com/office/drawing/2014/main" id="{AF9D6A18-C898-4685-B197-E6E53B320EEA}"/>
              </a:ext>
            </a:extLst>
          </p:cNvPr>
          <p:cNvSpPr>
            <a:spLocks noGrp="1"/>
          </p:cNvSpPr>
          <p:nvPr/>
        </p:nvSpPr>
        <p:spPr>
          <a:xfrm>
            <a:off x="7704494" y="6311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2" name="02_predicted_pose_4961">
            <a:extLst>
              <a:ext uri="{FF2B5EF4-FFF2-40B4-BE49-F238E27FC236}">
                <a16:creationId xmlns:a16="http://schemas.microsoft.com/office/drawing/2014/main" id="{11A7DB32-1E69-43ED-B050-43E5682E9323}"/>
              </a:ext>
            </a:extLst>
          </p:cNvPr>
          <p:cNvSpPr>
            <a:spLocks noGrp="1"/>
          </p:cNvSpPr>
          <p:nvPr/>
        </p:nvSpPr>
        <p:spPr>
          <a:xfrm>
            <a:off x="7460215" y="63710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3" name="02_predicted_pose_4962">
            <a:extLst>
              <a:ext uri="{FF2B5EF4-FFF2-40B4-BE49-F238E27FC236}">
                <a16:creationId xmlns:a16="http://schemas.microsoft.com/office/drawing/2014/main" id="{D8EEF0C5-28C5-49D9-AECC-9C7474357B82}"/>
              </a:ext>
            </a:extLst>
          </p:cNvPr>
          <p:cNvSpPr>
            <a:spLocks noGrp="1"/>
          </p:cNvSpPr>
          <p:nvPr/>
        </p:nvSpPr>
        <p:spPr>
          <a:xfrm>
            <a:off x="7474798" y="64315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4" name="02_predicted_pose_4963">
            <a:extLst>
              <a:ext uri="{FF2B5EF4-FFF2-40B4-BE49-F238E27FC236}">
                <a16:creationId xmlns:a16="http://schemas.microsoft.com/office/drawing/2014/main" id="{480B3328-DCBD-402E-A414-654952A2079C}"/>
              </a:ext>
            </a:extLst>
          </p:cNvPr>
          <p:cNvSpPr>
            <a:spLocks noGrp="1"/>
          </p:cNvSpPr>
          <p:nvPr/>
        </p:nvSpPr>
        <p:spPr>
          <a:xfrm>
            <a:off x="7503967" y="63601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5" name="02_predicted_pose_4964">
            <a:extLst>
              <a:ext uri="{FF2B5EF4-FFF2-40B4-BE49-F238E27FC236}">
                <a16:creationId xmlns:a16="http://schemas.microsoft.com/office/drawing/2014/main" id="{57233FED-0E02-400C-8EA9-DB0EE6FC25D6}"/>
              </a:ext>
            </a:extLst>
          </p:cNvPr>
          <p:cNvSpPr>
            <a:spLocks noGrp="1"/>
          </p:cNvSpPr>
          <p:nvPr/>
        </p:nvSpPr>
        <p:spPr>
          <a:xfrm>
            <a:off x="7533134" y="64102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6" name="02_predicted_pose_4965">
            <a:extLst>
              <a:ext uri="{FF2B5EF4-FFF2-40B4-BE49-F238E27FC236}">
                <a16:creationId xmlns:a16="http://schemas.microsoft.com/office/drawing/2014/main" id="{BAA5B480-8596-4C01-9564-64CCACDF9792}"/>
              </a:ext>
            </a:extLst>
          </p:cNvPr>
          <p:cNvSpPr>
            <a:spLocks noGrp="1"/>
          </p:cNvSpPr>
          <p:nvPr/>
        </p:nvSpPr>
        <p:spPr>
          <a:xfrm>
            <a:off x="7562301" y="63639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7" name="02_predicted_pose_4966">
            <a:extLst>
              <a:ext uri="{FF2B5EF4-FFF2-40B4-BE49-F238E27FC236}">
                <a16:creationId xmlns:a16="http://schemas.microsoft.com/office/drawing/2014/main" id="{7D510D1F-6F35-4352-B94F-D99A86B8BB28}"/>
              </a:ext>
            </a:extLst>
          </p:cNvPr>
          <p:cNvSpPr>
            <a:spLocks noGrp="1"/>
          </p:cNvSpPr>
          <p:nvPr/>
        </p:nvSpPr>
        <p:spPr>
          <a:xfrm>
            <a:off x="7588553" y="5664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8" name="02_predicted_pose_4967">
            <a:extLst>
              <a:ext uri="{FF2B5EF4-FFF2-40B4-BE49-F238E27FC236}">
                <a16:creationId xmlns:a16="http://schemas.microsoft.com/office/drawing/2014/main" id="{B01945C7-3B67-420E-812C-014817052EC5}"/>
              </a:ext>
            </a:extLst>
          </p:cNvPr>
          <p:cNvSpPr>
            <a:spLocks noGrp="1"/>
          </p:cNvSpPr>
          <p:nvPr/>
        </p:nvSpPr>
        <p:spPr>
          <a:xfrm>
            <a:off x="7603136" y="5618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9" name="02_predicted_pose_4968">
            <a:extLst>
              <a:ext uri="{FF2B5EF4-FFF2-40B4-BE49-F238E27FC236}">
                <a16:creationId xmlns:a16="http://schemas.microsoft.com/office/drawing/2014/main" id="{5EC0BC75-CCB0-431C-9F75-F79C03EFC883}"/>
              </a:ext>
            </a:extLst>
          </p:cNvPr>
          <p:cNvSpPr>
            <a:spLocks noGrp="1"/>
          </p:cNvSpPr>
          <p:nvPr/>
        </p:nvSpPr>
        <p:spPr>
          <a:xfrm>
            <a:off x="7530217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0" name="02_predicted_pose_4969">
            <a:extLst>
              <a:ext uri="{FF2B5EF4-FFF2-40B4-BE49-F238E27FC236}">
                <a16:creationId xmlns:a16="http://schemas.microsoft.com/office/drawing/2014/main" id="{04EDE26C-37C9-416E-978A-9C200BF5F6F4}"/>
              </a:ext>
            </a:extLst>
          </p:cNvPr>
          <p:cNvSpPr>
            <a:spLocks noGrp="1"/>
          </p:cNvSpPr>
          <p:nvPr/>
        </p:nvSpPr>
        <p:spPr>
          <a:xfrm>
            <a:off x="7474434" y="6312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1" name="02_predicted_pose_4970">
            <a:extLst>
              <a:ext uri="{FF2B5EF4-FFF2-40B4-BE49-F238E27FC236}">
                <a16:creationId xmlns:a16="http://schemas.microsoft.com/office/drawing/2014/main" id="{E22588C5-70C3-4CE5-85EE-7EDA63FCEA5C}"/>
              </a:ext>
            </a:extLst>
          </p:cNvPr>
          <p:cNvSpPr>
            <a:spLocks noGrp="1"/>
          </p:cNvSpPr>
          <p:nvPr/>
        </p:nvSpPr>
        <p:spPr>
          <a:xfrm>
            <a:off x="7386201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2" name="02_predicted_pose_4971">
            <a:extLst>
              <a:ext uri="{FF2B5EF4-FFF2-40B4-BE49-F238E27FC236}">
                <a16:creationId xmlns:a16="http://schemas.microsoft.com/office/drawing/2014/main" id="{ED89F219-665C-4D7D-9529-ECE5E9E1EAA9}"/>
              </a:ext>
            </a:extLst>
          </p:cNvPr>
          <p:cNvSpPr>
            <a:spLocks noGrp="1"/>
          </p:cNvSpPr>
          <p:nvPr/>
        </p:nvSpPr>
        <p:spPr>
          <a:xfrm>
            <a:off x="7644336" y="6049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3" name="02_predicted_pose_4972">
            <a:extLst>
              <a:ext uri="{FF2B5EF4-FFF2-40B4-BE49-F238E27FC236}">
                <a16:creationId xmlns:a16="http://schemas.microsoft.com/office/drawing/2014/main" id="{6D21F066-EA3D-47A8-A097-02F5815A6053}"/>
              </a:ext>
            </a:extLst>
          </p:cNvPr>
          <p:cNvSpPr>
            <a:spLocks noGrp="1"/>
          </p:cNvSpPr>
          <p:nvPr/>
        </p:nvSpPr>
        <p:spPr>
          <a:xfrm>
            <a:off x="7598762" y="53883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4" name="02_predicted_pose_4973">
            <a:extLst>
              <a:ext uri="{FF2B5EF4-FFF2-40B4-BE49-F238E27FC236}">
                <a16:creationId xmlns:a16="http://schemas.microsoft.com/office/drawing/2014/main" id="{1B700B0A-CFFF-42BE-AF41-BC5AC2B414BD}"/>
              </a:ext>
            </a:extLst>
          </p:cNvPr>
          <p:cNvSpPr>
            <a:spLocks noGrp="1"/>
          </p:cNvSpPr>
          <p:nvPr/>
        </p:nvSpPr>
        <p:spPr>
          <a:xfrm>
            <a:off x="7613345" y="5306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5" name="02_predicted_pose_4974">
            <a:extLst>
              <a:ext uri="{FF2B5EF4-FFF2-40B4-BE49-F238E27FC236}">
                <a16:creationId xmlns:a16="http://schemas.microsoft.com/office/drawing/2014/main" id="{4C740A64-5E71-47BE-B199-F2E9CECB6150}"/>
              </a:ext>
            </a:extLst>
          </p:cNvPr>
          <p:cNvSpPr>
            <a:spLocks noGrp="1"/>
          </p:cNvSpPr>
          <p:nvPr/>
        </p:nvSpPr>
        <p:spPr>
          <a:xfrm>
            <a:off x="7408077" y="6189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6" name="02_predicted_pose_4975">
            <a:extLst>
              <a:ext uri="{FF2B5EF4-FFF2-40B4-BE49-F238E27FC236}">
                <a16:creationId xmlns:a16="http://schemas.microsoft.com/office/drawing/2014/main" id="{8FA245EF-C231-4576-8371-024572E3BDC7}"/>
              </a:ext>
            </a:extLst>
          </p:cNvPr>
          <p:cNvSpPr>
            <a:spLocks noGrp="1"/>
          </p:cNvSpPr>
          <p:nvPr/>
        </p:nvSpPr>
        <p:spPr>
          <a:xfrm>
            <a:off x="7599126" y="61604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7" name="02_predicted_pose_4976">
            <a:extLst>
              <a:ext uri="{FF2B5EF4-FFF2-40B4-BE49-F238E27FC236}">
                <a16:creationId xmlns:a16="http://schemas.microsoft.com/office/drawing/2014/main" id="{B325EB71-E2AF-4FE8-B7E2-6FD17BBE6B76}"/>
              </a:ext>
            </a:extLst>
          </p:cNvPr>
          <p:cNvSpPr>
            <a:spLocks noGrp="1"/>
          </p:cNvSpPr>
          <p:nvPr/>
        </p:nvSpPr>
        <p:spPr>
          <a:xfrm>
            <a:off x="7613709" y="6141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8" name="02_predicted_pose_4977">
            <a:extLst>
              <a:ext uri="{FF2B5EF4-FFF2-40B4-BE49-F238E27FC236}">
                <a16:creationId xmlns:a16="http://schemas.microsoft.com/office/drawing/2014/main" id="{02ADDCED-6F8D-4D2F-B77C-A9A829C00FB0}"/>
              </a:ext>
            </a:extLst>
          </p:cNvPr>
          <p:cNvSpPr>
            <a:spLocks noGrp="1"/>
          </p:cNvSpPr>
          <p:nvPr/>
        </p:nvSpPr>
        <p:spPr>
          <a:xfrm>
            <a:off x="7628294" y="6205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9" name="02_predicted_pose_4978">
            <a:extLst>
              <a:ext uri="{FF2B5EF4-FFF2-40B4-BE49-F238E27FC236}">
                <a16:creationId xmlns:a16="http://schemas.microsoft.com/office/drawing/2014/main" id="{6C0F56E9-3329-4FA4-88A5-BE9243B798BF}"/>
              </a:ext>
            </a:extLst>
          </p:cNvPr>
          <p:cNvSpPr>
            <a:spLocks noGrp="1"/>
          </p:cNvSpPr>
          <p:nvPr/>
        </p:nvSpPr>
        <p:spPr>
          <a:xfrm>
            <a:off x="7642878" y="58639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0" name="02_predicted_pose_4979">
            <a:extLst>
              <a:ext uri="{FF2B5EF4-FFF2-40B4-BE49-F238E27FC236}">
                <a16:creationId xmlns:a16="http://schemas.microsoft.com/office/drawing/2014/main" id="{1E161661-6701-4245-8730-B7280B74232A}"/>
              </a:ext>
            </a:extLst>
          </p:cNvPr>
          <p:cNvSpPr>
            <a:spLocks noGrp="1"/>
          </p:cNvSpPr>
          <p:nvPr/>
        </p:nvSpPr>
        <p:spPr>
          <a:xfrm>
            <a:off x="7657461" y="6195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1" name="02_predicted_pose_4980">
            <a:extLst>
              <a:ext uri="{FF2B5EF4-FFF2-40B4-BE49-F238E27FC236}">
                <a16:creationId xmlns:a16="http://schemas.microsoft.com/office/drawing/2014/main" id="{3FAC37B1-46CE-4293-824C-3878A91C6416}"/>
              </a:ext>
            </a:extLst>
          </p:cNvPr>
          <p:cNvSpPr>
            <a:spLocks noGrp="1"/>
          </p:cNvSpPr>
          <p:nvPr/>
        </p:nvSpPr>
        <p:spPr>
          <a:xfrm>
            <a:off x="7474069" y="60709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2" name="02_predicted_pose_4981">
            <a:extLst>
              <a:ext uri="{FF2B5EF4-FFF2-40B4-BE49-F238E27FC236}">
                <a16:creationId xmlns:a16="http://schemas.microsoft.com/office/drawing/2014/main" id="{C9F161B9-CC89-4F74-BA78-623AC99A0FFB}"/>
              </a:ext>
            </a:extLst>
          </p:cNvPr>
          <p:cNvSpPr>
            <a:spLocks noGrp="1"/>
          </p:cNvSpPr>
          <p:nvPr/>
        </p:nvSpPr>
        <p:spPr>
          <a:xfrm>
            <a:off x="7562301" y="6338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3" name="02_predicted_pose_4982">
            <a:extLst>
              <a:ext uri="{FF2B5EF4-FFF2-40B4-BE49-F238E27FC236}">
                <a16:creationId xmlns:a16="http://schemas.microsoft.com/office/drawing/2014/main" id="{826E35C8-D644-40DC-8843-265795F6436C}"/>
              </a:ext>
            </a:extLst>
          </p:cNvPr>
          <p:cNvSpPr>
            <a:spLocks noGrp="1"/>
          </p:cNvSpPr>
          <p:nvPr/>
        </p:nvSpPr>
        <p:spPr>
          <a:xfrm>
            <a:off x="7591469" y="6379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4" name="02_predicted_pose_4983">
            <a:extLst>
              <a:ext uri="{FF2B5EF4-FFF2-40B4-BE49-F238E27FC236}">
                <a16:creationId xmlns:a16="http://schemas.microsoft.com/office/drawing/2014/main" id="{29F7644D-9F22-464B-9139-B6871FEDD5CF}"/>
              </a:ext>
            </a:extLst>
          </p:cNvPr>
          <p:cNvSpPr>
            <a:spLocks noGrp="1"/>
          </p:cNvSpPr>
          <p:nvPr/>
        </p:nvSpPr>
        <p:spPr>
          <a:xfrm>
            <a:off x="7620636" y="6363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5" name="02_predicted_pose_4984">
            <a:extLst>
              <a:ext uri="{FF2B5EF4-FFF2-40B4-BE49-F238E27FC236}">
                <a16:creationId xmlns:a16="http://schemas.microsoft.com/office/drawing/2014/main" id="{0DA37856-3C76-43F4-880E-2C7ABA9B01B9}"/>
              </a:ext>
            </a:extLst>
          </p:cNvPr>
          <p:cNvSpPr>
            <a:spLocks noGrp="1"/>
          </p:cNvSpPr>
          <p:nvPr/>
        </p:nvSpPr>
        <p:spPr>
          <a:xfrm>
            <a:off x="7649805" y="63265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6" name="02_predicted_pose_4985">
            <a:extLst>
              <a:ext uri="{FF2B5EF4-FFF2-40B4-BE49-F238E27FC236}">
                <a16:creationId xmlns:a16="http://schemas.microsoft.com/office/drawing/2014/main" id="{36C2310D-4B42-4A0D-A55A-EF319FD1E98B}"/>
              </a:ext>
            </a:extLst>
          </p:cNvPr>
          <p:cNvSpPr>
            <a:spLocks noGrp="1"/>
          </p:cNvSpPr>
          <p:nvPr/>
        </p:nvSpPr>
        <p:spPr>
          <a:xfrm>
            <a:off x="7734391" y="6325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7" name="02_predicted_pose_4986">
            <a:extLst>
              <a:ext uri="{FF2B5EF4-FFF2-40B4-BE49-F238E27FC236}">
                <a16:creationId xmlns:a16="http://schemas.microsoft.com/office/drawing/2014/main" id="{74E82B8F-2221-4668-B594-512F2327B181}"/>
              </a:ext>
            </a:extLst>
          </p:cNvPr>
          <p:cNvSpPr>
            <a:spLocks noGrp="1"/>
          </p:cNvSpPr>
          <p:nvPr/>
        </p:nvSpPr>
        <p:spPr>
          <a:xfrm>
            <a:off x="7400056" y="62722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8" name="02_predicted_pose_4987">
            <a:extLst>
              <a:ext uri="{FF2B5EF4-FFF2-40B4-BE49-F238E27FC236}">
                <a16:creationId xmlns:a16="http://schemas.microsoft.com/office/drawing/2014/main" id="{705009FA-DAEB-484F-82AD-149771827174}"/>
              </a:ext>
            </a:extLst>
          </p:cNvPr>
          <p:cNvSpPr>
            <a:spLocks noGrp="1"/>
          </p:cNvSpPr>
          <p:nvPr/>
        </p:nvSpPr>
        <p:spPr>
          <a:xfrm>
            <a:off x="7429224" y="62670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9" name="02_predicted_pose_4988">
            <a:extLst>
              <a:ext uri="{FF2B5EF4-FFF2-40B4-BE49-F238E27FC236}">
                <a16:creationId xmlns:a16="http://schemas.microsoft.com/office/drawing/2014/main" id="{698FC11A-C6F4-47C8-9546-9FC7D4A39398}"/>
              </a:ext>
            </a:extLst>
          </p:cNvPr>
          <p:cNvSpPr>
            <a:spLocks noGrp="1"/>
          </p:cNvSpPr>
          <p:nvPr/>
        </p:nvSpPr>
        <p:spPr>
          <a:xfrm>
            <a:off x="7458391" y="62974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0" name="02_predicted_pose_4989">
            <a:extLst>
              <a:ext uri="{FF2B5EF4-FFF2-40B4-BE49-F238E27FC236}">
                <a16:creationId xmlns:a16="http://schemas.microsoft.com/office/drawing/2014/main" id="{6E157202-0C21-4174-8CFF-5F77D9567673}"/>
              </a:ext>
            </a:extLst>
          </p:cNvPr>
          <p:cNvSpPr>
            <a:spLocks noGrp="1"/>
          </p:cNvSpPr>
          <p:nvPr/>
        </p:nvSpPr>
        <p:spPr>
          <a:xfrm>
            <a:off x="7487560" y="6296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1" name="02_predicted_pose_4990">
            <a:extLst>
              <a:ext uri="{FF2B5EF4-FFF2-40B4-BE49-F238E27FC236}">
                <a16:creationId xmlns:a16="http://schemas.microsoft.com/office/drawing/2014/main" id="{84729588-D993-41A8-8A25-ECEDD613F57C}"/>
              </a:ext>
            </a:extLst>
          </p:cNvPr>
          <p:cNvSpPr>
            <a:spLocks noGrp="1"/>
          </p:cNvSpPr>
          <p:nvPr/>
        </p:nvSpPr>
        <p:spPr>
          <a:xfrm>
            <a:off x="7385107" y="62833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2" name="02_predicted_pose_4991">
            <a:extLst>
              <a:ext uri="{FF2B5EF4-FFF2-40B4-BE49-F238E27FC236}">
                <a16:creationId xmlns:a16="http://schemas.microsoft.com/office/drawing/2014/main" id="{A4567A17-FDFA-4997-B5D8-563CD087EFB7}"/>
              </a:ext>
            </a:extLst>
          </p:cNvPr>
          <p:cNvSpPr>
            <a:spLocks noGrp="1"/>
          </p:cNvSpPr>
          <p:nvPr/>
        </p:nvSpPr>
        <p:spPr>
          <a:xfrm>
            <a:off x="7437610" y="60713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3" name="02_predicted_pose_4992">
            <a:extLst>
              <a:ext uri="{FF2B5EF4-FFF2-40B4-BE49-F238E27FC236}">
                <a16:creationId xmlns:a16="http://schemas.microsoft.com/office/drawing/2014/main" id="{A1C3703A-EE75-4FCA-B9BC-6EBA72968328}"/>
              </a:ext>
            </a:extLst>
          </p:cNvPr>
          <p:cNvSpPr>
            <a:spLocks noGrp="1"/>
          </p:cNvSpPr>
          <p:nvPr/>
        </p:nvSpPr>
        <p:spPr>
          <a:xfrm>
            <a:off x="7587824" y="65159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4" name="02_predicted_pose_4993">
            <a:extLst>
              <a:ext uri="{FF2B5EF4-FFF2-40B4-BE49-F238E27FC236}">
                <a16:creationId xmlns:a16="http://schemas.microsoft.com/office/drawing/2014/main" id="{CDFCB96C-0F31-4267-8DD3-7CE6261F4CE0}"/>
              </a:ext>
            </a:extLst>
          </p:cNvPr>
          <p:cNvSpPr>
            <a:spLocks noGrp="1"/>
          </p:cNvSpPr>
          <p:nvPr/>
        </p:nvSpPr>
        <p:spPr>
          <a:xfrm>
            <a:off x="7616991" y="64630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5" name="02_predicted_pose_4994">
            <a:extLst>
              <a:ext uri="{FF2B5EF4-FFF2-40B4-BE49-F238E27FC236}">
                <a16:creationId xmlns:a16="http://schemas.microsoft.com/office/drawing/2014/main" id="{B609566E-6B9D-400E-9307-E09FE763ECF8}"/>
              </a:ext>
            </a:extLst>
          </p:cNvPr>
          <p:cNvSpPr>
            <a:spLocks noGrp="1"/>
          </p:cNvSpPr>
          <p:nvPr/>
        </p:nvSpPr>
        <p:spPr>
          <a:xfrm>
            <a:off x="7660743" y="6420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6" name="02_predicted_pose_4995">
            <a:extLst>
              <a:ext uri="{FF2B5EF4-FFF2-40B4-BE49-F238E27FC236}">
                <a16:creationId xmlns:a16="http://schemas.microsoft.com/office/drawing/2014/main" id="{9601BA8C-7C7A-4F3D-A6D5-6E24B37B102C}"/>
              </a:ext>
            </a:extLst>
          </p:cNvPr>
          <p:cNvSpPr>
            <a:spLocks noGrp="1"/>
          </p:cNvSpPr>
          <p:nvPr/>
        </p:nvSpPr>
        <p:spPr>
          <a:xfrm>
            <a:off x="7689910" y="65098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7" name="02_predicted_pose_4996">
            <a:extLst>
              <a:ext uri="{FF2B5EF4-FFF2-40B4-BE49-F238E27FC236}">
                <a16:creationId xmlns:a16="http://schemas.microsoft.com/office/drawing/2014/main" id="{9A421D4D-4F50-404F-95DB-D8010388A583}"/>
              </a:ext>
            </a:extLst>
          </p:cNvPr>
          <p:cNvSpPr>
            <a:spLocks noGrp="1"/>
          </p:cNvSpPr>
          <p:nvPr/>
        </p:nvSpPr>
        <p:spPr>
          <a:xfrm>
            <a:off x="7719078" y="6439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8" name="02_predicted_pose_4997">
            <a:extLst>
              <a:ext uri="{FF2B5EF4-FFF2-40B4-BE49-F238E27FC236}">
                <a16:creationId xmlns:a16="http://schemas.microsoft.com/office/drawing/2014/main" id="{C2C263C0-EA66-42A1-9447-10C7D955B4FD}"/>
              </a:ext>
            </a:extLst>
          </p:cNvPr>
          <p:cNvSpPr>
            <a:spLocks noGrp="1"/>
          </p:cNvSpPr>
          <p:nvPr/>
        </p:nvSpPr>
        <p:spPr>
          <a:xfrm>
            <a:off x="7700484" y="64065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9" name="02_predicted_pose_4998">
            <a:extLst>
              <a:ext uri="{FF2B5EF4-FFF2-40B4-BE49-F238E27FC236}">
                <a16:creationId xmlns:a16="http://schemas.microsoft.com/office/drawing/2014/main" id="{BB0BC8A4-9FC2-447E-A987-B7ECAEF2FD6A}"/>
              </a:ext>
            </a:extLst>
          </p:cNvPr>
          <p:cNvSpPr>
            <a:spLocks noGrp="1"/>
          </p:cNvSpPr>
          <p:nvPr/>
        </p:nvSpPr>
        <p:spPr>
          <a:xfrm>
            <a:off x="7435422" y="6404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0" name="02_predicted_pose_4999">
            <a:extLst>
              <a:ext uri="{FF2B5EF4-FFF2-40B4-BE49-F238E27FC236}">
                <a16:creationId xmlns:a16="http://schemas.microsoft.com/office/drawing/2014/main" id="{3C4E1375-822F-416E-BD51-46D82D62558A}"/>
              </a:ext>
            </a:extLst>
          </p:cNvPr>
          <p:cNvSpPr>
            <a:spLocks noGrp="1"/>
          </p:cNvSpPr>
          <p:nvPr/>
        </p:nvSpPr>
        <p:spPr>
          <a:xfrm>
            <a:off x="7730745" y="6443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1" name="02_predicted_pose_5000">
            <a:extLst>
              <a:ext uri="{FF2B5EF4-FFF2-40B4-BE49-F238E27FC236}">
                <a16:creationId xmlns:a16="http://schemas.microsoft.com/office/drawing/2014/main" id="{04661BF1-C237-48A8-AE3F-BCEC076EA4F9}"/>
              </a:ext>
            </a:extLst>
          </p:cNvPr>
          <p:cNvSpPr>
            <a:spLocks noGrp="1"/>
          </p:cNvSpPr>
          <p:nvPr/>
        </p:nvSpPr>
        <p:spPr>
          <a:xfrm>
            <a:off x="7564124" y="64410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2" name="02_predicted_pose_5001">
            <a:extLst>
              <a:ext uri="{FF2B5EF4-FFF2-40B4-BE49-F238E27FC236}">
                <a16:creationId xmlns:a16="http://schemas.microsoft.com/office/drawing/2014/main" id="{096B63AA-BDDF-43DA-A743-78FBA0749429}"/>
              </a:ext>
            </a:extLst>
          </p:cNvPr>
          <p:cNvSpPr>
            <a:spLocks noGrp="1"/>
          </p:cNvSpPr>
          <p:nvPr/>
        </p:nvSpPr>
        <p:spPr>
          <a:xfrm>
            <a:off x="7662565" y="65094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3" name="02_predicted_pose_5002">
            <a:extLst>
              <a:ext uri="{FF2B5EF4-FFF2-40B4-BE49-F238E27FC236}">
                <a16:creationId xmlns:a16="http://schemas.microsoft.com/office/drawing/2014/main" id="{7D03DFAF-7B44-4E69-8E70-F03830A9B750}"/>
              </a:ext>
            </a:extLst>
          </p:cNvPr>
          <p:cNvSpPr>
            <a:spLocks noGrp="1"/>
          </p:cNvSpPr>
          <p:nvPr/>
        </p:nvSpPr>
        <p:spPr>
          <a:xfrm>
            <a:off x="7392765" y="62305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4" name="02_predicted_pose_5003">
            <a:extLst>
              <a:ext uri="{FF2B5EF4-FFF2-40B4-BE49-F238E27FC236}">
                <a16:creationId xmlns:a16="http://schemas.microsoft.com/office/drawing/2014/main" id="{6B0A129C-65FE-44C2-97E4-D2FA3079CF4E}"/>
              </a:ext>
            </a:extLst>
          </p:cNvPr>
          <p:cNvSpPr>
            <a:spLocks noGrp="1"/>
          </p:cNvSpPr>
          <p:nvPr/>
        </p:nvSpPr>
        <p:spPr>
          <a:xfrm>
            <a:off x="7407348" y="62379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5" name="02_predicted_pose_5004">
            <a:extLst>
              <a:ext uri="{FF2B5EF4-FFF2-40B4-BE49-F238E27FC236}">
                <a16:creationId xmlns:a16="http://schemas.microsoft.com/office/drawing/2014/main" id="{FD84FC54-DD89-420F-9670-C145736B9D56}"/>
              </a:ext>
            </a:extLst>
          </p:cNvPr>
          <p:cNvSpPr>
            <a:spLocks noGrp="1"/>
          </p:cNvSpPr>
          <p:nvPr/>
        </p:nvSpPr>
        <p:spPr>
          <a:xfrm>
            <a:off x="7421932" y="61354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6" name="02_predicted_pose_5005">
            <a:extLst>
              <a:ext uri="{FF2B5EF4-FFF2-40B4-BE49-F238E27FC236}">
                <a16:creationId xmlns:a16="http://schemas.microsoft.com/office/drawing/2014/main" id="{39EB8558-1ED1-4F49-BECB-FC320FDFB078}"/>
              </a:ext>
            </a:extLst>
          </p:cNvPr>
          <p:cNvSpPr>
            <a:spLocks noGrp="1"/>
          </p:cNvSpPr>
          <p:nvPr/>
        </p:nvSpPr>
        <p:spPr>
          <a:xfrm>
            <a:off x="7436515" y="61182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7" name="02_predicted_pose_5006">
            <a:extLst>
              <a:ext uri="{FF2B5EF4-FFF2-40B4-BE49-F238E27FC236}">
                <a16:creationId xmlns:a16="http://schemas.microsoft.com/office/drawing/2014/main" id="{566FBDD7-6CA8-43C7-9BFF-F22A27299D20}"/>
              </a:ext>
            </a:extLst>
          </p:cNvPr>
          <p:cNvSpPr>
            <a:spLocks noGrp="1"/>
          </p:cNvSpPr>
          <p:nvPr/>
        </p:nvSpPr>
        <p:spPr>
          <a:xfrm>
            <a:off x="7389483" y="62436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8" name="02_predicted_pose_5007">
            <a:extLst>
              <a:ext uri="{FF2B5EF4-FFF2-40B4-BE49-F238E27FC236}">
                <a16:creationId xmlns:a16="http://schemas.microsoft.com/office/drawing/2014/main" id="{57769E8A-8643-48E6-AD6B-AF854681BC04}"/>
              </a:ext>
            </a:extLst>
          </p:cNvPr>
          <p:cNvSpPr>
            <a:spLocks noGrp="1"/>
          </p:cNvSpPr>
          <p:nvPr/>
        </p:nvSpPr>
        <p:spPr>
          <a:xfrm>
            <a:off x="7418650" y="6001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9" name="02_predicted_pose_5008">
            <a:extLst>
              <a:ext uri="{FF2B5EF4-FFF2-40B4-BE49-F238E27FC236}">
                <a16:creationId xmlns:a16="http://schemas.microsoft.com/office/drawing/2014/main" id="{3EE99710-56A5-40A8-B17E-228C4604C06A}"/>
              </a:ext>
            </a:extLst>
          </p:cNvPr>
          <p:cNvSpPr>
            <a:spLocks noGrp="1"/>
          </p:cNvSpPr>
          <p:nvPr/>
        </p:nvSpPr>
        <p:spPr>
          <a:xfrm>
            <a:off x="7507976" y="63309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0" name="02_predicted_pose_5009">
            <a:extLst>
              <a:ext uri="{FF2B5EF4-FFF2-40B4-BE49-F238E27FC236}">
                <a16:creationId xmlns:a16="http://schemas.microsoft.com/office/drawing/2014/main" id="{878DA161-86B0-412B-933B-0B7D36055332}"/>
              </a:ext>
            </a:extLst>
          </p:cNvPr>
          <p:cNvSpPr>
            <a:spLocks noGrp="1"/>
          </p:cNvSpPr>
          <p:nvPr/>
        </p:nvSpPr>
        <p:spPr>
          <a:xfrm>
            <a:off x="7452922" y="6171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1" name="02_predicted_pose_5010">
            <a:extLst>
              <a:ext uri="{FF2B5EF4-FFF2-40B4-BE49-F238E27FC236}">
                <a16:creationId xmlns:a16="http://schemas.microsoft.com/office/drawing/2014/main" id="{5FEFE0A8-E1C2-436A-AE36-204510D505C9}"/>
              </a:ext>
            </a:extLst>
          </p:cNvPr>
          <p:cNvSpPr>
            <a:spLocks noGrp="1"/>
          </p:cNvSpPr>
          <p:nvPr/>
        </p:nvSpPr>
        <p:spPr>
          <a:xfrm>
            <a:off x="7467506" y="6410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2" name="02_predicted_pose_5011">
            <a:extLst>
              <a:ext uri="{FF2B5EF4-FFF2-40B4-BE49-F238E27FC236}">
                <a16:creationId xmlns:a16="http://schemas.microsoft.com/office/drawing/2014/main" id="{CB847FC6-8ED8-4946-BCCC-57C00B23B715}"/>
              </a:ext>
            </a:extLst>
          </p:cNvPr>
          <p:cNvSpPr>
            <a:spLocks noGrp="1"/>
          </p:cNvSpPr>
          <p:nvPr/>
        </p:nvSpPr>
        <p:spPr>
          <a:xfrm>
            <a:off x="7482091" y="61606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3" name="02_predicted_pose_5012">
            <a:extLst>
              <a:ext uri="{FF2B5EF4-FFF2-40B4-BE49-F238E27FC236}">
                <a16:creationId xmlns:a16="http://schemas.microsoft.com/office/drawing/2014/main" id="{7E4371BF-1DC1-45F0-893B-F726A7F53F54}"/>
              </a:ext>
            </a:extLst>
          </p:cNvPr>
          <p:cNvSpPr>
            <a:spLocks noGrp="1"/>
          </p:cNvSpPr>
          <p:nvPr/>
        </p:nvSpPr>
        <p:spPr>
          <a:xfrm>
            <a:off x="7430682" y="59260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4" name="02_predicted_pose_5013">
            <a:extLst>
              <a:ext uri="{FF2B5EF4-FFF2-40B4-BE49-F238E27FC236}">
                <a16:creationId xmlns:a16="http://schemas.microsoft.com/office/drawing/2014/main" id="{B535E60D-09AD-4B99-AA65-1150100EF9F9}"/>
              </a:ext>
            </a:extLst>
          </p:cNvPr>
          <p:cNvSpPr>
            <a:spLocks noGrp="1"/>
          </p:cNvSpPr>
          <p:nvPr/>
        </p:nvSpPr>
        <p:spPr>
          <a:xfrm>
            <a:off x="7445266" y="60194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5" name="02_predicted_pose_5014">
            <a:extLst>
              <a:ext uri="{FF2B5EF4-FFF2-40B4-BE49-F238E27FC236}">
                <a16:creationId xmlns:a16="http://schemas.microsoft.com/office/drawing/2014/main" id="{098F857D-F9EE-4DCE-8A7C-D9D05E13DCFB}"/>
              </a:ext>
            </a:extLst>
          </p:cNvPr>
          <p:cNvSpPr>
            <a:spLocks noGrp="1"/>
          </p:cNvSpPr>
          <p:nvPr/>
        </p:nvSpPr>
        <p:spPr>
          <a:xfrm>
            <a:off x="7459850" y="58912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6" name="02_predicted_pose_5015">
            <a:extLst>
              <a:ext uri="{FF2B5EF4-FFF2-40B4-BE49-F238E27FC236}">
                <a16:creationId xmlns:a16="http://schemas.microsoft.com/office/drawing/2014/main" id="{D6334936-3057-4B7D-A632-0A9A5423A484}"/>
              </a:ext>
            </a:extLst>
          </p:cNvPr>
          <p:cNvSpPr>
            <a:spLocks noGrp="1"/>
          </p:cNvSpPr>
          <p:nvPr/>
        </p:nvSpPr>
        <p:spPr>
          <a:xfrm>
            <a:off x="7480267" y="56502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7" name="02_predicted_pose_5016">
            <a:extLst>
              <a:ext uri="{FF2B5EF4-FFF2-40B4-BE49-F238E27FC236}">
                <a16:creationId xmlns:a16="http://schemas.microsoft.com/office/drawing/2014/main" id="{78B31EFA-4B1B-4EB7-B31A-F20FBE746118}"/>
              </a:ext>
            </a:extLst>
          </p:cNvPr>
          <p:cNvSpPr>
            <a:spLocks noGrp="1"/>
          </p:cNvSpPr>
          <p:nvPr/>
        </p:nvSpPr>
        <p:spPr>
          <a:xfrm>
            <a:off x="7524019" y="5714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8" name="02_predicted_pose_5017">
            <a:extLst>
              <a:ext uri="{FF2B5EF4-FFF2-40B4-BE49-F238E27FC236}">
                <a16:creationId xmlns:a16="http://schemas.microsoft.com/office/drawing/2014/main" id="{E01473D9-A70F-44D9-A795-DC7C9764D5AB}"/>
              </a:ext>
            </a:extLst>
          </p:cNvPr>
          <p:cNvSpPr>
            <a:spLocks noGrp="1"/>
          </p:cNvSpPr>
          <p:nvPr/>
        </p:nvSpPr>
        <p:spPr>
          <a:xfrm>
            <a:off x="7592928" y="56488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9" name="02_predicted_pose_5018">
            <a:extLst>
              <a:ext uri="{FF2B5EF4-FFF2-40B4-BE49-F238E27FC236}">
                <a16:creationId xmlns:a16="http://schemas.microsoft.com/office/drawing/2014/main" id="{CCD62D76-8A5D-4D13-B463-0D3318D45483}"/>
              </a:ext>
            </a:extLst>
          </p:cNvPr>
          <p:cNvSpPr>
            <a:spLocks noGrp="1"/>
          </p:cNvSpPr>
          <p:nvPr/>
        </p:nvSpPr>
        <p:spPr>
          <a:xfrm>
            <a:off x="7721630" y="5819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0" name="02_predicted_pose_5019">
            <a:extLst>
              <a:ext uri="{FF2B5EF4-FFF2-40B4-BE49-F238E27FC236}">
                <a16:creationId xmlns:a16="http://schemas.microsoft.com/office/drawing/2014/main" id="{3799D4E6-AEE2-4FCA-A862-2C7A30A9CAB1}"/>
              </a:ext>
            </a:extLst>
          </p:cNvPr>
          <p:cNvSpPr>
            <a:spLocks noGrp="1"/>
          </p:cNvSpPr>
          <p:nvPr/>
        </p:nvSpPr>
        <p:spPr>
          <a:xfrm>
            <a:off x="7456569" y="56774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1" name="02_predicted_pose_5020">
            <a:extLst>
              <a:ext uri="{FF2B5EF4-FFF2-40B4-BE49-F238E27FC236}">
                <a16:creationId xmlns:a16="http://schemas.microsoft.com/office/drawing/2014/main" id="{B1CE5383-F24A-4665-A087-D8D4E4632D6C}"/>
              </a:ext>
            </a:extLst>
          </p:cNvPr>
          <p:cNvSpPr>
            <a:spLocks noGrp="1"/>
          </p:cNvSpPr>
          <p:nvPr/>
        </p:nvSpPr>
        <p:spPr>
          <a:xfrm>
            <a:off x="7612251" y="60936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2" name="02_predicted_pose_5021">
            <a:extLst>
              <a:ext uri="{FF2B5EF4-FFF2-40B4-BE49-F238E27FC236}">
                <a16:creationId xmlns:a16="http://schemas.microsoft.com/office/drawing/2014/main" id="{25612B75-2ADA-41E5-9D0B-618DBA064D1B}"/>
              </a:ext>
            </a:extLst>
          </p:cNvPr>
          <p:cNvSpPr>
            <a:spLocks noGrp="1"/>
          </p:cNvSpPr>
          <p:nvPr/>
        </p:nvSpPr>
        <p:spPr>
          <a:xfrm>
            <a:off x="7626835" y="64105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3" name="02_predicted_pose_5022">
            <a:extLst>
              <a:ext uri="{FF2B5EF4-FFF2-40B4-BE49-F238E27FC236}">
                <a16:creationId xmlns:a16="http://schemas.microsoft.com/office/drawing/2014/main" id="{7F79F441-9BD7-4669-9B57-A989FAACFB19}"/>
              </a:ext>
            </a:extLst>
          </p:cNvPr>
          <p:cNvSpPr>
            <a:spLocks noGrp="1"/>
          </p:cNvSpPr>
          <p:nvPr/>
        </p:nvSpPr>
        <p:spPr>
          <a:xfrm>
            <a:off x="7584906" y="62299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4" name="02_predicted_pose_5023">
            <a:extLst>
              <a:ext uri="{FF2B5EF4-FFF2-40B4-BE49-F238E27FC236}">
                <a16:creationId xmlns:a16="http://schemas.microsoft.com/office/drawing/2014/main" id="{21948758-B4EB-45C9-9B62-7C5C4D0DD8F3}"/>
              </a:ext>
            </a:extLst>
          </p:cNvPr>
          <p:cNvSpPr>
            <a:spLocks noGrp="1"/>
          </p:cNvSpPr>
          <p:nvPr/>
        </p:nvSpPr>
        <p:spPr>
          <a:xfrm>
            <a:off x="7599491" y="61965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5" name="02_predicted_pose_5024">
            <a:extLst>
              <a:ext uri="{FF2B5EF4-FFF2-40B4-BE49-F238E27FC236}">
                <a16:creationId xmlns:a16="http://schemas.microsoft.com/office/drawing/2014/main" id="{B8939042-30DF-4290-8667-36E60A4546FB}"/>
              </a:ext>
            </a:extLst>
          </p:cNvPr>
          <p:cNvSpPr>
            <a:spLocks noGrp="1"/>
          </p:cNvSpPr>
          <p:nvPr/>
        </p:nvSpPr>
        <p:spPr>
          <a:xfrm>
            <a:off x="7614074" y="61670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6" name="02_predicted_pose_5025">
            <a:extLst>
              <a:ext uri="{FF2B5EF4-FFF2-40B4-BE49-F238E27FC236}">
                <a16:creationId xmlns:a16="http://schemas.microsoft.com/office/drawing/2014/main" id="{F81C6291-5851-46DC-A1F9-F0D6BDCB7857}"/>
              </a:ext>
            </a:extLst>
          </p:cNvPr>
          <p:cNvSpPr>
            <a:spLocks noGrp="1"/>
          </p:cNvSpPr>
          <p:nvPr/>
        </p:nvSpPr>
        <p:spPr>
          <a:xfrm>
            <a:off x="7643242" y="62103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7" name="02_predicted_pose_5026">
            <a:extLst>
              <a:ext uri="{FF2B5EF4-FFF2-40B4-BE49-F238E27FC236}">
                <a16:creationId xmlns:a16="http://schemas.microsoft.com/office/drawing/2014/main" id="{FEA9140C-58CD-4F6E-8D28-015CF1E75BB9}"/>
              </a:ext>
            </a:extLst>
          </p:cNvPr>
          <p:cNvSpPr>
            <a:spLocks noGrp="1"/>
          </p:cNvSpPr>
          <p:nvPr/>
        </p:nvSpPr>
        <p:spPr>
          <a:xfrm>
            <a:off x="7657826" y="60405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8" name="02_predicted_pose_5027">
            <a:extLst>
              <a:ext uri="{FF2B5EF4-FFF2-40B4-BE49-F238E27FC236}">
                <a16:creationId xmlns:a16="http://schemas.microsoft.com/office/drawing/2014/main" id="{2F82DDAD-02B8-4E56-8347-7D35ADB16172}"/>
              </a:ext>
            </a:extLst>
          </p:cNvPr>
          <p:cNvSpPr>
            <a:spLocks noGrp="1"/>
          </p:cNvSpPr>
          <p:nvPr/>
        </p:nvSpPr>
        <p:spPr>
          <a:xfrm>
            <a:off x="7460579" y="63589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9" name="02_predicted_pose_5028">
            <a:extLst>
              <a:ext uri="{FF2B5EF4-FFF2-40B4-BE49-F238E27FC236}">
                <a16:creationId xmlns:a16="http://schemas.microsoft.com/office/drawing/2014/main" id="{401CC644-C7A7-4E67-8D22-2380F0EE2462}"/>
              </a:ext>
            </a:extLst>
          </p:cNvPr>
          <p:cNvSpPr>
            <a:spLocks noGrp="1"/>
          </p:cNvSpPr>
          <p:nvPr/>
        </p:nvSpPr>
        <p:spPr>
          <a:xfrm>
            <a:off x="7569229" y="60978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0" name="02_predicted_pose_5029">
            <a:extLst>
              <a:ext uri="{FF2B5EF4-FFF2-40B4-BE49-F238E27FC236}">
                <a16:creationId xmlns:a16="http://schemas.microsoft.com/office/drawing/2014/main" id="{A14FE241-B4B4-4F10-B435-B7E6ACCE9F03}"/>
              </a:ext>
            </a:extLst>
          </p:cNvPr>
          <p:cNvSpPr>
            <a:spLocks noGrp="1"/>
          </p:cNvSpPr>
          <p:nvPr/>
        </p:nvSpPr>
        <p:spPr>
          <a:xfrm>
            <a:off x="7612980" y="60521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1" name="02_predicted_pose_5030">
            <a:extLst>
              <a:ext uri="{FF2B5EF4-FFF2-40B4-BE49-F238E27FC236}">
                <a16:creationId xmlns:a16="http://schemas.microsoft.com/office/drawing/2014/main" id="{A19F068F-8252-4167-9E7C-2E7BCE907847}"/>
              </a:ext>
            </a:extLst>
          </p:cNvPr>
          <p:cNvSpPr>
            <a:spLocks noGrp="1"/>
          </p:cNvSpPr>
          <p:nvPr/>
        </p:nvSpPr>
        <p:spPr>
          <a:xfrm>
            <a:off x="7627564" y="60947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2" name="02_predicted_pose_5031">
            <a:extLst>
              <a:ext uri="{FF2B5EF4-FFF2-40B4-BE49-F238E27FC236}">
                <a16:creationId xmlns:a16="http://schemas.microsoft.com/office/drawing/2014/main" id="{B0E4FA77-1628-4580-8D78-902751AC0DDE}"/>
              </a:ext>
            </a:extLst>
          </p:cNvPr>
          <p:cNvSpPr>
            <a:spLocks noGrp="1"/>
          </p:cNvSpPr>
          <p:nvPr/>
        </p:nvSpPr>
        <p:spPr>
          <a:xfrm>
            <a:off x="7656732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3" name="02_predicted_pose_5032">
            <a:extLst>
              <a:ext uri="{FF2B5EF4-FFF2-40B4-BE49-F238E27FC236}">
                <a16:creationId xmlns:a16="http://schemas.microsoft.com/office/drawing/2014/main" id="{380D76E6-62CD-4794-A317-914CEB694B87}"/>
              </a:ext>
            </a:extLst>
          </p:cNvPr>
          <p:cNvSpPr>
            <a:spLocks noGrp="1"/>
          </p:cNvSpPr>
          <p:nvPr/>
        </p:nvSpPr>
        <p:spPr>
          <a:xfrm>
            <a:off x="7541155" y="6311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4" name="02_predicted_pose_5033">
            <a:extLst>
              <a:ext uri="{FF2B5EF4-FFF2-40B4-BE49-F238E27FC236}">
                <a16:creationId xmlns:a16="http://schemas.microsoft.com/office/drawing/2014/main" id="{EC0422AB-BA48-4E94-92D5-5EA23F18654B}"/>
              </a:ext>
            </a:extLst>
          </p:cNvPr>
          <p:cNvSpPr>
            <a:spLocks noGrp="1"/>
          </p:cNvSpPr>
          <p:nvPr/>
        </p:nvSpPr>
        <p:spPr>
          <a:xfrm>
            <a:off x="7570322" y="6382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5" name="02_predicted_pose_5034">
            <a:extLst>
              <a:ext uri="{FF2B5EF4-FFF2-40B4-BE49-F238E27FC236}">
                <a16:creationId xmlns:a16="http://schemas.microsoft.com/office/drawing/2014/main" id="{0FF6B4AF-852C-484C-9EE1-6536E1B9C35A}"/>
              </a:ext>
            </a:extLst>
          </p:cNvPr>
          <p:cNvSpPr>
            <a:spLocks noGrp="1"/>
          </p:cNvSpPr>
          <p:nvPr/>
        </p:nvSpPr>
        <p:spPr>
          <a:xfrm>
            <a:off x="7599491" y="62407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6" name="02_predicted_pose_5035">
            <a:extLst>
              <a:ext uri="{FF2B5EF4-FFF2-40B4-BE49-F238E27FC236}">
                <a16:creationId xmlns:a16="http://schemas.microsoft.com/office/drawing/2014/main" id="{71D031DA-1A01-4549-A2B1-050ADBDA1626}"/>
              </a:ext>
            </a:extLst>
          </p:cNvPr>
          <p:cNvSpPr>
            <a:spLocks noGrp="1"/>
          </p:cNvSpPr>
          <p:nvPr/>
        </p:nvSpPr>
        <p:spPr>
          <a:xfrm>
            <a:off x="7628658" y="6272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7" name="02_predicted_pose_5036">
            <a:extLst>
              <a:ext uri="{FF2B5EF4-FFF2-40B4-BE49-F238E27FC236}">
                <a16:creationId xmlns:a16="http://schemas.microsoft.com/office/drawing/2014/main" id="{CBD1C45D-436B-4BA5-9296-CBD2D78E9F73}"/>
              </a:ext>
            </a:extLst>
          </p:cNvPr>
          <p:cNvSpPr>
            <a:spLocks noGrp="1"/>
          </p:cNvSpPr>
          <p:nvPr/>
        </p:nvSpPr>
        <p:spPr>
          <a:xfrm>
            <a:off x="7657826" y="64116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8" name="02_predicted_pose_5037">
            <a:extLst>
              <a:ext uri="{FF2B5EF4-FFF2-40B4-BE49-F238E27FC236}">
                <a16:creationId xmlns:a16="http://schemas.microsoft.com/office/drawing/2014/main" id="{1EF8FE67-61FD-40A8-963A-9CC65FC9628E}"/>
              </a:ext>
            </a:extLst>
          </p:cNvPr>
          <p:cNvSpPr>
            <a:spLocks noGrp="1"/>
          </p:cNvSpPr>
          <p:nvPr/>
        </p:nvSpPr>
        <p:spPr>
          <a:xfrm>
            <a:off x="7555374" y="62894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9" name="02_predicted_pose_5038">
            <a:extLst>
              <a:ext uri="{FF2B5EF4-FFF2-40B4-BE49-F238E27FC236}">
                <a16:creationId xmlns:a16="http://schemas.microsoft.com/office/drawing/2014/main" id="{E01C0B5B-5A0E-4C25-8405-35B85219BBF1}"/>
              </a:ext>
            </a:extLst>
          </p:cNvPr>
          <p:cNvSpPr>
            <a:spLocks noGrp="1"/>
          </p:cNvSpPr>
          <p:nvPr/>
        </p:nvSpPr>
        <p:spPr>
          <a:xfrm>
            <a:off x="7679337" y="59735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0" name="02_predicted_pose_5039">
            <a:extLst>
              <a:ext uri="{FF2B5EF4-FFF2-40B4-BE49-F238E27FC236}">
                <a16:creationId xmlns:a16="http://schemas.microsoft.com/office/drawing/2014/main" id="{5558C6FF-D6B4-4E49-A7CD-8A4EB8E5D8C5}"/>
              </a:ext>
            </a:extLst>
          </p:cNvPr>
          <p:cNvSpPr>
            <a:spLocks noGrp="1"/>
          </p:cNvSpPr>
          <p:nvPr/>
        </p:nvSpPr>
        <p:spPr>
          <a:xfrm>
            <a:off x="7693921" y="60569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1" name="02_predicted_pose_5040">
            <a:extLst>
              <a:ext uri="{FF2B5EF4-FFF2-40B4-BE49-F238E27FC236}">
                <a16:creationId xmlns:a16="http://schemas.microsoft.com/office/drawing/2014/main" id="{DD3808B7-5DA9-40EB-92A6-4D8AB04FCE46}"/>
              </a:ext>
            </a:extLst>
          </p:cNvPr>
          <p:cNvSpPr>
            <a:spLocks noGrp="1"/>
          </p:cNvSpPr>
          <p:nvPr/>
        </p:nvSpPr>
        <p:spPr>
          <a:xfrm>
            <a:off x="7464225" y="58276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2" name="02_predicted_pose_5041">
            <a:extLst>
              <a:ext uri="{FF2B5EF4-FFF2-40B4-BE49-F238E27FC236}">
                <a16:creationId xmlns:a16="http://schemas.microsoft.com/office/drawing/2014/main" id="{E7F1E8F4-106F-4836-A93A-48208BE31258}"/>
              </a:ext>
            </a:extLst>
          </p:cNvPr>
          <p:cNvSpPr>
            <a:spLocks noGrp="1"/>
          </p:cNvSpPr>
          <p:nvPr/>
        </p:nvSpPr>
        <p:spPr>
          <a:xfrm>
            <a:off x="7477351" y="64637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3" name="02_predicted_pose_5042">
            <a:extLst>
              <a:ext uri="{FF2B5EF4-FFF2-40B4-BE49-F238E27FC236}">
                <a16:creationId xmlns:a16="http://schemas.microsoft.com/office/drawing/2014/main" id="{6528FE48-FF74-4694-AA4A-37F9BEFFD7C5}"/>
              </a:ext>
            </a:extLst>
          </p:cNvPr>
          <p:cNvSpPr>
            <a:spLocks noGrp="1"/>
          </p:cNvSpPr>
          <p:nvPr/>
        </p:nvSpPr>
        <p:spPr>
          <a:xfrm>
            <a:off x="7521467" y="63597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4" name="02_predicted_pose_5043">
            <a:extLst>
              <a:ext uri="{FF2B5EF4-FFF2-40B4-BE49-F238E27FC236}">
                <a16:creationId xmlns:a16="http://schemas.microsoft.com/office/drawing/2014/main" id="{1CF7FEF0-07A9-4471-9113-0B0A7E06B8AF}"/>
              </a:ext>
            </a:extLst>
          </p:cNvPr>
          <p:cNvSpPr>
            <a:spLocks noGrp="1"/>
          </p:cNvSpPr>
          <p:nvPr/>
        </p:nvSpPr>
        <p:spPr>
          <a:xfrm>
            <a:off x="7482820" y="63225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5" name="02_predicted_pose_5044">
            <a:extLst>
              <a:ext uri="{FF2B5EF4-FFF2-40B4-BE49-F238E27FC236}">
                <a16:creationId xmlns:a16="http://schemas.microsoft.com/office/drawing/2014/main" id="{D065FD32-E3FD-4E82-9C9E-00AFCF3A473A}"/>
              </a:ext>
            </a:extLst>
          </p:cNvPr>
          <p:cNvSpPr>
            <a:spLocks noGrp="1"/>
          </p:cNvSpPr>
          <p:nvPr/>
        </p:nvSpPr>
        <p:spPr>
          <a:xfrm>
            <a:off x="7427766" y="63897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6" name="02_predicted_pose_5045">
            <a:extLst>
              <a:ext uri="{FF2B5EF4-FFF2-40B4-BE49-F238E27FC236}">
                <a16:creationId xmlns:a16="http://schemas.microsoft.com/office/drawing/2014/main" id="{E1F1C0EC-132C-4DD5-8BB6-68957942799D}"/>
              </a:ext>
            </a:extLst>
          </p:cNvPr>
          <p:cNvSpPr>
            <a:spLocks noGrp="1"/>
          </p:cNvSpPr>
          <p:nvPr/>
        </p:nvSpPr>
        <p:spPr>
          <a:xfrm>
            <a:off x="7567770" y="6401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7" name="02_predicted_pose_5046">
            <a:extLst>
              <a:ext uri="{FF2B5EF4-FFF2-40B4-BE49-F238E27FC236}">
                <a16:creationId xmlns:a16="http://schemas.microsoft.com/office/drawing/2014/main" id="{A43A0866-98BF-4FA3-B6ED-E7976CFF397C}"/>
              </a:ext>
            </a:extLst>
          </p:cNvPr>
          <p:cNvSpPr>
            <a:spLocks noGrp="1"/>
          </p:cNvSpPr>
          <p:nvPr/>
        </p:nvSpPr>
        <p:spPr>
          <a:xfrm>
            <a:off x="7582355" y="64194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8" name="02_predicted_pose_5047">
            <a:extLst>
              <a:ext uri="{FF2B5EF4-FFF2-40B4-BE49-F238E27FC236}">
                <a16:creationId xmlns:a16="http://schemas.microsoft.com/office/drawing/2014/main" id="{427B3EE3-FFE1-4E2A-8B29-713810E490FB}"/>
              </a:ext>
            </a:extLst>
          </p:cNvPr>
          <p:cNvSpPr>
            <a:spLocks noGrp="1"/>
          </p:cNvSpPr>
          <p:nvPr/>
        </p:nvSpPr>
        <p:spPr>
          <a:xfrm>
            <a:off x="7596938" y="6413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9" name="02_predicted_pose_5048">
            <a:extLst>
              <a:ext uri="{FF2B5EF4-FFF2-40B4-BE49-F238E27FC236}">
                <a16:creationId xmlns:a16="http://schemas.microsoft.com/office/drawing/2014/main" id="{020257D7-FA87-4A53-B487-A1AFCC4A616C}"/>
              </a:ext>
            </a:extLst>
          </p:cNvPr>
          <p:cNvSpPr>
            <a:spLocks noGrp="1"/>
          </p:cNvSpPr>
          <p:nvPr/>
        </p:nvSpPr>
        <p:spPr>
          <a:xfrm>
            <a:off x="7611522" y="64119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0" name="02_predicted_pose_5049">
            <a:extLst>
              <a:ext uri="{FF2B5EF4-FFF2-40B4-BE49-F238E27FC236}">
                <a16:creationId xmlns:a16="http://schemas.microsoft.com/office/drawing/2014/main" id="{4FBE216C-1A47-4C54-A292-629CD47F0584}"/>
              </a:ext>
            </a:extLst>
          </p:cNvPr>
          <p:cNvSpPr>
            <a:spLocks noGrp="1"/>
          </p:cNvSpPr>
          <p:nvPr/>
        </p:nvSpPr>
        <p:spPr>
          <a:xfrm>
            <a:off x="7394587" y="65096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1" name="02_predicted_pose_5050">
            <a:extLst>
              <a:ext uri="{FF2B5EF4-FFF2-40B4-BE49-F238E27FC236}">
                <a16:creationId xmlns:a16="http://schemas.microsoft.com/office/drawing/2014/main" id="{0A96BCC1-D82D-4275-87B0-3DAAF7F3E5D9}"/>
              </a:ext>
            </a:extLst>
          </p:cNvPr>
          <p:cNvSpPr>
            <a:spLocks noGrp="1"/>
          </p:cNvSpPr>
          <p:nvPr/>
        </p:nvSpPr>
        <p:spPr>
          <a:xfrm>
            <a:off x="7423755" y="6485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2" name="02_predicted_pose_5051">
            <a:extLst>
              <a:ext uri="{FF2B5EF4-FFF2-40B4-BE49-F238E27FC236}">
                <a16:creationId xmlns:a16="http://schemas.microsoft.com/office/drawing/2014/main" id="{6E5102B4-BA1C-4DF0-92C8-4FEA17182CF1}"/>
              </a:ext>
            </a:extLst>
          </p:cNvPr>
          <p:cNvSpPr>
            <a:spLocks noGrp="1"/>
          </p:cNvSpPr>
          <p:nvPr/>
        </p:nvSpPr>
        <p:spPr>
          <a:xfrm>
            <a:off x="7647617" y="589484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3" name="02_predicted_pose_5052">
            <a:extLst>
              <a:ext uri="{FF2B5EF4-FFF2-40B4-BE49-F238E27FC236}">
                <a16:creationId xmlns:a16="http://schemas.microsoft.com/office/drawing/2014/main" id="{4FDD7162-0137-4855-A899-2BF60B7157AD}"/>
              </a:ext>
            </a:extLst>
          </p:cNvPr>
          <p:cNvSpPr>
            <a:spLocks noGrp="1"/>
          </p:cNvSpPr>
          <p:nvPr/>
        </p:nvSpPr>
        <p:spPr>
          <a:xfrm>
            <a:off x="7684441" y="64472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4" name="02_predicted_pose_5053">
            <a:extLst>
              <a:ext uri="{FF2B5EF4-FFF2-40B4-BE49-F238E27FC236}">
                <a16:creationId xmlns:a16="http://schemas.microsoft.com/office/drawing/2014/main" id="{E38A7BB1-C34C-4A5B-B59D-0A80B2474DCC}"/>
              </a:ext>
            </a:extLst>
          </p:cNvPr>
          <p:cNvSpPr>
            <a:spLocks noGrp="1"/>
          </p:cNvSpPr>
          <p:nvPr/>
        </p:nvSpPr>
        <p:spPr>
          <a:xfrm>
            <a:off x="8702030" y="60998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5" name="02_predicted_pose_5054">
            <a:extLst>
              <a:ext uri="{FF2B5EF4-FFF2-40B4-BE49-F238E27FC236}">
                <a16:creationId xmlns:a16="http://schemas.microsoft.com/office/drawing/2014/main" id="{6210E1F7-1B7B-4E53-940F-A59E4C99441A}"/>
              </a:ext>
            </a:extLst>
          </p:cNvPr>
          <p:cNvSpPr>
            <a:spLocks noGrp="1"/>
          </p:cNvSpPr>
          <p:nvPr/>
        </p:nvSpPr>
        <p:spPr>
          <a:xfrm>
            <a:off x="8716613" y="6095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6" name="02_predicted_pose_5055">
            <a:extLst>
              <a:ext uri="{FF2B5EF4-FFF2-40B4-BE49-F238E27FC236}">
                <a16:creationId xmlns:a16="http://schemas.microsoft.com/office/drawing/2014/main" id="{634425F7-632C-4D04-91FA-D768E7B7D50A}"/>
              </a:ext>
            </a:extLst>
          </p:cNvPr>
          <p:cNvSpPr>
            <a:spLocks noGrp="1"/>
          </p:cNvSpPr>
          <p:nvPr/>
        </p:nvSpPr>
        <p:spPr>
          <a:xfrm>
            <a:off x="8731197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7" name="02_predicted_pose_5056">
            <a:extLst>
              <a:ext uri="{FF2B5EF4-FFF2-40B4-BE49-F238E27FC236}">
                <a16:creationId xmlns:a16="http://schemas.microsoft.com/office/drawing/2014/main" id="{41018E07-1729-48BA-9A16-AC55A6FEC25D}"/>
              </a:ext>
            </a:extLst>
          </p:cNvPr>
          <p:cNvSpPr>
            <a:spLocks noGrp="1"/>
          </p:cNvSpPr>
          <p:nvPr/>
        </p:nvSpPr>
        <p:spPr>
          <a:xfrm>
            <a:off x="8745782" y="60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8" name="02_predicted_pose_5057">
            <a:extLst>
              <a:ext uri="{FF2B5EF4-FFF2-40B4-BE49-F238E27FC236}">
                <a16:creationId xmlns:a16="http://schemas.microsoft.com/office/drawing/2014/main" id="{BA03F1A1-2956-4541-8231-2AAEC00C6781}"/>
              </a:ext>
            </a:extLst>
          </p:cNvPr>
          <p:cNvSpPr>
            <a:spLocks noGrp="1"/>
          </p:cNvSpPr>
          <p:nvPr/>
        </p:nvSpPr>
        <p:spPr>
          <a:xfrm>
            <a:off x="8760365" y="6137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9" name="02_predicted_pose_5058">
            <a:extLst>
              <a:ext uri="{FF2B5EF4-FFF2-40B4-BE49-F238E27FC236}">
                <a16:creationId xmlns:a16="http://schemas.microsoft.com/office/drawing/2014/main" id="{606B2779-A579-4D4E-A89A-54C3273B4630}"/>
              </a:ext>
            </a:extLst>
          </p:cNvPr>
          <p:cNvSpPr>
            <a:spLocks noGrp="1"/>
          </p:cNvSpPr>
          <p:nvPr/>
        </p:nvSpPr>
        <p:spPr>
          <a:xfrm>
            <a:off x="8774949" y="61190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0" name="02_predicted_pose_5059">
            <a:extLst>
              <a:ext uri="{FF2B5EF4-FFF2-40B4-BE49-F238E27FC236}">
                <a16:creationId xmlns:a16="http://schemas.microsoft.com/office/drawing/2014/main" id="{F5BE9169-9FA7-49B7-9391-776AB9F16F86}"/>
              </a:ext>
            </a:extLst>
          </p:cNvPr>
          <p:cNvSpPr>
            <a:spLocks noGrp="1"/>
          </p:cNvSpPr>
          <p:nvPr/>
        </p:nvSpPr>
        <p:spPr>
          <a:xfrm>
            <a:off x="8789532" y="611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1" name="02_predicted_pose_5060">
            <a:extLst>
              <a:ext uri="{FF2B5EF4-FFF2-40B4-BE49-F238E27FC236}">
                <a16:creationId xmlns:a16="http://schemas.microsoft.com/office/drawing/2014/main" id="{DF0308DD-62CB-4CFB-A05C-A06554BF792B}"/>
              </a:ext>
            </a:extLst>
          </p:cNvPr>
          <p:cNvSpPr>
            <a:spLocks noGrp="1"/>
          </p:cNvSpPr>
          <p:nvPr/>
        </p:nvSpPr>
        <p:spPr>
          <a:xfrm>
            <a:off x="8804116" y="6167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2" name="02_predicted_pose_5061">
            <a:extLst>
              <a:ext uri="{FF2B5EF4-FFF2-40B4-BE49-F238E27FC236}">
                <a16:creationId xmlns:a16="http://schemas.microsoft.com/office/drawing/2014/main" id="{B5BE3F4E-861F-405C-8BFC-A139F6FCEFA0}"/>
              </a:ext>
            </a:extLst>
          </p:cNvPr>
          <p:cNvSpPr>
            <a:spLocks noGrp="1"/>
          </p:cNvSpPr>
          <p:nvPr/>
        </p:nvSpPr>
        <p:spPr>
          <a:xfrm>
            <a:off x="8818701" y="6102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3" name="02_predicted_pose_5062">
            <a:extLst>
              <a:ext uri="{FF2B5EF4-FFF2-40B4-BE49-F238E27FC236}">
                <a16:creationId xmlns:a16="http://schemas.microsoft.com/office/drawing/2014/main" id="{CAE3693A-8EB1-40C5-BD15-37664331AF12}"/>
              </a:ext>
            </a:extLst>
          </p:cNvPr>
          <p:cNvSpPr>
            <a:spLocks noGrp="1"/>
          </p:cNvSpPr>
          <p:nvPr/>
        </p:nvSpPr>
        <p:spPr>
          <a:xfrm>
            <a:off x="8833284" y="6028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4" name="02_predicted_pose_5063">
            <a:extLst>
              <a:ext uri="{FF2B5EF4-FFF2-40B4-BE49-F238E27FC236}">
                <a16:creationId xmlns:a16="http://schemas.microsoft.com/office/drawing/2014/main" id="{DC78FC53-18B2-484B-AA09-B322B3F7096E}"/>
              </a:ext>
            </a:extLst>
          </p:cNvPr>
          <p:cNvSpPr>
            <a:spLocks noGrp="1"/>
          </p:cNvSpPr>
          <p:nvPr/>
        </p:nvSpPr>
        <p:spPr>
          <a:xfrm>
            <a:off x="8716249" y="61813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5" name="02_predicted_pose_5064">
            <a:extLst>
              <a:ext uri="{FF2B5EF4-FFF2-40B4-BE49-F238E27FC236}">
                <a16:creationId xmlns:a16="http://schemas.microsoft.com/office/drawing/2014/main" id="{AAA76A70-14DC-4EDA-ADFB-FEBAC4F5F92F}"/>
              </a:ext>
            </a:extLst>
          </p:cNvPr>
          <p:cNvSpPr>
            <a:spLocks noGrp="1"/>
          </p:cNvSpPr>
          <p:nvPr/>
        </p:nvSpPr>
        <p:spPr>
          <a:xfrm>
            <a:off x="8814690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6" name="02_predicted_pose_5065">
            <a:extLst>
              <a:ext uri="{FF2B5EF4-FFF2-40B4-BE49-F238E27FC236}">
                <a16:creationId xmlns:a16="http://schemas.microsoft.com/office/drawing/2014/main" id="{2A041A9A-097A-4B27-A713-45DA2A1455B6}"/>
              </a:ext>
            </a:extLst>
          </p:cNvPr>
          <p:cNvSpPr>
            <a:spLocks noGrp="1"/>
          </p:cNvSpPr>
          <p:nvPr/>
        </p:nvSpPr>
        <p:spPr>
          <a:xfrm>
            <a:off x="8913131" y="6121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7" name="02_predicted_pose_5066">
            <a:extLst>
              <a:ext uri="{FF2B5EF4-FFF2-40B4-BE49-F238E27FC236}">
                <a16:creationId xmlns:a16="http://schemas.microsoft.com/office/drawing/2014/main" id="{DADF56BB-3102-4BE3-8304-5B38384E8397}"/>
              </a:ext>
            </a:extLst>
          </p:cNvPr>
          <p:cNvSpPr>
            <a:spLocks noGrp="1"/>
          </p:cNvSpPr>
          <p:nvPr/>
        </p:nvSpPr>
        <p:spPr>
          <a:xfrm>
            <a:off x="8648069" y="6144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8" name="02_predicted_pose_5067">
            <a:extLst>
              <a:ext uri="{FF2B5EF4-FFF2-40B4-BE49-F238E27FC236}">
                <a16:creationId xmlns:a16="http://schemas.microsoft.com/office/drawing/2014/main" id="{1C71789F-6B88-485F-9228-3532B3F955B3}"/>
              </a:ext>
            </a:extLst>
          </p:cNvPr>
          <p:cNvSpPr>
            <a:spLocks noGrp="1"/>
          </p:cNvSpPr>
          <p:nvPr/>
        </p:nvSpPr>
        <p:spPr>
          <a:xfrm>
            <a:off x="8746511" y="59606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9" name="02_predicted_pose_5068">
            <a:extLst>
              <a:ext uri="{FF2B5EF4-FFF2-40B4-BE49-F238E27FC236}">
                <a16:creationId xmlns:a16="http://schemas.microsoft.com/office/drawing/2014/main" id="{F05B47AA-A98F-4C37-8439-88C37A4D62F3}"/>
              </a:ext>
            </a:extLst>
          </p:cNvPr>
          <p:cNvSpPr>
            <a:spLocks noGrp="1"/>
          </p:cNvSpPr>
          <p:nvPr/>
        </p:nvSpPr>
        <p:spPr>
          <a:xfrm>
            <a:off x="8844951" y="60507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0" name="02_predicted_pose_5069">
            <a:extLst>
              <a:ext uri="{FF2B5EF4-FFF2-40B4-BE49-F238E27FC236}">
                <a16:creationId xmlns:a16="http://schemas.microsoft.com/office/drawing/2014/main" id="{E6B85B8E-7444-45D6-B1EC-DAEBABD8CA40}"/>
              </a:ext>
            </a:extLst>
          </p:cNvPr>
          <p:cNvSpPr>
            <a:spLocks noGrp="1"/>
          </p:cNvSpPr>
          <p:nvPr/>
        </p:nvSpPr>
        <p:spPr>
          <a:xfrm>
            <a:off x="8943392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1" name="02_predicted_pose_5070">
            <a:extLst>
              <a:ext uri="{FF2B5EF4-FFF2-40B4-BE49-F238E27FC236}">
                <a16:creationId xmlns:a16="http://schemas.microsoft.com/office/drawing/2014/main" id="{7D738DAB-0E84-4E8F-912F-A568C44D2547}"/>
              </a:ext>
            </a:extLst>
          </p:cNvPr>
          <p:cNvSpPr>
            <a:spLocks noGrp="1"/>
          </p:cNvSpPr>
          <p:nvPr/>
        </p:nvSpPr>
        <p:spPr>
          <a:xfrm>
            <a:off x="8678330" y="59453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2" name="02_predicted_pose_5071">
            <a:extLst>
              <a:ext uri="{FF2B5EF4-FFF2-40B4-BE49-F238E27FC236}">
                <a16:creationId xmlns:a16="http://schemas.microsoft.com/office/drawing/2014/main" id="{BBF3D368-8096-4EF8-AA27-3EB70DB33A00}"/>
              </a:ext>
            </a:extLst>
          </p:cNvPr>
          <p:cNvSpPr>
            <a:spLocks noGrp="1"/>
          </p:cNvSpPr>
          <p:nvPr/>
        </p:nvSpPr>
        <p:spPr>
          <a:xfrm>
            <a:off x="8776772" y="6050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3" name="02_predicted_pose_5072">
            <a:extLst>
              <a:ext uri="{FF2B5EF4-FFF2-40B4-BE49-F238E27FC236}">
                <a16:creationId xmlns:a16="http://schemas.microsoft.com/office/drawing/2014/main" id="{71B95841-518B-47AF-AA98-831FCE719545}"/>
              </a:ext>
            </a:extLst>
          </p:cNvPr>
          <p:cNvSpPr>
            <a:spLocks noGrp="1"/>
          </p:cNvSpPr>
          <p:nvPr/>
        </p:nvSpPr>
        <p:spPr>
          <a:xfrm>
            <a:off x="8875213" y="6108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4" name="02_predicted_pose_5073">
            <a:extLst>
              <a:ext uri="{FF2B5EF4-FFF2-40B4-BE49-F238E27FC236}">
                <a16:creationId xmlns:a16="http://schemas.microsoft.com/office/drawing/2014/main" id="{C929DD68-ECC5-4630-BD93-5C3058B69EAD}"/>
              </a:ext>
            </a:extLst>
          </p:cNvPr>
          <p:cNvSpPr>
            <a:spLocks noGrp="1"/>
          </p:cNvSpPr>
          <p:nvPr/>
        </p:nvSpPr>
        <p:spPr>
          <a:xfrm>
            <a:off x="8730833" y="6091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5" name="02_predicted_pose_5074">
            <a:extLst>
              <a:ext uri="{FF2B5EF4-FFF2-40B4-BE49-F238E27FC236}">
                <a16:creationId xmlns:a16="http://schemas.microsoft.com/office/drawing/2014/main" id="{E763CD93-9DE1-4E75-BC46-FDB454B966FC}"/>
              </a:ext>
            </a:extLst>
          </p:cNvPr>
          <p:cNvSpPr>
            <a:spLocks noGrp="1"/>
          </p:cNvSpPr>
          <p:nvPr/>
        </p:nvSpPr>
        <p:spPr>
          <a:xfrm>
            <a:off x="8829273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6" name="02_predicted_pose_5075">
            <a:extLst>
              <a:ext uri="{FF2B5EF4-FFF2-40B4-BE49-F238E27FC236}">
                <a16:creationId xmlns:a16="http://schemas.microsoft.com/office/drawing/2014/main" id="{080C9309-2497-44CD-99A8-5ACBF8FEEEF9}"/>
              </a:ext>
            </a:extLst>
          </p:cNvPr>
          <p:cNvSpPr>
            <a:spLocks noGrp="1"/>
          </p:cNvSpPr>
          <p:nvPr/>
        </p:nvSpPr>
        <p:spPr>
          <a:xfrm>
            <a:off x="8927714" y="60359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7" name="02_predicted_pose_5076">
            <a:extLst>
              <a:ext uri="{FF2B5EF4-FFF2-40B4-BE49-F238E27FC236}">
                <a16:creationId xmlns:a16="http://schemas.microsoft.com/office/drawing/2014/main" id="{3300B423-66A0-4A4D-817D-C73A43A6685E}"/>
              </a:ext>
            </a:extLst>
          </p:cNvPr>
          <p:cNvSpPr>
            <a:spLocks noGrp="1"/>
          </p:cNvSpPr>
          <p:nvPr/>
        </p:nvSpPr>
        <p:spPr>
          <a:xfrm>
            <a:off x="8662654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8" name="02_predicted_pose_5077">
            <a:extLst>
              <a:ext uri="{FF2B5EF4-FFF2-40B4-BE49-F238E27FC236}">
                <a16:creationId xmlns:a16="http://schemas.microsoft.com/office/drawing/2014/main" id="{6DE84FB1-2B53-4B00-A3B7-42341DF49282}"/>
              </a:ext>
            </a:extLst>
          </p:cNvPr>
          <p:cNvSpPr>
            <a:spLocks noGrp="1"/>
          </p:cNvSpPr>
          <p:nvPr/>
        </p:nvSpPr>
        <p:spPr>
          <a:xfrm>
            <a:off x="8761094" y="60870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9" name="02_predicted_pose_5078">
            <a:extLst>
              <a:ext uri="{FF2B5EF4-FFF2-40B4-BE49-F238E27FC236}">
                <a16:creationId xmlns:a16="http://schemas.microsoft.com/office/drawing/2014/main" id="{BDD78CC9-1031-46B9-BC97-7A2DA5FED076}"/>
              </a:ext>
            </a:extLst>
          </p:cNvPr>
          <p:cNvSpPr>
            <a:spLocks noGrp="1"/>
          </p:cNvSpPr>
          <p:nvPr/>
        </p:nvSpPr>
        <p:spPr>
          <a:xfrm>
            <a:off x="8859535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0" name="02_predicted_pose_5079">
            <a:extLst>
              <a:ext uri="{FF2B5EF4-FFF2-40B4-BE49-F238E27FC236}">
                <a16:creationId xmlns:a16="http://schemas.microsoft.com/office/drawing/2014/main" id="{D29415C9-EAC0-40CC-A249-B79EC6ED3A74}"/>
              </a:ext>
            </a:extLst>
          </p:cNvPr>
          <p:cNvSpPr>
            <a:spLocks noGrp="1"/>
          </p:cNvSpPr>
          <p:nvPr/>
        </p:nvSpPr>
        <p:spPr>
          <a:xfrm>
            <a:off x="8594473" y="60088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1" name="02_predicted_pose_5080">
            <a:extLst>
              <a:ext uri="{FF2B5EF4-FFF2-40B4-BE49-F238E27FC236}">
                <a16:creationId xmlns:a16="http://schemas.microsoft.com/office/drawing/2014/main" id="{98FF11E2-F3D6-4DE4-A2FF-6DBCC429D366}"/>
              </a:ext>
            </a:extLst>
          </p:cNvPr>
          <p:cNvSpPr>
            <a:spLocks noGrp="1"/>
          </p:cNvSpPr>
          <p:nvPr/>
        </p:nvSpPr>
        <p:spPr>
          <a:xfrm>
            <a:off x="8692915" y="6140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2" name="02_predicted_pose_5081">
            <a:extLst>
              <a:ext uri="{FF2B5EF4-FFF2-40B4-BE49-F238E27FC236}">
                <a16:creationId xmlns:a16="http://schemas.microsoft.com/office/drawing/2014/main" id="{4CEDB5D8-2469-4036-B594-7FF7436808AB}"/>
              </a:ext>
            </a:extLst>
          </p:cNvPr>
          <p:cNvSpPr>
            <a:spLocks noGrp="1"/>
          </p:cNvSpPr>
          <p:nvPr/>
        </p:nvSpPr>
        <p:spPr>
          <a:xfrm>
            <a:off x="8791356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3" name="02_predicted_pose_5082">
            <a:extLst>
              <a:ext uri="{FF2B5EF4-FFF2-40B4-BE49-F238E27FC236}">
                <a16:creationId xmlns:a16="http://schemas.microsoft.com/office/drawing/2014/main" id="{7873BF24-A207-4B27-BD1C-408C7ACAAA63}"/>
              </a:ext>
            </a:extLst>
          </p:cNvPr>
          <p:cNvSpPr>
            <a:spLocks noGrp="1"/>
          </p:cNvSpPr>
          <p:nvPr/>
        </p:nvSpPr>
        <p:spPr>
          <a:xfrm>
            <a:off x="8889796" y="5992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4" name="02_predicted_pose_5083">
            <a:extLst>
              <a:ext uri="{FF2B5EF4-FFF2-40B4-BE49-F238E27FC236}">
                <a16:creationId xmlns:a16="http://schemas.microsoft.com/office/drawing/2014/main" id="{7103135B-C9F7-4900-84E9-27EE18392B9D}"/>
              </a:ext>
            </a:extLst>
          </p:cNvPr>
          <p:cNvSpPr>
            <a:spLocks noGrp="1"/>
          </p:cNvSpPr>
          <p:nvPr/>
        </p:nvSpPr>
        <p:spPr>
          <a:xfrm>
            <a:off x="8745416" y="6028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5" name="02_predicted_pose_5084">
            <a:extLst>
              <a:ext uri="{FF2B5EF4-FFF2-40B4-BE49-F238E27FC236}">
                <a16:creationId xmlns:a16="http://schemas.microsoft.com/office/drawing/2014/main" id="{791C9B30-9753-4C97-94E4-25DACE83DA88}"/>
              </a:ext>
            </a:extLst>
          </p:cNvPr>
          <p:cNvSpPr>
            <a:spLocks noGrp="1"/>
          </p:cNvSpPr>
          <p:nvPr/>
        </p:nvSpPr>
        <p:spPr>
          <a:xfrm>
            <a:off x="8843857" y="60157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6" name="02_predicted_pose_5085">
            <a:extLst>
              <a:ext uri="{FF2B5EF4-FFF2-40B4-BE49-F238E27FC236}">
                <a16:creationId xmlns:a16="http://schemas.microsoft.com/office/drawing/2014/main" id="{78906862-9898-4CCA-8548-85CBF1496CA0}"/>
              </a:ext>
            </a:extLst>
          </p:cNvPr>
          <p:cNvSpPr>
            <a:spLocks noGrp="1"/>
          </p:cNvSpPr>
          <p:nvPr/>
        </p:nvSpPr>
        <p:spPr>
          <a:xfrm>
            <a:off x="8942299" y="60683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7" name="02_predicted_pose_5086">
            <a:extLst>
              <a:ext uri="{FF2B5EF4-FFF2-40B4-BE49-F238E27FC236}">
                <a16:creationId xmlns:a16="http://schemas.microsoft.com/office/drawing/2014/main" id="{50668252-262B-4DF6-8931-444643EFCE1C}"/>
              </a:ext>
            </a:extLst>
          </p:cNvPr>
          <p:cNvSpPr>
            <a:spLocks noGrp="1"/>
          </p:cNvSpPr>
          <p:nvPr/>
        </p:nvSpPr>
        <p:spPr>
          <a:xfrm>
            <a:off x="8677237" y="6073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8" name="02_predicted_pose_5087">
            <a:extLst>
              <a:ext uri="{FF2B5EF4-FFF2-40B4-BE49-F238E27FC236}">
                <a16:creationId xmlns:a16="http://schemas.microsoft.com/office/drawing/2014/main" id="{46F334DC-8430-4C1F-A0DE-AAAE1A85E02C}"/>
              </a:ext>
            </a:extLst>
          </p:cNvPr>
          <p:cNvSpPr>
            <a:spLocks noGrp="1"/>
          </p:cNvSpPr>
          <p:nvPr/>
        </p:nvSpPr>
        <p:spPr>
          <a:xfrm>
            <a:off x="8775678" y="6115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9" name="02_predicted_pose_5088">
            <a:extLst>
              <a:ext uri="{FF2B5EF4-FFF2-40B4-BE49-F238E27FC236}">
                <a16:creationId xmlns:a16="http://schemas.microsoft.com/office/drawing/2014/main" id="{009CBC68-2A28-4858-9B0F-D053C78F713B}"/>
              </a:ext>
            </a:extLst>
          </p:cNvPr>
          <p:cNvSpPr>
            <a:spLocks noGrp="1"/>
          </p:cNvSpPr>
          <p:nvPr/>
        </p:nvSpPr>
        <p:spPr>
          <a:xfrm>
            <a:off x="8874119" y="60629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0" name="02_predicted_pose_5089">
            <a:extLst>
              <a:ext uri="{FF2B5EF4-FFF2-40B4-BE49-F238E27FC236}">
                <a16:creationId xmlns:a16="http://schemas.microsoft.com/office/drawing/2014/main" id="{8BA92620-B365-4E62-ABAA-E27FB8E7019F}"/>
              </a:ext>
            </a:extLst>
          </p:cNvPr>
          <p:cNvSpPr>
            <a:spLocks noGrp="1"/>
          </p:cNvSpPr>
          <p:nvPr/>
        </p:nvSpPr>
        <p:spPr>
          <a:xfrm>
            <a:off x="8609057" y="598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1" name="02_predicted_pose_5090">
            <a:extLst>
              <a:ext uri="{FF2B5EF4-FFF2-40B4-BE49-F238E27FC236}">
                <a16:creationId xmlns:a16="http://schemas.microsoft.com/office/drawing/2014/main" id="{9470A739-3567-4F2B-B8A6-4CDEE5590C1A}"/>
              </a:ext>
            </a:extLst>
          </p:cNvPr>
          <p:cNvSpPr>
            <a:spLocks noGrp="1"/>
          </p:cNvSpPr>
          <p:nvPr/>
        </p:nvSpPr>
        <p:spPr>
          <a:xfrm>
            <a:off x="8707499" y="61056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2" name="02_predicted_pose_5091">
            <a:extLst>
              <a:ext uri="{FF2B5EF4-FFF2-40B4-BE49-F238E27FC236}">
                <a16:creationId xmlns:a16="http://schemas.microsoft.com/office/drawing/2014/main" id="{DB8B9B05-D5C0-4C1A-A3FA-0B26E5A238C0}"/>
              </a:ext>
            </a:extLst>
          </p:cNvPr>
          <p:cNvSpPr>
            <a:spLocks noGrp="1"/>
          </p:cNvSpPr>
          <p:nvPr/>
        </p:nvSpPr>
        <p:spPr>
          <a:xfrm>
            <a:off x="8805939" y="61025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3" name="02_predicted_pose_5092">
            <a:extLst>
              <a:ext uri="{FF2B5EF4-FFF2-40B4-BE49-F238E27FC236}">
                <a16:creationId xmlns:a16="http://schemas.microsoft.com/office/drawing/2014/main" id="{7E744232-0F66-4FE0-ADC0-0792BD1F5A6B}"/>
              </a:ext>
            </a:extLst>
          </p:cNvPr>
          <p:cNvSpPr>
            <a:spLocks noGrp="1"/>
          </p:cNvSpPr>
          <p:nvPr/>
        </p:nvSpPr>
        <p:spPr>
          <a:xfrm>
            <a:off x="8904380" y="61356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4" name="02_predicted_pose_5093">
            <a:extLst>
              <a:ext uri="{FF2B5EF4-FFF2-40B4-BE49-F238E27FC236}">
                <a16:creationId xmlns:a16="http://schemas.microsoft.com/office/drawing/2014/main" id="{B9D07D81-3121-4E45-A029-261A00159F8E}"/>
              </a:ext>
            </a:extLst>
          </p:cNvPr>
          <p:cNvSpPr>
            <a:spLocks noGrp="1"/>
          </p:cNvSpPr>
          <p:nvPr/>
        </p:nvSpPr>
        <p:spPr>
          <a:xfrm>
            <a:off x="8760000" y="60718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5" name="02_predicted_pose_5094">
            <a:extLst>
              <a:ext uri="{FF2B5EF4-FFF2-40B4-BE49-F238E27FC236}">
                <a16:creationId xmlns:a16="http://schemas.microsoft.com/office/drawing/2014/main" id="{9F7F75BC-CB65-40B2-BE7D-ED4ABF163D48}"/>
              </a:ext>
            </a:extLst>
          </p:cNvPr>
          <p:cNvSpPr>
            <a:spLocks noGrp="1"/>
          </p:cNvSpPr>
          <p:nvPr/>
        </p:nvSpPr>
        <p:spPr>
          <a:xfrm>
            <a:off x="8858442" y="6065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6" name="02_predicted_pose_5095">
            <a:extLst>
              <a:ext uri="{FF2B5EF4-FFF2-40B4-BE49-F238E27FC236}">
                <a16:creationId xmlns:a16="http://schemas.microsoft.com/office/drawing/2014/main" id="{5D55FB02-1A3E-46DA-A976-4E67EF529651}"/>
              </a:ext>
            </a:extLst>
          </p:cNvPr>
          <p:cNvSpPr>
            <a:spLocks noGrp="1"/>
          </p:cNvSpPr>
          <p:nvPr/>
        </p:nvSpPr>
        <p:spPr>
          <a:xfrm>
            <a:off x="8593380" y="6015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7" name="02_predicted_pose_5096">
            <a:extLst>
              <a:ext uri="{FF2B5EF4-FFF2-40B4-BE49-F238E27FC236}">
                <a16:creationId xmlns:a16="http://schemas.microsoft.com/office/drawing/2014/main" id="{86A76BA3-0082-4BA4-AFF2-AF42C37E9101}"/>
              </a:ext>
            </a:extLst>
          </p:cNvPr>
          <p:cNvSpPr>
            <a:spLocks noGrp="1"/>
          </p:cNvSpPr>
          <p:nvPr/>
        </p:nvSpPr>
        <p:spPr>
          <a:xfrm>
            <a:off x="8691821" y="60027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8" name="02_predicted_pose_5097">
            <a:extLst>
              <a:ext uri="{FF2B5EF4-FFF2-40B4-BE49-F238E27FC236}">
                <a16:creationId xmlns:a16="http://schemas.microsoft.com/office/drawing/2014/main" id="{9059BC60-6133-405A-90E0-CB7F67145381}"/>
              </a:ext>
            </a:extLst>
          </p:cNvPr>
          <p:cNvSpPr>
            <a:spLocks noGrp="1"/>
          </p:cNvSpPr>
          <p:nvPr/>
        </p:nvSpPr>
        <p:spPr>
          <a:xfrm>
            <a:off x="8790261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9" name="02_predicted_pose_5098">
            <a:extLst>
              <a:ext uri="{FF2B5EF4-FFF2-40B4-BE49-F238E27FC236}">
                <a16:creationId xmlns:a16="http://schemas.microsoft.com/office/drawing/2014/main" id="{496C2411-E2C1-42B9-983E-9F9044A97A9D}"/>
              </a:ext>
            </a:extLst>
          </p:cNvPr>
          <p:cNvSpPr>
            <a:spLocks noGrp="1"/>
          </p:cNvSpPr>
          <p:nvPr/>
        </p:nvSpPr>
        <p:spPr>
          <a:xfrm>
            <a:off x="8888703" y="6134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0" name="02_predicted_pose_5099">
            <a:extLst>
              <a:ext uri="{FF2B5EF4-FFF2-40B4-BE49-F238E27FC236}">
                <a16:creationId xmlns:a16="http://schemas.microsoft.com/office/drawing/2014/main" id="{C3224920-40E6-4CAF-987B-AE8A560EC4E0}"/>
              </a:ext>
            </a:extLst>
          </p:cNvPr>
          <p:cNvSpPr>
            <a:spLocks noGrp="1"/>
          </p:cNvSpPr>
          <p:nvPr/>
        </p:nvSpPr>
        <p:spPr>
          <a:xfrm>
            <a:off x="8623642" y="59814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1" name="02_predicted_pose_5100">
            <a:extLst>
              <a:ext uri="{FF2B5EF4-FFF2-40B4-BE49-F238E27FC236}">
                <a16:creationId xmlns:a16="http://schemas.microsoft.com/office/drawing/2014/main" id="{F490A3E9-205D-4E80-B2F1-8E41C33D8D45}"/>
              </a:ext>
            </a:extLst>
          </p:cNvPr>
          <p:cNvSpPr>
            <a:spLocks noGrp="1"/>
          </p:cNvSpPr>
          <p:nvPr/>
        </p:nvSpPr>
        <p:spPr>
          <a:xfrm>
            <a:off x="8722082" y="61045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2" name="02_predicted_pose_5101">
            <a:extLst>
              <a:ext uri="{FF2B5EF4-FFF2-40B4-BE49-F238E27FC236}">
                <a16:creationId xmlns:a16="http://schemas.microsoft.com/office/drawing/2014/main" id="{A993FBF8-0D6C-47D0-AFAE-7EB07579ECDB}"/>
              </a:ext>
            </a:extLst>
          </p:cNvPr>
          <p:cNvSpPr>
            <a:spLocks noGrp="1"/>
          </p:cNvSpPr>
          <p:nvPr/>
        </p:nvSpPr>
        <p:spPr>
          <a:xfrm>
            <a:off x="8820523" y="60802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3" name="02_predicted_pose_5102">
            <a:extLst>
              <a:ext uri="{FF2B5EF4-FFF2-40B4-BE49-F238E27FC236}">
                <a16:creationId xmlns:a16="http://schemas.microsoft.com/office/drawing/2014/main" id="{A24038A5-57FE-49EB-A9DA-F9D38912ACCF}"/>
              </a:ext>
            </a:extLst>
          </p:cNvPr>
          <p:cNvSpPr>
            <a:spLocks noGrp="1"/>
          </p:cNvSpPr>
          <p:nvPr/>
        </p:nvSpPr>
        <p:spPr>
          <a:xfrm>
            <a:off x="8918965" y="5998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4" name="02_predicted_pose_5103">
            <a:extLst>
              <a:ext uri="{FF2B5EF4-FFF2-40B4-BE49-F238E27FC236}">
                <a16:creationId xmlns:a16="http://schemas.microsoft.com/office/drawing/2014/main" id="{78742307-2F5B-4555-A82A-DD8E85BAEB95}"/>
              </a:ext>
            </a:extLst>
          </p:cNvPr>
          <p:cNvSpPr>
            <a:spLocks noGrp="1"/>
          </p:cNvSpPr>
          <p:nvPr/>
        </p:nvSpPr>
        <p:spPr>
          <a:xfrm>
            <a:off x="8774584" y="6090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5" name="02_predicted_pose_5104">
            <a:extLst>
              <a:ext uri="{FF2B5EF4-FFF2-40B4-BE49-F238E27FC236}">
                <a16:creationId xmlns:a16="http://schemas.microsoft.com/office/drawing/2014/main" id="{5251A79F-5AB9-45E4-B3D9-C2DF8A6598D0}"/>
              </a:ext>
            </a:extLst>
          </p:cNvPr>
          <p:cNvSpPr>
            <a:spLocks noGrp="1"/>
          </p:cNvSpPr>
          <p:nvPr/>
        </p:nvSpPr>
        <p:spPr>
          <a:xfrm>
            <a:off x="8873025" y="6069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6" name="02_predicted_pose_5105">
            <a:extLst>
              <a:ext uri="{FF2B5EF4-FFF2-40B4-BE49-F238E27FC236}">
                <a16:creationId xmlns:a16="http://schemas.microsoft.com/office/drawing/2014/main" id="{44F375E6-7452-4253-BDAA-B55AC2ED7DB5}"/>
              </a:ext>
            </a:extLst>
          </p:cNvPr>
          <p:cNvSpPr>
            <a:spLocks noGrp="1"/>
          </p:cNvSpPr>
          <p:nvPr/>
        </p:nvSpPr>
        <p:spPr>
          <a:xfrm>
            <a:off x="8607964" y="610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7" name="02_predicted_pose_5106">
            <a:extLst>
              <a:ext uri="{FF2B5EF4-FFF2-40B4-BE49-F238E27FC236}">
                <a16:creationId xmlns:a16="http://schemas.microsoft.com/office/drawing/2014/main" id="{BC0906E9-A671-4B96-B154-013C09A22BE8}"/>
              </a:ext>
            </a:extLst>
          </p:cNvPr>
          <p:cNvSpPr>
            <a:spLocks noGrp="1"/>
          </p:cNvSpPr>
          <p:nvPr/>
        </p:nvSpPr>
        <p:spPr>
          <a:xfrm>
            <a:off x="8706404" y="6158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8" name="02_predicted_pose_5107">
            <a:extLst>
              <a:ext uri="{FF2B5EF4-FFF2-40B4-BE49-F238E27FC236}">
                <a16:creationId xmlns:a16="http://schemas.microsoft.com/office/drawing/2014/main" id="{6376476B-55ED-475E-86ED-04CF2C506520}"/>
              </a:ext>
            </a:extLst>
          </p:cNvPr>
          <p:cNvSpPr>
            <a:spLocks noGrp="1"/>
          </p:cNvSpPr>
          <p:nvPr/>
        </p:nvSpPr>
        <p:spPr>
          <a:xfrm>
            <a:off x="8804846" y="6114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9" name="02_predicted_pose_5108">
            <a:extLst>
              <a:ext uri="{FF2B5EF4-FFF2-40B4-BE49-F238E27FC236}">
                <a16:creationId xmlns:a16="http://schemas.microsoft.com/office/drawing/2014/main" id="{77604A5E-CB46-401B-A395-0234CAEB2FA9}"/>
              </a:ext>
            </a:extLst>
          </p:cNvPr>
          <p:cNvSpPr>
            <a:spLocks noGrp="1"/>
          </p:cNvSpPr>
          <p:nvPr/>
        </p:nvSpPr>
        <p:spPr>
          <a:xfrm>
            <a:off x="8903287" y="60120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0" name="02_predicted_pose_5109">
            <a:extLst>
              <a:ext uri="{FF2B5EF4-FFF2-40B4-BE49-F238E27FC236}">
                <a16:creationId xmlns:a16="http://schemas.microsoft.com/office/drawing/2014/main" id="{B8F594EB-634B-458E-8274-734B9A15015E}"/>
              </a:ext>
            </a:extLst>
          </p:cNvPr>
          <p:cNvSpPr>
            <a:spLocks noGrp="1"/>
          </p:cNvSpPr>
          <p:nvPr/>
        </p:nvSpPr>
        <p:spPr>
          <a:xfrm>
            <a:off x="8638225" y="6155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1" name="02_predicted_pose_5110">
            <a:extLst>
              <a:ext uri="{FF2B5EF4-FFF2-40B4-BE49-F238E27FC236}">
                <a16:creationId xmlns:a16="http://schemas.microsoft.com/office/drawing/2014/main" id="{0EFCB66E-7D2C-4602-912C-915AE2875FF8}"/>
              </a:ext>
            </a:extLst>
          </p:cNvPr>
          <p:cNvSpPr>
            <a:spLocks noGrp="1"/>
          </p:cNvSpPr>
          <p:nvPr/>
        </p:nvSpPr>
        <p:spPr>
          <a:xfrm>
            <a:off x="8736666" y="608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2" name="02_predicted_pose_5111">
            <a:extLst>
              <a:ext uri="{FF2B5EF4-FFF2-40B4-BE49-F238E27FC236}">
                <a16:creationId xmlns:a16="http://schemas.microsoft.com/office/drawing/2014/main" id="{95082F42-AE77-443C-B349-F6D69DD62AD5}"/>
              </a:ext>
            </a:extLst>
          </p:cNvPr>
          <p:cNvSpPr>
            <a:spLocks noGrp="1"/>
          </p:cNvSpPr>
          <p:nvPr/>
        </p:nvSpPr>
        <p:spPr>
          <a:xfrm>
            <a:off x="8835108" y="60089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3" name="02_predicted_pose_5112">
            <a:extLst>
              <a:ext uri="{FF2B5EF4-FFF2-40B4-BE49-F238E27FC236}">
                <a16:creationId xmlns:a16="http://schemas.microsoft.com/office/drawing/2014/main" id="{012F7FF6-0879-44B3-914A-DBF0D3F628C6}"/>
              </a:ext>
            </a:extLst>
          </p:cNvPr>
          <p:cNvSpPr>
            <a:spLocks noGrp="1"/>
          </p:cNvSpPr>
          <p:nvPr/>
        </p:nvSpPr>
        <p:spPr>
          <a:xfrm>
            <a:off x="8933548" y="62185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4" name="02_predicted_pose_5113">
            <a:extLst>
              <a:ext uri="{FF2B5EF4-FFF2-40B4-BE49-F238E27FC236}">
                <a16:creationId xmlns:a16="http://schemas.microsoft.com/office/drawing/2014/main" id="{FE19BF0D-65A0-4082-93ED-DDDEC4859A8A}"/>
              </a:ext>
            </a:extLst>
          </p:cNvPr>
          <p:cNvSpPr>
            <a:spLocks noGrp="1"/>
          </p:cNvSpPr>
          <p:nvPr/>
        </p:nvSpPr>
        <p:spPr>
          <a:xfrm>
            <a:off x="8887609" y="602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5" name="02_predicted_pose_5114">
            <a:extLst>
              <a:ext uri="{FF2B5EF4-FFF2-40B4-BE49-F238E27FC236}">
                <a16:creationId xmlns:a16="http://schemas.microsoft.com/office/drawing/2014/main" id="{9DB5FF27-4F64-4883-ACEC-FFF23DC3AD10}"/>
              </a:ext>
            </a:extLst>
          </p:cNvPr>
          <p:cNvSpPr>
            <a:spLocks noGrp="1"/>
          </p:cNvSpPr>
          <p:nvPr/>
        </p:nvSpPr>
        <p:spPr>
          <a:xfrm>
            <a:off x="8622547" y="6095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6" name="02_predicted_pose_5115">
            <a:extLst>
              <a:ext uri="{FF2B5EF4-FFF2-40B4-BE49-F238E27FC236}">
                <a16:creationId xmlns:a16="http://schemas.microsoft.com/office/drawing/2014/main" id="{A19C19F4-0CE3-4690-9852-632FF52E2B00}"/>
              </a:ext>
            </a:extLst>
          </p:cNvPr>
          <p:cNvSpPr>
            <a:spLocks noGrp="1"/>
          </p:cNvSpPr>
          <p:nvPr/>
        </p:nvSpPr>
        <p:spPr>
          <a:xfrm>
            <a:off x="8720988" y="61163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7" name="02_predicted_pose_5116">
            <a:extLst>
              <a:ext uri="{FF2B5EF4-FFF2-40B4-BE49-F238E27FC236}">
                <a16:creationId xmlns:a16="http://schemas.microsoft.com/office/drawing/2014/main" id="{5A584AF6-BA8D-47C5-A7AD-24A559712690}"/>
              </a:ext>
            </a:extLst>
          </p:cNvPr>
          <p:cNvSpPr>
            <a:spLocks noGrp="1"/>
          </p:cNvSpPr>
          <p:nvPr/>
        </p:nvSpPr>
        <p:spPr>
          <a:xfrm>
            <a:off x="8819430" y="5943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8" name="02_predicted_pose_5117">
            <a:extLst>
              <a:ext uri="{FF2B5EF4-FFF2-40B4-BE49-F238E27FC236}">
                <a16:creationId xmlns:a16="http://schemas.microsoft.com/office/drawing/2014/main" id="{5943BC4F-F6BD-4D93-9A82-4A4A9028F836}"/>
              </a:ext>
            </a:extLst>
          </p:cNvPr>
          <p:cNvSpPr>
            <a:spLocks noGrp="1"/>
          </p:cNvSpPr>
          <p:nvPr/>
        </p:nvSpPr>
        <p:spPr>
          <a:xfrm>
            <a:off x="8917870" y="6114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9" name="02_predicted_pose_5118">
            <a:extLst>
              <a:ext uri="{FF2B5EF4-FFF2-40B4-BE49-F238E27FC236}">
                <a16:creationId xmlns:a16="http://schemas.microsoft.com/office/drawing/2014/main" id="{2AEB0390-A608-4A43-BBE0-F748B90F2111}"/>
              </a:ext>
            </a:extLst>
          </p:cNvPr>
          <p:cNvSpPr>
            <a:spLocks noGrp="1"/>
          </p:cNvSpPr>
          <p:nvPr/>
        </p:nvSpPr>
        <p:spPr>
          <a:xfrm>
            <a:off x="8652809" y="6099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0" name="02_predicted_pose_5119">
            <a:extLst>
              <a:ext uri="{FF2B5EF4-FFF2-40B4-BE49-F238E27FC236}">
                <a16:creationId xmlns:a16="http://schemas.microsoft.com/office/drawing/2014/main" id="{C7EE070C-8D81-42E5-9F80-DFA8ACB9B16C}"/>
              </a:ext>
            </a:extLst>
          </p:cNvPr>
          <p:cNvSpPr>
            <a:spLocks noGrp="1"/>
          </p:cNvSpPr>
          <p:nvPr/>
        </p:nvSpPr>
        <p:spPr>
          <a:xfrm>
            <a:off x="8751249" y="5992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1" name="02_predicted_pose_5120">
            <a:extLst>
              <a:ext uri="{FF2B5EF4-FFF2-40B4-BE49-F238E27FC236}">
                <a16:creationId xmlns:a16="http://schemas.microsoft.com/office/drawing/2014/main" id="{93428B4A-FDAE-4870-A389-F7F82FC3C012}"/>
              </a:ext>
            </a:extLst>
          </p:cNvPr>
          <p:cNvSpPr>
            <a:spLocks noGrp="1"/>
          </p:cNvSpPr>
          <p:nvPr/>
        </p:nvSpPr>
        <p:spPr>
          <a:xfrm>
            <a:off x="8849691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2" name="02_predicted_pose_5121">
            <a:extLst>
              <a:ext uri="{FF2B5EF4-FFF2-40B4-BE49-F238E27FC236}">
                <a16:creationId xmlns:a16="http://schemas.microsoft.com/office/drawing/2014/main" id="{C3C744FF-AA3A-45AA-BE94-A52FC5B2F2DD}"/>
              </a:ext>
            </a:extLst>
          </p:cNvPr>
          <p:cNvSpPr>
            <a:spLocks noGrp="1"/>
          </p:cNvSpPr>
          <p:nvPr/>
        </p:nvSpPr>
        <p:spPr>
          <a:xfrm>
            <a:off x="8584630" y="61187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3" name="02_predicted_pose_5122">
            <a:extLst>
              <a:ext uri="{FF2B5EF4-FFF2-40B4-BE49-F238E27FC236}">
                <a16:creationId xmlns:a16="http://schemas.microsoft.com/office/drawing/2014/main" id="{56CEF754-99B1-44C3-8D34-A5981AFC76EE}"/>
              </a:ext>
            </a:extLst>
          </p:cNvPr>
          <p:cNvSpPr>
            <a:spLocks noGrp="1"/>
          </p:cNvSpPr>
          <p:nvPr/>
        </p:nvSpPr>
        <p:spPr>
          <a:xfrm>
            <a:off x="8803752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4" name="02_predicted_pose_5123">
            <a:extLst>
              <a:ext uri="{FF2B5EF4-FFF2-40B4-BE49-F238E27FC236}">
                <a16:creationId xmlns:a16="http://schemas.microsoft.com/office/drawing/2014/main" id="{287A7173-A0FA-46B3-B62F-7CF782F9B1FD}"/>
              </a:ext>
            </a:extLst>
          </p:cNvPr>
          <p:cNvSpPr>
            <a:spLocks noGrp="1"/>
          </p:cNvSpPr>
          <p:nvPr/>
        </p:nvSpPr>
        <p:spPr>
          <a:xfrm>
            <a:off x="8902193" y="60955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5" name="02_predicted_pose_5124">
            <a:extLst>
              <a:ext uri="{FF2B5EF4-FFF2-40B4-BE49-F238E27FC236}">
                <a16:creationId xmlns:a16="http://schemas.microsoft.com/office/drawing/2014/main" id="{4D3293B8-2AFE-4CD1-B308-DDC7991DF928}"/>
              </a:ext>
            </a:extLst>
          </p:cNvPr>
          <p:cNvSpPr>
            <a:spLocks noGrp="1"/>
          </p:cNvSpPr>
          <p:nvPr/>
        </p:nvSpPr>
        <p:spPr>
          <a:xfrm>
            <a:off x="8637131" y="6131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6" name="02_predicted_pose_5125">
            <a:extLst>
              <a:ext uri="{FF2B5EF4-FFF2-40B4-BE49-F238E27FC236}">
                <a16:creationId xmlns:a16="http://schemas.microsoft.com/office/drawing/2014/main" id="{F6DA8592-B524-40E6-A4BB-4A3C3511C0F1}"/>
              </a:ext>
            </a:extLst>
          </p:cNvPr>
          <p:cNvSpPr>
            <a:spLocks noGrp="1"/>
          </p:cNvSpPr>
          <p:nvPr/>
        </p:nvSpPr>
        <p:spPr>
          <a:xfrm>
            <a:off x="8735573" y="6038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7" name="02_predicted_pose_5126">
            <a:extLst>
              <a:ext uri="{FF2B5EF4-FFF2-40B4-BE49-F238E27FC236}">
                <a16:creationId xmlns:a16="http://schemas.microsoft.com/office/drawing/2014/main" id="{A72EEBEB-A036-456A-A860-DF95E9FE60F8}"/>
              </a:ext>
            </a:extLst>
          </p:cNvPr>
          <p:cNvSpPr>
            <a:spLocks noGrp="1"/>
          </p:cNvSpPr>
          <p:nvPr/>
        </p:nvSpPr>
        <p:spPr>
          <a:xfrm>
            <a:off x="8834013" y="6064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8" name="02_predicted_pose_5127">
            <a:extLst>
              <a:ext uri="{FF2B5EF4-FFF2-40B4-BE49-F238E27FC236}">
                <a16:creationId xmlns:a16="http://schemas.microsoft.com/office/drawing/2014/main" id="{774D4B7A-900C-4132-B384-B2DA1CEDE209}"/>
              </a:ext>
            </a:extLst>
          </p:cNvPr>
          <p:cNvSpPr>
            <a:spLocks noGrp="1"/>
          </p:cNvSpPr>
          <p:nvPr/>
        </p:nvSpPr>
        <p:spPr>
          <a:xfrm>
            <a:off x="8932454" y="61282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9" name="02_predicted_pose_5128">
            <a:extLst>
              <a:ext uri="{FF2B5EF4-FFF2-40B4-BE49-F238E27FC236}">
                <a16:creationId xmlns:a16="http://schemas.microsoft.com/office/drawing/2014/main" id="{A8E6C44A-4C68-42C3-82C6-745237F6036E}"/>
              </a:ext>
            </a:extLst>
          </p:cNvPr>
          <p:cNvSpPr>
            <a:spLocks noGrp="1"/>
          </p:cNvSpPr>
          <p:nvPr/>
        </p:nvSpPr>
        <p:spPr>
          <a:xfrm>
            <a:off x="8667392" y="60264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0" name="02_predicted_pose_5129">
            <a:extLst>
              <a:ext uri="{FF2B5EF4-FFF2-40B4-BE49-F238E27FC236}">
                <a16:creationId xmlns:a16="http://schemas.microsoft.com/office/drawing/2014/main" id="{162761BB-B7CE-49C2-A220-AA694A6CBAC4}"/>
              </a:ext>
            </a:extLst>
          </p:cNvPr>
          <p:cNvSpPr>
            <a:spLocks noGrp="1"/>
          </p:cNvSpPr>
          <p:nvPr/>
        </p:nvSpPr>
        <p:spPr>
          <a:xfrm>
            <a:off x="8765834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1" name="02_predicted_pose_5130">
            <a:extLst>
              <a:ext uri="{FF2B5EF4-FFF2-40B4-BE49-F238E27FC236}">
                <a16:creationId xmlns:a16="http://schemas.microsoft.com/office/drawing/2014/main" id="{48744116-B363-4059-BBD7-BC46B91D39AD}"/>
              </a:ext>
            </a:extLst>
          </p:cNvPr>
          <p:cNvSpPr>
            <a:spLocks noGrp="1"/>
          </p:cNvSpPr>
          <p:nvPr/>
        </p:nvSpPr>
        <p:spPr>
          <a:xfrm>
            <a:off x="8727916" y="61416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2" name="02_predicted_pose_5131">
            <a:extLst>
              <a:ext uri="{FF2B5EF4-FFF2-40B4-BE49-F238E27FC236}">
                <a16:creationId xmlns:a16="http://schemas.microsoft.com/office/drawing/2014/main" id="{9EF696B0-8871-4ACB-8D63-4EB0A8E3A2D2}"/>
              </a:ext>
            </a:extLst>
          </p:cNvPr>
          <p:cNvSpPr>
            <a:spLocks noGrp="1"/>
          </p:cNvSpPr>
          <p:nvPr/>
        </p:nvSpPr>
        <p:spPr>
          <a:xfrm>
            <a:off x="8742500" y="61387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3" name="02_predicted_pose_5132">
            <a:extLst>
              <a:ext uri="{FF2B5EF4-FFF2-40B4-BE49-F238E27FC236}">
                <a16:creationId xmlns:a16="http://schemas.microsoft.com/office/drawing/2014/main" id="{AF8F8BEF-16AD-47DB-9C13-F7BE338F6A57}"/>
              </a:ext>
            </a:extLst>
          </p:cNvPr>
          <p:cNvSpPr>
            <a:spLocks noGrp="1"/>
          </p:cNvSpPr>
          <p:nvPr/>
        </p:nvSpPr>
        <p:spPr>
          <a:xfrm>
            <a:off x="8719166" y="5918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4" name="02_predicted_pose_5133">
            <a:extLst>
              <a:ext uri="{FF2B5EF4-FFF2-40B4-BE49-F238E27FC236}">
                <a16:creationId xmlns:a16="http://schemas.microsoft.com/office/drawing/2014/main" id="{A5DCA2BA-5C48-4B68-BD4C-B4DCC2C541A3}"/>
              </a:ext>
            </a:extLst>
          </p:cNvPr>
          <p:cNvSpPr>
            <a:spLocks noGrp="1"/>
          </p:cNvSpPr>
          <p:nvPr/>
        </p:nvSpPr>
        <p:spPr>
          <a:xfrm>
            <a:off x="8748333" y="58801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5" name="02_predicted_pose_5134">
            <a:extLst>
              <a:ext uri="{FF2B5EF4-FFF2-40B4-BE49-F238E27FC236}">
                <a16:creationId xmlns:a16="http://schemas.microsoft.com/office/drawing/2014/main" id="{3B9351E2-8C8D-4122-8AC2-7AA522D03B8D}"/>
              </a:ext>
            </a:extLst>
          </p:cNvPr>
          <p:cNvSpPr>
            <a:spLocks noGrp="1"/>
          </p:cNvSpPr>
          <p:nvPr/>
        </p:nvSpPr>
        <p:spPr>
          <a:xfrm>
            <a:off x="8777501" y="6061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6" name="02_predicted_pose_5135">
            <a:extLst>
              <a:ext uri="{FF2B5EF4-FFF2-40B4-BE49-F238E27FC236}">
                <a16:creationId xmlns:a16="http://schemas.microsoft.com/office/drawing/2014/main" id="{C10CBA9F-6B91-49B3-8695-C8BD23A242E0}"/>
              </a:ext>
            </a:extLst>
          </p:cNvPr>
          <p:cNvSpPr>
            <a:spLocks noGrp="1"/>
          </p:cNvSpPr>
          <p:nvPr/>
        </p:nvSpPr>
        <p:spPr>
          <a:xfrm>
            <a:off x="8758907" y="6121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7" name="02_predicted_pose_5136">
            <a:extLst>
              <a:ext uri="{FF2B5EF4-FFF2-40B4-BE49-F238E27FC236}">
                <a16:creationId xmlns:a16="http://schemas.microsoft.com/office/drawing/2014/main" id="{668F4CD2-6AA7-4889-9E89-40C22892F0DB}"/>
              </a:ext>
            </a:extLst>
          </p:cNvPr>
          <p:cNvSpPr>
            <a:spLocks noGrp="1"/>
          </p:cNvSpPr>
          <p:nvPr/>
        </p:nvSpPr>
        <p:spPr>
          <a:xfrm>
            <a:off x="8592286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8" name="02_predicted_pose_5137">
            <a:extLst>
              <a:ext uri="{FF2B5EF4-FFF2-40B4-BE49-F238E27FC236}">
                <a16:creationId xmlns:a16="http://schemas.microsoft.com/office/drawing/2014/main" id="{B55C8199-954F-4F36-BB9E-9CD7CCE31E8A}"/>
              </a:ext>
            </a:extLst>
          </p:cNvPr>
          <p:cNvSpPr>
            <a:spLocks noGrp="1"/>
          </p:cNvSpPr>
          <p:nvPr/>
        </p:nvSpPr>
        <p:spPr>
          <a:xfrm>
            <a:off x="8789168" y="616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9" name="02_predicted_pose_5138">
            <a:extLst>
              <a:ext uri="{FF2B5EF4-FFF2-40B4-BE49-F238E27FC236}">
                <a16:creationId xmlns:a16="http://schemas.microsoft.com/office/drawing/2014/main" id="{98B7020F-5467-4C04-A4CD-97D8DB3D51A0}"/>
              </a:ext>
            </a:extLst>
          </p:cNvPr>
          <p:cNvSpPr>
            <a:spLocks noGrp="1"/>
          </p:cNvSpPr>
          <p:nvPr/>
        </p:nvSpPr>
        <p:spPr>
          <a:xfrm>
            <a:off x="8622547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0" name="02_predicted_pose_5139">
            <a:extLst>
              <a:ext uri="{FF2B5EF4-FFF2-40B4-BE49-F238E27FC236}">
                <a16:creationId xmlns:a16="http://schemas.microsoft.com/office/drawing/2014/main" id="{D882F4C8-FD68-43EB-A753-4A50E992D0FA}"/>
              </a:ext>
            </a:extLst>
          </p:cNvPr>
          <p:cNvSpPr>
            <a:spLocks noGrp="1"/>
          </p:cNvSpPr>
          <p:nvPr/>
        </p:nvSpPr>
        <p:spPr>
          <a:xfrm>
            <a:off x="8768386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1" name="02_predicted_pose_5140">
            <a:extLst>
              <a:ext uri="{FF2B5EF4-FFF2-40B4-BE49-F238E27FC236}">
                <a16:creationId xmlns:a16="http://schemas.microsoft.com/office/drawing/2014/main" id="{EE5A7AB6-8531-4078-B74D-2B70C3A561D3}"/>
              </a:ext>
            </a:extLst>
          </p:cNvPr>
          <p:cNvSpPr>
            <a:spLocks noGrp="1"/>
          </p:cNvSpPr>
          <p:nvPr/>
        </p:nvSpPr>
        <p:spPr>
          <a:xfrm>
            <a:off x="8782970" y="6085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2" name="02_predicted_pose_5141">
            <a:extLst>
              <a:ext uri="{FF2B5EF4-FFF2-40B4-BE49-F238E27FC236}">
                <a16:creationId xmlns:a16="http://schemas.microsoft.com/office/drawing/2014/main" id="{27CAF700-5EA3-40C6-B251-3BBE22871CEF}"/>
              </a:ext>
            </a:extLst>
          </p:cNvPr>
          <p:cNvSpPr>
            <a:spLocks noGrp="1"/>
          </p:cNvSpPr>
          <p:nvPr/>
        </p:nvSpPr>
        <p:spPr>
          <a:xfrm>
            <a:off x="8826721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3" name="02_predicted_pose_5142">
            <a:extLst>
              <a:ext uri="{FF2B5EF4-FFF2-40B4-BE49-F238E27FC236}">
                <a16:creationId xmlns:a16="http://schemas.microsoft.com/office/drawing/2014/main" id="{947F2C76-C8BB-4ACB-AAB9-F9B1F608F47D}"/>
              </a:ext>
            </a:extLst>
          </p:cNvPr>
          <p:cNvSpPr>
            <a:spLocks noGrp="1"/>
          </p:cNvSpPr>
          <p:nvPr/>
        </p:nvSpPr>
        <p:spPr>
          <a:xfrm>
            <a:off x="8841306" y="5886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4" name="02_predicted_pose_5143">
            <a:extLst>
              <a:ext uri="{FF2B5EF4-FFF2-40B4-BE49-F238E27FC236}">
                <a16:creationId xmlns:a16="http://schemas.microsoft.com/office/drawing/2014/main" id="{0DC25D3A-3C69-4C7F-8E77-0E40E8AE034B}"/>
              </a:ext>
            </a:extLst>
          </p:cNvPr>
          <p:cNvSpPr>
            <a:spLocks noGrp="1"/>
          </p:cNvSpPr>
          <p:nvPr/>
        </p:nvSpPr>
        <p:spPr>
          <a:xfrm>
            <a:off x="8885056" y="58846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5" name="02_predicted_pose_5144">
            <a:extLst>
              <a:ext uri="{FF2B5EF4-FFF2-40B4-BE49-F238E27FC236}">
                <a16:creationId xmlns:a16="http://schemas.microsoft.com/office/drawing/2014/main" id="{C1808769-15D8-45B7-B5D3-1EF5D769B5B4}"/>
              </a:ext>
            </a:extLst>
          </p:cNvPr>
          <p:cNvSpPr>
            <a:spLocks noGrp="1"/>
          </p:cNvSpPr>
          <p:nvPr/>
        </p:nvSpPr>
        <p:spPr>
          <a:xfrm>
            <a:off x="8899641" y="620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6" name="02_predicted_pose_5145">
            <a:extLst>
              <a:ext uri="{FF2B5EF4-FFF2-40B4-BE49-F238E27FC236}">
                <a16:creationId xmlns:a16="http://schemas.microsoft.com/office/drawing/2014/main" id="{8174C47D-EDFC-493F-A9C0-CB67ED34DBCD}"/>
              </a:ext>
            </a:extLst>
          </p:cNvPr>
          <p:cNvSpPr>
            <a:spLocks noGrp="1"/>
          </p:cNvSpPr>
          <p:nvPr/>
        </p:nvSpPr>
        <p:spPr>
          <a:xfrm>
            <a:off x="8615985" y="62529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7" name="02_predicted_pose_5146">
            <a:extLst>
              <a:ext uri="{FF2B5EF4-FFF2-40B4-BE49-F238E27FC236}">
                <a16:creationId xmlns:a16="http://schemas.microsoft.com/office/drawing/2014/main" id="{93067584-5EB7-424C-B953-1A979436F996}"/>
              </a:ext>
            </a:extLst>
          </p:cNvPr>
          <p:cNvSpPr>
            <a:spLocks noGrp="1"/>
          </p:cNvSpPr>
          <p:nvPr/>
        </p:nvSpPr>
        <p:spPr>
          <a:xfrm>
            <a:off x="8714426" y="6200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8" name="02_predicted_pose_5147">
            <a:extLst>
              <a:ext uri="{FF2B5EF4-FFF2-40B4-BE49-F238E27FC236}">
                <a16:creationId xmlns:a16="http://schemas.microsoft.com/office/drawing/2014/main" id="{84FB3258-7B3A-4FD8-818A-E72446CBDC70}"/>
              </a:ext>
            </a:extLst>
          </p:cNvPr>
          <p:cNvSpPr>
            <a:spLocks noGrp="1"/>
          </p:cNvSpPr>
          <p:nvPr/>
        </p:nvSpPr>
        <p:spPr>
          <a:xfrm>
            <a:off x="8646247" y="5729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9" name="02_predicted_pose_5148">
            <a:extLst>
              <a:ext uri="{FF2B5EF4-FFF2-40B4-BE49-F238E27FC236}">
                <a16:creationId xmlns:a16="http://schemas.microsoft.com/office/drawing/2014/main" id="{9FAD0EA1-5551-43DE-BF16-E91D1E22E9FB}"/>
              </a:ext>
            </a:extLst>
          </p:cNvPr>
          <p:cNvSpPr>
            <a:spLocks noGrp="1"/>
          </p:cNvSpPr>
          <p:nvPr/>
        </p:nvSpPr>
        <p:spPr>
          <a:xfrm>
            <a:off x="8744687" y="5925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0" name="02_predicted_pose_5149">
            <a:extLst>
              <a:ext uri="{FF2B5EF4-FFF2-40B4-BE49-F238E27FC236}">
                <a16:creationId xmlns:a16="http://schemas.microsoft.com/office/drawing/2014/main" id="{882B0B20-704B-46B2-851B-C6DD5F9E82C3}"/>
              </a:ext>
            </a:extLst>
          </p:cNvPr>
          <p:cNvSpPr>
            <a:spLocks noGrp="1"/>
          </p:cNvSpPr>
          <p:nvPr/>
        </p:nvSpPr>
        <p:spPr>
          <a:xfrm>
            <a:off x="8796825" y="5840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1" name="02_predicted_pose_5150">
            <a:extLst>
              <a:ext uri="{FF2B5EF4-FFF2-40B4-BE49-F238E27FC236}">
                <a16:creationId xmlns:a16="http://schemas.microsoft.com/office/drawing/2014/main" id="{A2B1F68C-3202-4373-B228-EE5258538DDD}"/>
              </a:ext>
            </a:extLst>
          </p:cNvPr>
          <p:cNvSpPr>
            <a:spLocks noGrp="1"/>
          </p:cNvSpPr>
          <p:nvPr/>
        </p:nvSpPr>
        <p:spPr>
          <a:xfrm>
            <a:off x="8624735" y="61699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2" name="02_predicted_pose_5151">
            <a:extLst>
              <a:ext uri="{FF2B5EF4-FFF2-40B4-BE49-F238E27FC236}">
                <a16:creationId xmlns:a16="http://schemas.microsoft.com/office/drawing/2014/main" id="{71219C62-A5EF-49EF-A05C-E58CCE82437F}"/>
              </a:ext>
            </a:extLst>
          </p:cNvPr>
          <p:cNvSpPr>
            <a:spLocks noGrp="1"/>
          </p:cNvSpPr>
          <p:nvPr/>
        </p:nvSpPr>
        <p:spPr>
          <a:xfrm>
            <a:off x="8893078" y="60869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3" name="02_predicted_pose_5152">
            <a:extLst>
              <a:ext uri="{FF2B5EF4-FFF2-40B4-BE49-F238E27FC236}">
                <a16:creationId xmlns:a16="http://schemas.microsoft.com/office/drawing/2014/main" id="{3460A0CD-DD45-4329-82F9-B63FA4970F07}"/>
              </a:ext>
            </a:extLst>
          </p:cNvPr>
          <p:cNvSpPr>
            <a:spLocks noGrp="1"/>
          </p:cNvSpPr>
          <p:nvPr/>
        </p:nvSpPr>
        <p:spPr>
          <a:xfrm>
            <a:off x="8760000" y="6125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4" name="02_predicted_pose_5153">
            <a:extLst>
              <a:ext uri="{FF2B5EF4-FFF2-40B4-BE49-F238E27FC236}">
                <a16:creationId xmlns:a16="http://schemas.microsoft.com/office/drawing/2014/main" id="{1DF2E81E-0870-4CF9-A1F4-B09108462667}"/>
              </a:ext>
            </a:extLst>
          </p:cNvPr>
          <p:cNvSpPr>
            <a:spLocks noGrp="1"/>
          </p:cNvSpPr>
          <p:nvPr/>
        </p:nvSpPr>
        <p:spPr>
          <a:xfrm>
            <a:off x="8631298" y="602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5" name="02_predicted_pose_5154">
            <a:extLst>
              <a:ext uri="{FF2B5EF4-FFF2-40B4-BE49-F238E27FC236}">
                <a16:creationId xmlns:a16="http://schemas.microsoft.com/office/drawing/2014/main" id="{E1CD7DBB-9622-4F1D-A147-D85D6F5461F8}"/>
              </a:ext>
            </a:extLst>
          </p:cNvPr>
          <p:cNvSpPr>
            <a:spLocks noGrp="1"/>
          </p:cNvSpPr>
          <p:nvPr/>
        </p:nvSpPr>
        <p:spPr>
          <a:xfrm>
            <a:off x="8675050" y="5985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6" name="02_predicted_pose_5155">
            <a:extLst>
              <a:ext uri="{FF2B5EF4-FFF2-40B4-BE49-F238E27FC236}">
                <a16:creationId xmlns:a16="http://schemas.microsoft.com/office/drawing/2014/main" id="{89714868-1B19-4A65-AE24-5C8599119DBB}"/>
              </a:ext>
            </a:extLst>
          </p:cNvPr>
          <p:cNvSpPr>
            <a:spLocks noGrp="1"/>
          </p:cNvSpPr>
          <p:nvPr/>
        </p:nvSpPr>
        <p:spPr>
          <a:xfrm>
            <a:off x="8718801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7" name="02_predicted_pose_5156">
            <a:extLst>
              <a:ext uri="{FF2B5EF4-FFF2-40B4-BE49-F238E27FC236}">
                <a16:creationId xmlns:a16="http://schemas.microsoft.com/office/drawing/2014/main" id="{83A74F5C-387C-4B48-A930-CBEF5EC7CECB}"/>
              </a:ext>
            </a:extLst>
          </p:cNvPr>
          <p:cNvSpPr>
            <a:spLocks noGrp="1"/>
          </p:cNvSpPr>
          <p:nvPr/>
        </p:nvSpPr>
        <p:spPr>
          <a:xfrm>
            <a:off x="8903287" y="6163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8" name="02_predicted_pose_5157">
            <a:extLst>
              <a:ext uri="{FF2B5EF4-FFF2-40B4-BE49-F238E27FC236}">
                <a16:creationId xmlns:a16="http://schemas.microsoft.com/office/drawing/2014/main" id="{BB100F1C-0486-4402-B8EF-C382F70E4848}"/>
              </a:ext>
            </a:extLst>
          </p:cNvPr>
          <p:cNvSpPr>
            <a:spLocks noGrp="1"/>
          </p:cNvSpPr>
          <p:nvPr/>
        </p:nvSpPr>
        <p:spPr>
          <a:xfrm>
            <a:off x="8583535" y="6085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9" name="02_predicted_pose_5158">
            <a:extLst>
              <a:ext uri="{FF2B5EF4-FFF2-40B4-BE49-F238E27FC236}">
                <a16:creationId xmlns:a16="http://schemas.microsoft.com/office/drawing/2014/main" id="{E04C9153-8B39-4DEC-A99D-9200EBBEB4C0}"/>
              </a:ext>
            </a:extLst>
          </p:cNvPr>
          <p:cNvSpPr>
            <a:spLocks noGrp="1"/>
          </p:cNvSpPr>
          <p:nvPr/>
        </p:nvSpPr>
        <p:spPr>
          <a:xfrm>
            <a:off x="8805575" y="6183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0" name="02_predicted_pose_5159">
            <a:extLst>
              <a:ext uri="{FF2B5EF4-FFF2-40B4-BE49-F238E27FC236}">
                <a16:creationId xmlns:a16="http://schemas.microsoft.com/office/drawing/2014/main" id="{9EF1453F-EA27-4A38-9C14-BE1335BEAE5E}"/>
              </a:ext>
            </a:extLst>
          </p:cNvPr>
          <p:cNvSpPr>
            <a:spLocks noGrp="1"/>
          </p:cNvSpPr>
          <p:nvPr/>
        </p:nvSpPr>
        <p:spPr>
          <a:xfrm>
            <a:off x="8904016" y="60748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1" name="02_predicted_pose_5160">
            <a:extLst>
              <a:ext uri="{FF2B5EF4-FFF2-40B4-BE49-F238E27FC236}">
                <a16:creationId xmlns:a16="http://schemas.microsoft.com/office/drawing/2014/main" id="{76FA3250-42F6-4AD4-AC6A-9DDB6C819FEB}"/>
              </a:ext>
            </a:extLst>
          </p:cNvPr>
          <p:cNvSpPr>
            <a:spLocks noGrp="1"/>
          </p:cNvSpPr>
          <p:nvPr/>
        </p:nvSpPr>
        <p:spPr>
          <a:xfrm>
            <a:off x="8724999" y="5753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2" name="02_predicted_pose_5161">
            <a:extLst>
              <a:ext uri="{FF2B5EF4-FFF2-40B4-BE49-F238E27FC236}">
                <a16:creationId xmlns:a16="http://schemas.microsoft.com/office/drawing/2014/main" id="{3FB3C9D7-FE9A-4C84-ACB2-596E60201BCA}"/>
              </a:ext>
            </a:extLst>
          </p:cNvPr>
          <p:cNvSpPr>
            <a:spLocks noGrp="1"/>
          </p:cNvSpPr>
          <p:nvPr/>
        </p:nvSpPr>
        <p:spPr>
          <a:xfrm>
            <a:off x="8739583" y="5915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3" name="02_predicted_pose_5162">
            <a:extLst>
              <a:ext uri="{FF2B5EF4-FFF2-40B4-BE49-F238E27FC236}">
                <a16:creationId xmlns:a16="http://schemas.microsoft.com/office/drawing/2014/main" id="{6CBA15C6-826B-4809-9C59-D0924B4B3C60}"/>
              </a:ext>
            </a:extLst>
          </p:cNvPr>
          <p:cNvSpPr>
            <a:spLocks noGrp="1"/>
          </p:cNvSpPr>
          <p:nvPr/>
        </p:nvSpPr>
        <p:spPr>
          <a:xfrm>
            <a:off x="8656820" y="59849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4" name="02_predicted_pose_5163">
            <a:extLst>
              <a:ext uri="{FF2B5EF4-FFF2-40B4-BE49-F238E27FC236}">
                <a16:creationId xmlns:a16="http://schemas.microsoft.com/office/drawing/2014/main" id="{CDDF9162-FE88-4004-BA31-2CCA15EC699A}"/>
              </a:ext>
            </a:extLst>
          </p:cNvPr>
          <p:cNvSpPr>
            <a:spLocks noGrp="1"/>
          </p:cNvSpPr>
          <p:nvPr/>
        </p:nvSpPr>
        <p:spPr>
          <a:xfrm>
            <a:off x="8671403" y="6023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5" name="02_predicted_pose_5164">
            <a:extLst>
              <a:ext uri="{FF2B5EF4-FFF2-40B4-BE49-F238E27FC236}">
                <a16:creationId xmlns:a16="http://schemas.microsoft.com/office/drawing/2014/main" id="{AAB96EBA-FB94-40CC-B736-D6CBFF1AC56E}"/>
              </a:ext>
            </a:extLst>
          </p:cNvPr>
          <p:cNvSpPr>
            <a:spLocks noGrp="1"/>
          </p:cNvSpPr>
          <p:nvPr/>
        </p:nvSpPr>
        <p:spPr>
          <a:xfrm>
            <a:off x="8685987" y="600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6" name="02_predicted_pose_5165">
            <a:extLst>
              <a:ext uri="{FF2B5EF4-FFF2-40B4-BE49-F238E27FC236}">
                <a16:creationId xmlns:a16="http://schemas.microsoft.com/office/drawing/2014/main" id="{D29B8FA4-C33D-47CD-A3FE-5ABB833C32F8}"/>
              </a:ext>
            </a:extLst>
          </p:cNvPr>
          <p:cNvSpPr>
            <a:spLocks noGrp="1"/>
          </p:cNvSpPr>
          <p:nvPr/>
        </p:nvSpPr>
        <p:spPr>
          <a:xfrm>
            <a:off x="8700571" y="60026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7" name="02_predicted_pose_5166">
            <a:extLst>
              <a:ext uri="{FF2B5EF4-FFF2-40B4-BE49-F238E27FC236}">
                <a16:creationId xmlns:a16="http://schemas.microsoft.com/office/drawing/2014/main" id="{169412C8-A107-44F7-A396-0FB8DCC79A7F}"/>
              </a:ext>
            </a:extLst>
          </p:cNvPr>
          <p:cNvSpPr>
            <a:spLocks noGrp="1"/>
          </p:cNvSpPr>
          <p:nvPr/>
        </p:nvSpPr>
        <p:spPr>
          <a:xfrm>
            <a:off x="8715155" y="5969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8" name="02_predicted_pose_5167">
            <a:extLst>
              <a:ext uri="{FF2B5EF4-FFF2-40B4-BE49-F238E27FC236}">
                <a16:creationId xmlns:a16="http://schemas.microsoft.com/office/drawing/2014/main" id="{13B03A93-8146-4F5E-91C8-CC638B05280A}"/>
              </a:ext>
            </a:extLst>
          </p:cNvPr>
          <p:cNvSpPr>
            <a:spLocks noGrp="1"/>
          </p:cNvSpPr>
          <p:nvPr/>
        </p:nvSpPr>
        <p:spPr>
          <a:xfrm>
            <a:off x="8729739" y="6065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9" name="02_predicted_pose_5168">
            <a:extLst>
              <a:ext uri="{FF2B5EF4-FFF2-40B4-BE49-F238E27FC236}">
                <a16:creationId xmlns:a16="http://schemas.microsoft.com/office/drawing/2014/main" id="{7E20345B-8D7B-42D0-8759-22ED29652383}"/>
              </a:ext>
            </a:extLst>
          </p:cNvPr>
          <p:cNvSpPr>
            <a:spLocks noGrp="1"/>
          </p:cNvSpPr>
          <p:nvPr/>
        </p:nvSpPr>
        <p:spPr>
          <a:xfrm>
            <a:off x="8744322" y="612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0" name="02_predicted_pose_5169">
            <a:extLst>
              <a:ext uri="{FF2B5EF4-FFF2-40B4-BE49-F238E27FC236}">
                <a16:creationId xmlns:a16="http://schemas.microsoft.com/office/drawing/2014/main" id="{293CDF21-BF93-4377-B1CE-E91DD77089FB}"/>
              </a:ext>
            </a:extLst>
          </p:cNvPr>
          <p:cNvSpPr>
            <a:spLocks noGrp="1"/>
          </p:cNvSpPr>
          <p:nvPr/>
        </p:nvSpPr>
        <p:spPr>
          <a:xfrm>
            <a:off x="8758907" y="6043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1" name="02_predicted_pose_5170">
            <a:extLst>
              <a:ext uri="{FF2B5EF4-FFF2-40B4-BE49-F238E27FC236}">
                <a16:creationId xmlns:a16="http://schemas.microsoft.com/office/drawing/2014/main" id="{60C2FF33-BA92-463F-8477-3275A7C66F1E}"/>
              </a:ext>
            </a:extLst>
          </p:cNvPr>
          <p:cNvSpPr>
            <a:spLocks noGrp="1"/>
          </p:cNvSpPr>
          <p:nvPr/>
        </p:nvSpPr>
        <p:spPr>
          <a:xfrm>
            <a:off x="8773490" y="6101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2" name="02_predicted_pose_5171">
            <a:extLst>
              <a:ext uri="{FF2B5EF4-FFF2-40B4-BE49-F238E27FC236}">
                <a16:creationId xmlns:a16="http://schemas.microsoft.com/office/drawing/2014/main" id="{2FE546D1-50A6-4C59-8BAF-BE933FBAB1B4}"/>
              </a:ext>
            </a:extLst>
          </p:cNvPr>
          <p:cNvSpPr>
            <a:spLocks noGrp="1"/>
          </p:cNvSpPr>
          <p:nvPr/>
        </p:nvSpPr>
        <p:spPr>
          <a:xfrm>
            <a:off x="8788074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3" name="02_predicted_pose_5172">
            <a:extLst>
              <a:ext uri="{FF2B5EF4-FFF2-40B4-BE49-F238E27FC236}">
                <a16:creationId xmlns:a16="http://schemas.microsoft.com/office/drawing/2014/main" id="{76B1A0F9-EF30-4044-B33C-2B4FBDEAD5A8}"/>
              </a:ext>
            </a:extLst>
          </p:cNvPr>
          <p:cNvSpPr>
            <a:spLocks noGrp="1"/>
          </p:cNvSpPr>
          <p:nvPr/>
        </p:nvSpPr>
        <p:spPr>
          <a:xfrm>
            <a:off x="8671039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4" name="02_predicted_pose_5173">
            <a:extLst>
              <a:ext uri="{FF2B5EF4-FFF2-40B4-BE49-F238E27FC236}">
                <a16:creationId xmlns:a16="http://schemas.microsoft.com/office/drawing/2014/main" id="{FCAB7230-E6DD-4423-8BEE-30ECF85F41A3}"/>
              </a:ext>
            </a:extLst>
          </p:cNvPr>
          <p:cNvSpPr>
            <a:spLocks noGrp="1"/>
          </p:cNvSpPr>
          <p:nvPr/>
        </p:nvSpPr>
        <p:spPr>
          <a:xfrm>
            <a:off x="8873389" y="6256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5" name="02_predicted_pose_5174">
            <a:extLst>
              <a:ext uri="{FF2B5EF4-FFF2-40B4-BE49-F238E27FC236}">
                <a16:creationId xmlns:a16="http://schemas.microsoft.com/office/drawing/2014/main" id="{387ED29E-FB09-4EED-BB40-0B1F530D7C93}"/>
              </a:ext>
            </a:extLst>
          </p:cNvPr>
          <p:cNvSpPr>
            <a:spLocks noGrp="1"/>
          </p:cNvSpPr>
          <p:nvPr/>
        </p:nvSpPr>
        <p:spPr>
          <a:xfrm>
            <a:off x="8737031" y="6253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6" name="02_predicted_pose_5175">
            <a:extLst>
              <a:ext uri="{FF2B5EF4-FFF2-40B4-BE49-F238E27FC236}">
                <a16:creationId xmlns:a16="http://schemas.microsoft.com/office/drawing/2014/main" id="{4DFE2C80-B837-423D-AE14-10E0634E0159}"/>
              </a:ext>
            </a:extLst>
          </p:cNvPr>
          <p:cNvSpPr>
            <a:spLocks noGrp="1"/>
          </p:cNvSpPr>
          <p:nvPr/>
        </p:nvSpPr>
        <p:spPr>
          <a:xfrm>
            <a:off x="8622912" y="5997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7" name="02_predicted_pose_5176">
            <a:extLst>
              <a:ext uri="{FF2B5EF4-FFF2-40B4-BE49-F238E27FC236}">
                <a16:creationId xmlns:a16="http://schemas.microsoft.com/office/drawing/2014/main" id="{80B59819-1729-49A7-B1B0-E286A2C0B6E5}"/>
              </a:ext>
            </a:extLst>
          </p:cNvPr>
          <p:cNvSpPr>
            <a:spLocks noGrp="1"/>
          </p:cNvSpPr>
          <p:nvPr/>
        </p:nvSpPr>
        <p:spPr>
          <a:xfrm>
            <a:off x="8751615" y="6226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8" name="02_predicted_pose_5177">
            <a:extLst>
              <a:ext uri="{FF2B5EF4-FFF2-40B4-BE49-F238E27FC236}">
                <a16:creationId xmlns:a16="http://schemas.microsoft.com/office/drawing/2014/main" id="{61E5252D-1F05-4C1F-9D87-E37BF47A4D29}"/>
              </a:ext>
            </a:extLst>
          </p:cNvPr>
          <p:cNvSpPr>
            <a:spLocks noGrp="1"/>
          </p:cNvSpPr>
          <p:nvPr/>
        </p:nvSpPr>
        <p:spPr>
          <a:xfrm>
            <a:off x="8865004" y="58850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9" name="02_predicted_pose_5178">
            <a:extLst>
              <a:ext uri="{FF2B5EF4-FFF2-40B4-BE49-F238E27FC236}">
                <a16:creationId xmlns:a16="http://schemas.microsoft.com/office/drawing/2014/main" id="{7FE9A3A4-0FCE-43CE-9E2C-21B7E3F768A4}"/>
              </a:ext>
            </a:extLst>
          </p:cNvPr>
          <p:cNvSpPr>
            <a:spLocks noGrp="1"/>
          </p:cNvSpPr>
          <p:nvPr/>
        </p:nvSpPr>
        <p:spPr>
          <a:xfrm>
            <a:off x="8923339" y="61170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0" name="02_predicted_pose_5179">
            <a:extLst>
              <a:ext uri="{FF2B5EF4-FFF2-40B4-BE49-F238E27FC236}">
                <a16:creationId xmlns:a16="http://schemas.microsoft.com/office/drawing/2014/main" id="{054B4066-DF74-475D-8CB0-D8CF9C315E29}"/>
              </a:ext>
            </a:extLst>
          </p:cNvPr>
          <p:cNvSpPr>
            <a:spLocks noGrp="1"/>
          </p:cNvSpPr>
          <p:nvPr/>
        </p:nvSpPr>
        <p:spPr>
          <a:xfrm>
            <a:off x="8704582" y="5973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1" name="02_predicted_pose_5180">
            <a:extLst>
              <a:ext uri="{FF2B5EF4-FFF2-40B4-BE49-F238E27FC236}">
                <a16:creationId xmlns:a16="http://schemas.microsoft.com/office/drawing/2014/main" id="{55B3A920-EEE7-491F-98D2-F9FE91B06612}"/>
              </a:ext>
            </a:extLst>
          </p:cNvPr>
          <p:cNvSpPr>
            <a:spLocks noGrp="1"/>
          </p:cNvSpPr>
          <p:nvPr/>
        </p:nvSpPr>
        <p:spPr>
          <a:xfrm>
            <a:off x="8733749" y="6040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2" name="02_predicted_pose_5181">
            <a:extLst>
              <a:ext uri="{FF2B5EF4-FFF2-40B4-BE49-F238E27FC236}">
                <a16:creationId xmlns:a16="http://schemas.microsoft.com/office/drawing/2014/main" id="{89D5D1E3-FA01-4514-A9CF-8B793C322ECE}"/>
              </a:ext>
            </a:extLst>
          </p:cNvPr>
          <p:cNvSpPr>
            <a:spLocks noGrp="1"/>
          </p:cNvSpPr>
          <p:nvPr/>
        </p:nvSpPr>
        <p:spPr>
          <a:xfrm>
            <a:off x="8777501" y="59369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3" name="02_predicted_pose_5182">
            <a:extLst>
              <a:ext uri="{FF2B5EF4-FFF2-40B4-BE49-F238E27FC236}">
                <a16:creationId xmlns:a16="http://schemas.microsoft.com/office/drawing/2014/main" id="{DB6B45B4-F832-4786-986F-887E22BC64DA}"/>
              </a:ext>
            </a:extLst>
          </p:cNvPr>
          <p:cNvSpPr>
            <a:spLocks noGrp="1"/>
          </p:cNvSpPr>
          <p:nvPr/>
        </p:nvSpPr>
        <p:spPr>
          <a:xfrm>
            <a:off x="8806668" y="5970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4" name="02_predicted_pose_5183">
            <a:extLst>
              <a:ext uri="{FF2B5EF4-FFF2-40B4-BE49-F238E27FC236}">
                <a16:creationId xmlns:a16="http://schemas.microsoft.com/office/drawing/2014/main" id="{F95A520D-9812-4BB2-8297-B161E25BA764}"/>
              </a:ext>
            </a:extLst>
          </p:cNvPr>
          <p:cNvSpPr>
            <a:spLocks noGrp="1"/>
          </p:cNvSpPr>
          <p:nvPr/>
        </p:nvSpPr>
        <p:spPr>
          <a:xfrm>
            <a:off x="8821252" y="60164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5" name="02_predicted_pose_5184">
            <a:extLst>
              <a:ext uri="{FF2B5EF4-FFF2-40B4-BE49-F238E27FC236}">
                <a16:creationId xmlns:a16="http://schemas.microsoft.com/office/drawing/2014/main" id="{42723D7E-A19B-4097-933A-3EB598D96B8A}"/>
              </a:ext>
            </a:extLst>
          </p:cNvPr>
          <p:cNvSpPr>
            <a:spLocks noGrp="1"/>
          </p:cNvSpPr>
          <p:nvPr/>
        </p:nvSpPr>
        <p:spPr>
          <a:xfrm>
            <a:off x="8718801" y="59777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6" name="02_predicted_pose_5185">
            <a:extLst>
              <a:ext uri="{FF2B5EF4-FFF2-40B4-BE49-F238E27FC236}">
                <a16:creationId xmlns:a16="http://schemas.microsoft.com/office/drawing/2014/main" id="{5B8EC8EE-9A1C-45F1-A441-0B14CB606EF3}"/>
              </a:ext>
            </a:extLst>
          </p:cNvPr>
          <p:cNvSpPr>
            <a:spLocks noGrp="1"/>
          </p:cNvSpPr>
          <p:nvPr/>
        </p:nvSpPr>
        <p:spPr>
          <a:xfrm>
            <a:off x="8827450" y="61813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7" name="02_predicted_pose_5186">
            <a:extLst>
              <a:ext uri="{FF2B5EF4-FFF2-40B4-BE49-F238E27FC236}">
                <a16:creationId xmlns:a16="http://schemas.microsoft.com/office/drawing/2014/main" id="{1D5B9269-14D4-4277-A725-22212D4CFB1D}"/>
              </a:ext>
            </a:extLst>
          </p:cNvPr>
          <p:cNvSpPr>
            <a:spLocks noGrp="1"/>
          </p:cNvSpPr>
          <p:nvPr/>
        </p:nvSpPr>
        <p:spPr>
          <a:xfrm>
            <a:off x="8856618" y="62369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8" name="02_predicted_pose_5187">
            <a:extLst>
              <a:ext uri="{FF2B5EF4-FFF2-40B4-BE49-F238E27FC236}">
                <a16:creationId xmlns:a16="http://schemas.microsoft.com/office/drawing/2014/main" id="{3AA5A9F2-5F5E-4B52-97B3-7BACF72927FD}"/>
              </a:ext>
            </a:extLst>
          </p:cNvPr>
          <p:cNvSpPr>
            <a:spLocks noGrp="1"/>
          </p:cNvSpPr>
          <p:nvPr/>
        </p:nvSpPr>
        <p:spPr>
          <a:xfrm>
            <a:off x="8885786" y="61857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9" name="02_predicted_pose_5188">
            <a:extLst>
              <a:ext uri="{FF2B5EF4-FFF2-40B4-BE49-F238E27FC236}">
                <a16:creationId xmlns:a16="http://schemas.microsoft.com/office/drawing/2014/main" id="{E6CEC995-8084-4565-80B1-A1E99341793E}"/>
              </a:ext>
            </a:extLst>
          </p:cNvPr>
          <p:cNvSpPr>
            <a:spLocks noGrp="1"/>
          </p:cNvSpPr>
          <p:nvPr/>
        </p:nvSpPr>
        <p:spPr>
          <a:xfrm>
            <a:off x="8914954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0" name="02_predicted_pose_5189">
            <a:extLst>
              <a:ext uri="{FF2B5EF4-FFF2-40B4-BE49-F238E27FC236}">
                <a16:creationId xmlns:a16="http://schemas.microsoft.com/office/drawing/2014/main" id="{5122D37B-BCEA-4198-9E25-07550DF33E4D}"/>
              </a:ext>
            </a:extLst>
          </p:cNvPr>
          <p:cNvSpPr>
            <a:spLocks noGrp="1"/>
          </p:cNvSpPr>
          <p:nvPr/>
        </p:nvSpPr>
        <p:spPr>
          <a:xfrm>
            <a:off x="8670674" y="6183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1" name="02_predicted_pose_5190">
            <a:extLst>
              <a:ext uri="{FF2B5EF4-FFF2-40B4-BE49-F238E27FC236}">
                <a16:creationId xmlns:a16="http://schemas.microsoft.com/office/drawing/2014/main" id="{5B44AAFA-B592-4FB2-88C0-7CF633F21BE8}"/>
              </a:ext>
            </a:extLst>
          </p:cNvPr>
          <p:cNvSpPr>
            <a:spLocks noGrp="1"/>
          </p:cNvSpPr>
          <p:nvPr/>
        </p:nvSpPr>
        <p:spPr>
          <a:xfrm>
            <a:off x="8685258" y="62346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2" name="02_predicted_pose_5191">
            <a:extLst>
              <a:ext uri="{FF2B5EF4-FFF2-40B4-BE49-F238E27FC236}">
                <a16:creationId xmlns:a16="http://schemas.microsoft.com/office/drawing/2014/main" id="{04BFE38F-E224-4E7E-94FA-62A3ABB8B54B}"/>
              </a:ext>
            </a:extLst>
          </p:cNvPr>
          <p:cNvSpPr>
            <a:spLocks noGrp="1"/>
          </p:cNvSpPr>
          <p:nvPr/>
        </p:nvSpPr>
        <p:spPr>
          <a:xfrm>
            <a:off x="8714426" y="623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3" name="02_predicted_pose_5192">
            <a:extLst>
              <a:ext uri="{FF2B5EF4-FFF2-40B4-BE49-F238E27FC236}">
                <a16:creationId xmlns:a16="http://schemas.microsoft.com/office/drawing/2014/main" id="{9ED8C28B-A137-42F8-9FA3-D21DBE497E85}"/>
              </a:ext>
            </a:extLst>
          </p:cNvPr>
          <p:cNvSpPr>
            <a:spLocks noGrp="1"/>
          </p:cNvSpPr>
          <p:nvPr/>
        </p:nvSpPr>
        <p:spPr>
          <a:xfrm>
            <a:off x="8743593" y="61330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4" name="02_predicted_pose_5193">
            <a:extLst>
              <a:ext uri="{FF2B5EF4-FFF2-40B4-BE49-F238E27FC236}">
                <a16:creationId xmlns:a16="http://schemas.microsoft.com/office/drawing/2014/main" id="{97EF5A71-15B1-4D0E-BC59-66E694B42329}"/>
              </a:ext>
            </a:extLst>
          </p:cNvPr>
          <p:cNvSpPr>
            <a:spLocks noGrp="1"/>
          </p:cNvSpPr>
          <p:nvPr/>
        </p:nvSpPr>
        <p:spPr>
          <a:xfrm>
            <a:off x="8772761" y="61691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5" name="02_predicted_pose_5194">
            <a:extLst>
              <a:ext uri="{FF2B5EF4-FFF2-40B4-BE49-F238E27FC236}">
                <a16:creationId xmlns:a16="http://schemas.microsoft.com/office/drawing/2014/main" id="{0BE0FFDD-A468-450B-9B43-87CDE70AE5F7}"/>
              </a:ext>
            </a:extLst>
          </p:cNvPr>
          <p:cNvSpPr>
            <a:spLocks noGrp="1"/>
          </p:cNvSpPr>
          <p:nvPr/>
        </p:nvSpPr>
        <p:spPr>
          <a:xfrm>
            <a:off x="8799012" y="5652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6" name="02_predicted_pose_5195">
            <a:extLst>
              <a:ext uri="{FF2B5EF4-FFF2-40B4-BE49-F238E27FC236}">
                <a16:creationId xmlns:a16="http://schemas.microsoft.com/office/drawing/2014/main" id="{9ADA3383-217F-42DE-B644-DCBD378D6971}"/>
              </a:ext>
            </a:extLst>
          </p:cNvPr>
          <p:cNvSpPr>
            <a:spLocks noGrp="1"/>
          </p:cNvSpPr>
          <p:nvPr/>
        </p:nvSpPr>
        <p:spPr>
          <a:xfrm>
            <a:off x="8813596" y="58147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7" name="02_predicted_pose_5196">
            <a:extLst>
              <a:ext uri="{FF2B5EF4-FFF2-40B4-BE49-F238E27FC236}">
                <a16:creationId xmlns:a16="http://schemas.microsoft.com/office/drawing/2014/main" id="{DC59DF0C-BCD5-4B96-AEC2-359B37D4DFED}"/>
              </a:ext>
            </a:extLst>
          </p:cNvPr>
          <p:cNvSpPr>
            <a:spLocks noGrp="1"/>
          </p:cNvSpPr>
          <p:nvPr/>
        </p:nvSpPr>
        <p:spPr>
          <a:xfrm>
            <a:off x="8740677" y="59440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8" name="02_predicted_pose_5197">
            <a:extLst>
              <a:ext uri="{FF2B5EF4-FFF2-40B4-BE49-F238E27FC236}">
                <a16:creationId xmlns:a16="http://schemas.microsoft.com/office/drawing/2014/main" id="{F763F628-5593-4266-9D96-0451F30130CA}"/>
              </a:ext>
            </a:extLst>
          </p:cNvPr>
          <p:cNvSpPr>
            <a:spLocks noGrp="1"/>
          </p:cNvSpPr>
          <p:nvPr/>
        </p:nvSpPr>
        <p:spPr>
          <a:xfrm>
            <a:off x="8684894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9" name="02_predicted_pose_5198">
            <a:extLst>
              <a:ext uri="{FF2B5EF4-FFF2-40B4-BE49-F238E27FC236}">
                <a16:creationId xmlns:a16="http://schemas.microsoft.com/office/drawing/2014/main" id="{7654B53C-0CF5-4923-A2C3-9BCF38D3D123}"/>
              </a:ext>
            </a:extLst>
          </p:cNvPr>
          <p:cNvSpPr>
            <a:spLocks noGrp="1"/>
          </p:cNvSpPr>
          <p:nvPr/>
        </p:nvSpPr>
        <p:spPr>
          <a:xfrm>
            <a:off x="8596661" y="6163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0" name="02_predicted_pose_5199">
            <a:extLst>
              <a:ext uri="{FF2B5EF4-FFF2-40B4-BE49-F238E27FC236}">
                <a16:creationId xmlns:a16="http://schemas.microsoft.com/office/drawing/2014/main" id="{90A6DBF7-B26B-49BE-A490-00628BCC9570}"/>
              </a:ext>
            </a:extLst>
          </p:cNvPr>
          <p:cNvSpPr>
            <a:spLocks noGrp="1"/>
          </p:cNvSpPr>
          <p:nvPr/>
        </p:nvSpPr>
        <p:spPr>
          <a:xfrm>
            <a:off x="8854795" y="5777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1" name="02_predicted_pose_5200">
            <a:extLst>
              <a:ext uri="{FF2B5EF4-FFF2-40B4-BE49-F238E27FC236}">
                <a16:creationId xmlns:a16="http://schemas.microsoft.com/office/drawing/2014/main" id="{C6616CE1-C3C8-4F4E-927E-CAAD2D1C72B8}"/>
              </a:ext>
            </a:extLst>
          </p:cNvPr>
          <p:cNvSpPr>
            <a:spLocks noGrp="1"/>
          </p:cNvSpPr>
          <p:nvPr/>
        </p:nvSpPr>
        <p:spPr>
          <a:xfrm>
            <a:off x="8809221" y="53781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2" name="02_predicted_pose_5201">
            <a:extLst>
              <a:ext uri="{FF2B5EF4-FFF2-40B4-BE49-F238E27FC236}">
                <a16:creationId xmlns:a16="http://schemas.microsoft.com/office/drawing/2014/main" id="{5EC6525C-5F0C-4AFE-BEF5-922910A46BE9}"/>
              </a:ext>
            </a:extLst>
          </p:cNvPr>
          <p:cNvSpPr>
            <a:spLocks noGrp="1"/>
          </p:cNvSpPr>
          <p:nvPr/>
        </p:nvSpPr>
        <p:spPr>
          <a:xfrm>
            <a:off x="8823805" y="5464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3" name="02_predicted_pose_5202">
            <a:extLst>
              <a:ext uri="{FF2B5EF4-FFF2-40B4-BE49-F238E27FC236}">
                <a16:creationId xmlns:a16="http://schemas.microsoft.com/office/drawing/2014/main" id="{326680F7-6103-490A-A531-2CE3722345A7}"/>
              </a:ext>
            </a:extLst>
          </p:cNvPr>
          <p:cNvSpPr>
            <a:spLocks noGrp="1"/>
          </p:cNvSpPr>
          <p:nvPr/>
        </p:nvSpPr>
        <p:spPr>
          <a:xfrm>
            <a:off x="8618537" y="6136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4" name="02_predicted_pose_5203">
            <a:extLst>
              <a:ext uri="{FF2B5EF4-FFF2-40B4-BE49-F238E27FC236}">
                <a16:creationId xmlns:a16="http://schemas.microsoft.com/office/drawing/2014/main" id="{541D8746-2A4A-4BA5-AAAB-0E4C67D41772}"/>
              </a:ext>
            </a:extLst>
          </p:cNvPr>
          <p:cNvSpPr>
            <a:spLocks noGrp="1"/>
          </p:cNvSpPr>
          <p:nvPr/>
        </p:nvSpPr>
        <p:spPr>
          <a:xfrm>
            <a:off x="8809585" y="62596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5" name="02_predicted_pose_5204">
            <a:extLst>
              <a:ext uri="{FF2B5EF4-FFF2-40B4-BE49-F238E27FC236}">
                <a16:creationId xmlns:a16="http://schemas.microsoft.com/office/drawing/2014/main" id="{4A87FFC0-9EB2-40E2-A6DA-1FBB12BDA7F0}"/>
              </a:ext>
            </a:extLst>
          </p:cNvPr>
          <p:cNvSpPr>
            <a:spLocks noGrp="1"/>
          </p:cNvSpPr>
          <p:nvPr/>
        </p:nvSpPr>
        <p:spPr>
          <a:xfrm>
            <a:off x="8824170" y="62266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6" name="02_predicted_pose_5205">
            <a:extLst>
              <a:ext uri="{FF2B5EF4-FFF2-40B4-BE49-F238E27FC236}">
                <a16:creationId xmlns:a16="http://schemas.microsoft.com/office/drawing/2014/main" id="{C846945A-8319-433E-BCAF-5DC9F1D9E59B}"/>
              </a:ext>
            </a:extLst>
          </p:cNvPr>
          <p:cNvSpPr>
            <a:spLocks noGrp="1"/>
          </p:cNvSpPr>
          <p:nvPr/>
        </p:nvSpPr>
        <p:spPr>
          <a:xfrm>
            <a:off x="8838753" y="6265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7" name="02_predicted_pose_5206">
            <a:extLst>
              <a:ext uri="{FF2B5EF4-FFF2-40B4-BE49-F238E27FC236}">
                <a16:creationId xmlns:a16="http://schemas.microsoft.com/office/drawing/2014/main" id="{6D37BF65-8747-4FD5-A57C-4E3E113E442F}"/>
              </a:ext>
            </a:extLst>
          </p:cNvPr>
          <p:cNvSpPr>
            <a:spLocks noGrp="1"/>
          </p:cNvSpPr>
          <p:nvPr/>
        </p:nvSpPr>
        <p:spPr>
          <a:xfrm>
            <a:off x="8853337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8" name="02_predicted_pose_5207">
            <a:extLst>
              <a:ext uri="{FF2B5EF4-FFF2-40B4-BE49-F238E27FC236}">
                <a16:creationId xmlns:a16="http://schemas.microsoft.com/office/drawing/2014/main" id="{8B051A90-6F9C-442E-B3AF-6BE169C34B2C}"/>
              </a:ext>
            </a:extLst>
          </p:cNvPr>
          <p:cNvSpPr>
            <a:spLocks noGrp="1"/>
          </p:cNvSpPr>
          <p:nvPr/>
        </p:nvSpPr>
        <p:spPr>
          <a:xfrm>
            <a:off x="8867920" y="6263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9" name="02_predicted_pose_5208">
            <a:extLst>
              <a:ext uri="{FF2B5EF4-FFF2-40B4-BE49-F238E27FC236}">
                <a16:creationId xmlns:a16="http://schemas.microsoft.com/office/drawing/2014/main" id="{31105DB7-07C4-4ADF-B857-920BCF7313E3}"/>
              </a:ext>
            </a:extLst>
          </p:cNvPr>
          <p:cNvSpPr>
            <a:spLocks noGrp="1"/>
          </p:cNvSpPr>
          <p:nvPr/>
        </p:nvSpPr>
        <p:spPr>
          <a:xfrm>
            <a:off x="8684528" y="5539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0" name="02_predicted_pose_5209">
            <a:extLst>
              <a:ext uri="{FF2B5EF4-FFF2-40B4-BE49-F238E27FC236}">
                <a16:creationId xmlns:a16="http://schemas.microsoft.com/office/drawing/2014/main" id="{041961BD-57D4-49B8-B759-6B1B0CEE906A}"/>
              </a:ext>
            </a:extLst>
          </p:cNvPr>
          <p:cNvSpPr>
            <a:spLocks noGrp="1"/>
          </p:cNvSpPr>
          <p:nvPr/>
        </p:nvSpPr>
        <p:spPr>
          <a:xfrm>
            <a:off x="8772761" y="5964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1" name="02_predicted_pose_5210">
            <a:extLst>
              <a:ext uri="{FF2B5EF4-FFF2-40B4-BE49-F238E27FC236}">
                <a16:creationId xmlns:a16="http://schemas.microsoft.com/office/drawing/2014/main" id="{F9C60AE8-24CD-46EA-92FF-4BA9FD1B01BE}"/>
              </a:ext>
            </a:extLst>
          </p:cNvPr>
          <p:cNvSpPr>
            <a:spLocks noGrp="1"/>
          </p:cNvSpPr>
          <p:nvPr/>
        </p:nvSpPr>
        <p:spPr>
          <a:xfrm>
            <a:off x="8801929" y="5988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2" name="02_predicted_pose_5211">
            <a:extLst>
              <a:ext uri="{FF2B5EF4-FFF2-40B4-BE49-F238E27FC236}">
                <a16:creationId xmlns:a16="http://schemas.microsoft.com/office/drawing/2014/main" id="{4745F8C5-C4E4-40F9-85E3-5D6729A4435C}"/>
              </a:ext>
            </a:extLst>
          </p:cNvPr>
          <p:cNvSpPr>
            <a:spLocks noGrp="1"/>
          </p:cNvSpPr>
          <p:nvPr/>
        </p:nvSpPr>
        <p:spPr>
          <a:xfrm>
            <a:off x="8831097" y="5988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3" name="02_predicted_pose_5212">
            <a:extLst>
              <a:ext uri="{FF2B5EF4-FFF2-40B4-BE49-F238E27FC236}">
                <a16:creationId xmlns:a16="http://schemas.microsoft.com/office/drawing/2014/main" id="{85DAF884-56DD-40F8-9084-B317F67D5754}"/>
              </a:ext>
            </a:extLst>
          </p:cNvPr>
          <p:cNvSpPr>
            <a:spLocks noGrp="1"/>
          </p:cNvSpPr>
          <p:nvPr/>
        </p:nvSpPr>
        <p:spPr>
          <a:xfrm>
            <a:off x="8860264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4" name="02_predicted_pose_5213">
            <a:extLst>
              <a:ext uri="{FF2B5EF4-FFF2-40B4-BE49-F238E27FC236}">
                <a16:creationId xmlns:a16="http://schemas.microsoft.com/office/drawing/2014/main" id="{DD7C8420-AE56-468C-B67A-5BFEC61AF3B0}"/>
              </a:ext>
            </a:extLst>
          </p:cNvPr>
          <p:cNvSpPr>
            <a:spLocks noGrp="1"/>
          </p:cNvSpPr>
          <p:nvPr/>
        </p:nvSpPr>
        <p:spPr>
          <a:xfrm>
            <a:off x="8944850" y="60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5" name="02_predicted_pose_5214">
            <a:extLst>
              <a:ext uri="{FF2B5EF4-FFF2-40B4-BE49-F238E27FC236}">
                <a16:creationId xmlns:a16="http://schemas.microsoft.com/office/drawing/2014/main" id="{EA991B7B-29FB-49BA-B493-FCAFD37C65D8}"/>
              </a:ext>
            </a:extLst>
          </p:cNvPr>
          <p:cNvSpPr>
            <a:spLocks noGrp="1"/>
          </p:cNvSpPr>
          <p:nvPr/>
        </p:nvSpPr>
        <p:spPr>
          <a:xfrm>
            <a:off x="8610516" y="6087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6" name="02_predicted_pose_5215">
            <a:extLst>
              <a:ext uri="{FF2B5EF4-FFF2-40B4-BE49-F238E27FC236}">
                <a16:creationId xmlns:a16="http://schemas.microsoft.com/office/drawing/2014/main" id="{3AD56445-B8FC-4B5C-8CE0-F9B37E749CD0}"/>
              </a:ext>
            </a:extLst>
          </p:cNvPr>
          <p:cNvSpPr>
            <a:spLocks noGrp="1"/>
          </p:cNvSpPr>
          <p:nvPr/>
        </p:nvSpPr>
        <p:spPr>
          <a:xfrm>
            <a:off x="8639683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7" name="02_predicted_pose_5216">
            <a:extLst>
              <a:ext uri="{FF2B5EF4-FFF2-40B4-BE49-F238E27FC236}">
                <a16:creationId xmlns:a16="http://schemas.microsoft.com/office/drawing/2014/main" id="{8B81987F-9972-4CA9-A02B-250C7215A898}"/>
              </a:ext>
            </a:extLst>
          </p:cNvPr>
          <p:cNvSpPr>
            <a:spLocks noGrp="1"/>
          </p:cNvSpPr>
          <p:nvPr/>
        </p:nvSpPr>
        <p:spPr>
          <a:xfrm>
            <a:off x="8668852" y="60175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8" name="02_predicted_pose_5217">
            <a:extLst>
              <a:ext uri="{FF2B5EF4-FFF2-40B4-BE49-F238E27FC236}">
                <a16:creationId xmlns:a16="http://schemas.microsoft.com/office/drawing/2014/main" id="{A5B16EC9-A0F5-4B31-8CC9-1D666B24265B}"/>
              </a:ext>
            </a:extLst>
          </p:cNvPr>
          <p:cNvSpPr>
            <a:spLocks noGrp="1"/>
          </p:cNvSpPr>
          <p:nvPr/>
        </p:nvSpPr>
        <p:spPr>
          <a:xfrm>
            <a:off x="8698019" y="6058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9" name="02_predicted_pose_5218">
            <a:extLst>
              <a:ext uri="{FF2B5EF4-FFF2-40B4-BE49-F238E27FC236}">
                <a16:creationId xmlns:a16="http://schemas.microsoft.com/office/drawing/2014/main" id="{29D57BFA-BF7F-4BF9-A90E-1A368564D445}"/>
              </a:ext>
            </a:extLst>
          </p:cNvPr>
          <p:cNvSpPr>
            <a:spLocks noGrp="1"/>
          </p:cNvSpPr>
          <p:nvPr/>
        </p:nvSpPr>
        <p:spPr>
          <a:xfrm>
            <a:off x="8595568" y="60213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0" name="02_predicted_pose_5219">
            <a:extLst>
              <a:ext uri="{FF2B5EF4-FFF2-40B4-BE49-F238E27FC236}">
                <a16:creationId xmlns:a16="http://schemas.microsoft.com/office/drawing/2014/main" id="{47964002-FD10-46DF-9848-FD85AFAACEE3}"/>
              </a:ext>
            </a:extLst>
          </p:cNvPr>
          <p:cNvSpPr>
            <a:spLocks noGrp="1"/>
          </p:cNvSpPr>
          <p:nvPr/>
        </p:nvSpPr>
        <p:spPr>
          <a:xfrm>
            <a:off x="8648069" y="63548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1" name="02_predicted_pose_5220">
            <a:extLst>
              <a:ext uri="{FF2B5EF4-FFF2-40B4-BE49-F238E27FC236}">
                <a16:creationId xmlns:a16="http://schemas.microsoft.com/office/drawing/2014/main" id="{93613B62-E193-4118-8C26-711135D56BA5}"/>
              </a:ext>
            </a:extLst>
          </p:cNvPr>
          <p:cNvSpPr>
            <a:spLocks noGrp="1"/>
          </p:cNvSpPr>
          <p:nvPr/>
        </p:nvSpPr>
        <p:spPr>
          <a:xfrm>
            <a:off x="8798283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2" name="02_predicted_pose_5221">
            <a:extLst>
              <a:ext uri="{FF2B5EF4-FFF2-40B4-BE49-F238E27FC236}">
                <a16:creationId xmlns:a16="http://schemas.microsoft.com/office/drawing/2014/main" id="{A3842ADB-331A-481E-BD2D-02F13375FD68}"/>
              </a:ext>
            </a:extLst>
          </p:cNvPr>
          <p:cNvSpPr>
            <a:spLocks noGrp="1"/>
          </p:cNvSpPr>
          <p:nvPr/>
        </p:nvSpPr>
        <p:spPr>
          <a:xfrm>
            <a:off x="8827450" y="6057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3" name="02_predicted_pose_5222">
            <a:extLst>
              <a:ext uri="{FF2B5EF4-FFF2-40B4-BE49-F238E27FC236}">
                <a16:creationId xmlns:a16="http://schemas.microsoft.com/office/drawing/2014/main" id="{8DDA99ED-D909-406C-82A9-CDEC9D9A51C3}"/>
              </a:ext>
            </a:extLst>
          </p:cNvPr>
          <p:cNvSpPr>
            <a:spLocks noGrp="1"/>
          </p:cNvSpPr>
          <p:nvPr/>
        </p:nvSpPr>
        <p:spPr>
          <a:xfrm>
            <a:off x="8871202" y="58934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4" name="02_predicted_pose_5223">
            <a:extLst>
              <a:ext uri="{FF2B5EF4-FFF2-40B4-BE49-F238E27FC236}">
                <a16:creationId xmlns:a16="http://schemas.microsoft.com/office/drawing/2014/main" id="{908C5052-DDAF-4520-9238-4012D3FF7A0A}"/>
              </a:ext>
            </a:extLst>
          </p:cNvPr>
          <p:cNvSpPr>
            <a:spLocks noGrp="1"/>
          </p:cNvSpPr>
          <p:nvPr/>
        </p:nvSpPr>
        <p:spPr>
          <a:xfrm>
            <a:off x="8900370" y="59151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5" name="02_predicted_pose_5224">
            <a:extLst>
              <a:ext uri="{FF2B5EF4-FFF2-40B4-BE49-F238E27FC236}">
                <a16:creationId xmlns:a16="http://schemas.microsoft.com/office/drawing/2014/main" id="{25E5419C-E2F5-4A04-A82B-9D3DD75644E9}"/>
              </a:ext>
            </a:extLst>
          </p:cNvPr>
          <p:cNvSpPr>
            <a:spLocks noGrp="1"/>
          </p:cNvSpPr>
          <p:nvPr/>
        </p:nvSpPr>
        <p:spPr>
          <a:xfrm>
            <a:off x="8929537" y="6006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6" name="02_predicted_pose_5225">
            <a:extLst>
              <a:ext uri="{FF2B5EF4-FFF2-40B4-BE49-F238E27FC236}">
                <a16:creationId xmlns:a16="http://schemas.microsoft.com/office/drawing/2014/main" id="{7AD8A9DF-C1A6-45BD-AC01-47DBC2FE5BFC}"/>
              </a:ext>
            </a:extLst>
          </p:cNvPr>
          <p:cNvSpPr>
            <a:spLocks noGrp="1"/>
          </p:cNvSpPr>
          <p:nvPr/>
        </p:nvSpPr>
        <p:spPr>
          <a:xfrm>
            <a:off x="8910943" y="61373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7" name="02_predicted_pose_5226">
            <a:extLst>
              <a:ext uri="{FF2B5EF4-FFF2-40B4-BE49-F238E27FC236}">
                <a16:creationId xmlns:a16="http://schemas.microsoft.com/office/drawing/2014/main" id="{8EAC7602-FD97-44AC-B3D3-C0F84AE8501E}"/>
              </a:ext>
            </a:extLst>
          </p:cNvPr>
          <p:cNvSpPr>
            <a:spLocks noGrp="1"/>
          </p:cNvSpPr>
          <p:nvPr/>
        </p:nvSpPr>
        <p:spPr>
          <a:xfrm>
            <a:off x="8645882" y="58924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8" name="02_predicted_pose_5227">
            <a:extLst>
              <a:ext uri="{FF2B5EF4-FFF2-40B4-BE49-F238E27FC236}">
                <a16:creationId xmlns:a16="http://schemas.microsoft.com/office/drawing/2014/main" id="{6AB27AE4-CB78-498D-9EB8-A1C5080793B6}"/>
              </a:ext>
            </a:extLst>
          </p:cNvPr>
          <p:cNvSpPr>
            <a:spLocks noGrp="1"/>
          </p:cNvSpPr>
          <p:nvPr/>
        </p:nvSpPr>
        <p:spPr>
          <a:xfrm>
            <a:off x="8941205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9" name="02_predicted_pose_5228">
            <a:extLst>
              <a:ext uri="{FF2B5EF4-FFF2-40B4-BE49-F238E27FC236}">
                <a16:creationId xmlns:a16="http://schemas.microsoft.com/office/drawing/2014/main" id="{5DB0A073-8D60-44D5-A40D-6D07AACBB250}"/>
              </a:ext>
            </a:extLst>
          </p:cNvPr>
          <p:cNvSpPr>
            <a:spLocks noGrp="1"/>
          </p:cNvSpPr>
          <p:nvPr/>
        </p:nvSpPr>
        <p:spPr>
          <a:xfrm>
            <a:off x="8774584" y="60286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0" name="02_predicted_pose_5229">
            <a:extLst>
              <a:ext uri="{FF2B5EF4-FFF2-40B4-BE49-F238E27FC236}">
                <a16:creationId xmlns:a16="http://schemas.microsoft.com/office/drawing/2014/main" id="{7D61030A-DE7D-4101-942A-122FD6F73638}"/>
              </a:ext>
            </a:extLst>
          </p:cNvPr>
          <p:cNvSpPr>
            <a:spLocks noGrp="1"/>
          </p:cNvSpPr>
          <p:nvPr/>
        </p:nvSpPr>
        <p:spPr>
          <a:xfrm>
            <a:off x="8873025" y="5990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1" name="02_predicted_pose_5230">
            <a:extLst>
              <a:ext uri="{FF2B5EF4-FFF2-40B4-BE49-F238E27FC236}">
                <a16:creationId xmlns:a16="http://schemas.microsoft.com/office/drawing/2014/main" id="{CC170AD1-025F-4BA0-A42A-0982B514D56B}"/>
              </a:ext>
            </a:extLst>
          </p:cNvPr>
          <p:cNvSpPr>
            <a:spLocks noGrp="1"/>
          </p:cNvSpPr>
          <p:nvPr/>
        </p:nvSpPr>
        <p:spPr>
          <a:xfrm>
            <a:off x="8603224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2" name="02_predicted_pose_5231">
            <a:extLst>
              <a:ext uri="{FF2B5EF4-FFF2-40B4-BE49-F238E27FC236}">
                <a16:creationId xmlns:a16="http://schemas.microsoft.com/office/drawing/2014/main" id="{F72C2FEE-7AE5-437F-89E0-DA32FA14CF56}"/>
              </a:ext>
            </a:extLst>
          </p:cNvPr>
          <p:cNvSpPr>
            <a:spLocks noGrp="1"/>
          </p:cNvSpPr>
          <p:nvPr/>
        </p:nvSpPr>
        <p:spPr>
          <a:xfrm>
            <a:off x="8617808" y="6177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3" name="02_predicted_pose_5232">
            <a:extLst>
              <a:ext uri="{FF2B5EF4-FFF2-40B4-BE49-F238E27FC236}">
                <a16:creationId xmlns:a16="http://schemas.microsoft.com/office/drawing/2014/main" id="{77CF1EC2-3EB5-4799-8CFA-151D33CF894E}"/>
              </a:ext>
            </a:extLst>
          </p:cNvPr>
          <p:cNvSpPr>
            <a:spLocks noGrp="1"/>
          </p:cNvSpPr>
          <p:nvPr/>
        </p:nvSpPr>
        <p:spPr>
          <a:xfrm>
            <a:off x="8632391" y="60691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4" name="02_predicted_pose_5233">
            <a:extLst>
              <a:ext uri="{FF2B5EF4-FFF2-40B4-BE49-F238E27FC236}">
                <a16:creationId xmlns:a16="http://schemas.microsoft.com/office/drawing/2014/main" id="{14C62ECD-686C-44D8-8380-D1F03E620824}"/>
              </a:ext>
            </a:extLst>
          </p:cNvPr>
          <p:cNvSpPr>
            <a:spLocks noGrp="1"/>
          </p:cNvSpPr>
          <p:nvPr/>
        </p:nvSpPr>
        <p:spPr>
          <a:xfrm>
            <a:off x="8646976" y="5956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5" name="02_predicted_pose_5234">
            <a:extLst>
              <a:ext uri="{FF2B5EF4-FFF2-40B4-BE49-F238E27FC236}">
                <a16:creationId xmlns:a16="http://schemas.microsoft.com/office/drawing/2014/main" id="{36969418-F5CE-41D3-B924-FD6938635569}"/>
              </a:ext>
            </a:extLst>
          </p:cNvPr>
          <p:cNvSpPr>
            <a:spLocks noGrp="1"/>
          </p:cNvSpPr>
          <p:nvPr/>
        </p:nvSpPr>
        <p:spPr>
          <a:xfrm>
            <a:off x="8599942" y="59453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6" name="02_predicted_pose_5235">
            <a:extLst>
              <a:ext uri="{FF2B5EF4-FFF2-40B4-BE49-F238E27FC236}">
                <a16:creationId xmlns:a16="http://schemas.microsoft.com/office/drawing/2014/main" id="{D56D9330-C8BE-4DAC-A178-663F8AB5BF32}"/>
              </a:ext>
            </a:extLst>
          </p:cNvPr>
          <p:cNvSpPr>
            <a:spLocks noGrp="1"/>
          </p:cNvSpPr>
          <p:nvPr/>
        </p:nvSpPr>
        <p:spPr>
          <a:xfrm>
            <a:off x="8629111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7" name="02_predicted_pose_5236">
            <a:extLst>
              <a:ext uri="{FF2B5EF4-FFF2-40B4-BE49-F238E27FC236}">
                <a16:creationId xmlns:a16="http://schemas.microsoft.com/office/drawing/2014/main" id="{2B6044A3-B68E-4410-AB29-24EA440BF2D2}"/>
              </a:ext>
            </a:extLst>
          </p:cNvPr>
          <p:cNvSpPr>
            <a:spLocks noGrp="1"/>
          </p:cNvSpPr>
          <p:nvPr/>
        </p:nvSpPr>
        <p:spPr>
          <a:xfrm>
            <a:off x="8718437" y="5924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8" name="02_predicted_pose_5237">
            <a:extLst>
              <a:ext uri="{FF2B5EF4-FFF2-40B4-BE49-F238E27FC236}">
                <a16:creationId xmlns:a16="http://schemas.microsoft.com/office/drawing/2014/main" id="{B2A8945A-79EF-4511-A3BD-17543D58510D}"/>
              </a:ext>
            </a:extLst>
          </p:cNvPr>
          <p:cNvSpPr>
            <a:spLocks noGrp="1"/>
          </p:cNvSpPr>
          <p:nvPr/>
        </p:nvSpPr>
        <p:spPr>
          <a:xfrm>
            <a:off x="8663383" y="6041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9" name="02_predicted_pose_5238">
            <a:extLst>
              <a:ext uri="{FF2B5EF4-FFF2-40B4-BE49-F238E27FC236}">
                <a16:creationId xmlns:a16="http://schemas.microsoft.com/office/drawing/2014/main" id="{4593551C-C26E-4EE4-8364-5CB56C313509}"/>
              </a:ext>
            </a:extLst>
          </p:cNvPr>
          <p:cNvSpPr>
            <a:spLocks noGrp="1"/>
          </p:cNvSpPr>
          <p:nvPr/>
        </p:nvSpPr>
        <p:spPr>
          <a:xfrm>
            <a:off x="8677966" y="64555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0" name="02_predicted_pose_5239">
            <a:extLst>
              <a:ext uri="{FF2B5EF4-FFF2-40B4-BE49-F238E27FC236}">
                <a16:creationId xmlns:a16="http://schemas.microsoft.com/office/drawing/2014/main" id="{322F34EC-44FB-4627-BB04-84F1A9FCF033}"/>
              </a:ext>
            </a:extLst>
          </p:cNvPr>
          <p:cNvSpPr>
            <a:spLocks noGrp="1"/>
          </p:cNvSpPr>
          <p:nvPr/>
        </p:nvSpPr>
        <p:spPr>
          <a:xfrm>
            <a:off x="8692550" y="6142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1" name="02_predicted_pose_5240">
            <a:extLst>
              <a:ext uri="{FF2B5EF4-FFF2-40B4-BE49-F238E27FC236}">
                <a16:creationId xmlns:a16="http://schemas.microsoft.com/office/drawing/2014/main" id="{36618FD5-F4F3-4614-9440-D17D2F611B56}"/>
              </a:ext>
            </a:extLst>
          </p:cNvPr>
          <p:cNvSpPr>
            <a:spLocks noGrp="1"/>
          </p:cNvSpPr>
          <p:nvPr/>
        </p:nvSpPr>
        <p:spPr>
          <a:xfrm>
            <a:off x="8641142" y="58555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2" name="02_predicted_pose_5241">
            <a:extLst>
              <a:ext uri="{FF2B5EF4-FFF2-40B4-BE49-F238E27FC236}">
                <a16:creationId xmlns:a16="http://schemas.microsoft.com/office/drawing/2014/main" id="{8C3C72DC-6215-4DF0-AA54-F2A298B2E289}"/>
              </a:ext>
            </a:extLst>
          </p:cNvPr>
          <p:cNvSpPr>
            <a:spLocks noGrp="1"/>
          </p:cNvSpPr>
          <p:nvPr/>
        </p:nvSpPr>
        <p:spPr>
          <a:xfrm>
            <a:off x="8655725" y="5885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3" name="02_predicted_pose_5242">
            <a:extLst>
              <a:ext uri="{FF2B5EF4-FFF2-40B4-BE49-F238E27FC236}">
                <a16:creationId xmlns:a16="http://schemas.microsoft.com/office/drawing/2014/main" id="{43F1848B-0B78-491E-AC48-E4489B80E483}"/>
              </a:ext>
            </a:extLst>
          </p:cNvPr>
          <p:cNvSpPr>
            <a:spLocks noGrp="1"/>
          </p:cNvSpPr>
          <p:nvPr/>
        </p:nvSpPr>
        <p:spPr>
          <a:xfrm>
            <a:off x="8670310" y="5837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4" name="02_predicted_pose_5243">
            <a:extLst>
              <a:ext uri="{FF2B5EF4-FFF2-40B4-BE49-F238E27FC236}">
                <a16:creationId xmlns:a16="http://schemas.microsoft.com/office/drawing/2014/main" id="{EB2BC613-F841-4921-9056-EF565E8A79CD}"/>
              </a:ext>
            </a:extLst>
          </p:cNvPr>
          <p:cNvSpPr>
            <a:spLocks noGrp="1"/>
          </p:cNvSpPr>
          <p:nvPr/>
        </p:nvSpPr>
        <p:spPr>
          <a:xfrm>
            <a:off x="8690727" y="5552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5" name="02_predicted_pose_5244">
            <a:extLst>
              <a:ext uri="{FF2B5EF4-FFF2-40B4-BE49-F238E27FC236}">
                <a16:creationId xmlns:a16="http://schemas.microsoft.com/office/drawing/2014/main" id="{3CC9DFA2-1E77-446B-BE12-19FE40786429}"/>
              </a:ext>
            </a:extLst>
          </p:cNvPr>
          <p:cNvSpPr>
            <a:spLocks noGrp="1"/>
          </p:cNvSpPr>
          <p:nvPr/>
        </p:nvSpPr>
        <p:spPr>
          <a:xfrm>
            <a:off x="8734478" y="5888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6" name="02_predicted_pose_5245">
            <a:extLst>
              <a:ext uri="{FF2B5EF4-FFF2-40B4-BE49-F238E27FC236}">
                <a16:creationId xmlns:a16="http://schemas.microsoft.com/office/drawing/2014/main" id="{A5CC746B-3346-4079-8FC9-B7235E6B81EB}"/>
              </a:ext>
            </a:extLst>
          </p:cNvPr>
          <p:cNvSpPr>
            <a:spLocks noGrp="1"/>
          </p:cNvSpPr>
          <p:nvPr/>
        </p:nvSpPr>
        <p:spPr>
          <a:xfrm>
            <a:off x="8803387" y="5588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7" name="02_predicted_pose_5246">
            <a:extLst>
              <a:ext uri="{FF2B5EF4-FFF2-40B4-BE49-F238E27FC236}">
                <a16:creationId xmlns:a16="http://schemas.microsoft.com/office/drawing/2014/main" id="{0BBC0D45-9317-4B6E-BAE7-D68F1F7396D7}"/>
              </a:ext>
            </a:extLst>
          </p:cNvPr>
          <p:cNvSpPr>
            <a:spLocks noGrp="1"/>
          </p:cNvSpPr>
          <p:nvPr/>
        </p:nvSpPr>
        <p:spPr>
          <a:xfrm>
            <a:off x="8932090" y="5782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8" name="02_predicted_pose_5247">
            <a:extLst>
              <a:ext uri="{FF2B5EF4-FFF2-40B4-BE49-F238E27FC236}">
                <a16:creationId xmlns:a16="http://schemas.microsoft.com/office/drawing/2014/main" id="{65ABC453-CDB7-4598-B929-B54BC5B9AEDA}"/>
              </a:ext>
            </a:extLst>
          </p:cNvPr>
          <p:cNvSpPr>
            <a:spLocks noGrp="1"/>
          </p:cNvSpPr>
          <p:nvPr/>
        </p:nvSpPr>
        <p:spPr>
          <a:xfrm>
            <a:off x="8667028" y="55312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9" name="02_predicted_pose_5248">
            <a:extLst>
              <a:ext uri="{FF2B5EF4-FFF2-40B4-BE49-F238E27FC236}">
                <a16:creationId xmlns:a16="http://schemas.microsoft.com/office/drawing/2014/main" id="{47E5A5C3-6061-4EF1-A964-A7B9429D809A}"/>
              </a:ext>
            </a:extLst>
          </p:cNvPr>
          <p:cNvSpPr>
            <a:spLocks noGrp="1"/>
          </p:cNvSpPr>
          <p:nvPr/>
        </p:nvSpPr>
        <p:spPr>
          <a:xfrm>
            <a:off x="8822711" y="60252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0" name="02_predicted_pose_5249">
            <a:extLst>
              <a:ext uri="{FF2B5EF4-FFF2-40B4-BE49-F238E27FC236}">
                <a16:creationId xmlns:a16="http://schemas.microsoft.com/office/drawing/2014/main" id="{FEFDBC30-33A3-4A72-AFE1-7770C740E70A}"/>
              </a:ext>
            </a:extLst>
          </p:cNvPr>
          <p:cNvSpPr>
            <a:spLocks noGrp="1"/>
          </p:cNvSpPr>
          <p:nvPr/>
        </p:nvSpPr>
        <p:spPr>
          <a:xfrm>
            <a:off x="8837295" y="6094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1" name="02_predicted_pose_5250">
            <a:extLst>
              <a:ext uri="{FF2B5EF4-FFF2-40B4-BE49-F238E27FC236}">
                <a16:creationId xmlns:a16="http://schemas.microsoft.com/office/drawing/2014/main" id="{FAA02E84-25CD-4879-9ABC-086B739F9120}"/>
              </a:ext>
            </a:extLst>
          </p:cNvPr>
          <p:cNvSpPr>
            <a:spLocks noGrp="1"/>
          </p:cNvSpPr>
          <p:nvPr/>
        </p:nvSpPr>
        <p:spPr>
          <a:xfrm>
            <a:off x="8795366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2" name="02_predicted_pose_5251">
            <a:extLst>
              <a:ext uri="{FF2B5EF4-FFF2-40B4-BE49-F238E27FC236}">
                <a16:creationId xmlns:a16="http://schemas.microsoft.com/office/drawing/2014/main" id="{7CC90816-FF62-4E58-AF5A-9F2751C76CAF}"/>
              </a:ext>
            </a:extLst>
          </p:cNvPr>
          <p:cNvSpPr>
            <a:spLocks noGrp="1"/>
          </p:cNvSpPr>
          <p:nvPr/>
        </p:nvSpPr>
        <p:spPr>
          <a:xfrm>
            <a:off x="8809950" y="59166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3" name="02_predicted_pose_5252">
            <a:extLst>
              <a:ext uri="{FF2B5EF4-FFF2-40B4-BE49-F238E27FC236}">
                <a16:creationId xmlns:a16="http://schemas.microsoft.com/office/drawing/2014/main" id="{A3B17BD4-368E-4405-B0D2-0FE9F20FA2FF}"/>
              </a:ext>
            </a:extLst>
          </p:cNvPr>
          <p:cNvSpPr>
            <a:spLocks noGrp="1"/>
          </p:cNvSpPr>
          <p:nvPr/>
        </p:nvSpPr>
        <p:spPr>
          <a:xfrm>
            <a:off x="8824534" y="5908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4" name="02_predicted_pose_5253">
            <a:extLst>
              <a:ext uri="{FF2B5EF4-FFF2-40B4-BE49-F238E27FC236}">
                <a16:creationId xmlns:a16="http://schemas.microsoft.com/office/drawing/2014/main" id="{5BCB35D0-63E4-4EB7-9DC3-D4FB11ACA881}"/>
              </a:ext>
            </a:extLst>
          </p:cNvPr>
          <p:cNvSpPr>
            <a:spLocks noGrp="1"/>
          </p:cNvSpPr>
          <p:nvPr/>
        </p:nvSpPr>
        <p:spPr>
          <a:xfrm>
            <a:off x="8853702" y="59648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5" name="02_predicted_pose_5254">
            <a:extLst>
              <a:ext uri="{FF2B5EF4-FFF2-40B4-BE49-F238E27FC236}">
                <a16:creationId xmlns:a16="http://schemas.microsoft.com/office/drawing/2014/main" id="{72909AF7-DC38-469D-8D98-24F39505F509}"/>
              </a:ext>
            </a:extLst>
          </p:cNvPr>
          <p:cNvSpPr>
            <a:spLocks noGrp="1"/>
          </p:cNvSpPr>
          <p:nvPr/>
        </p:nvSpPr>
        <p:spPr>
          <a:xfrm>
            <a:off x="8868286" y="5988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6" name="02_predicted_pose_5255">
            <a:extLst>
              <a:ext uri="{FF2B5EF4-FFF2-40B4-BE49-F238E27FC236}">
                <a16:creationId xmlns:a16="http://schemas.microsoft.com/office/drawing/2014/main" id="{D8CC0A19-776B-4D50-B533-57FD5BDE0649}"/>
              </a:ext>
            </a:extLst>
          </p:cNvPr>
          <p:cNvSpPr>
            <a:spLocks noGrp="1"/>
          </p:cNvSpPr>
          <p:nvPr/>
        </p:nvSpPr>
        <p:spPr>
          <a:xfrm>
            <a:off x="8671039" y="60208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7" name="02_predicted_pose_5256">
            <a:extLst>
              <a:ext uri="{FF2B5EF4-FFF2-40B4-BE49-F238E27FC236}">
                <a16:creationId xmlns:a16="http://schemas.microsoft.com/office/drawing/2014/main" id="{D3ACCD82-D06A-4A72-A694-2430960C4DC6}"/>
              </a:ext>
            </a:extLst>
          </p:cNvPr>
          <p:cNvSpPr>
            <a:spLocks noGrp="1"/>
          </p:cNvSpPr>
          <p:nvPr/>
        </p:nvSpPr>
        <p:spPr>
          <a:xfrm>
            <a:off x="8779689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8" name="02_predicted_pose_5257">
            <a:extLst>
              <a:ext uri="{FF2B5EF4-FFF2-40B4-BE49-F238E27FC236}">
                <a16:creationId xmlns:a16="http://schemas.microsoft.com/office/drawing/2014/main" id="{FC3B4DA8-DE7B-40C0-9F21-8055784992DA}"/>
              </a:ext>
            </a:extLst>
          </p:cNvPr>
          <p:cNvSpPr>
            <a:spLocks noGrp="1"/>
          </p:cNvSpPr>
          <p:nvPr/>
        </p:nvSpPr>
        <p:spPr>
          <a:xfrm>
            <a:off x="8823440" y="5774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9" name="02_predicted_pose_5258">
            <a:extLst>
              <a:ext uri="{FF2B5EF4-FFF2-40B4-BE49-F238E27FC236}">
                <a16:creationId xmlns:a16="http://schemas.microsoft.com/office/drawing/2014/main" id="{3B9CDA6F-1FDF-49FA-B35A-53C7A479198B}"/>
              </a:ext>
            </a:extLst>
          </p:cNvPr>
          <p:cNvSpPr>
            <a:spLocks noGrp="1"/>
          </p:cNvSpPr>
          <p:nvPr/>
        </p:nvSpPr>
        <p:spPr>
          <a:xfrm>
            <a:off x="8838024" y="59176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0" name="02_predicted_pose_5259">
            <a:extLst>
              <a:ext uri="{FF2B5EF4-FFF2-40B4-BE49-F238E27FC236}">
                <a16:creationId xmlns:a16="http://schemas.microsoft.com/office/drawing/2014/main" id="{5740077C-D066-4673-A3EC-49BA45C21D50}"/>
              </a:ext>
            </a:extLst>
          </p:cNvPr>
          <p:cNvSpPr>
            <a:spLocks noGrp="1"/>
          </p:cNvSpPr>
          <p:nvPr/>
        </p:nvSpPr>
        <p:spPr>
          <a:xfrm>
            <a:off x="8867191" y="5755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1" name="02_predicted_pose_5260">
            <a:extLst>
              <a:ext uri="{FF2B5EF4-FFF2-40B4-BE49-F238E27FC236}">
                <a16:creationId xmlns:a16="http://schemas.microsoft.com/office/drawing/2014/main" id="{CB859A43-0B5C-4D5E-8EC4-9CC75FE48252}"/>
              </a:ext>
            </a:extLst>
          </p:cNvPr>
          <p:cNvSpPr>
            <a:spLocks noGrp="1"/>
          </p:cNvSpPr>
          <p:nvPr/>
        </p:nvSpPr>
        <p:spPr>
          <a:xfrm>
            <a:off x="8751615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2" name="02_predicted_pose_5261">
            <a:extLst>
              <a:ext uri="{FF2B5EF4-FFF2-40B4-BE49-F238E27FC236}">
                <a16:creationId xmlns:a16="http://schemas.microsoft.com/office/drawing/2014/main" id="{7D75284D-237E-4CB1-8BF3-E2374C501B31}"/>
              </a:ext>
            </a:extLst>
          </p:cNvPr>
          <p:cNvSpPr>
            <a:spLocks noGrp="1"/>
          </p:cNvSpPr>
          <p:nvPr/>
        </p:nvSpPr>
        <p:spPr>
          <a:xfrm>
            <a:off x="8780782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3" name="02_predicted_pose_5262">
            <a:extLst>
              <a:ext uri="{FF2B5EF4-FFF2-40B4-BE49-F238E27FC236}">
                <a16:creationId xmlns:a16="http://schemas.microsoft.com/office/drawing/2014/main" id="{D9608CEE-205D-4523-A7FA-B152FFC4FA6B}"/>
              </a:ext>
            </a:extLst>
          </p:cNvPr>
          <p:cNvSpPr>
            <a:spLocks noGrp="1"/>
          </p:cNvSpPr>
          <p:nvPr/>
        </p:nvSpPr>
        <p:spPr>
          <a:xfrm>
            <a:off x="8809950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4" name="02_predicted_pose_5263">
            <a:extLst>
              <a:ext uri="{FF2B5EF4-FFF2-40B4-BE49-F238E27FC236}">
                <a16:creationId xmlns:a16="http://schemas.microsoft.com/office/drawing/2014/main" id="{4C4FF4C4-B6B9-4C77-8D8E-209F88CCDF1A}"/>
              </a:ext>
            </a:extLst>
          </p:cNvPr>
          <p:cNvSpPr>
            <a:spLocks noGrp="1"/>
          </p:cNvSpPr>
          <p:nvPr/>
        </p:nvSpPr>
        <p:spPr>
          <a:xfrm>
            <a:off x="8839117" y="6231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5" name="02_predicted_pose_5264">
            <a:extLst>
              <a:ext uri="{FF2B5EF4-FFF2-40B4-BE49-F238E27FC236}">
                <a16:creationId xmlns:a16="http://schemas.microsoft.com/office/drawing/2014/main" id="{833B497B-826D-421A-9D15-4B84A94EC6BA}"/>
              </a:ext>
            </a:extLst>
          </p:cNvPr>
          <p:cNvSpPr>
            <a:spLocks noGrp="1"/>
          </p:cNvSpPr>
          <p:nvPr/>
        </p:nvSpPr>
        <p:spPr>
          <a:xfrm>
            <a:off x="8868286" y="62089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6" name="02_predicted_pose_5265">
            <a:extLst>
              <a:ext uri="{FF2B5EF4-FFF2-40B4-BE49-F238E27FC236}">
                <a16:creationId xmlns:a16="http://schemas.microsoft.com/office/drawing/2014/main" id="{51C02E90-717F-4F3C-8FFF-77A2EC87283B}"/>
              </a:ext>
            </a:extLst>
          </p:cNvPr>
          <p:cNvSpPr>
            <a:spLocks noGrp="1"/>
          </p:cNvSpPr>
          <p:nvPr/>
        </p:nvSpPr>
        <p:spPr>
          <a:xfrm>
            <a:off x="8765834" y="61826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7" name="02_predicted_pose_5266">
            <a:extLst>
              <a:ext uri="{FF2B5EF4-FFF2-40B4-BE49-F238E27FC236}">
                <a16:creationId xmlns:a16="http://schemas.microsoft.com/office/drawing/2014/main" id="{208AE3F5-D619-45F2-836F-C6F983A16AA2}"/>
              </a:ext>
            </a:extLst>
          </p:cNvPr>
          <p:cNvSpPr>
            <a:spLocks noGrp="1"/>
          </p:cNvSpPr>
          <p:nvPr/>
        </p:nvSpPr>
        <p:spPr>
          <a:xfrm>
            <a:off x="8889796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8" name="02_predicted_pose_5267">
            <a:extLst>
              <a:ext uri="{FF2B5EF4-FFF2-40B4-BE49-F238E27FC236}">
                <a16:creationId xmlns:a16="http://schemas.microsoft.com/office/drawing/2014/main" id="{6F26BE62-41A6-460C-8653-E21610C82816}"/>
              </a:ext>
            </a:extLst>
          </p:cNvPr>
          <p:cNvSpPr>
            <a:spLocks noGrp="1"/>
          </p:cNvSpPr>
          <p:nvPr/>
        </p:nvSpPr>
        <p:spPr>
          <a:xfrm>
            <a:off x="8904380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9" name="02_predicted_pose_5268">
            <a:extLst>
              <a:ext uri="{FF2B5EF4-FFF2-40B4-BE49-F238E27FC236}">
                <a16:creationId xmlns:a16="http://schemas.microsoft.com/office/drawing/2014/main" id="{ED1ADA89-DE59-4D68-89B3-70836FBD13D1}"/>
              </a:ext>
            </a:extLst>
          </p:cNvPr>
          <p:cNvSpPr>
            <a:spLocks noGrp="1"/>
          </p:cNvSpPr>
          <p:nvPr/>
        </p:nvSpPr>
        <p:spPr>
          <a:xfrm>
            <a:off x="8674685" y="6038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0" name="02_predicted_pose_5269">
            <a:extLst>
              <a:ext uri="{FF2B5EF4-FFF2-40B4-BE49-F238E27FC236}">
                <a16:creationId xmlns:a16="http://schemas.microsoft.com/office/drawing/2014/main" id="{B81F463F-53D3-41A8-A92C-CF4145C169D0}"/>
              </a:ext>
            </a:extLst>
          </p:cNvPr>
          <p:cNvSpPr>
            <a:spLocks noGrp="1"/>
          </p:cNvSpPr>
          <p:nvPr/>
        </p:nvSpPr>
        <p:spPr>
          <a:xfrm>
            <a:off x="8687810" y="6107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1" name="02_predicted_pose_5270">
            <a:extLst>
              <a:ext uri="{FF2B5EF4-FFF2-40B4-BE49-F238E27FC236}">
                <a16:creationId xmlns:a16="http://schemas.microsoft.com/office/drawing/2014/main" id="{B2348786-FABE-4DAA-9AA0-E5DD5F90AEC6}"/>
              </a:ext>
            </a:extLst>
          </p:cNvPr>
          <p:cNvSpPr>
            <a:spLocks noGrp="1"/>
          </p:cNvSpPr>
          <p:nvPr/>
        </p:nvSpPr>
        <p:spPr>
          <a:xfrm>
            <a:off x="8731926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2" name="02_predicted_pose_5271">
            <a:extLst>
              <a:ext uri="{FF2B5EF4-FFF2-40B4-BE49-F238E27FC236}">
                <a16:creationId xmlns:a16="http://schemas.microsoft.com/office/drawing/2014/main" id="{BAAAAE77-666A-4032-8181-FA54B739DD40}"/>
              </a:ext>
            </a:extLst>
          </p:cNvPr>
          <p:cNvSpPr>
            <a:spLocks noGrp="1"/>
          </p:cNvSpPr>
          <p:nvPr/>
        </p:nvSpPr>
        <p:spPr>
          <a:xfrm>
            <a:off x="8693279" y="6088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3" name="02_predicted_pose_5272">
            <a:extLst>
              <a:ext uri="{FF2B5EF4-FFF2-40B4-BE49-F238E27FC236}">
                <a16:creationId xmlns:a16="http://schemas.microsoft.com/office/drawing/2014/main" id="{4EC51529-C882-4F28-ADA5-18D0B216AF8C}"/>
              </a:ext>
            </a:extLst>
          </p:cNvPr>
          <p:cNvSpPr>
            <a:spLocks noGrp="1"/>
          </p:cNvSpPr>
          <p:nvPr/>
        </p:nvSpPr>
        <p:spPr>
          <a:xfrm>
            <a:off x="8638225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4" name="02_predicted_pose_5273">
            <a:extLst>
              <a:ext uri="{FF2B5EF4-FFF2-40B4-BE49-F238E27FC236}">
                <a16:creationId xmlns:a16="http://schemas.microsoft.com/office/drawing/2014/main" id="{F2CA5EC4-C9FF-4753-99DE-748D6F44EB17}"/>
              </a:ext>
            </a:extLst>
          </p:cNvPr>
          <p:cNvSpPr>
            <a:spLocks noGrp="1"/>
          </p:cNvSpPr>
          <p:nvPr/>
        </p:nvSpPr>
        <p:spPr>
          <a:xfrm>
            <a:off x="8778230" y="625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5" name="02_predicted_pose_5274">
            <a:extLst>
              <a:ext uri="{FF2B5EF4-FFF2-40B4-BE49-F238E27FC236}">
                <a16:creationId xmlns:a16="http://schemas.microsoft.com/office/drawing/2014/main" id="{3DBA64A7-10CB-4AA7-9735-1D246BE856D2}"/>
              </a:ext>
            </a:extLst>
          </p:cNvPr>
          <p:cNvSpPr>
            <a:spLocks noGrp="1"/>
          </p:cNvSpPr>
          <p:nvPr/>
        </p:nvSpPr>
        <p:spPr>
          <a:xfrm>
            <a:off x="8792814" y="63055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6" name="02_predicted_pose_5275">
            <a:extLst>
              <a:ext uri="{FF2B5EF4-FFF2-40B4-BE49-F238E27FC236}">
                <a16:creationId xmlns:a16="http://schemas.microsoft.com/office/drawing/2014/main" id="{4AF6D736-2153-43B7-9C84-5C3471471402}"/>
              </a:ext>
            </a:extLst>
          </p:cNvPr>
          <p:cNvSpPr>
            <a:spLocks noGrp="1"/>
          </p:cNvSpPr>
          <p:nvPr/>
        </p:nvSpPr>
        <p:spPr>
          <a:xfrm>
            <a:off x="8807398" y="6238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7" name="02_predicted_pose_5276">
            <a:extLst>
              <a:ext uri="{FF2B5EF4-FFF2-40B4-BE49-F238E27FC236}">
                <a16:creationId xmlns:a16="http://schemas.microsoft.com/office/drawing/2014/main" id="{82623726-5DCC-4D90-B150-291269027A15}"/>
              </a:ext>
            </a:extLst>
          </p:cNvPr>
          <p:cNvSpPr>
            <a:spLocks noGrp="1"/>
          </p:cNvSpPr>
          <p:nvPr/>
        </p:nvSpPr>
        <p:spPr>
          <a:xfrm>
            <a:off x="8821981" y="62539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8" name="02_predicted_pose_5277">
            <a:extLst>
              <a:ext uri="{FF2B5EF4-FFF2-40B4-BE49-F238E27FC236}">
                <a16:creationId xmlns:a16="http://schemas.microsoft.com/office/drawing/2014/main" id="{C2287A61-83BF-4087-A390-5529C5E34018}"/>
              </a:ext>
            </a:extLst>
          </p:cNvPr>
          <p:cNvSpPr>
            <a:spLocks noGrp="1"/>
          </p:cNvSpPr>
          <p:nvPr/>
        </p:nvSpPr>
        <p:spPr>
          <a:xfrm>
            <a:off x="8605047" y="6216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9" name="02_predicted_pose_5278">
            <a:extLst>
              <a:ext uri="{FF2B5EF4-FFF2-40B4-BE49-F238E27FC236}">
                <a16:creationId xmlns:a16="http://schemas.microsoft.com/office/drawing/2014/main" id="{57793276-3F91-4EB2-98DF-0C4CA1964FE3}"/>
              </a:ext>
            </a:extLst>
          </p:cNvPr>
          <p:cNvSpPr>
            <a:spLocks noGrp="1"/>
          </p:cNvSpPr>
          <p:nvPr/>
        </p:nvSpPr>
        <p:spPr>
          <a:xfrm>
            <a:off x="8634214" y="6228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0" name="02_predicted_pose_5279">
            <a:extLst>
              <a:ext uri="{FF2B5EF4-FFF2-40B4-BE49-F238E27FC236}">
                <a16:creationId xmlns:a16="http://schemas.microsoft.com/office/drawing/2014/main" id="{120CBA1D-A365-4B9D-9805-4760AB8E4F18}"/>
              </a:ext>
            </a:extLst>
          </p:cNvPr>
          <p:cNvSpPr>
            <a:spLocks noGrp="1"/>
          </p:cNvSpPr>
          <p:nvPr/>
        </p:nvSpPr>
        <p:spPr>
          <a:xfrm>
            <a:off x="8858077" y="59372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1" name="02_predicted_pose_5280">
            <a:extLst>
              <a:ext uri="{FF2B5EF4-FFF2-40B4-BE49-F238E27FC236}">
                <a16:creationId xmlns:a16="http://schemas.microsoft.com/office/drawing/2014/main" id="{670E4C78-7DAA-4520-A6E4-1488BFFD5CBD}"/>
              </a:ext>
            </a:extLst>
          </p:cNvPr>
          <p:cNvSpPr>
            <a:spLocks noGrp="1"/>
          </p:cNvSpPr>
          <p:nvPr/>
        </p:nvSpPr>
        <p:spPr>
          <a:xfrm>
            <a:off x="8894901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2" name="02_predicted_pose_5281">
            <a:extLst>
              <a:ext uri="{FF2B5EF4-FFF2-40B4-BE49-F238E27FC236}">
                <a16:creationId xmlns:a16="http://schemas.microsoft.com/office/drawing/2014/main" id="{FEC9382B-ADD0-4B9F-AC83-918CEB4FF3F0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3" name="02_predicted_pose_5282">
            <a:extLst>
              <a:ext uri="{FF2B5EF4-FFF2-40B4-BE49-F238E27FC236}">
                <a16:creationId xmlns:a16="http://schemas.microsoft.com/office/drawing/2014/main" id="{37B7862D-9489-4DFB-8191-8EFB21C45CAF}"/>
              </a:ext>
            </a:extLst>
          </p:cNvPr>
          <p:cNvSpPr>
            <a:spLocks noGrp="1"/>
          </p:cNvSpPr>
          <p:nvPr/>
        </p:nvSpPr>
        <p:spPr>
          <a:xfrm>
            <a:off x="6903919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4" name="02_predicted_pose_5283">
            <a:extLst>
              <a:ext uri="{FF2B5EF4-FFF2-40B4-BE49-F238E27FC236}">
                <a16:creationId xmlns:a16="http://schemas.microsoft.com/office/drawing/2014/main" id="{AFF5CE45-6743-4F88-B094-E770DBB6B4C2}"/>
              </a:ext>
            </a:extLst>
          </p:cNvPr>
          <p:cNvSpPr>
            <a:spLocks noGrp="1"/>
          </p:cNvSpPr>
          <p:nvPr/>
        </p:nvSpPr>
        <p:spPr>
          <a:xfrm>
            <a:off x="7418364" y="6185980"/>
            <a:ext cx="302615" cy="177597"/>
          </a:xfrm>
          <a:custGeom>
            <a:avLst/>
            <a:gdLst/>
            <a:ahLst/>
            <a:cxnLst/>
            <a:rect l="0" t="0" r="0" b="0"/>
            <a:pathLst>
              <a:path w="285961" h="167823">
                <a:moveTo>
                  <a:pt x="0" y="167823"/>
                </a:moveTo>
                <a:lnTo>
                  <a:pt x="285961" y="167823"/>
                </a:lnTo>
                <a:lnTo>
                  <a:pt x="285961" y="0"/>
                </a:lnTo>
                <a:lnTo>
                  <a:pt x="0" y="0"/>
                </a:lnTo>
                <a:lnTo>
                  <a:pt x="0" y="167823"/>
                </a:lnTo>
                <a:lnTo>
                  <a:pt x="0" y="16782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985" name="02_predicted_pose_5284">
            <a:extLst>
              <a:ext uri="{FF2B5EF4-FFF2-40B4-BE49-F238E27FC236}">
                <a16:creationId xmlns:a16="http://schemas.microsoft.com/office/drawing/2014/main" id="{2F1765CE-B9D9-4EFD-952B-D5E0A3CB488B}"/>
              </a:ext>
            </a:extLst>
          </p:cNvPr>
          <p:cNvSpPr>
            <a:spLocks noGrp="1"/>
          </p:cNvSpPr>
          <p:nvPr/>
        </p:nvSpPr>
        <p:spPr>
          <a:xfrm>
            <a:off x="7569671" y="6363577"/>
            <a:ext cx="202" cy="133168"/>
          </a:xfrm>
          <a:custGeom>
            <a:avLst/>
            <a:gdLst/>
            <a:ahLst/>
            <a:cxnLst/>
            <a:rect l="0" t="0" r="0" b="0"/>
            <a:pathLst>
              <a:path w="191" h="125839">
                <a:moveTo>
                  <a:pt x="0" y="0"/>
                </a:moveTo>
                <a:lnTo>
                  <a:pt x="0" y="125839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6" name="02_predicted_pose_5285">
            <a:extLst>
              <a:ext uri="{FF2B5EF4-FFF2-40B4-BE49-F238E27FC236}">
                <a16:creationId xmlns:a16="http://schemas.microsoft.com/office/drawing/2014/main" id="{BB4A2BE9-AD3C-41E0-93CA-B5D6F4715565}"/>
              </a:ext>
            </a:extLst>
          </p:cNvPr>
          <p:cNvSpPr>
            <a:spLocks noGrp="1"/>
          </p:cNvSpPr>
          <p:nvPr/>
        </p:nvSpPr>
        <p:spPr>
          <a:xfrm>
            <a:off x="7569671" y="5849184"/>
            <a:ext cx="202" cy="336797"/>
          </a:xfrm>
          <a:custGeom>
            <a:avLst/>
            <a:gdLst/>
            <a:ahLst/>
            <a:cxnLst/>
            <a:rect l="0" t="0" r="0" b="0"/>
            <a:pathLst>
              <a:path w="191" h="318261">
                <a:moveTo>
                  <a:pt x="0" y="318261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7" name="02_predicted_pose_5286">
            <a:extLst>
              <a:ext uri="{FF2B5EF4-FFF2-40B4-BE49-F238E27FC236}">
                <a16:creationId xmlns:a16="http://schemas.microsoft.com/office/drawing/2014/main" id="{ECC41C6D-96EF-4E6D-8EB7-5AC86BF84C13}"/>
              </a:ext>
            </a:extLst>
          </p:cNvPr>
          <p:cNvSpPr>
            <a:spLocks noGrp="1"/>
          </p:cNvSpPr>
          <p:nvPr/>
        </p:nvSpPr>
        <p:spPr>
          <a:xfrm>
            <a:off x="7494017" y="649674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8" name="02_predicted_pose_5287">
            <a:extLst>
              <a:ext uri="{FF2B5EF4-FFF2-40B4-BE49-F238E27FC236}">
                <a16:creationId xmlns:a16="http://schemas.microsoft.com/office/drawing/2014/main" id="{2FE53DE1-9A5B-4E0C-9794-11C91C8B1969}"/>
              </a:ext>
            </a:extLst>
          </p:cNvPr>
          <p:cNvSpPr>
            <a:spLocks noGrp="1"/>
          </p:cNvSpPr>
          <p:nvPr/>
        </p:nvSpPr>
        <p:spPr>
          <a:xfrm>
            <a:off x="7494017" y="584918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9" name="02_predicted_pose_5288">
            <a:extLst>
              <a:ext uri="{FF2B5EF4-FFF2-40B4-BE49-F238E27FC236}">
                <a16:creationId xmlns:a16="http://schemas.microsoft.com/office/drawing/2014/main" id="{4DD58686-564E-4007-A725-A9944D5D16D8}"/>
              </a:ext>
            </a:extLst>
          </p:cNvPr>
          <p:cNvSpPr>
            <a:spLocks noGrp="1"/>
          </p:cNvSpPr>
          <p:nvPr/>
        </p:nvSpPr>
        <p:spPr>
          <a:xfrm>
            <a:off x="8628823" y="5995588"/>
            <a:ext cx="302615" cy="155154"/>
          </a:xfrm>
          <a:custGeom>
            <a:avLst/>
            <a:gdLst/>
            <a:ahLst/>
            <a:cxnLst/>
            <a:rect l="0" t="0" r="0" b="0"/>
            <a:pathLst>
              <a:path w="285961" h="146615">
                <a:moveTo>
                  <a:pt x="0" y="146615"/>
                </a:moveTo>
                <a:lnTo>
                  <a:pt x="285961" y="146615"/>
                </a:lnTo>
                <a:lnTo>
                  <a:pt x="285961" y="0"/>
                </a:lnTo>
                <a:lnTo>
                  <a:pt x="0" y="0"/>
                </a:lnTo>
                <a:lnTo>
                  <a:pt x="0" y="146615"/>
                </a:lnTo>
                <a:lnTo>
                  <a:pt x="0" y="146615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990" name="02_predicted_pose_5289">
            <a:extLst>
              <a:ext uri="{FF2B5EF4-FFF2-40B4-BE49-F238E27FC236}">
                <a16:creationId xmlns:a16="http://schemas.microsoft.com/office/drawing/2014/main" id="{2FC7CBA3-5A2E-4E9B-8959-C4F47E6AC3BB}"/>
              </a:ext>
            </a:extLst>
          </p:cNvPr>
          <p:cNvSpPr>
            <a:spLocks noGrp="1"/>
          </p:cNvSpPr>
          <p:nvPr/>
        </p:nvSpPr>
        <p:spPr>
          <a:xfrm>
            <a:off x="8780132" y="6150742"/>
            <a:ext cx="202" cy="112224"/>
          </a:xfrm>
          <a:custGeom>
            <a:avLst/>
            <a:gdLst/>
            <a:ahLst/>
            <a:cxnLst/>
            <a:rect l="0" t="0" r="0" b="0"/>
            <a:pathLst>
              <a:path w="191" h="106048">
                <a:moveTo>
                  <a:pt x="0" y="0"/>
                </a:moveTo>
                <a:lnTo>
                  <a:pt x="0" y="10604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1" name="02_predicted_pose_5290">
            <a:extLst>
              <a:ext uri="{FF2B5EF4-FFF2-40B4-BE49-F238E27FC236}">
                <a16:creationId xmlns:a16="http://schemas.microsoft.com/office/drawing/2014/main" id="{AC0AF261-D774-4980-8A04-C2260C09159E}"/>
              </a:ext>
            </a:extLst>
          </p:cNvPr>
          <p:cNvSpPr>
            <a:spLocks noGrp="1"/>
          </p:cNvSpPr>
          <p:nvPr/>
        </p:nvSpPr>
        <p:spPr>
          <a:xfrm>
            <a:off x="8780132" y="5784728"/>
            <a:ext cx="202" cy="210860"/>
          </a:xfrm>
          <a:custGeom>
            <a:avLst/>
            <a:gdLst/>
            <a:ahLst/>
            <a:cxnLst/>
            <a:rect l="0" t="0" r="0" b="0"/>
            <a:pathLst>
              <a:path w="191" h="199255">
                <a:moveTo>
                  <a:pt x="0" y="1992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2" name="02_predicted_pose_5291">
            <a:extLst>
              <a:ext uri="{FF2B5EF4-FFF2-40B4-BE49-F238E27FC236}">
                <a16:creationId xmlns:a16="http://schemas.microsoft.com/office/drawing/2014/main" id="{0A8E7389-9E33-475C-AD1C-64E72B23CDF9}"/>
              </a:ext>
            </a:extLst>
          </p:cNvPr>
          <p:cNvSpPr>
            <a:spLocks noGrp="1"/>
          </p:cNvSpPr>
          <p:nvPr/>
        </p:nvSpPr>
        <p:spPr>
          <a:xfrm>
            <a:off x="8704477" y="626296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3" name="02_predicted_pose_5292">
            <a:extLst>
              <a:ext uri="{FF2B5EF4-FFF2-40B4-BE49-F238E27FC236}">
                <a16:creationId xmlns:a16="http://schemas.microsoft.com/office/drawing/2014/main" id="{B236BBB1-DCD9-46CE-92E3-B987E9583F38}"/>
              </a:ext>
            </a:extLst>
          </p:cNvPr>
          <p:cNvSpPr>
            <a:spLocks noGrp="1"/>
          </p:cNvSpPr>
          <p:nvPr/>
        </p:nvSpPr>
        <p:spPr>
          <a:xfrm>
            <a:off x="8704477" y="5784729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4" name="text_5293">
            <a:extLst>
              <a:ext uri="{FF2B5EF4-FFF2-40B4-BE49-F238E27FC236}">
                <a16:creationId xmlns:a16="http://schemas.microsoft.com/office/drawing/2014/main" id="{C3A1B0B0-D5DD-45D0-AEAF-02CF789ABEC6}"/>
              </a:ext>
            </a:extLst>
          </p:cNvPr>
          <p:cNvSpPr>
            <a:spLocks noGrp="1"/>
          </p:cNvSpPr>
          <p:nvPr/>
        </p:nvSpPr>
        <p:spPr>
          <a:xfrm>
            <a:off x="6446365" y="4917368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95" name="text_5294">
            <a:extLst>
              <a:ext uri="{FF2B5EF4-FFF2-40B4-BE49-F238E27FC236}">
                <a16:creationId xmlns:a16="http://schemas.microsoft.com/office/drawing/2014/main" id="{A43E71FC-979E-46CD-8A27-76E449774180}"/>
              </a:ext>
            </a:extLst>
          </p:cNvPr>
          <p:cNvSpPr>
            <a:spLocks noGrp="1"/>
          </p:cNvSpPr>
          <p:nvPr/>
        </p:nvSpPr>
        <p:spPr>
          <a:xfrm>
            <a:off x="6903918" y="4866210"/>
            <a:ext cx="81355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Best of 50</a:t>
            </a:r>
          </a:p>
        </p:txBody>
      </p:sp>
      <p:sp>
        <p:nvSpPr>
          <p:cNvPr id="1996" name="02_predicted_pose_5295">
            <a:extLst>
              <a:ext uri="{FF2B5EF4-FFF2-40B4-BE49-F238E27FC236}">
                <a16:creationId xmlns:a16="http://schemas.microsoft.com/office/drawing/2014/main" id="{6FAB4C77-57EA-4A17-966F-8F21157E97A2}"/>
              </a:ext>
            </a:extLst>
          </p:cNvPr>
          <p:cNvSpPr>
            <a:spLocks noGrp="1"/>
          </p:cNvSpPr>
          <p:nvPr/>
        </p:nvSpPr>
        <p:spPr>
          <a:xfrm>
            <a:off x="7418364" y="6298497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997" name="02_predicted_pose_5296">
            <a:extLst>
              <a:ext uri="{FF2B5EF4-FFF2-40B4-BE49-F238E27FC236}">
                <a16:creationId xmlns:a16="http://schemas.microsoft.com/office/drawing/2014/main" id="{B8017D2C-05AC-46EE-BEB1-E9642D972E7C}"/>
              </a:ext>
            </a:extLst>
          </p:cNvPr>
          <p:cNvSpPr>
            <a:spLocks noGrp="1"/>
          </p:cNvSpPr>
          <p:nvPr/>
        </p:nvSpPr>
        <p:spPr>
          <a:xfrm>
            <a:off x="8628823" y="6085911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998" name="text_5297">
            <a:extLst>
              <a:ext uri="{FF2B5EF4-FFF2-40B4-BE49-F238E27FC236}">
                <a16:creationId xmlns:a16="http://schemas.microsoft.com/office/drawing/2014/main" id="{E6125190-5F3C-4FC9-A16F-60A5640BC303}"/>
              </a:ext>
            </a:extLst>
          </p:cNvPr>
          <p:cNvSpPr>
            <a:spLocks noGrp="1"/>
          </p:cNvSpPr>
          <p:nvPr/>
        </p:nvSpPr>
        <p:spPr>
          <a:xfrm>
            <a:off x="3548524" y="1909597"/>
            <a:ext cx="2954021" cy="176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111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Docking guided by predicted ligand regions</a:t>
            </a:r>
          </a:p>
        </p:txBody>
      </p:sp>
    </p:spTree>
    <p:extLst>
      <p:ext uri="{BB962C8B-B14F-4D97-AF65-F5344CB8AC3E}">
        <p14:creationId xmlns:p14="http://schemas.microsoft.com/office/powerpoint/2010/main" val="38742245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1521</Words>
  <Application>Microsoft Office PowerPoint</Application>
  <PresentationFormat>自定义</PresentationFormat>
  <Paragraphs>140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25</cp:revision>
  <dcterms:created xsi:type="dcterms:W3CDTF">2026-10-02T14:55:31Z</dcterms:created>
  <dcterms:modified xsi:type="dcterms:W3CDTF">2026-10-20T13:09:25Z</dcterms:modified>
</cp:coreProperties>
</file>