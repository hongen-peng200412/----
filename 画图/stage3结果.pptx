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PocketXMol-official 与密度引导的 PocketXMol-tuned 在 446 个小分子对接任务上的比较。</a:t>
            </a:r>
            <a:endParaRPr lang="zh-CN"/>
          </a:p>
          <a:p>
            <a:pPr/>
            <a:r>
              <a:rPr lang="zh-CN" dirty="0"/>
              <a:t>a, 按各模型自身评分选出的首选构象的 top-1 RMSD 分布。</a:t>
            </a:r>
            <a:endParaRPr lang="zh-CN"/>
          </a:p>
          <a:p>
            <a:pPr/>
            <a:r>
              <a:rPr lang="zh-CN" dirty="0"/>
              <a:t>b, 从 50 个候选中选择 RMSD 最低的构象，得到 best RMSD 分布。左侧为以结合位点中心定义的 15 Å 球形口袋（Centre pocket），右侧为以配体原子周围 10 Å 包络定义的口袋（Envelope pocket）。两种口袋定义均在真实受体和 CryoAtom2 重建受体条件下评估。每个点代表一个配体实例。箱体、中心线和须分别表示第 25–75 百分位数、中位数和第 5–95 百分位数。纵轴采用对数尺度；超过 50 Å 的离群值以顶部三角形表示。官方模型在一个测试实例上失败，原因是选定口袋不含有效蛋白质原子，该实例从其统计中排除。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Comparison of </a:t>
            </a:r>
            <a:r>
              <a:rPr dirty="0" err="1"/>
              <a:t>PocketXMol</a:t>
            </a:r>
            <a:r>
              <a:rPr dirty="0"/>
              <a:t>-official and density-guided </a:t>
            </a:r>
            <a:r>
              <a:rPr dirty="0" err="1"/>
              <a:t>PocketXMol</a:t>
            </a:r>
            <a:r>
              <a:rPr dirty="0"/>
              <a:t>-tuned on 446 small-molecule docking tasks.</a:t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PocketXMol-tuned 与 Emap2lig-Build 在 Emap2lig-Find 检出的实例上的对接性能（n = 237）。</a:t>
            </a:r>
            <a:endParaRPr lang="zh-CN"/>
          </a:p>
          <a:p>
            <a:pPr/>
            <a:r>
              <a:rPr lang="zh-CN" dirty="0"/>
              <a:t>a, 按各模型自身评分选出的首选构象的 top-1 RMSD 分布。</a:t>
            </a:r>
            <a:endParaRPr lang="zh-CN"/>
          </a:p>
          <a:p>
            <a:pPr/>
            <a:r>
              <a:rPr lang="zh-CN" dirty="0"/>
              <a:t>b, 从 50 个候选中选择 RMSD 最低的构象，得到 best RMSD 分布。PocketXMol-tuned 使用以结合位点为中心的 15 Å 球形口袋，分别在真实受体和 CryoAtom2 重建受体条件下评估。Emap2lig-Build 使用 Emap2lig-Find 预测的原始三维候选 blob 作为提示区域。每个点代表一个配体实例。箱体、中心线和须分别表示第 25–75 百分位数、中位数和第 5–95 百分位数。纵轴采用对数尺度。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987</Words>
  <Application>Microsoft Office PowerPoint</Application>
  <PresentationFormat>自定义</PresentationFormat>
  <Paragraphs>81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24</cp:revision>
  <dcterms:created xsi:type="dcterms:W3CDTF">2026-10-02T14:55:31Z</dcterms:created>
  <dcterms:modified xsi:type="dcterms:W3CDTF">2026-10-07T13:50:12Z</dcterms:modified>
</cp:coreProperties>
</file>