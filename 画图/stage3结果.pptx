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E6EBF9D2.xml" ContentType="application/vnd.ms-powerpoint.comments+xml"/>
  <Override PartName="/ppt/notesSlides/notesSlide4.xml" ContentType="application/vnd.openxmlformats-officedocument.presentationml.notesSlide+xml"/>
  <Override PartName="/ppt/comments/modernComment_103_C907216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446000" cy="9144000"/>
  <p:notesSz cx="9144000" cy="1244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274" autoAdjust="0"/>
  </p:normalViewPr>
  <p:slideViewPr>
    <p:cSldViewPr snapToGrid="0" snapToObjects="1">
      <p:cViewPr varScale="1">
        <p:scale>
          <a:sx n="54" d="100"/>
          <a:sy n="54" d="100"/>
        </p:scale>
        <p:origin x="11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F44A2D-D9E0-49F6-B9A2-180CC31EA7E7}" authorId="{D3F71A66-0C34-DF1A-5236-FECDBC820DCB}" created="2026-10-02T14:55:41.142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@@stage3-official-tuned</a:t>
        </a:r>
      </a:p>
    </p188:txBody>
  </p188:cm>
  <p188:cm id="{52FBA44F-8392-46AA-AF08-FF77C7FED7C0}" authorId="{D3F71A66-0C34-DF1A-5236-FECDBC820DCB}" created="2026-10-22T15:53:22.979Z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t>PROVENANCE v1</a:t>
        </a:r>
      </a:p>
      <a:p>
        <a:r>
          <a:t>id: stage3-official-tuned</a:t>
        </a:r>
      </a:p>
      <a:p>
        <a:r>
          <a:t>source: 画图/画图代码/stage3/calculate/图表追溯.md</a:t>
        </a:r>
      </a:p>
      <a:p>
        <a:r>
          <a:t/>
        </a:r>
      </a:p>
      <a:p>
        <a:r>
          <a:t>## stage3-official-tuned｜官方模型与密度引导微调模型</a:t>
        </a:r>
      </a:p>
      <a:p>
        <a:r>
          <a:t/>
        </a:r>
      </a:p>
      <a:p>
        <a:r>
          <a:t>**共享关系与本图选择。** 本图的直接生成逻辑保存在本图长期目录；其冻结来源可能同时被其他实验使用，但当前入口不转发到其他具体图目录。 本次完整入口按稳定图名 `stage3-official-tuned` 选择图或所在共享图组。</a:t>
        </a:r>
      </a:p>
      <a:p>
        <a:r>
          <a:t/>
        </a:r>
      </a:p>
      <a:p>
        <a:r>
          <a:t>**清空temp后的完整重建。** 从仓库根执行 `python -X utf8 -B 转换工具/ops/rebuild_figures.py --figure stage3-official-tuned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**展示内容与当前载体。** 正文及英文正文的同名 `pptfig` 引用 `画图/stage3结果.pptx`。图比较 PocketXMol-official 和 PocketXMol-tuned，分别使用沉积受体 GT、CryoAtom2 重建受体 CA2，以及 Centre pocket（C0）和 Envelope pocket（E）。上排为原 self-ranking 排第一的构象，下排为同一批 50 个候选中的最低 RMSD。这里的真实中心或包络输入与另一张预测区域引导的公平比较不同。</a:t>
        </a:r>
      </a:p>
      <a:p>
        <a:r>
          <a:t/>
        </a:r>
      </a:p>
      <a:p>
        <a:r>
          <a:t>**直接生成链。** `stage3/calculate/stage3-official-tuned/assemble_data.py::main` 读取冻结评价并构造 `stage3/output/stage3-official-tuned/data.json`；`build_editable_deck.mjs` 的 `officialFigure → fullPanel → distribution` 直接生成 PPT 原生散点、箱体和坐标轴。`plot_stage3.py::main → draw_distribution` 从同一输入生成 Matplotlib 预览及 `summary.json`。这两个渲染入口都应保留：Python 预览不等同于原生 PPT 的直接生成函数。PPT 发布曾经保留作者既有图注，当前正式 PPT 的备注和手工版式作为作者维护载体。</a:t>
        </a:r>
      </a:p>
      <a:p>
        <a:r>
          <a:t/>
        </a:r>
      </a:p>
      <a:p>
        <a:r>
          <a:t>从仓库根运行计算、预览和原生候选生成入口：</a:t>
        </a:r>
      </a:p>
      <a:p>
        <a:r>
          <a:t/>
        </a:r>
      </a:p>
      <a:p>
        <a:r>
          <a:t>```powershell</a:t>
        </a:r>
      </a:p>
      <a:p>
        <a:r>
          <a:t>python 画图/画图代码/stage3/calculate/stage3-official-tuned/assemble_data.py --pocket-dir 画图/画图代码/stage3/output/stage3-official-tuned/frozen --build-dir 补充数据/Find-Match-Build_20261018/metadata/emap_original --output 画图/画图代码/stage3/output/stage3-official-tuned/regenerated/data.json</a:t>
        </a:r>
      </a:p>
      <a:p>
        <a:r>
          <a:t>python 画图/画图代码/stage3/calculate/stage3-official-tuned/plot_stage3.py</a:t>
        </a:r>
      </a:p>
      <a:p>
        <a:r>
          <a:t>node 画图/画图代码/stage3/calculate/stage3-official-tuned/build_editable_deck.mjs</a:t>
        </a:r>
      </a:p>
      <a:p>
        <a:r>
          <a:t>```</a:t>
        </a:r>
      </a:p>
      <a:p>
        <a:r>
          <a:t/>
        </a:r>
      </a:p>
      <a:p>
        <a:r>
          <a:t>**冻结输入与连接。** `data.json.series` 有八组，每组 `rows` 含 446 个实例，字段 `pdb_id`、`occurrence_id`、`top1`、`best`、`status` 保留逐实例距离和失败。`source` 是原服务器评价位置，`source_sha256` 是原文件散列。`frozen/` 中八份本地副本逐字节符合这些散列，原位置如下：</a:t>
        </a:r>
      </a:p>
      <a:p>
        <a:r>
          <a:t/>
        </a:r>
      </a:p>
      <a:p>
        <a:r>
          <a:t>| 本地文件 | 原评价来源 |</a:t>
        </a:r>
      </a:p>
      <a:p>
        <a:r>
          <a:t>|---|---|</a:t>
        </a:r>
      </a:p>
      <a:p>
        <a:r>
          <a:t>| `official_GT_C0.json`、`official_GT_E.json` | `/storage/penghongen/PocketXMol/sampling/official-SMILES/test/{C0,E}/occurrences.json` |</a:t>
        </a:r>
      </a:p>
      <a:p>
        <a:r>
          <a:t>| `local_cov_GT_C0.json` | `/storage/penghongen/PocketXMol/sampling/local_cov-C-T0-RA/test/C0/occurrences.json` |</a:t>
        </a:r>
      </a:p>
      <a:p>
        <a:r>
          <a:t>| `local_cov_GT_E.json` | `/storage/penghongen/PocketXMol/sampling/local_cov-E-T0-RA/test/E/occurrences.json` |</a:t>
        </a:r>
      </a:p>
      <a:p>
        <a:r>
          <a:t>| `official_CA2_C0.json`、`official_CA2_E.json` | `/storage/penghongen/PocketXMol/final_evaluation/standard/ca2/official/test/{C0,E}/occurrences.json` |</a:t>
        </a:r>
      </a:p>
      <a:p>
        <a:r>
          <a:t>| `local_cov_CA2_C0.json` | `/storage/penghongen/PocketXMol/final_evaluation/standard/ca2/local_cov-C/test/C0/occurrences.json` |</a:t>
        </a:r>
      </a:p>
      <a:p>
        <a:r>
          <a:t>| `local_cov_CA2_E.json` | `/storage/penghongen/PocketXMol/final_evaluation/standard/ca2/local_cov-E/test/E/occurrences.json` |</a:t>
        </a:r>
      </a:p>
      <a:p>
        <a:r>
          <a:t/>
        </a:r>
      </a:p>
      <a:p>
        <a:r>
          <a:t>大括号明确表示两份独立协议文件。各组都是固定测试集 446 个实例；official GT 的 C0、E 各有 1 个实例无有效距离，所以箱图各有 445 个点，其余组为 446。距离缺失为 `null`，不填替代值；阈值成功率的完整分母仍为 446。输入中的历史 `subset_count=243` 和 `build` 字段属于旧 Find 命中比较，不用于本图完整测试集，也不能替代现用 head-to-head。</a:t>
        </a:r>
      </a:p>
      <a:p>
        <a:r>
          <a:t/>
        </a:r>
      </a:p>
      <a:p>
        <a:r>
          <a:t>**统计与正文数字。** 箱体为第 25–75 百分位，中心线为中位数，须为第 5–95 百分位。大于 50 Å 的点只在显示时置于 `50+` 区，不截断分位数计算。横向哈希抖动只改善重叠显示，不改变距离。严格 `&lt;2 Å`、`&lt;3 Å` 的成功不包括等号。</a:t>
        </a:r>
      </a:p>
      <a:p>
        <a:r>
          <a:t/>
        </a:r>
      </a:p>
      <a:p>
        <a:r>
          <a:t>| 条件 | 官方 top-1 中位数 | 微调 top-1 中位数 | 官方 best 中位数 | 微调 best 中位数 |</a:t>
        </a:r>
      </a:p>
      <a:p>
        <a:r>
          <a:t>|---|---:|---:|---:|---:|</a:t>
        </a:r>
      </a:p>
      <a:p>
        <a:r>
          <a:t>| GT、C0 | 2.312081 | 1.288763 | 1.430835 | 0.770799 |</a:t>
        </a:r>
      </a:p>
      <a:p>
        <a:r>
          <a:t>| CA2、C0 | 3.013660 | 1.438240 | 1.744151 | 0.865590 |</a:t>
        </a:r>
      </a:p>
      <a:p>
        <a:r>
          <a:t>| GT、E | 1.554979 | 1.137006 | 0.943153 | 0.690788 |</a:t>
        </a:r>
      </a:p>
      <a:p>
        <a:r>
          <a:t>| CA2、E | 1.813358 | 1.212400 | 1.152167 | 0.774636 |</a:t>
        </a:r>
      </a:p>
      <a:p>
        <a:r>
          <a:t/>
        </a:r>
      </a:p>
      <a:p>
        <a:r>
          <a:t>正文 C0 段落的 2.31→1.29、1.43→0.77、CA2 的 3.01→1.44 均由对应行四舍五入得到。摘要和 Introduction 的 1.55→1.14 来自 **GT、E**，并不是 CA2 条件的中位数；解释这些数字时必须保留协议含义。原逐实例距离在输出留档中，可复核 44.7%、73.8%、83.4%、61.6%、93.0% 等阈值统计。</a:t>
        </a:r>
      </a:p>
      <a:p>
        <a:r>
          <a:t/>
        </a:r>
      </a:p>
      <a:p>
        <a:r>
          <a:t>**实验版本与核验边界。** `evidence/local_cov本轮实验日志.md` 保存第三次 local_cov 实验的训练、测试命令及不可变 release；`evidence/实现与共同数据准备.md` 保存实例冻结。当前其他仓库 HEAD 不是历史运行版本。八份原评价、本图逐实例输入和统计均已本地核对；本轮未重新执行模型、构象排名或 RMSD 评价。原始 50 个 SDF 候选和模型权重仍依各 `source` 所属服务器实验目录追溯，不能从本图的两列距离还原全部原子坐标。</a:t>
        </a:r>
      </a:p>
      <a:p>
        <a:r>
          <a:t/>
        </a:r>
      </a:p>
      <a:p>
        <a:r>
          <a:t>迁移后的 `plot_stage3.py` 已实际运行，新预览和统计只写 `output/stage3-official-tuned/regenerated/`，生成的完整 `summary.json` 与冻结摘要解析后逐字段完全相等。当前正式PPT未由重绘覆盖。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AE10F5-1ADB-4808-A1F8-C40B0DFA5FF8}" authorId="{D3F71A66-0C34-DF1A-5236-FECDBC820DCB}" created="2026-10-02T14:55:41.194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t>@@stage3-find-hit-head-to-head-NO_LEVEL</a:t>
        </a:r>
      </a:p>
    </p188:txBody>
  </p188:cm>
</p188:cmLst>
</file>

<file path=ppt/comments/modernComment_102_E6EBF9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F25589-E830-422A-ACB0-AB3BC75EBFD9}" authorId="{D3F71A66-0C34-DF1A-5236-FECDBC820DCB}" created="2026-10-16T07:02:37.193">
    <pc:sldMkLst xmlns:pc="http://schemas.microsoft.com/office/powerpoint/2013/main/command">
      <pc:docMk/>
      <pc:sldMk cId="1977371646" sldId="257"/>
    </pc:sldMkLst>
    <p188:pos x="0" y="0"/>
    <p188:txBody>
      <a:bodyPr/>
      <a:lstStyle/>
      <a:p>
        <a:r>
          <a:t>@@stage3-predicted-region-head-to-head-NO_LEVEL</a:t>
        </a:r>
      </a:p>
    </p188:txBody>
  </p188:cm>
  <p188:cm id="{EEC7C71A-43AD-4FA3-8ABC-3FB5A13E7E21}" authorId="{D3F71A66-0C34-DF1A-5236-FECDBC820DCB}" created="2026-10-22T15:53:22.979Z">
    <pc:sldMkLst xmlns:pc="http://schemas.microsoft.com/office/powerpoint/2013/main/command">
      <pc:docMk/>
      <pc:sldMk cId="1977371646" sldId="257"/>
    </pc:sldMkLst>
    <p188:pos x="0" y="0"/>
    <p188:txBody>
      <a:bodyPr/>
      <a:lstStyle/>
      <a:p>
        <a:r>
          <a:t>PROVENANCE v1</a:t>
        </a:r>
      </a:p>
      <a:p>
        <a:r>
          <a:t>id: stage3-predicted-region-head-to-head-NO_LEVEL</a:t>
        </a:r>
      </a:p>
      <a:p>
        <a:r>
          <a:t>source: 画图/画图代码/stage3/calculate/图表追溯.md</a:t>
        </a:r>
      </a:p>
      <a:p>
        <a:r>
          <a:t/>
        </a:r>
      </a:p>
      <a:p>
        <a:r>
          <a:t>**条件：原无 level 结果保留页，已退出当前正文；科学输入与原数值保持。**</a:t>
        </a:r>
      </a:p>
      <a:p>
        <a:r>
          <a:t/>
        </a:r>
      </a:p>
      <a:p>
        <a:r>
          <a:t>## stage3-predicted-region-head-to-head-NO_LEVEL｜两种 Find 共同命中的预测区域引导对接</a:t>
        </a:r>
      </a:p>
      <a:p>
        <a:r>
          <a:t/>
        </a:r>
      </a:p>
      <a:p>
        <a:r>
          <a:t>**共享关系与本图选择。** 本图与`@@e2e-find-build-direct-comparison-NO_LEVEL`、`@@find-only-instance-completion-NO_LEVEL`、`@@supp-find-correct-match-build-NO_LEVEL`关联的共享代码位于 `e2e/calculate/find-build-shared/`。Find完成度、预测区域配对和正确身份Find–Build曲线共用冻结data.json与部分图元；直接比较柱图只复用同源SVG运输。各图的面板布局与筛选沿各自plot.py保留，不能把共用运输误说成四图使用同一分母或计费协议。 本次完整入口按稳定图名 `stage3-predicted-region-head-to-head` 选择图或所在共享图组。</a:t>
        </a:r>
      </a:p>
      <a:p>
        <a:r>
          <a:t/>
        </a:r>
      </a:p>
      <a:p>
        <a:r>
          <a:t>**清空temp后的完整重建。** 从仓库根执行 `python -X utf8 -B 转换工具/ops/rebuild_figures.py --figure stage3-predicted-region-head-to-head-NO_LEVEL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**科学问题与载体。** 正文和英文正文引用 `画图/stage3结果.pptx` 中同名图。两种方法均给定正确 SMILES；PocketXMol-tuned 用 LigandSeek-Find 的完整 blob 质心构造 15 Å 中心口袋，Emap2lig-Build 用其 Find 的原生三维 blob。GT、CA2 各自定义一组共同命中实例；不能拿真实配体中心对接的旧 237 实例图代替。</a:t>
        </a:r>
      </a:p>
      <a:p>
        <a:r>
          <a:t/>
        </a:r>
      </a:p>
      <a:p>
        <a:r>
          <a:t>**直接生成链。** `e2e/calculate/find-build-shared/assemble_data.py::main` 读取 `e2e/output/find-build-shared/sources/{GT,CA2,Emap2lig}/docking_results.jsonl`，按 `(pdb_id, matched_occurrence_id)` 连接，写出 `data.json.pairs`、`paired_pose.csv` 和 `summary.json`。直接绘图函数为 `stage3/calculate/stage3-predicted-region-head-to-head/plot.py::draw_rmsd`，由该文件的 `main` 生成唯一的 `02_predicted_pose` 页面；`svg_shapes.py` 展开同源 SVG，`assemble.mjs` 将这些图形装配为原生 PPT。图集归并保留相同稳定图名。</a:t>
        </a:r>
      </a:p>
      <a:p>
        <a:r>
          <a:t/>
        </a:r>
      </a:p>
      <a:p>
        <a:r>
          <a:t>**分母、缺失与统计。** GT 共同命中为 235 个、四项距离齐全为 231 个；CA2 共同命中为 230 个、四项距离齐全为 228 个。`all_rows` 保存全部 465 个共同实例及缺失；`numeric_rows` 只保存两种方法的 top-1、best 四项距离均有效的配对，用于散点、箱体、中位数；成功率分母保留 235／230。`tuned_blob`、`emap_blob` 是各自原 blob 编号，不能当作真实实例编号。RMSD 为 Å，`null` 表示无有效评价。原 self-ranking 和 `consistency_iou` 排名保留，均从 50 个候选取 top-1／best，不按 GT 距离重新挑选 top-1。</a:t>
        </a:r>
      </a:p>
      <a:p>
        <a:r>
          <a:t/>
        </a:r>
      </a:p>
      <a:p>
        <a:r>
          <a:t>图 a/b 对应 GT 的 top-1／best，c/d 对应 CA2。箱体、须和阈值线定义同本文件上一图；纵轴为对数刻度。GT 中位数：tuned top-1 为 0.852578 Å、best 为 0.633977 Å；Emap2lig 分别为 1.826763 Å、1.320193 Å。CA2 中位数分别为 1.020339／0.706682 Å 和 1.826411／1.323884 Å。</a:t>
        </a:r>
      </a:p>
      <a:p>
        <a:r>
          <a:t/>
        </a:r>
      </a:p>
      <a:p>
        <a:r>
          <a:t>**原实验链。** 三域逐 blob 记录来自服务器统一根 `/storage/penghongen/Adaligand_E2E/test/test_0/evaluation/`。原文件散列与服务器位置保存在补充归档 `补充数据/Find-Match-Build_20261018/provenance/source_manifest.json`；相同归档的 `configs/`、`provenance/git_endpoints.json`、`reference_logs/AdaLigand/` 保存配置、源码端点及实际 release／launch，`metadata/pipeline/` 保留原记录。GT／CA2 的中心模型为 `local_cov-C-T0-RA-b72` 的 best checkpoint `step=24800.ckpt`，历史不可变 PocketXMol release 为 `PocketXMol_f4d72bbea387`。Emap2lig 原实验、原 CIF 排名与六例失败见归档的 `metadata/emap_original/` 和 `reference_logs/Emap2lig/`。</a:t>
        </a:r>
      </a:p>
      <a:p>
        <a:r>
          <a:t/>
        </a:r>
      </a:p>
      <a:p>
        <a:r>
          <a:t>**已核验与已知差异。** 本地冻结摘要与直接配对记录一致；旧 Stage3 237 例与当前 GT235／CA2230 的共同集已分清。当前正文将 231／228 描述为“共同预测出的实例”，并把 Emap2lig 的 237 个有效姿态称作合格 blob 数；冻结管线实际保留 Emap2lig 243 个候选目标，其中 237 个有有效姿态。本轮保存作者正文，明确记录这个统计口径差异，不能用正文措辞覆盖冻结分母。</a:t>
        </a:r>
      </a:p>
    </p188:txBody>
  </p188:cm>
</p188:cmLst>
</file>

<file path=ppt/comments/modernComment_103_C90721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66B331-6341-49BE-A952-A40177C5E8FD}" authorId="{D3F71A66-0C34-DF1A-5236-FECDBC820DCB}" created="2026-10-27T18:03:16.360+08:00">
    <pc:sldMkLst xmlns:pc="http://schemas.microsoft.com/office/powerpoint/2013/main/command">
      <pc:docMk/>
      <pc:sldMk cId="1587920010" sldId="256"/>
    </pc:sldMkLst>
    <p188:pos x="0" y="0"/>
    <p188:txBody>
      <a:bodyPr/>
      <a:lstStyle/>
      <a:p>
        <a:r>
          <a:t>@@stage3-predicted-region-head-to-head</a:t>
        </a:r>
      </a:p>
    </p188:txBody>
  </p188:cm>
  <p188:cm id="{61BA8CB0-DA5C-4871-861C-D8F519B9EA58}" authorId="{D3F71A66-0C34-DF1A-5236-FECDBC820DCB}" created="2026-10-27T10:38:19.498Z">
    <pc:sldMkLst xmlns:pc="http://schemas.microsoft.com/office/powerpoint/2013/main/command">
      <pc:docMk/>
      <pc:sldMk cId="1587920010" sldId="256"/>
    </pc:sldMkLst>
    <p188:pos x="0" y="0"/>
    <p188:txBody>
      <a:bodyPr/>
      <a:lstStyle/>
      <a:p>
        <a:r>
          <a:t>PROVENANCE v1</a:t>
        </a:r>
      </a:p>
      <a:p>
        <a:r>
          <a:t>id: stage3-predicted-region-head-to-head</a:t>
        </a:r>
      </a:p>
      <a:p>
        <a:r>
          <a:t>source: 画图/画图代码/stage3/calculate/图表追溯.md</a:t>
        </a:r>
      </a:p>
      <a:p>
        <a:r>
          <a:t/>
        </a:r>
      </a:p>
      <a:p>
        <a:r>
          <a:t>## stage3-predicted-region-head-to-head｜显式推荐 level 条件</a:t>
        </a:r>
      </a:p>
      <a:p>
        <a:r>
          <a:t/>
        </a:r>
      </a:p>
      <a:p>
        <a:r>
          <a:t>本图与`@@e2e-find-build-direct-comparison`、`@@find-only-instance-completion-NO_LEVEL`、`@@supp-find-correct-match-build`沿用元信息所列共享目录和用途；本图具体面板选择见下文。</a:t>
        </a:r>
      </a:p>
      <a:p>
        <a:r>
          <a:t/>
        </a:r>
      </a:p>
      <a:p>
        <a:r>
          <a:t>双方均使用各自Find预测区域及正确SMILES：LigandSeek为预测blob质心Centre docking，Emap为原生blob Build。新共同命中GT247、CA2243为原成功率分母；双方均有有限RMSD的配对分别241、237，分布与中位数只读这些数值配对，不把缺失值记0。GT的DG／Emap top-1中位数0.87126675／1.80291448 Å，best-of-50为0.64139987／1.33982950 Å；CA2为1.03347886／1.79881984和0.71760634／1.33982950 Å。保留原评分排名，距离不做刚体叠合；成功严格&lt;2或&lt;3 Å，未成功仍留共同命中分母。</a:t>
        </a:r>
      </a:p>
      <a:p>
        <a:r>
          <a:t/>
        </a:r>
      </a:p>
      <a:p>
        <a:r>
          <a:t>`find-build-shared/assemble_data.py`按显式条件组装冻结事实；`completion_plot.py`和各图原`plot.py`／装配入口继续共享科学定义，top-k由原`build_nature_figures.py`读取独立整数曲线。data.json的panels保存完整PDB预算事件／分布，pairs保存GT/CA2共同实例及数值配对，selected_blob_events.json记录本次实际Build blob与预算位置；以(pdb_id,occurrence_id)连接而非把blob编号当实例编号。原GT/CA2面板不变，旧Emap四个建模完成度面板以同一逻辑重建后与冻结原件逐字段相同。</a:t>
        </a:r>
      </a:p>
      <a:p>
        <a:r>
          <a:t/>
        </a:r>
      </a:p>
      <a:p>
        <a:r>
          <a:t>实际模型源码为Emap2lig `37b0d9e7ad2a1b18fa096d91f154619085cee907`，新科学根`/storage/penghongen/Emap2lig/contour_level_20261026/`；推荐值L显式交给官方入口，其实际阈值L/2。模型、冻结测试身份、原姿态排序与评价协议保持；本轮仅统计和绘图。新科学输入在`补充数据/Emap2lig_双条件/explicit_emdb_level/`，旧原件没有覆盖。</a:t>
        </a:r>
      </a:p>
      <a:p>
        <a:r>
          <a:t/>
        </a:r>
      </a:p>
      <a:p>
        <a:r>
          <a:t>完整重建：`python -X utf8 -B 转换工具/ops/rebuild_figures.py --figure stage3-predicted-region-head-to-head`。统一入口按本记录inputs显式绑定条件，屏蔽旧temp，科学输入位于上列长期目录；临时图稿、PPT和receipt写本次temp构建目录。当前作者PPT保存新页及最小双语备注，旧页使用`-NO_LEVEL`。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67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PocketXMol-official 与密度引导的 PocketXMol-tuned 在 446 个小分子对接任务上的比较。合格小分子指单残基、相对于模板无缺失原子的有机小分子。</a:t>
            </a:r>
            <a:endParaRPr lang="zh-CN"/>
          </a:p>
          <a:p>
            <a:r>
              <a:rPr lang="zh-CN" dirty="0"/>
              <a:t>a, 按各模型自身评分选出的首选构象的 top-1 RMSD 分布。</a:t>
            </a:r>
            <a:endParaRPr lang="zh-CN"/>
          </a:p>
          <a:p>
            <a:r>
              <a:rPr lang="zh-CN" dirty="0"/>
              <a:t>b, 从 50 个候选中选择 RMSD 最低的构象，得到 best RMSD 分布。左侧为以结合位点中心定义的 15 Å 球形口袋（Centre pocket），右侧为以配体原子周围 10 Å 包络定义的口袋（Envelope pocket）。两种口袋定义均在真实受体和 CryoAtom2 重建受体条件下评估。每个点代表一个配体实例。箱体、中心线和须分别表示第 25–75 百分位数、中位数和第 5–95 百分位数。纵轴采用对数尺度；超过 50 Å 的离群值以顶部三角形表示。官方模型在一个测试实例上失败，原因是选定口袋不含有效蛋白质原子，该实例从其统计中排除。</a:t>
            </a:r>
            <a:endParaRPr lang="zh-CN"/>
          </a:p>
          <a:p>
            <a:r>
              <a:rPr dirty="0"/>
              <a:t>ENGLISH:</a:t>
            </a:r>
          </a:p>
          <a:p>
            <a:r>
              <a:rPr dirty="0"/>
              <a:t>Comparison of PocketXMol-official and density-guided PocketXMol-tuned on 446 small-molecule docking tasks. Eligible small molecules are single-residue organic small molecules with no atoms missing relative to their templates.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r>
              <a:rPr dirty="0"/>
              <a:t>a, Distribution of </a:t>
            </a:r>
            <a:r>
              <a:rPr lang="en-US" altLang="zh-CN" dirty="0"/>
              <a:t>top-1 RMSD</a:t>
            </a:r>
            <a:r>
              <a:rPr dirty="0"/>
              <a:t>, </a:t>
            </a:r>
            <a:r>
              <a:rPr lang="zh-CN" altLang="zh-CN" dirty="0"/>
              <a:t>according to each model's own score</a:t>
            </a:r>
            <a:r>
              <a:rPr lang="en-US" altLang="zh-CN" dirty="0"/>
              <a:t>.</a:t>
            </a:r>
          </a:p>
          <a:p>
            <a:r>
              <a:rPr dirty="0"/>
              <a:t>b, Distribution of </a:t>
            </a:r>
            <a:r>
              <a:rPr lang="en-US" dirty="0"/>
              <a:t>best </a:t>
            </a:r>
            <a:r>
              <a:rPr dirty="0"/>
              <a:t>RMSD, selected as the lowest-RMSD pose among 50 candidates. Results for </a:t>
            </a:r>
            <a:r>
              <a:rPr dirty="0" err="1"/>
              <a:t>centre</a:t>
            </a:r>
            <a:r>
              <a:rPr dirty="0"/>
              <a:t>-defined 15 Å spherical pockets (Centre pocket) appear on the left. Results for pockets defined by a 10 Å envelope around ligand atoms (Envelope pocket) appear on the right. Both pocket definitions are evaluated with deposited and CryoAtom2-reconstructed receptors. Each point represents one </a:t>
            </a:r>
            <a:r>
              <a:rPr lang="en-US" dirty="0"/>
              <a:t>ligand</a:t>
            </a:r>
            <a:r>
              <a:rPr dirty="0"/>
              <a:t> instance. Boxes, central lines and whiskers indicate the 25th–75th percentiles, median and 5th–95th percentiles, respectively. The vertical axis is logarithmic; outliers above 50 Å appear as triangles at the top. The official model failed for one test instance because the selected pocket contained no valid protein atoms. This instance was excluded from its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PocketXMol-tuned 与 Emap2lig-Build 在 Emap2lig-Find 检出的实例上的对接性能（n = 237）。</a:t>
            </a:r>
            <a:endParaRPr lang="zh-CN"/>
          </a:p>
          <a:p>
            <a:r>
              <a:rPr lang="zh-CN" dirty="0"/>
              <a:t>a, 按各模型自身评分选出的首选构象的 top-1 RMSD 分布。</a:t>
            </a:r>
            <a:endParaRPr lang="zh-CN"/>
          </a:p>
          <a:p>
            <a:r>
              <a:rPr lang="zh-CN" dirty="0"/>
              <a:t>b, 从 50 个候选中选择 RMSD 最低的构象，得到 best RMSD 分布。PocketXMol-tuned 使用以结合位点为中心的 15 Å 球形口袋，分别在真实受体和 CryoAtom2 重建受体条件下评估。Emap2lig-Build 使用 Emap2lig-Find 预测的原始三维候选 blob 作为提示区域。每个点代表一个配体实例。箱体、中心线和须分别表示第 25–75 百分位数、中位数和第 5–95 百分位数。纵轴采用对数尺度。</a:t>
            </a:r>
            <a:endParaRPr lang="zh-CN"/>
          </a:p>
          <a:p>
            <a:r>
              <a:rPr dirty="0"/>
              <a:t>ENGLISH:</a:t>
            </a:r>
          </a:p>
          <a:p>
            <a:r>
              <a:rPr dirty="0"/>
              <a:t>Docking performance of </a:t>
            </a:r>
            <a:r>
              <a:rPr dirty="0" err="1"/>
              <a:t>PocketXMol</a:t>
            </a:r>
            <a:r>
              <a:rPr dirty="0"/>
              <a:t>-tuned and Emap2lig-Build on instances detected by Emap2lig-Find (n = 237).</a:t>
            </a:r>
          </a:p>
          <a:p>
            <a:r>
              <a:rPr dirty="0"/>
              <a:t>a, </a:t>
            </a:r>
            <a:r>
              <a:rPr lang="en-US" altLang="zh-CN" dirty="0"/>
              <a:t>Distribution of top-1 RMSD</a:t>
            </a:r>
            <a:r>
              <a:rPr dirty="0"/>
              <a:t>, </a:t>
            </a:r>
            <a:r>
              <a:rPr lang="zh-CN" altLang="zh-CN" dirty="0"/>
              <a:t>according to each model's own score</a:t>
            </a:r>
            <a:r>
              <a:rPr lang="en-US" altLang="zh-CN" dirty="0"/>
              <a:t>.</a:t>
            </a:r>
          </a:p>
          <a:p>
            <a:r>
              <a:rPr dirty="0"/>
              <a:t>b, </a:t>
            </a:r>
            <a:r>
              <a:rPr lang="en-US" altLang="zh-CN" dirty="0"/>
              <a:t>Distribution of best RMSD, selected as the lowest-RMSD pose among 50 candidates. </a:t>
            </a:r>
            <a:r>
              <a:rPr dirty="0" err="1"/>
              <a:t>PocketXMol</a:t>
            </a:r>
            <a:r>
              <a:rPr dirty="0"/>
              <a:t>-tuned is evaluated with deposited and CryoAtom2-reconstructed receptors, using a 15 Å sphere </a:t>
            </a:r>
            <a:r>
              <a:rPr dirty="0" err="1"/>
              <a:t>centred</a:t>
            </a:r>
            <a:r>
              <a:rPr dirty="0"/>
              <a:t> on </a:t>
            </a:r>
            <a:r>
              <a:t>the binding </a:t>
            </a:r>
            <a:r>
              <a:rPr dirty="0"/>
              <a:t>site. Emap2lig-Build uses the native three-dimensional candidate blob predicted by Emap2lig-Find as its guiding region. Each point represents one ligand instance. Boxes, central lines and whiskers indicate the 25th–75th percentiles, median and 5th–95th percentiles, respectively. The vertical axis is logarithmic.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预测配体区域引导下的</a:t>
            </a:r>
            <a:r>
              <a:rPr lang="en-US" altLang="zh-CN" dirty="0" err="1"/>
              <a:t>PocketXMol</a:t>
            </a:r>
            <a:r>
              <a:rPr lang="en-US" altLang="zh-CN" dirty="0"/>
              <a:t>-tuned</a:t>
            </a:r>
            <a:r>
              <a:rPr lang="zh-CN" altLang="en-US" dirty="0"/>
              <a:t>与</a:t>
            </a:r>
            <a:r>
              <a:rPr lang="en-US" altLang="zh-CN" dirty="0"/>
              <a:t>Emap2lig-Build</a:t>
            </a:r>
            <a:r>
              <a:rPr lang="zh-CN" altLang="en-US" dirty="0"/>
              <a:t>对接比较。</a:t>
            </a:r>
            <a:r>
              <a:rPr lang="en-US" altLang="zh-CN" dirty="0" err="1"/>
              <a:t>a,b</a:t>
            </a:r>
            <a:r>
              <a:rPr lang="zh-CN" altLang="en-US" dirty="0"/>
              <a:t>，沉积受体</a:t>
            </a:r>
            <a:r>
              <a:rPr lang="en-US" altLang="zh-CN" dirty="0"/>
              <a:t>(GT)</a:t>
            </a:r>
            <a:r>
              <a:rPr lang="zh-CN" altLang="en-US" dirty="0"/>
              <a:t>条件下</a:t>
            </a:r>
            <a:r>
              <a:rPr lang="en-US" altLang="zh-CN" dirty="0"/>
              <a:t>LigandSeek-Find</a:t>
            </a:r>
            <a:r>
              <a:rPr lang="zh-CN" altLang="en-US" dirty="0"/>
              <a:t>与</a:t>
            </a:r>
            <a:r>
              <a:rPr lang="en-US" altLang="zh-CN" dirty="0"/>
              <a:t>Emap2lig-Find</a:t>
            </a:r>
            <a:r>
              <a:rPr lang="zh-CN" altLang="en-US" dirty="0"/>
              <a:t>共同命中的</a:t>
            </a:r>
            <a:r>
              <a:rPr lang="en-US" altLang="zh-CN" dirty="0"/>
              <a:t>235</a:t>
            </a:r>
            <a:r>
              <a:rPr lang="zh-CN" altLang="en-US" dirty="0"/>
              <a:t>个实例；</a:t>
            </a:r>
            <a:r>
              <a:rPr lang="en-US" altLang="zh-CN" dirty="0" err="1"/>
              <a:t>c,d</a:t>
            </a:r>
            <a:r>
              <a:rPr lang="zh-CN" altLang="en-US" dirty="0"/>
              <a:t>，</a:t>
            </a:r>
            <a:r>
              <a:rPr lang="en-US" altLang="zh-CN" dirty="0"/>
              <a:t>CryoAtom2</a:t>
            </a:r>
            <a:r>
              <a:rPr lang="zh-CN" altLang="en-US" dirty="0"/>
              <a:t>重建受体</a:t>
            </a:r>
            <a:r>
              <a:rPr lang="en-US" altLang="zh-CN" dirty="0"/>
              <a:t>(CA2)</a:t>
            </a:r>
            <a:r>
              <a:rPr lang="zh-CN" altLang="en-US" dirty="0"/>
              <a:t>条件下共同命中的</a:t>
            </a:r>
            <a:r>
              <a:rPr lang="en-US" altLang="zh-CN" dirty="0"/>
              <a:t>230</a:t>
            </a:r>
            <a:r>
              <a:rPr lang="zh-CN" altLang="en-US" dirty="0"/>
              <a:t>个实例。</a:t>
            </a:r>
            <a:r>
              <a:rPr lang="en-US" altLang="zh-CN" dirty="0"/>
              <a:t>RMSD</a:t>
            </a:r>
            <a:r>
              <a:rPr lang="zh-CN" altLang="en-US" dirty="0"/>
              <a:t>分布分别包含</a:t>
            </a:r>
            <a:r>
              <a:rPr lang="en-US" altLang="zh-CN" dirty="0"/>
              <a:t>231</a:t>
            </a:r>
            <a:r>
              <a:rPr lang="zh-CN" altLang="en-US" dirty="0"/>
              <a:t>和</a:t>
            </a:r>
            <a:r>
              <a:rPr lang="en-US" altLang="zh-CN" dirty="0"/>
              <a:t>228</a:t>
            </a:r>
            <a:r>
              <a:rPr lang="zh-CN" altLang="en-US" dirty="0"/>
              <a:t>个配对实例。</a:t>
            </a:r>
            <a:r>
              <a:rPr lang="en-US" altLang="zh-CN" dirty="0" err="1"/>
              <a:t>PocketXMol</a:t>
            </a:r>
            <a:r>
              <a:rPr lang="en-US" altLang="zh-CN" dirty="0"/>
              <a:t>-tuned</a:t>
            </a:r>
            <a:r>
              <a:rPr lang="zh-CN" altLang="en-US" dirty="0"/>
              <a:t>以</a:t>
            </a:r>
            <a:r>
              <a:rPr lang="en-US" altLang="zh-CN" dirty="0"/>
              <a:t>LigandSeek-Find</a:t>
            </a:r>
            <a:r>
              <a:rPr lang="zh-CN" altLang="en-US" dirty="0"/>
              <a:t>完整</a:t>
            </a:r>
            <a:r>
              <a:rPr lang="en-US" altLang="zh-CN" dirty="0"/>
              <a:t>blob</a:t>
            </a:r>
            <a:r>
              <a:rPr lang="zh-CN" altLang="en-US" dirty="0"/>
              <a:t>的质心选取</a:t>
            </a:r>
            <a:r>
              <a:rPr lang="en-US" altLang="zh-CN" dirty="0"/>
              <a:t>$15\,\</a:t>
            </a:r>
            <a:r>
              <a:rPr lang="en-US" altLang="zh-CN" dirty="0" err="1"/>
              <a:t>mathrm</a:t>
            </a:r>
            <a:r>
              <a:rPr lang="en-US" altLang="zh-CN" dirty="0"/>
              <a:t>{Å}$</a:t>
            </a:r>
            <a:r>
              <a:rPr lang="zh-CN" altLang="en-US" dirty="0"/>
              <a:t>中心口袋；</a:t>
            </a:r>
            <a:r>
              <a:rPr lang="en-US" altLang="zh-CN" dirty="0"/>
              <a:t>Emap2lig-Build</a:t>
            </a:r>
            <a:r>
              <a:rPr lang="zh-CN" altLang="en-US" dirty="0"/>
              <a:t>使用其</a:t>
            </a:r>
            <a:r>
              <a:rPr lang="en-US" altLang="zh-CN" dirty="0"/>
              <a:t>Find</a:t>
            </a:r>
            <a:r>
              <a:rPr lang="zh-CN" altLang="en-US" dirty="0"/>
              <a:t>产生的原生三维</a:t>
            </a:r>
            <a:r>
              <a:rPr lang="en-US" altLang="zh-CN" dirty="0"/>
              <a:t>blob</a:t>
            </a:r>
            <a:r>
              <a:rPr lang="zh-CN" altLang="en-US" dirty="0"/>
              <a:t>。两者均给定正确</a:t>
            </a:r>
            <a:r>
              <a:rPr lang="en-US" altLang="zh-CN" dirty="0"/>
              <a:t>SMILES</a:t>
            </a:r>
            <a:r>
              <a:rPr lang="zh-CN" altLang="en-US" dirty="0"/>
              <a:t>，以</a:t>
            </a:r>
            <a:r>
              <a:rPr lang="en-US" altLang="zh-CN" dirty="0"/>
              <a:t>100</a:t>
            </a:r>
            <a:r>
              <a:rPr lang="zh-CN" altLang="en-US" dirty="0"/>
              <a:t>步生成</a:t>
            </a:r>
            <a:r>
              <a:rPr lang="en-US" altLang="zh-CN" dirty="0"/>
              <a:t>50</a:t>
            </a:r>
            <a:r>
              <a:rPr lang="zh-CN" altLang="en-US" dirty="0"/>
              <a:t>个候选。左列为模型评分首选构象，右列为</a:t>
            </a:r>
            <a:r>
              <a:rPr lang="en-US" altLang="zh-CN" dirty="0"/>
              <a:t>50</a:t>
            </a:r>
            <a:r>
              <a:rPr lang="zh-CN" altLang="en-US" dirty="0"/>
              <a:t>个候选中的最低重原子</a:t>
            </a:r>
            <a:r>
              <a:rPr lang="en-US" altLang="zh-CN" dirty="0"/>
              <a:t>RMSD</a:t>
            </a:r>
            <a:r>
              <a:rPr lang="zh-CN" altLang="en-US" dirty="0"/>
              <a:t>。散点表示实例，箱体为</a:t>
            </a:r>
            <a:r>
              <a:rPr lang="en-US" altLang="zh-CN" dirty="0"/>
              <a:t>25–75</a:t>
            </a:r>
            <a:r>
              <a:rPr lang="zh-CN" altLang="en-US" dirty="0"/>
              <a:t>百分位，中线为中位数，须为</a:t>
            </a:r>
            <a:r>
              <a:rPr lang="en-US" altLang="zh-CN" dirty="0"/>
              <a:t>5–95</a:t>
            </a:r>
            <a:r>
              <a:rPr lang="zh-CN" altLang="en-US" dirty="0"/>
              <a:t>百分位。纵轴为对数刻度；细虚线表示</a:t>
            </a:r>
            <a:r>
              <a:rPr lang="en-US" altLang="zh-CN" dirty="0"/>
              <a:t>$2\,\</a:t>
            </a:r>
            <a:r>
              <a:rPr lang="en-US" altLang="zh-CN" dirty="0" err="1"/>
              <a:t>mathrm</a:t>
            </a:r>
            <a:r>
              <a:rPr lang="en-US" altLang="zh-CN" dirty="0"/>
              <a:t>{Å}$</a:t>
            </a:r>
            <a:r>
              <a:rPr lang="zh-CN" altLang="en-US" dirty="0"/>
              <a:t>和</a:t>
            </a:r>
            <a:r>
              <a:rPr lang="en-US" altLang="zh-CN" dirty="0"/>
              <a:t>$3\,\</a:t>
            </a:r>
            <a:r>
              <a:rPr lang="en-US" altLang="zh-CN" dirty="0" err="1"/>
              <a:t>mathrm</a:t>
            </a:r>
            <a:r>
              <a:rPr lang="en-US" altLang="zh-CN" dirty="0"/>
              <a:t>{Å}$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
</a:t>
            </a:r>
            <a:r>
              <a:rPr lang="en-US" altLang="zh-CN" dirty="0"/>
              <a:t>ENGLISH:
</a:t>
            </a:r>
            <a:r>
              <a:rPr lang="en-US" altLang="zh-CN" b="1" dirty="0"/>
              <a:t>Docking performance of </a:t>
            </a:r>
            <a:r>
              <a:rPr lang="en-US" altLang="zh-CN" b="1" dirty="0" err="1"/>
              <a:t>PocketXMol</a:t>
            </a:r>
            <a:r>
              <a:rPr lang="en-US" altLang="zh-CN" b="1" dirty="0"/>
              <a:t>-tuned and Emap2lig-Build using predicted ligand regions. </a:t>
            </a:r>
            <a:r>
              <a:rPr lang="en-US" altLang="zh-CN" sz="1200" b="1" kern="1200" dirty="0" err="1"/>
              <a:t>a,b</a:t>
            </a:r>
            <a:r>
              <a:rPr lang="en-US" altLang="zh-CN" sz="1200" b="1" kern="1200" dirty="0"/>
              <a:t>,</a:t>
            </a:r>
            <a:r>
              <a:rPr lang="en-US" altLang="zh-CN" dirty="0"/>
              <a:t> Deposited receptor (GT) comparison on 231 instances jointly detected by </a:t>
            </a:r>
            <a:r>
              <a:rPr lang="en-US" altLang="zh-CN" dirty="0" err="1"/>
              <a:t>LigandSeek</a:t>
            </a:r>
            <a:r>
              <a:rPr lang="en-US" altLang="zh-CN" dirty="0"/>
              <a:t>-Find and Emap2lig-Find. </a:t>
            </a:r>
            <a:r>
              <a:rPr lang="en-US" altLang="zh-CN" sz="1200" b="1" kern="1200" dirty="0" err="1"/>
              <a:t>c,d</a:t>
            </a:r>
            <a:r>
              <a:rPr lang="en-US" altLang="zh-CN" sz="1200" b="1" kern="1200" dirty="0"/>
              <a:t>,</a:t>
            </a:r>
            <a:r>
              <a:rPr lang="en-US" altLang="zh-CN" dirty="0"/>
              <a:t> CryoAtom2-reconstructed receptor (CA2) comparison on 228 instances jointly detected by both methods. </a:t>
            </a:r>
            <a:r>
              <a:rPr lang="en-US" altLang="zh-CN" dirty="0" err="1"/>
              <a:t>PocketXMol</a:t>
            </a:r>
            <a:r>
              <a:rPr lang="en-US" altLang="zh-CN" dirty="0"/>
              <a:t>-tuned uses the </a:t>
            </a:r>
            <a:r>
              <a:rPr lang="en-US" altLang="zh-CN" dirty="0" err="1"/>
              <a:t>LigandSeek</a:t>
            </a:r>
            <a:r>
              <a:rPr lang="en-US" altLang="zh-CN" dirty="0"/>
              <a:t>-Find blob centroid to define a 15 Å </a:t>
            </a:r>
            <a:r>
              <a:rPr lang="en-US" altLang="zh-CN" dirty="0" err="1"/>
              <a:t>centre</a:t>
            </a:r>
            <a:r>
              <a:rPr lang="en-US" altLang="zh-CN" dirty="0"/>
              <a:t> pocket; Emap2lig-Build uses the Emap2lig-Find predicted blob as its guiding region. Left (</a:t>
            </a:r>
            <a:r>
              <a:rPr lang="en-US" altLang="zh-CN" dirty="0" err="1"/>
              <a:t>a,c</a:t>
            </a:r>
            <a:r>
              <a:rPr lang="en-US" altLang="zh-CN" dirty="0"/>
              <a:t>), top-1 RMSD. Right (</a:t>
            </a:r>
            <a:r>
              <a:rPr lang="en-US" altLang="zh-CN" dirty="0" err="1"/>
              <a:t>b,d</a:t>
            </a:r>
            <a:r>
              <a:rPr lang="en-US" altLang="zh-CN" dirty="0"/>
              <a:t>), best-of-50 RMSD. Points represent ligand instances, boxes span the 25th–75th percentiles, </a:t>
            </a:r>
            <a:r>
              <a:rPr lang="en-US" altLang="zh-CN" dirty="0" err="1"/>
              <a:t>centre</a:t>
            </a:r>
            <a:r>
              <a:rPr lang="en-US" altLang="zh-CN" dirty="0"/>
              <a:t> lines show medians and whiskers span the 5th–95th percentiles. The y-axis is logarithmic. Dashed lines mark 2 Å and 3 Å.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368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 xml:space="preserve">预测配体区域引导下的DG-PocketXmol与Emap2lig-Build对接比较。a,b，沉积受体(GT)条件下LigandSeek-Find与Emap2lig-Find共同命中的247个实例；c,d，CryoAtom2重建受体(CA2)条件下共同命中的243个实例。RMSD分布分别包含241和237个配对实例。DG-PocketXmol以LigandSeek-Find完整blob的质心选取$15\,\mathrm{Å}$中心口袋；Emap2lig-Build使用其Find产生的原生三维blob。两者均给定正确SMILES，以100步生成50个候选。左列为模型评分首选构象，右列为50个候选中的最低重原子RMSD。散点表示实例，箱体为25–75百分位，中线为中位数，须为5–95百分位。纵轴为对数刻度；细虚线表示$2\,\mathrm{Å}$和$3\,\mathrm{Å}$。</a:t>
            </a:r>
          </a:p>
          <a:p>
            <a:r>
              <a:t xml:space="preserve"/>
            </a:r>
          </a:p>
          <a:p>
            <a:r>
              <a:t xml:space="preserve">ENGLISH:</a:t>
            </a:r>
          </a:p>
          <a:p>
            <a:r>
              <a:t xml:space="preserve">Docking performance of DG-PocketXmol and Emap2lig-Build using predicted ligand regions. a,b, Deposited receptor (GT) comparison on 241 instances jointly detected by LigandSeek-Find and Emap2lig-Find. c,d, CryoAtom2-reconstructed receptor (CA2) comparison on 237 instances jointly detected by both methods. DG-PocketXmol uses the LigandSeek-Find blob centroid to define a 15 Å centre pocket; Emap2lig-Build uses the Emap2lig-Find predicted blob as its guiding region. Left (a,c), top-1 RMSD. Right (b,d), best-of-50 RMSD. Points represent ligand instances, boxes span the 25th–75th percentiles, centre lines show medians and whiskers span the 5th–95th percentiles. The y-axis is logarithmic. Dashed lines mark 2 Å and 3 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487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25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E6EBF9D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C907216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3500" y="381000"/>
            <a:ext cx="190500" cy="114300"/>
          </a:xfrm>
          <a:prstGeom prst="rect">
            <a:avLst/>
          </a:prstGeom>
          <a:solidFill>
            <a:srgbClr val="2D887E"/>
          </a:solidFill>
          <a:ln w="12700">
            <a:solidFill>
              <a:srgbClr val="2D88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52900" y="279400"/>
            <a:ext cx="2463800" cy="330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Deposited receptor</a:t>
            </a:r>
          </a:p>
        </p:txBody>
      </p:sp>
      <p:sp>
        <p:nvSpPr>
          <p:cNvPr id="4" name="Shape 2"/>
          <p:cNvSpPr/>
          <p:nvPr/>
        </p:nvSpPr>
        <p:spPr>
          <a:xfrm>
            <a:off x="7112000" y="381000"/>
            <a:ext cx="190500" cy="114300"/>
          </a:xfrm>
          <a:prstGeom prst="rect">
            <a:avLst/>
          </a:prstGeom>
          <a:solidFill>
            <a:srgbClr val="5879BD"/>
          </a:solidFill>
          <a:ln w="12700">
            <a:solidFill>
              <a:srgbClr val="587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91400" y="279400"/>
            <a:ext cx="24638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787400"/>
            <a:ext cx="444500" cy="4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308100" y="787400"/>
            <a:ext cx="2413000" cy="393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pose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32000" y="1168400"/>
            <a:ext cx="407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pocket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85000" y="1168400"/>
            <a:ext cx="407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pocket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38300" y="1524000"/>
            <a:ext cx="0" cy="261620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38300" y="4140200"/>
            <a:ext cx="9893300" cy="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4800" y="402636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3300" y="391206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74800" y="366378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3300" y="354948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74800" y="338950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3300" y="327520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74800" y="3115221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300" y="3000921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74800" y="2954777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300" y="2840477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74800" y="275264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300" y="263834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74800" y="2478361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3300" y="2364061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74800" y="1841500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3300" y="1727200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74800" y="1574800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100" y="1447800"/>
            <a:ext cx="584200" cy="241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74800" y="1701800"/>
            <a:ext cx="88900" cy="63500"/>
          </a:xfrm>
          <a:prstGeom prst="line">
            <a:avLst/>
          </a:prstGeom>
          <a:noFill/>
          <a:ln w="11430">
            <a:solidFill>
              <a:srgbClr val="2532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74800" y="1765300"/>
            <a:ext cx="88900" cy="63500"/>
          </a:xfrm>
          <a:prstGeom prst="line">
            <a:avLst/>
          </a:prstGeom>
          <a:noFill/>
          <a:ln w="11430">
            <a:solidFill>
              <a:srgbClr val="2532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38300" y="3115221"/>
            <a:ext cx="98933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38300" y="2954777"/>
            <a:ext cx="98933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524" y="1256663"/>
            <a:ext cx="393700" cy="21590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6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</a:t>
            </a:r>
            <a:r>
              <a:rPr lang="en-US" sz="16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RMSD (Å)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78600" y="1536700"/>
            <a:ext cx="0" cy="2603500"/>
          </a:xfrm>
          <a:prstGeom prst="line">
            <a:avLst/>
          </a:prstGeom>
          <a:noFill/>
          <a:ln w="10795">
            <a:solidFill>
              <a:srgbClr val="B8C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92492" y="34026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9544" y="34786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01558" y="3372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19474" y="34417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84340" y="34603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83156" y="33845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3048" y="3538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8025" y="3366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87188" y="3386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97066" y="3393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98170" y="34538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2717" y="32582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84113" y="34805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85836" y="34697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24428" y="34530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16081" y="3437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41788" y="3414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31588" y="3418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33161" y="3492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2963" y="34319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55945" y="34076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41852" y="3451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46715" y="34042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16480" y="34209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01275" y="34241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9517" y="35703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48853" y="34412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66052" y="3427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21126" y="3419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86404" y="34470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4344" y="2528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93253" y="3359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3729" y="3412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0387" y="3386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69455" y="33674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20394" y="33582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13330" y="34816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90111" y="3481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34377" y="3452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497429" y="3469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54129" y="3365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33378" y="3323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31011" y="34699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54543" y="34371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73508" y="3301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79529" y="34846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15349" y="3388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70099" y="34698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78715" y="33453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89903" y="34216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98003" y="33996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83833" y="33712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640226" y="34399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99796" y="34355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14101" y="35795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26547" y="34773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12088" y="34482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74284" y="3358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52355" y="34591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52213" y="33679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33133" y="33509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79931" y="34137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646908" y="32957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99442" y="3457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76717" y="3450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504920" y="33698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76491" y="3369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644920" y="34728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654341" y="34783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482831" y="3444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581113" y="35251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744327" y="33689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610858" y="33861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61656" y="34150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24495" y="34701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91304" y="3419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89358" y="34706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36606" y="32180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65436" y="26550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605077" y="3367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397241" y="2906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531668" y="32586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678622" y="34608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759549" y="35160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08653" y="34960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54706" y="33414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511637" y="34209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628085" y="34814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780559" y="34633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388917" y="3539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389111" y="3593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776608" y="3451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78221" y="33779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614871" y="34598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369153" y="3463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03607" y="30739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563500" y="34211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723826" y="33724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704128" y="2997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394089" y="35003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492013" y="31365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557040" y="30734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9930" y="34244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49919" y="27782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402526" y="34977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561670" y="27709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631372" y="30788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77828" y="27499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584067" y="3052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11924" y="32139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80194" y="3408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673098" y="27550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683328" y="30399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699751" y="35092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387532" y="31517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698664" y="2777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653746" y="3534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606045" y="35021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791100" y="2728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391677" y="27671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791461" y="30540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534566" y="3041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532070" y="3124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647766" y="29896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581829" y="3069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709566" y="28574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740714" y="2949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506434" y="29508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451794" y="26260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555998" y="24461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577873" y="31244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660018" y="24875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381768" y="23813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683710" y="26677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680030" y="2538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627767" y="24661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772149" y="26258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433042" y="2531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580706" y="2389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398575" y="2557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685292" y="2605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43512" y="24919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514839" y="2447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86049" y="2735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501319" y="24879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521505" y="2405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555168" y="26010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35912" y="2410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532633" y="25742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506249" y="23438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666949" y="2568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449272" y="2217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561239" y="2506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716273" y="26761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646783" y="23925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39684" y="2341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431636" y="2408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561487" y="25869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491634" y="2683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623797" y="25563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91438" y="2445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776007" y="2630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510709" y="24243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445143" y="23769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480702" y="2406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479093" y="2455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490145" y="2397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541037" y="22424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464016" y="29017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600078" y="3045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559127" y="3416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762330" y="2573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751047" y="29438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644092" y="33050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580496" y="33107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10389" y="31924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682248" y="2699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2509786" y="26731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797906" y="2649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572574" y="27409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436391" y="25643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580348" y="2500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683143" y="24927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2789024" y="2889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2475846" y="25230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404076" y="25332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561060" y="26726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715818" y="2487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463148" y="2517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545554" y="2734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373746" y="26230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659741" y="27613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650375" y="2487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701124" y="27053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508806" y="28898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607952" y="2532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2603593" y="26775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796485" y="27066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789455" y="25179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543667" y="23853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44273" y="2898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674953" y="26201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580762" y="2544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490817" y="3166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638229" y="2507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633271" y="26541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592057" y="2707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527068" y="26982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784918" y="3003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794268" y="27981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430686" y="26461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2713026" y="26218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2619429" y="34104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423243" y="33865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372904" y="33722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74663" y="30639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482036" y="30381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756657" y="30600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472486" y="29527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2684729" y="3028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32749" y="30755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774475" y="3007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2417607" y="3061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630574" y="30872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507886" y="3069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529713" y="2992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500192" y="3115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646417" y="3400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723045" y="3187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511090" y="27918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759353" y="31273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379224" y="3206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780492" y="2448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429623" y="36715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631255" y="3654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373270" y="3749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476507" y="3504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627605" y="3668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466914" y="34994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673768" y="3436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592688" y="36001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653580" y="33768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457019" y="36256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2500228" y="3474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584571" y="36027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480625" y="3116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2536716" y="33628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728567" y="31501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2649435" y="3145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2643285" y="25232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2743367" y="25138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2645648" y="25195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2566043" y="2522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2761630" y="26759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2425152" y="25790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2734374" y="30124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2626621" y="25418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2594631" y="2662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2471417" y="3135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2397361" y="3130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749447" y="31496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2721515" y="30950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2443740" y="3127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2416472" y="3147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2553443" y="3316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2725813" y="3342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2403212" y="30851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2784213" y="32817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2633379" y="2462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2629456" y="3359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368847" y="3107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2480038" y="32855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537559" y="33879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2424918" y="2836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433658" y="23964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2452029" y="33649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606782" y="35075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2725490" y="36147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550401" y="3476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790399" y="35378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526021" y="2332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2659457" y="25972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2492301" y="32509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2465828" y="2978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368343" y="2544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2731728" y="2360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2486773" y="2471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2534614" y="2765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794239" y="26815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2643309" y="2730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715067" y="28580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2644240" y="30550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433416" y="26472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2654678" y="27553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522604" y="2703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479049" y="27879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671167" y="3257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2629583" y="27423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424911" y="32151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494125" y="3138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453403" y="31546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671573" y="3144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589191" y="31448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464058" y="31530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621273" y="35426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426203" y="35084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617193" y="33352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595838" y="3543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592602" y="2693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419043" y="30303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649670" y="27344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443950" y="28498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777451" y="28954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448188" y="29524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687766" y="28803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2698535" y="29007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669819" y="2605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2387923" y="3210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2544211" y="30903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28243" y="30685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2615552" y="3128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2683935" y="3117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420917" y="30794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2601685" y="27610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375054" y="2968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2780713" y="2711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2508585" y="31591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2554950" y="2766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641036" y="26304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2539089" y="31535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2405481" y="26771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2711086" y="31236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2777663" y="30901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2407483" y="29794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2542309" y="26082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2718902" y="29115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2762672" y="2561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2534497" y="24970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2550826" y="3180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2497499" y="29154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2432088" y="3700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2517987" y="31190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595523" y="3416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2591680" y="28806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2638789" y="28852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2412449" y="2907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600158" y="3503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2680656" y="30933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2393043" y="32991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694833" y="28200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736612" y="29789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569382" y="29505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2422731" y="3167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2754257" y="2967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2661649" y="34191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619784" y="28907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2671155" y="31013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2570290" y="2654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2633666" y="30364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2424616" y="26357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2497794" y="29970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2369999" y="1536700"/>
            <a:ext cx="76200" cy="63500"/>
          </a:xfrm>
          <a:prstGeom prst="triangle">
            <a:avLst/>
          </a:prstGeom>
          <a:solidFill>
            <a:srgbClr val="2D887E">
              <a:alpha val="82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2668839" y="23832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742081" y="3116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26289" y="2809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2435859" y="25704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2502010" y="26495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2493559" y="3136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2487667" y="2497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2689189" y="2528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2676110" y="25268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2756160" y="2375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613886" y="2424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2774973" y="23774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527243" y="24707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2552313" y="24903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2560692" y="27807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564734" y="25161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513000" y="26048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2454996" y="2526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2545074" y="2433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2692986" y="24658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2472999" y="2395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2690861" y="2472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2575200" y="2968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2604713" y="25726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796953" y="3269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2653245" y="35993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2633294" y="29248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2720745" y="28888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539775" y="2483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2616136" y="25143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2406177" y="2907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2628415" y="26418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2725742" y="3322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2673061" y="2838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2686475" y="31605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2678787" y="37970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2390684" y="28761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2493640" y="27730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2766226" y="2473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2611556" y="2772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2718122" y="28146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2494075" y="28873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2734040" y="28062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2694623" y="25586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2759533" y="25110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2430711" y="2543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797031" y="24875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2632949" y="2488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776588" y="27909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722461" y="28049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409130" y="33129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622061" y="32893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454239" y="2924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2489452" y="33728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2767365" y="35136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2412517" y="36026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2785182" y="28722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2429138" y="27887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2557031" y="28144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2664972" y="2667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2672226" y="2825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2378704" y="34699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542676" y="2967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2706712" y="29086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383756" y="29251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2750960" y="3512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2665184" y="35118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2459195" y="35174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2558632" y="3670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2478193" y="28923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2692237" y="2796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2671180" y="35392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2432152" y="36088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2457153" y="26765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578440" y="33875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2576658" y="2833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2602173" y="27476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2404178" y="2443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2376347" y="26189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2492323" y="2854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535374" y="24759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2584389" y="2874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2695737" y="2652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2603500" y="2444192"/>
            <a:ext cx="0" cy="1112766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2489200" y="3556958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2489200" y="2444192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438400" y="2674770"/>
            <a:ext cx="330200" cy="731806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2438400" y="3057844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3452892" y="3209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3409944" y="32988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3161958" y="32634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3379874" y="33668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3044740" y="32960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3243556" y="32564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3213448" y="3266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3268425" y="33089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3247588" y="31764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3457466" y="3056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3258570" y="3132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3403117" y="31853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3244513" y="32327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3446236" y="3248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3084828" y="30956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3076481" y="33112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3102188" y="3268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3191988" y="32063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3093561" y="3246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3403363" y="3128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3416345" y="31371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3102252" y="32823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3207115" y="32495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3076880" y="32962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3061675" y="3138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3229917" y="33615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3109253" y="32830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3426452" y="32520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3181526" y="32433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146804" y="3353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3034744" y="33223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3453653" y="3233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3214129" y="33366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3180787" y="32476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3429855" y="32948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3380794" y="3158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3073730" y="3225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3150511" y="32036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3194777" y="3393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3157829" y="33611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3314529" y="32372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3193778" y="3214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3091411" y="3209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3114943" y="3291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3033908" y="31619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3239929" y="3255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3175749" y="31847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3030499" y="32670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3239115" y="3232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3250303" y="31880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3158403" y="33224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3144233" y="32669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3300626" y="3167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3060196" y="30460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3174501" y="33379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3386947" y="3354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3272488" y="32622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3334684" y="33296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3212755" y="32332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3412613" y="31452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3093533" y="31081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3240331" y="32655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3307308" y="3314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3059842" y="3242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3237117" y="3222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3165320" y="31917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3036891" y="32407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3305320" y="3178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3314741" y="32906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3143231" y="3357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3241513" y="3246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3404727" y="32208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3271258" y="33769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3222056" y="3244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3084895" y="3292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3251704" y="3323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3349758" y="32847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3197006" y="3213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3425836" y="30387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3265477" y="34348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3057641" y="3278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3192068" y="3250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3339022" y="33372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3419949" y="3409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3169053" y="34130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3415106" y="3327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3172037" y="34260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3288485" y="35056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3440959" y="3420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3049317" y="35543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3049511" y="35032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3437008" y="34979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3138621" y="3331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3275271" y="34615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3029553" y="34714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3264007" y="3458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3223900" y="33858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3384226" y="33107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3364528" y="31937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3054489" y="31798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3152413" y="27368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3217440" y="27389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3410330" y="29849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3410319" y="29333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3062926" y="3422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3222070" y="28462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3291772" y="2699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3338228" y="2721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3244467" y="26798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3172324" y="28984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3440594" y="32436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3333498" y="2838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3343728" y="2662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3360151" y="32555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3047932" y="28374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3359064" y="2907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3314146" y="32002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3266445" y="31064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3451500" y="29116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3052077" y="2731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3451861" y="29839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3194966" y="29260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3192470" y="2730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3308166" y="29858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3242229" y="2729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3369966" y="27166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3401114" y="29506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3166834" y="27522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3112194" y="2369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3216398" y="2739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3238273" y="23875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3320418" y="25695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3042168" y="24311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3344110" y="2741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3340430" y="2545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3288167" y="23602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3432549" y="27299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3093442" y="25186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3241106" y="2446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3058975" y="2516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3345692" y="2572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3403912" y="2500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3175239" y="24003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3146449" y="2729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3161719" y="2498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3181905" y="23580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3215568" y="26224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3096312" y="24198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3193033" y="26432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3166649" y="23891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3327349" y="2520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3109672" y="2381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3221639" y="23727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3376673" y="2664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3307183" y="23635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3400084" y="24071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3092036" y="24108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3221887" y="25861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3152034" y="24571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3284197" y="2402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3451838" y="24134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3436407" y="25981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3171109" y="24791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3105543" y="22890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3141102" y="24020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3139493" y="2420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3150545" y="2519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3201437" y="22259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3124416" y="28784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3260478" y="3009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3219527" y="34542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3422730" y="2573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3411447" y="2876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3304492" y="32595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3240896" y="31601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3370789" y="3251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3342648" y="2514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3170186" y="26149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3458306" y="26303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3232974" y="26579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3096791" y="2556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3240748" y="30854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3343543" y="28559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3449424" y="2828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3136246" y="30431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3064476" y="2721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3221460" y="25244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3376218" y="2848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3123548" y="3121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3205954" y="2549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3034146" y="2626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3320141" y="26228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3310775" y="31224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3361524" y="2496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3169206" y="2529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3268352" y="24990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3263993" y="26075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3456885" y="2471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3449855" y="24772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3204067" y="28262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3404673" y="24653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3335353" y="26544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3241162" y="26030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3151217" y="2939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3298629" y="2832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3293671" y="26633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3252457" y="2474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3187468" y="2760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3445318" y="25450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3454668" y="28895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3091086" y="27002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3373426" y="2633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3279829" y="34720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3083643" y="33362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3033304" y="2945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3435063" y="30690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3142436" y="30335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3417057" y="30686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3132886" y="30202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3345129" y="30259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3393149" y="3059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3434875" y="3044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3078007" y="3059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3290974" y="30642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3168286" y="30494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3190113" y="29983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3160592" y="3058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3306817" y="30544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3383445" y="28648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3171490" y="27716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3419753" y="25166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3039624" y="3113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3440892" y="27520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3090023" y="35620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3291655" y="3537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3033670" y="36025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3136907" y="3107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3288005" y="3535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3127314" y="3694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3334168" y="33011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3253088" y="36569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3313980" y="30981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3117419" y="36555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3160628" y="31185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3244971" y="36648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3141025" y="25647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3197116" y="2920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3388967" y="32596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3309835" y="32239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3303685" y="25197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3403767" y="25391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3306048" y="27387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3226443" y="28186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3422030" y="2545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3085552" y="2717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3394774" y="27121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3287021" y="2488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3255031" y="2622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3131817" y="31256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3057761" y="31199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3409847" y="31449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3381915" y="30975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3104140" y="3120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3076872" y="3148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3213843" y="2910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3386213" y="3119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3063612" y="2787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3444613" y="25860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3293779" y="2443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3289856" y="3349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3029247" y="33033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3140438" y="31911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3197959" y="32483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3085318" y="27329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3094058" y="25766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3112429" y="3059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3267182" y="3521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3385890" y="3531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3210801" y="34939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3450799" y="35167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3186421" y="24900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3319857" y="23601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3152701" y="3121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3228190" y="3300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3126228" y="2976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3028743" y="2539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3392128" y="2541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3147173" y="2342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3195014" y="2636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3454639" y="27074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3303709" y="2777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3375467" y="2780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3304640" y="30232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3093816" y="3017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3315078" y="2737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3183004" y="28955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3139449" y="26891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3331567" y="34386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3289983" y="28413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3085311" y="29038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3154525" y="28442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3113803" y="28626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3331973" y="25800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3249591" y="2815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3124458" y="28937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3281673" y="3520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3086603" y="3528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3277593" y="35487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3256238" y="3519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3253002" y="26895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3079443" y="2989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3310070" y="27417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>
            <a:off x="3104350" y="26428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>
            <a:off x="3437851" y="28983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3108588" y="2905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3348166" y="29335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3358935" y="30441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3330219" y="2711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3048323" y="2536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3204611" y="28367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3288643" y="3309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3275952" y="25358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3344335" y="33496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3081317" y="3362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3262085" y="26833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3035454" y="29864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3441113" y="26609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3168985" y="29572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3215350" y="23948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3301436" y="25642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3199489" y="3037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3065881" y="26551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3371486" y="31623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3438063" y="27581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3067883" y="29670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3202709" y="24242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>
            <a:off x="3379302" y="28892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>
            <a:off x="3423072" y="25916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>
            <a:off x="3194897" y="2919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>
            <a:off x="3211226" y="2705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>
            <a:off x="3157899" y="2834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>
            <a:off x="3092488" y="3565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8" name="Shape 826"/>
          <p:cNvSpPr/>
          <p:nvPr/>
        </p:nvSpPr>
        <p:spPr>
          <a:xfrm>
            <a:off x="3178387" y="28982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>
            <a:off x="3255923" y="3489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>
            <a:off x="3252080" y="29058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1" name="Shape 829"/>
          <p:cNvSpPr/>
          <p:nvPr/>
        </p:nvSpPr>
        <p:spPr>
          <a:xfrm>
            <a:off x="3299189" y="28947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>
            <a:off x="3072849" y="29147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3" name="Shape 831"/>
          <p:cNvSpPr/>
          <p:nvPr/>
        </p:nvSpPr>
        <p:spPr>
          <a:xfrm>
            <a:off x="3260558" y="3475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>
            <a:off x="3341056" y="2904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5" name="Shape 833"/>
          <p:cNvSpPr/>
          <p:nvPr/>
        </p:nvSpPr>
        <p:spPr>
          <a:xfrm>
            <a:off x="3053443" y="3352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3355233" y="28869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3397012" y="30611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>
            <a:off x="3229782" y="30060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3083131" y="29567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3414657" y="2904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>
            <a:off x="3322049" y="33357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3280184" y="2975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3331555" y="33136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3230690" y="26734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3294066" y="25190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3085016" y="2631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3158194" y="24552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3030399" y="1536700"/>
            <a:ext cx="76200" cy="63500"/>
          </a:xfrm>
          <a:prstGeom prst="triangle">
            <a:avLst/>
          </a:prstGeom>
          <a:solidFill>
            <a:srgbClr val="5879BD">
              <a:alpha val="82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3329239" y="34634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>
            <a:off x="3402481" y="2349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>
            <a:off x="3386689" y="2709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>
            <a:off x="3096259" y="25182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3162410" y="24201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3153959" y="25971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3148067" y="2725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3349589" y="23945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>
            <a:off x="3336510" y="25040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3416560" y="2586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3274286" y="2321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3435373" y="2434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3187643" y="2460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>
            <a:off x="3212713" y="21657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>
            <a:off x="3221092" y="2703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3225134" y="23793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3173400" y="24315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3115396" y="23108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3205474" y="2441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>
            <a:off x="3353386" y="24627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>
            <a:off x="3133399" y="26341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>
            <a:off x="3351261" y="2367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3235600" y="25456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3265113" y="22964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>
            <a:off x="3457353" y="3213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>
            <a:off x="3313645" y="35185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>
            <a:off x="3293694" y="2500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>
            <a:off x="3381145" y="3216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3200175" y="3416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3276536" y="24954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>
            <a:off x="3066577" y="28853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>
            <a:off x="3288815" y="28014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>
            <a:off x="3386142" y="37074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>
            <a:off x="3333461" y="27675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>
            <a:off x="3346875" y="30686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>
            <a:off x="3339187" y="36288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>
            <a:off x="3051084" y="2746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>
            <a:off x="3154040" y="26286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>
            <a:off x="3426626" y="24544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>
            <a:off x="3271956" y="25003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>
            <a:off x="3378522" y="24686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3154475" y="2478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3394440" y="26195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>
            <a:off x="3355023" y="2478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>
            <a:off x="3419933" y="2460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>
            <a:off x="3091111" y="25522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>
            <a:off x="3457431" y="25486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3293349" y="24745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>
            <a:off x="3436988" y="2892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>
            <a:off x="3382861" y="2484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>
            <a:off x="3069530" y="33092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>
            <a:off x="3282461" y="32762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>
            <a:off x="3114639" y="31561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>
            <a:off x="3149852" y="33715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>
            <a:off x="3427765" y="35384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>
            <a:off x="3072917" y="32530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>
            <a:off x="3445582" y="27123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3089538" y="27505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>
            <a:off x="3217431" y="2765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>
            <a:off x="3325372" y="2696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>
            <a:off x="3332626" y="27526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0" name="Shape 908"/>
          <p:cNvSpPr/>
          <p:nvPr/>
        </p:nvSpPr>
        <p:spPr>
          <a:xfrm>
            <a:off x="3039104" y="3428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>
            <a:off x="3203076" y="29835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>
            <a:off x="3367112" y="29175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>
            <a:off x="3044156" y="29764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>
            <a:off x="3411360" y="3494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>
            <a:off x="3325584" y="35350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>
            <a:off x="3119595" y="3492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>
            <a:off x="3219032" y="34769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>
            <a:off x="3138593" y="27307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>
            <a:off x="3352637" y="26311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>
            <a:off x="3331580" y="37261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3092552" y="3598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>
            <a:off x="3117553" y="26472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>
            <a:off x="3238840" y="33287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3237058" y="24463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3262573" y="24681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3064578" y="29709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3036747" y="24652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>
            <a:off x="3152723" y="28558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>
            <a:off x="3195774" y="24631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>
            <a:off x="3244789" y="29332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>
            <a:off x="3356137" y="2422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>
            <a:off x="3263900" y="2420497"/>
            <a:ext cx="0" cy="1117256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>
            <a:off x="3149600" y="3537753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>
            <a:off x="3149600" y="2420497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>
            <a:off x="3098800" y="2642249"/>
            <a:ext cx="330200" cy="627578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3098800" y="2952980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>
            <a:off x="2933700" y="41402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938" name="Text 936"/>
          <p:cNvSpPr/>
          <p:nvPr/>
        </p:nvSpPr>
        <p:spPr>
          <a:xfrm>
            <a:off x="1854200" y="42481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PocketXMol-official</a:t>
            </a:r>
          </a:p>
        </p:txBody>
      </p:sp>
      <p:sp>
        <p:nvSpPr>
          <p:cNvPr id="939" name="Shape 937"/>
          <p:cNvSpPr/>
          <p:nvPr/>
        </p:nvSpPr>
        <p:spPr>
          <a:xfrm>
            <a:off x="5014992" y="3327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4972044" y="32209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4724058" y="34778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4941974" y="32029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4606840" y="3518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4805656" y="34479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4775548" y="3410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4830525" y="33850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>
            <a:off x="4809688" y="3410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5019566" y="32762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>
            <a:off x="4820670" y="34757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>
            <a:off x="4965217" y="3289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4806613" y="34802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>
            <a:off x="5008336" y="25326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>
            <a:off x="4646928" y="34029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>
            <a:off x="4638581" y="3534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4664288" y="3430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>
            <a:off x="4754088" y="32635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>
            <a:off x="4655661" y="35574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>
            <a:off x="4965463" y="31933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>
            <a:off x="4978445" y="32507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>
            <a:off x="4664352" y="3351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>
            <a:off x="4769215" y="33795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>
            <a:off x="4638980" y="33096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>
            <a:off x="4623775" y="3391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>
            <a:off x="4792017" y="3537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>
            <a:off x="4671353" y="33654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>
            <a:off x="4988552" y="34349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>
            <a:off x="4743626" y="34523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>
            <a:off x="4708904" y="34603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>
            <a:off x="4596844" y="34021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>
            <a:off x="5015753" y="32293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4776229" y="34195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4742887" y="34162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>
            <a:off x="4991955" y="3588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>
            <a:off x="4942894" y="3389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>
            <a:off x="4635830" y="3517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>
            <a:off x="4712611" y="33923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>
            <a:off x="4756877" y="3240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4719929" y="3418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>
            <a:off x="4876629" y="34892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>
            <a:off x="4755878" y="3466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>
            <a:off x="4653511" y="34019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2" name="Shape 980"/>
          <p:cNvSpPr/>
          <p:nvPr/>
        </p:nvSpPr>
        <p:spPr>
          <a:xfrm>
            <a:off x="4677043" y="34436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3" name="Shape 981"/>
          <p:cNvSpPr/>
          <p:nvPr/>
        </p:nvSpPr>
        <p:spPr>
          <a:xfrm>
            <a:off x="4596008" y="3538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>
            <a:off x="4802029" y="3493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>
            <a:off x="4737849" y="33672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>
            <a:off x="4592599" y="34036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>
            <a:off x="4801215" y="3541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>
            <a:off x="4812403" y="33540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>
            <a:off x="4720503" y="34474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>
            <a:off x="4706333" y="3451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>
            <a:off x="4862726" y="3473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>
            <a:off x="4622296" y="32993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>
            <a:off x="4736601" y="34550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>
            <a:off x="4949047" y="35530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>
            <a:off x="4834588" y="35490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>
            <a:off x="4896784" y="34741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>
            <a:off x="4774855" y="3399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>
            <a:off x="4974713" y="32501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>
            <a:off x="4655633" y="3215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>
            <a:off x="4802431" y="34648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>
            <a:off x="4869408" y="3422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>
            <a:off x="4621942" y="3304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>
            <a:off x="4799217" y="3226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>
            <a:off x="4727420" y="33357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>
            <a:off x="4598991" y="34304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>
            <a:off x="4867420" y="3409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>
            <a:off x="4876841" y="3514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>
            <a:off x="4705331" y="3484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>
            <a:off x="4803613" y="34232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>
            <a:off x="4966827" y="3480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>
            <a:off x="4833358" y="35087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>
            <a:off x="4784156" y="34868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>
            <a:off x="4646995" y="34238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>
            <a:off x="4813804" y="33735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>
            <a:off x="4911858" y="33887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>
            <a:off x="4759106" y="3452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>
            <a:off x="4987936" y="31837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>
            <a:off x="4827577" y="3406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>
            <a:off x="4619741" y="33430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0" name="Shape 1018"/>
          <p:cNvSpPr/>
          <p:nvPr/>
        </p:nvSpPr>
        <p:spPr>
          <a:xfrm>
            <a:off x="4754168" y="3308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1" name="Shape 1019"/>
          <p:cNvSpPr/>
          <p:nvPr/>
        </p:nvSpPr>
        <p:spPr>
          <a:xfrm>
            <a:off x="4901122" y="35537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2" name="Shape 1020"/>
          <p:cNvSpPr/>
          <p:nvPr/>
        </p:nvSpPr>
        <p:spPr>
          <a:xfrm>
            <a:off x="4982049" y="34998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3" name="Shape 1021"/>
          <p:cNvSpPr/>
          <p:nvPr/>
        </p:nvSpPr>
        <p:spPr>
          <a:xfrm>
            <a:off x="4731153" y="3530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4" name="Shape 1022"/>
          <p:cNvSpPr/>
          <p:nvPr/>
        </p:nvSpPr>
        <p:spPr>
          <a:xfrm>
            <a:off x="4977206" y="3483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5" name="Shape 1023"/>
          <p:cNvSpPr/>
          <p:nvPr/>
        </p:nvSpPr>
        <p:spPr>
          <a:xfrm>
            <a:off x="4734137" y="34630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6" name="Shape 1024"/>
          <p:cNvSpPr/>
          <p:nvPr/>
        </p:nvSpPr>
        <p:spPr>
          <a:xfrm>
            <a:off x="4850585" y="3553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7" name="Shape 1025"/>
          <p:cNvSpPr/>
          <p:nvPr/>
        </p:nvSpPr>
        <p:spPr>
          <a:xfrm>
            <a:off x="5003059" y="34413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8" name="Shape 1026"/>
          <p:cNvSpPr/>
          <p:nvPr/>
        </p:nvSpPr>
        <p:spPr>
          <a:xfrm>
            <a:off x="4611417" y="35865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9" name="Shape 1027"/>
          <p:cNvSpPr/>
          <p:nvPr/>
        </p:nvSpPr>
        <p:spPr>
          <a:xfrm>
            <a:off x="4611611" y="3789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0" name="Shape 1028"/>
          <p:cNvSpPr/>
          <p:nvPr/>
        </p:nvSpPr>
        <p:spPr>
          <a:xfrm>
            <a:off x="4999108" y="34185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1" name="Shape 1029"/>
          <p:cNvSpPr/>
          <p:nvPr/>
        </p:nvSpPr>
        <p:spPr>
          <a:xfrm>
            <a:off x="4700721" y="36435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2" name="Shape 1030"/>
          <p:cNvSpPr/>
          <p:nvPr/>
        </p:nvSpPr>
        <p:spPr>
          <a:xfrm>
            <a:off x="4837371" y="35863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3" name="Shape 1031"/>
          <p:cNvSpPr/>
          <p:nvPr/>
        </p:nvSpPr>
        <p:spPr>
          <a:xfrm>
            <a:off x="4591653" y="35829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4" name="Shape 1032"/>
          <p:cNvSpPr/>
          <p:nvPr/>
        </p:nvSpPr>
        <p:spPr>
          <a:xfrm>
            <a:off x="4826107" y="37331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>
            <a:off x="4786000" y="3622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>
            <a:off x="4946326" y="33563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7" name="Shape 1035"/>
          <p:cNvSpPr/>
          <p:nvPr/>
        </p:nvSpPr>
        <p:spPr>
          <a:xfrm>
            <a:off x="4926628" y="3423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8" name="Shape 1036"/>
          <p:cNvSpPr/>
          <p:nvPr/>
        </p:nvSpPr>
        <p:spPr>
          <a:xfrm>
            <a:off x="4616589" y="33317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9" name="Shape 1037"/>
          <p:cNvSpPr/>
          <p:nvPr/>
        </p:nvSpPr>
        <p:spPr>
          <a:xfrm>
            <a:off x="4714513" y="3155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0" name="Shape 1038"/>
          <p:cNvSpPr/>
          <p:nvPr/>
        </p:nvSpPr>
        <p:spPr>
          <a:xfrm>
            <a:off x="4779540" y="33893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1" name="Shape 1039"/>
          <p:cNvSpPr/>
          <p:nvPr/>
        </p:nvSpPr>
        <p:spPr>
          <a:xfrm>
            <a:off x="4972430" y="3473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2" name="Shape 1040"/>
          <p:cNvSpPr/>
          <p:nvPr/>
        </p:nvSpPr>
        <p:spPr>
          <a:xfrm>
            <a:off x="4972419" y="27971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3" name="Shape 1041"/>
          <p:cNvSpPr/>
          <p:nvPr/>
        </p:nvSpPr>
        <p:spPr>
          <a:xfrm>
            <a:off x="4625026" y="3319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4" name="Shape 1042"/>
          <p:cNvSpPr/>
          <p:nvPr/>
        </p:nvSpPr>
        <p:spPr>
          <a:xfrm>
            <a:off x="4784170" y="2745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5" name="Shape 1043"/>
          <p:cNvSpPr/>
          <p:nvPr/>
        </p:nvSpPr>
        <p:spPr>
          <a:xfrm>
            <a:off x="4853872" y="31588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6" name="Shape 1044"/>
          <p:cNvSpPr/>
          <p:nvPr/>
        </p:nvSpPr>
        <p:spPr>
          <a:xfrm>
            <a:off x="4900328" y="3212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7" name="Shape 1045"/>
          <p:cNvSpPr/>
          <p:nvPr/>
        </p:nvSpPr>
        <p:spPr>
          <a:xfrm>
            <a:off x="4806567" y="33642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8" name="Shape 1046"/>
          <p:cNvSpPr/>
          <p:nvPr/>
        </p:nvSpPr>
        <p:spPr>
          <a:xfrm>
            <a:off x="4734424" y="31568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9" name="Shape 1047"/>
          <p:cNvSpPr/>
          <p:nvPr/>
        </p:nvSpPr>
        <p:spPr>
          <a:xfrm>
            <a:off x="5002694" y="32699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0" name="Shape 1048"/>
          <p:cNvSpPr/>
          <p:nvPr/>
        </p:nvSpPr>
        <p:spPr>
          <a:xfrm>
            <a:off x="4895598" y="26937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1" name="Shape 1049"/>
          <p:cNvSpPr/>
          <p:nvPr/>
        </p:nvSpPr>
        <p:spPr>
          <a:xfrm>
            <a:off x="4905828" y="3342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2" name="Shape 1050"/>
          <p:cNvSpPr/>
          <p:nvPr/>
        </p:nvSpPr>
        <p:spPr>
          <a:xfrm>
            <a:off x="4922251" y="35700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3" name="Shape 1051"/>
          <p:cNvSpPr/>
          <p:nvPr/>
        </p:nvSpPr>
        <p:spPr>
          <a:xfrm>
            <a:off x="4610032" y="3183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4" name="Shape 1052"/>
          <p:cNvSpPr/>
          <p:nvPr/>
        </p:nvSpPr>
        <p:spPr>
          <a:xfrm>
            <a:off x="4921164" y="2763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5" name="Shape 1053"/>
          <p:cNvSpPr/>
          <p:nvPr/>
        </p:nvSpPr>
        <p:spPr>
          <a:xfrm>
            <a:off x="4876246" y="3316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6" name="Shape 1054"/>
          <p:cNvSpPr/>
          <p:nvPr/>
        </p:nvSpPr>
        <p:spPr>
          <a:xfrm>
            <a:off x="4828545" y="32061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7" name="Shape 1055"/>
          <p:cNvSpPr/>
          <p:nvPr/>
        </p:nvSpPr>
        <p:spPr>
          <a:xfrm>
            <a:off x="5013600" y="2771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8" name="Shape 1056"/>
          <p:cNvSpPr/>
          <p:nvPr/>
        </p:nvSpPr>
        <p:spPr>
          <a:xfrm>
            <a:off x="4614177" y="2766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9" name="Shape 1057"/>
          <p:cNvSpPr/>
          <p:nvPr/>
        </p:nvSpPr>
        <p:spPr>
          <a:xfrm>
            <a:off x="5013961" y="31959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0" name="Shape 1058"/>
          <p:cNvSpPr/>
          <p:nvPr/>
        </p:nvSpPr>
        <p:spPr>
          <a:xfrm>
            <a:off x="4757066" y="31810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1" name="Shape 1059"/>
          <p:cNvSpPr/>
          <p:nvPr/>
        </p:nvSpPr>
        <p:spPr>
          <a:xfrm>
            <a:off x="4754570" y="31897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2" name="Shape 1060"/>
          <p:cNvSpPr/>
          <p:nvPr/>
        </p:nvSpPr>
        <p:spPr>
          <a:xfrm>
            <a:off x="4870266" y="31064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3" name="Shape 1061"/>
          <p:cNvSpPr/>
          <p:nvPr/>
        </p:nvSpPr>
        <p:spPr>
          <a:xfrm>
            <a:off x="4804329" y="3268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4" name="Shape 1062"/>
          <p:cNvSpPr/>
          <p:nvPr/>
        </p:nvSpPr>
        <p:spPr>
          <a:xfrm>
            <a:off x="4932066" y="2982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5" name="Shape 1063"/>
          <p:cNvSpPr/>
          <p:nvPr/>
        </p:nvSpPr>
        <p:spPr>
          <a:xfrm>
            <a:off x="4963214" y="2942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6" name="Shape 1064"/>
          <p:cNvSpPr/>
          <p:nvPr/>
        </p:nvSpPr>
        <p:spPr>
          <a:xfrm>
            <a:off x="4728934" y="3483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7" name="Shape 1065"/>
          <p:cNvSpPr/>
          <p:nvPr/>
        </p:nvSpPr>
        <p:spPr>
          <a:xfrm>
            <a:off x="4674294" y="34923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8" name="Shape 1066"/>
          <p:cNvSpPr/>
          <p:nvPr/>
        </p:nvSpPr>
        <p:spPr>
          <a:xfrm>
            <a:off x="4778498" y="3141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9" name="Shape 1067"/>
          <p:cNvSpPr/>
          <p:nvPr/>
        </p:nvSpPr>
        <p:spPr>
          <a:xfrm>
            <a:off x="4800373" y="3198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0" name="Shape 1068"/>
          <p:cNvSpPr/>
          <p:nvPr/>
        </p:nvSpPr>
        <p:spPr>
          <a:xfrm>
            <a:off x="4882518" y="31350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1" name="Shape 1069"/>
          <p:cNvSpPr/>
          <p:nvPr/>
        </p:nvSpPr>
        <p:spPr>
          <a:xfrm>
            <a:off x="4604268" y="2807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2" name="Shape 1070"/>
          <p:cNvSpPr/>
          <p:nvPr/>
        </p:nvSpPr>
        <p:spPr>
          <a:xfrm>
            <a:off x="4906210" y="29635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3" name="Shape 1071"/>
          <p:cNvSpPr/>
          <p:nvPr/>
        </p:nvSpPr>
        <p:spPr>
          <a:xfrm>
            <a:off x="4902530" y="3228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4" name="Shape 1072"/>
          <p:cNvSpPr/>
          <p:nvPr/>
        </p:nvSpPr>
        <p:spPr>
          <a:xfrm>
            <a:off x="4850267" y="31590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5" name="Shape 1073"/>
          <p:cNvSpPr/>
          <p:nvPr/>
        </p:nvSpPr>
        <p:spPr>
          <a:xfrm>
            <a:off x="4994649" y="2417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6" name="Shape 1074"/>
          <p:cNvSpPr/>
          <p:nvPr/>
        </p:nvSpPr>
        <p:spPr>
          <a:xfrm>
            <a:off x="4655542" y="32406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7" name="Shape 1075"/>
          <p:cNvSpPr/>
          <p:nvPr/>
        </p:nvSpPr>
        <p:spPr>
          <a:xfrm>
            <a:off x="4803206" y="32063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8" name="Shape 1076"/>
          <p:cNvSpPr/>
          <p:nvPr/>
        </p:nvSpPr>
        <p:spPr>
          <a:xfrm>
            <a:off x="4621075" y="34433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9" name="Shape 1077"/>
          <p:cNvSpPr/>
          <p:nvPr/>
        </p:nvSpPr>
        <p:spPr>
          <a:xfrm>
            <a:off x="4907792" y="3604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0" name="Shape 1078"/>
          <p:cNvSpPr/>
          <p:nvPr/>
        </p:nvSpPr>
        <p:spPr>
          <a:xfrm>
            <a:off x="4966012" y="3539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1" name="Shape 1079"/>
          <p:cNvSpPr/>
          <p:nvPr/>
        </p:nvSpPr>
        <p:spPr>
          <a:xfrm>
            <a:off x="4737339" y="34869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2" name="Shape 1080"/>
          <p:cNvSpPr/>
          <p:nvPr/>
        </p:nvSpPr>
        <p:spPr>
          <a:xfrm>
            <a:off x="4708549" y="3455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3" name="Shape 1081"/>
          <p:cNvSpPr/>
          <p:nvPr/>
        </p:nvSpPr>
        <p:spPr>
          <a:xfrm>
            <a:off x="4723819" y="3524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4" name="Shape 1082"/>
          <p:cNvSpPr/>
          <p:nvPr/>
        </p:nvSpPr>
        <p:spPr>
          <a:xfrm>
            <a:off x="4744005" y="2443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5" name="Shape 1083"/>
          <p:cNvSpPr/>
          <p:nvPr/>
        </p:nvSpPr>
        <p:spPr>
          <a:xfrm>
            <a:off x="4777668" y="35122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6" name="Shape 1084"/>
          <p:cNvSpPr/>
          <p:nvPr/>
        </p:nvSpPr>
        <p:spPr>
          <a:xfrm>
            <a:off x="4658412" y="35261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7" name="Shape 1085"/>
          <p:cNvSpPr/>
          <p:nvPr/>
        </p:nvSpPr>
        <p:spPr>
          <a:xfrm>
            <a:off x="4755133" y="3500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8" name="Shape 1086"/>
          <p:cNvSpPr/>
          <p:nvPr/>
        </p:nvSpPr>
        <p:spPr>
          <a:xfrm>
            <a:off x="4728749" y="3054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9" name="Shape 1087"/>
          <p:cNvSpPr/>
          <p:nvPr/>
        </p:nvSpPr>
        <p:spPr>
          <a:xfrm>
            <a:off x="4889449" y="3064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0" name="Shape 1088"/>
          <p:cNvSpPr/>
          <p:nvPr/>
        </p:nvSpPr>
        <p:spPr>
          <a:xfrm>
            <a:off x="4671772" y="29706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1" name="Shape 1089"/>
          <p:cNvSpPr/>
          <p:nvPr/>
        </p:nvSpPr>
        <p:spPr>
          <a:xfrm>
            <a:off x="4783739" y="31653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2" name="Shape 1090"/>
          <p:cNvSpPr/>
          <p:nvPr/>
        </p:nvSpPr>
        <p:spPr>
          <a:xfrm>
            <a:off x="4938773" y="3151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3" name="Shape 1091"/>
          <p:cNvSpPr/>
          <p:nvPr/>
        </p:nvSpPr>
        <p:spPr>
          <a:xfrm>
            <a:off x="4869283" y="31639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4" name="Shape 1092"/>
          <p:cNvSpPr/>
          <p:nvPr/>
        </p:nvSpPr>
        <p:spPr>
          <a:xfrm>
            <a:off x="4962184" y="2964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5" name="Shape 1093"/>
          <p:cNvSpPr/>
          <p:nvPr/>
        </p:nvSpPr>
        <p:spPr>
          <a:xfrm>
            <a:off x="4654136" y="3199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6" name="Shape 1094"/>
          <p:cNvSpPr/>
          <p:nvPr/>
        </p:nvSpPr>
        <p:spPr>
          <a:xfrm>
            <a:off x="4783987" y="34840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7" name="Shape 1095"/>
          <p:cNvSpPr/>
          <p:nvPr/>
        </p:nvSpPr>
        <p:spPr>
          <a:xfrm>
            <a:off x="4714134" y="35854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8" name="Shape 1096"/>
          <p:cNvSpPr/>
          <p:nvPr/>
        </p:nvSpPr>
        <p:spPr>
          <a:xfrm>
            <a:off x="4846297" y="3133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9" name="Shape 1097"/>
          <p:cNvSpPr/>
          <p:nvPr/>
        </p:nvSpPr>
        <p:spPr>
          <a:xfrm>
            <a:off x="5013938" y="32501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0" name="Shape 1098"/>
          <p:cNvSpPr/>
          <p:nvPr/>
        </p:nvSpPr>
        <p:spPr>
          <a:xfrm>
            <a:off x="4998507" y="35908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1" name="Shape 1099"/>
          <p:cNvSpPr/>
          <p:nvPr/>
        </p:nvSpPr>
        <p:spPr>
          <a:xfrm>
            <a:off x="4733209" y="24176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2" name="Shape 1100"/>
          <p:cNvSpPr/>
          <p:nvPr/>
        </p:nvSpPr>
        <p:spPr>
          <a:xfrm>
            <a:off x="4667643" y="30829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3" name="Shape 1101"/>
          <p:cNvSpPr/>
          <p:nvPr/>
        </p:nvSpPr>
        <p:spPr>
          <a:xfrm>
            <a:off x="4703202" y="31769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4" name="Shape 1102"/>
          <p:cNvSpPr/>
          <p:nvPr/>
        </p:nvSpPr>
        <p:spPr>
          <a:xfrm>
            <a:off x="4701593" y="31219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5" name="Shape 1103"/>
          <p:cNvSpPr/>
          <p:nvPr/>
        </p:nvSpPr>
        <p:spPr>
          <a:xfrm>
            <a:off x="4712645" y="31183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6" name="Shape 1104"/>
          <p:cNvSpPr/>
          <p:nvPr/>
        </p:nvSpPr>
        <p:spPr>
          <a:xfrm>
            <a:off x="4763537" y="26145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7" name="Shape 1105"/>
          <p:cNvSpPr/>
          <p:nvPr/>
        </p:nvSpPr>
        <p:spPr>
          <a:xfrm>
            <a:off x="4686516" y="34672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8" name="Shape 1106"/>
          <p:cNvSpPr/>
          <p:nvPr/>
        </p:nvSpPr>
        <p:spPr>
          <a:xfrm>
            <a:off x="4822578" y="24883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9" name="Shape 1107"/>
          <p:cNvSpPr/>
          <p:nvPr/>
        </p:nvSpPr>
        <p:spPr>
          <a:xfrm>
            <a:off x="4781627" y="34528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0" name="Shape 1108"/>
          <p:cNvSpPr/>
          <p:nvPr/>
        </p:nvSpPr>
        <p:spPr>
          <a:xfrm>
            <a:off x="4984830" y="34027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1" name="Shape 1109"/>
          <p:cNvSpPr/>
          <p:nvPr/>
        </p:nvSpPr>
        <p:spPr>
          <a:xfrm>
            <a:off x="4973547" y="24443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2" name="Shape 1110"/>
          <p:cNvSpPr/>
          <p:nvPr/>
        </p:nvSpPr>
        <p:spPr>
          <a:xfrm>
            <a:off x="4866592" y="36037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3" name="Shape 1111"/>
          <p:cNvSpPr/>
          <p:nvPr/>
        </p:nvSpPr>
        <p:spPr>
          <a:xfrm>
            <a:off x="4802996" y="33463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4" name="Shape 1112"/>
          <p:cNvSpPr/>
          <p:nvPr/>
        </p:nvSpPr>
        <p:spPr>
          <a:xfrm>
            <a:off x="4932889" y="3260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5" name="Shape 1113"/>
          <p:cNvSpPr/>
          <p:nvPr/>
        </p:nvSpPr>
        <p:spPr>
          <a:xfrm>
            <a:off x="4904748" y="2556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6" name="Shape 1114"/>
          <p:cNvSpPr/>
          <p:nvPr/>
        </p:nvSpPr>
        <p:spPr>
          <a:xfrm>
            <a:off x="4732286" y="24745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7" name="Shape 1115"/>
          <p:cNvSpPr/>
          <p:nvPr/>
        </p:nvSpPr>
        <p:spPr>
          <a:xfrm>
            <a:off x="5020406" y="29130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8" name="Shape 1116"/>
          <p:cNvSpPr/>
          <p:nvPr/>
        </p:nvSpPr>
        <p:spPr>
          <a:xfrm>
            <a:off x="4795074" y="29962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9" name="Shape 1117"/>
          <p:cNvSpPr/>
          <p:nvPr/>
        </p:nvSpPr>
        <p:spPr>
          <a:xfrm>
            <a:off x="4658891" y="3243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0" name="Shape 1118"/>
          <p:cNvSpPr/>
          <p:nvPr/>
        </p:nvSpPr>
        <p:spPr>
          <a:xfrm>
            <a:off x="4802848" y="33023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1" name="Shape 1119"/>
          <p:cNvSpPr/>
          <p:nvPr/>
        </p:nvSpPr>
        <p:spPr>
          <a:xfrm>
            <a:off x="4905643" y="29027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2" name="Shape 1120"/>
          <p:cNvSpPr/>
          <p:nvPr/>
        </p:nvSpPr>
        <p:spPr>
          <a:xfrm>
            <a:off x="5011524" y="28674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3" name="Shape 1121"/>
          <p:cNvSpPr/>
          <p:nvPr/>
        </p:nvSpPr>
        <p:spPr>
          <a:xfrm>
            <a:off x="4698346" y="3271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4" name="Shape 1122"/>
          <p:cNvSpPr/>
          <p:nvPr/>
        </p:nvSpPr>
        <p:spPr>
          <a:xfrm>
            <a:off x="4626576" y="22991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5" name="Shape 1123"/>
          <p:cNvSpPr/>
          <p:nvPr/>
        </p:nvSpPr>
        <p:spPr>
          <a:xfrm>
            <a:off x="4783560" y="30099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6" name="Shape 1124"/>
          <p:cNvSpPr/>
          <p:nvPr/>
        </p:nvSpPr>
        <p:spPr>
          <a:xfrm>
            <a:off x="4938318" y="28905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7" name="Shape 1125"/>
          <p:cNvSpPr/>
          <p:nvPr/>
        </p:nvSpPr>
        <p:spPr>
          <a:xfrm>
            <a:off x="4685648" y="2491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8" name="Shape 1126"/>
          <p:cNvSpPr/>
          <p:nvPr/>
        </p:nvSpPr>
        <p:spPr>
          <a:xfrm>
            <a:off x="4768054" y="24748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9" name="Shape 1127"/>
          <p:cNvSpPr/>
          <p:nvPr/>
        </p:nvSpPr>
        <p:spPr>
          <a:xfrm>
            <a:off x="4596246" y="29489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0" name="Shape 1128"/>
          <p:cNvSpPr/>
          <p:nvPr/>
        </p:nvSpPr>
        <p:spPr>
          <a:xfrm>
            <a:off x="4882241" y="3351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1" name="Shape 1129"/>
          <p:cNvSpPr/>
          <p:nvPr/>
        </p:nvSpPr>
        <p:spPr>
          <a:xfrm>
            <a:off x="4872875" y="32422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2" name="Shape 1130"/>
          <p:cNvSpPr/>
          <p:nvPr/>
        </p:nvSpPr>
        <p:spPr>
          <a:xfrm>
            <a:off x="4923624" y="2846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3" name="Shape 1131"/>
          <p:cNvSpPr/>
          <p:nvPr/>
        </p:nvSpPr>
        <p:spPr>
          <a:xfrm>
            <a:off x="4731306" y="28381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4" name="Shape 1132"/>
          <p:cNvSpPr/>
          <p:nvPr/>
        </p:nvSpPr>
        <p:spPr>
          <a:xfrm>
            <a:off x="4830452" y="2470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5" name="Shape 1133"/>
          <p:cNvSpPr/>
          <p:nvPr/>
        </p:nvSpPr>
        <p:spPr>
          <a:xfrm>
            <a:off x="4826093" y="23797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6" name="Shape 1134"/>
          <p:cNvSpPr/>
          <p:nvPr/>
        </p:nvSpPr>
        <p:spPr>
          <a:xfrm>
            <a:off x="5018985" y="2758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7" name="Shape 1135"/>
          <p:cNvSpPr/>
          <p:nvPr/>
        </p:nvSpPr>
        <p:spPr>
          <a:xfrm>
            <a:off x="5011955" y="2973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8" name="Shape 1136"/>
          <p:cNvSpPr/>
          <p:nvPr/>
        </p:nvSpPr>
        <p:spPr>
          <a:xfrm>
            <a:off x="4766167" y="2370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9" name="Shape 1137"/>
          <p:cNvSpPr/>
          <p:nvPr/>
        </p:nvSpPr>
        <p:spPr>
          <a:xfrm>
            <a:off x="4966773" y="24015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0" name="Shape 1138"/>
          <p:cNvSpPr/>
          <p:nvPr/>
        </p:nvSpPr>
        <p:spPr>
          <a:xfrm>
            <a:off x="4897453" y="28007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1" name="Shape 1139"/>
          <p:cNvSpPr/>
          <p:nvPr/>
        </p:nvSpPr>
        <p:spPr>
          <a:xfrm>
            <a:off x="4803262" y="30682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2" name="Shape 1140"/>
          <p:cNvSpPr/>
          <p:nvPr/>
        </p:nvSpPr>
        <p:spPr>
          <a:xfrm>
            <a:off x="4713317" y="29277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3" name="Shape 1141"/>
          <p:cNvSpPr/>
          <p:nvPr/>
        </p:nvSpPr>
        <p:spPr>
          <a:xfrm>
            <a:off x="4860729" y="30138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4" name="Shape 1142"/>
          <p:cNvSpPr/>
          <p:nvPr/>
        </p:nvSpPr>
        <p:spPr>
          <a:xfrm>
            <a:off x="4855771" y="23816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5" name="Shape 1143"/>
          <p:cNvSpPr/>
          <p:nvPr/>
        </p:nvSpPr>
        <p:spPr>
          <a:xfrm>
            <a:off x="4814557" y="27879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6" name="Shape 1144"/>
          <p:cNvSpPr/>
          <p:nvPr/>
        </p:nvSpPr>
        <p:spPr>
          <a:xfrm>
            <a:off x="4749568" y="29607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7" name="Shape 1145"/>
          <p:cNvSpPr/>
          <p:nvPr/>
        </p:nvSpPr>
        <p:spPr>
          <a:xfrm>
            <a:off x="5007418" y="31039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8" name="Shape 1146"/>
          <p:cNvSpPr/>
          <p:nvPr/>
        </p:nvSpPr>
        <p:spPr>
          <a:xfrm>
            <a:off x="5016768" y="2920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9" name="Shape 1147"/>
          <p:cNvSpPr/>
          <p:nvPr/>
        </p:nvSpPr>
        <p:spPr>
          <a:xfrm>
            <a:off x="4653186" y="23852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0" name="Shape 1148"/>
          <p:cNvSpPr/>
          <p:nvPr/>
        </p:nvSpPr>
        <p:spPr>
          <a:xfrm>
            <a:off x="4935526" y="3043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1" name="Shape 1149"/>
          <p:cNvSpPr/>
          <p:nvPr/>
        </p:nvSpPr>
        <p:spPr>
          <a:xfrm>
            <a:off x="4841929" y="34665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2" name="Shape 1150"/>
          <p:cNvSpPr/>
          <p:nvPr/>
        </p:nvSpPr>
        <p:spPr>
          <a:xfrm>
            <a:off x="4645743" y="3146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3" name="Shape 1151"/>
          <p:cNvSpPr/>
          <p:nvPr/>
        </p:nvSpPr>
        <p:spPr>
          <a:xfrm>
            <a:off x="4595404" y="33672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4" name="Shape 1152"/>
          <p:cNvSpPr/>
          <p:nvPr/>
        </p:nvSpPr>
        <p:spPr>
          <a:xfrm>
            <a:off x="4997163" y="3125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5" name="Shape 1153"/>
          <p:cNvSpPr/>
          <p:nvPr/>
        </p:nvSpPr>
        <p:spPr>
          <a:xfrm>
            <a:off x="4704536" y="31393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6" name="Shape 1154"/>
          <p:cNvSpPr/>
          <p:nvPr/>
        </p:nvSpPr>
        <p:spPr>
          <a:xfrm>
            <a:off x="4979157" y="31376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7" name="Shape 1155"/>
          <p:cNvSpPr/>
          <p:nvPr/>
        </p:nvSpPr>
        <p:spPr>
          <a:xfrm>
            <a:off x="4694986" y="31221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8" name="Shape 1156"/>
          <p:cNvSpPr/>
          <p:nvPr/>
        </p:nvSpPr>
        <p:spPr>
          <a:xfrm>
            <a:off x="4907229" y="31286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9" name="Shape 1157"/>
          <p:cNvSpPr/>
          <p:nvPr/>
        </p:nvSpPr>
        <p:spPr>
          <a:xfrm>
            <a:off x="4955249" y="3116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0" name="Shape 1158"/>
          <p:cNvSpPr/>
          <p:nvPr/>
        </p:nvSpPr>
        <p:spPr>
          <a:xfrm>
            <a:off x="4996975" y="31384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1" name="Shape 1159"/>
          <p:cNvSpPr/>
          <p:nvPr/>
        </p:nvSpPr>
        <p:spPr>
          <a:xfrm>
            <a:off x="4640107" y="3127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2" name="Shape 1160"/>
          <p:cNvSpPr/>
          <p:nvPr/>
        </p:nvSpPr>
        <p:spPr>
          <a:xfrm>
            <a:off x="4853074" y="31425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3" name="Shape 1161"/>
          <p:cNvSpPr/>
          <p:nvPr/>
        </p:nvSpPr>
        <p:spPr>
          <a:xfrm>
            <a:off x="4730386" y="30940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4" name="Shape 1162"/>
          <p:cNvSpPr/>
          <p:nvPr/>
        </p:nvSpPr>
        <p:spPr>
          <a:xfrm>
            <a:off x="4752213" y="31041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5" name="Shape 1163"/>
          <p:cNvSpPr/>
          <p:nvPr/>
        </p:nvSpPr>
        <p:spPr>
          <a:xfrm>
            <a:off x="4722692" y="33266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6" name="Shape 1164"/>
          <p:cNvSpPr/>
          <p:nvPr/>
        </p:nvSpPr>
        <p:spPr>
          <a:xfrm>
            <a:off x="4868917" y="3251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7" name="Shape 1165"/>
          <p:cNvSpPr/>
          <p:nvPr/>
        </p:nvSpPr>
        <p:spPr>
          <a:xfrm>
            <a:off x="4945545" y="32970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8" name="Shape 1166"/>
          <p:cNvSpPr/>
          <p:nvPr/>
        </p:nvSpPr>
        <p:spPr>
          <a:xfrm>
            <a:off x="4733590" y="33255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9" name="Shape 1167"/>
          <p:cNvSpPr/>
          <p:nvPr/>
        </p:nvSpPr>
        <p:spPr>
          <a:xfrm>
            <a:off x="4981853" y="33011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0" name="Shape 1168"/>
          <p:cNvSpPr/>
          <p:nvPr/>
        </p:nvSpPr>
        <p:spPr>
          <a:xfrm>
            <a:off x="4601724" y="3249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1" name="Shape 1169"/>
          <p:cNvSpPr/>
          <p:nvPr/>
        </p:nvSpPr>
        <p:spPr>
          <a:xfrm>
            <a:off x="5002992" y="34362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2" name="Shape 1170"/>
          <p:cNvSpPr/>
          <p:nvPr/>
        </p:nvSpPr>
        <p:spPr>
          <a:xfrm>
            <a:off x="4652123" y="36293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3" name="Shape 1171"/>
          <p:cNvSpPr/>
          <p:nvPr/>
        </p:nvSpPr>
        <p:spPr>
          <a:xfrm>
            <a:off x="4853755" y="36210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4" name="Shape 1172"/>
          <p:cNvSpPr/>
          <p:nvPr/>
        </p:nvSpPr>
        <p:spPr>
          <a:xfrm>
            <a:off x="4595770" y="3535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5" name="Shape 1173"/>
          <p:cNvSpPr/>
          <p:nvPr/>
        </p:nvSpPr>
        <p:spPr>
          <a:xfrm>
            <a:off x="4699007" y="34958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6" name="Shape 1174"/>
          <p:cNvSpPr/>
          <p:nvPr/>
        </p:nvSpPr>
        <p:spPr>
          <a:xfrm>
            <a:off x="4850105" y="3472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7" name="Shape 1175"/>
          <p:cNvSpPr/>
          <p:nvPr/>
        </p:nvSpPr>
        <p:spPr>
          <a:xfrm>
            <a:off x="4689414" y="3759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8" name="Shape 1176"/>
          <p:cNvSpPr/>
          <p:nvPr/>
        </p:nvSpPr>
        <p:spPr>
          <a:xfrm>
            <a:off x="4896268" y="37097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9" name="Shape 1177"/>
          <p:cNvSpPr/>
          <p:nvPr/>
        </p:nvSpPr>
        <p:spPr>
          <a:xfrm>
            <a:off x="4815188" y="3687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0" name="Shape 1178"/>
          <p:cNvSpPr/>
          <p:nvPr/>
        </p:nvSpPr>
        <p:spPr>
          <a:xfrm>
            <a:off x="4876080" y="36722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1" name="Shape 1179"/>
          <p:cNvSpPr/>
          <p:nvPr/>
        </p:nvSpPr>
        <p:spPr>
          <a:xfrm>
            <a:off x="4679519" y="3557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2" name="Shape 1180"/>
          <p:cNvSpPr/>
          <p:nvPr/>
        </p:nvSpPr>
        <p:spPr>
          <a:xfrm>
            <a:off x="4722728" y="3589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3" name="Shape 1181"/>
          <p:cNvSpPr/>
          <p:nvPr/>
        </p:nvSpPr>
        <p:spPr>
          <a:xfrm>
            <a:off x="4807071" y="3754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4" name="Shape 1182"/>
          <p:cNvSpPr/>
          <p:nvPr/>
        </p:nvSpPr>
        <p:spPr>
          <a:xfrm>
            <a:off x="4703125" y="31656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5" name="Shape 1183"/>
          <p:cNvSpPr/>
          <p:nvPr/>
        </p:nvSpPr>
        <p:spPr>
          <a:xfrm>
            <a:off x="4759216" y="33624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6" name="Shape 1184"/>
          <p:cNvSpPr/>
          <p:nvPr/>
        </p:nvSpPr>
        <p:spPr>
          <a:xfrm>
            <a:off x="4951067" y="3375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7" name="Shape 1185"/>
          <p:cNvSpPr/>
          <p:nvPr/>
        </p:nvSpPr>
        <p:spPr>
          <a:xfrm>
            <a:off x="4871935" y="3291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8" name="Shape 1186"/>
          <p:cNvSpPr/>
          <p:nvPr/>
        </p:nvSpPr>
        <p:spPr>
          <a:xfrm>
            <a:off x="4865785" y="26763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9" name="Shape 1187"/>
          <p:cNvSpPr/>
          <p:nvPr/>
        </p:nvSpPr>
        <p:spPr>
          <a:xfrm>
            <a:off x="4965867" y="2478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0" name="Shape 1188"/>
          <p:cNvSpPr/>
          <p:nvPr/>
        </p:nvSpPr>
        <p:spPr>
          <a:xfrm>
            <a:off x="4868148" y="3226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1" name="Shape 1189"/>
          <p:cNvSpPr/>
          <p:nvPr/>
        </p:nvSpPr>
        <p:spPr>
          <a:xfrm>
            <a:off x="4788543" y="33182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2" name="Shape 1190"/>
          <p:cNvSpPr/>
          <p:nvPr/>
        </p:nvSpPr>
        <p:spPr>
          <a:xfrm>
            <a:off x="4984130" y="2478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3" name="Shape 1191"/>
          <p:cNvSpPr/>
          <p:nvPr/>
        </p:nvSpPr>
        <p:spPr>
          <a:xfrm>
            <a:off x="4647652" y="32041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4" name="Shape 1192"/>
          <p:cNvSpPr/>
          <p:nvPr/>
        </p:nvSpPr>
        <p:spPr>
          <a:xfrm>
            <a:off x="4956874" y="3086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5" name="Shape 1193"/>
          <p:cNvSpPr/>
          <p:nvPr/>
        </p:nvSpPr>
        <p:spPr>
          <a:xfrm>
            <a:off x="4849121" y="27858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6" name="Shape 1194"/>
          <p:cNvSpPr/>
          <p:nvPr/>
        </p:nvSpPr>
        <p:spPr>
          <a:xfrm>
            <a:off x="4817131" y="2477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7" name="Shape 1195"/>
          <p:cNvSpPr/>
          <p:nvPr/>
        </p:nvSpPr>
        <p:spPr>
          <a:xfrm>
            <a:off x="4693917" y="3172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8" name="Shape 1196"/>
          <p:cNvSpPr/>
          <p:nvPr/>
        </p:nvSpPr>
        <p:spPr>
          <a:xfrm>
            <a:off x="4619861" y="3140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9" name="Shape 1197"/>
          <p:cNvSpPr/>
          <p:nvPr/>
        </p:nvSpPr>
        <p:spPr>
          <a:xfrm>
            <a:off x="4971947" y="3139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0" name="Shape 1198"/>
          <p:cNvSpPr/>
          <p:nvPr/>
        </p:nvSpPr>
        <p:spPr>
          <a:xfrm>
            <a:off x="4944015" y="31587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1" name="Shape 1199"/>
          <p:cNvSpPr/>
          <p:nvPr/>
        </p:nvSpPr>
        <p:spPr>
          <a:xfrm>
            <a:off x="4666240" y="31597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2" name="Shape 1200"/>
          <p:cNvSpPr/>
          <p:nvPr/>
        </p:nvSpPr>
        <p:spPr>
          <a:xfrm>
            <a:off x="4638972" y="31425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3" name="Shape 1201"/>
          <p:cNvSpPr/>
          <p:nvPr/>
        </p:nvSpPr>
        <p:spPr>
          <a:xfrm>
            <a:off x="4775943" y="34665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4" name="Shape 1202"/>
          <p:cNvSpPr/>
          <p:nvPr/>
        </p:nvSpPr>
        <p:spPr>
          <a:xfrm>
            <a:off x="4948313" y="35023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5" name="Shape 1203"/>
          <p:cNvSpPr/>
          <p:nvPr/>
        </p:nvSpPr>
        <p:spPr>
          <a:xfrm>
            <a:off x="4625712" y="34153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6" name="Shape 1204"/>
          <p:cNvSpPr/>
          <p:nvPr/>
        </p:nvSpPr>
        <p:spPr>
          <a:xfrm>
            <a:off x="5006713" y="3219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7" name="Shape 1205"/>
          <p:cNvSpPr/>
          <p:nvPr/>
        </p:nvSpPr>
        <p:spPr>
          <a:xfrm>
            <a:off x="4855879" y="31240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8" name="Shape 1206"/>
          <p:cNvSpPr/>
          <p:nvPr/>
        </p:nvSpPr>
        <p:spPr>
          <a:xfrm>
            <a:off x="4851956" y="3460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9" name="Shape 1207"/>
          <p:cNvSpPr/>
          <p:nvPr/>
        </p:nvSpPr>
        <p:spPr>
          <a:xfrm>
            <a:off x="4591347" y="35342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0" name="Shape 1208"/>
          <p:cNvSpPr/>
          <p:nvPr/>
        </p:nvSpPr>
        <p:spPr>
          <a:xfrm>
            <a:off x="4702538" y="35148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1" name="Shape 1209"/>
          <p:cNvSpPr/>
          <p:nvPr/>
        </p:nvSpPr>
        <p:spPr>
          <a:xfrm>
            <a:off x="4760059" y="3389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2" name="Shape 1210"/>
          <p:cNvSpPr/>
          <p:nvPr/>
        </p:nvSpPr>
        <p:spPr>
          <a:xfrm>
            <a:off x="4647418" y="34805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3" name="Shape 1211"/>
          <p:cNvSpPr/>
          <p:nvPr/>
        </p:nvSpPr>
        <p:spPr>
          <a:xfrm>
            <a:off x="4656158" y="3232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4" name="Shape 1212"/>
          <p:cNvSpPr/>
          <p:nvPr/>
        </p:nvSpPr>
        <p:spPr>
          <a:xfrm>
            <a:off x="4674529" y="35802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5" name="Shape 1213"/>
          <p:cNvSpPr/>
          <p:nvPr/>
        </p:nvSpPr>
        <p:spPr>
          <a:xfrm>
            <a:off x="4829282" y="3495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6" name="Shape 1214"/>
          <p:cNvSpPr/>
          <p:nvPr/>
        </p:nvSpPr>
        <p:spPr>
          <a:xfrm>
            <a:off x="4947990" y="35882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7" name="Shape 1215"/>
          <p:cNvSpPr/>
          <p:nvPr/>
        </p:nvSpPr>
        <p:spPr>
          <a:xfrm>
            <a:off x="4772901" y="34837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8" name="Shape 1216"/>
          <p:cNvSpPr/>
          <p:nvPr/>
        </p:nvSpPr>
        <p:spPr>
          <a:xfrm>
            <a:off x="5012899" y="34967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9" name="Shape 1217"/>
          <p:cNvSpPr/>
          <p:nvPr/>
        </p:nvSpPr>
        <p:spPr>
          <a:xfrm>
            <a:off x="4748521" y="2408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0" name="Shape 1218"/>
          <p:cNvSpPr/>
          <p:nvPr/>
        </p:nvSpPr>
        <p:spPr>
          <a:xfrm>
            <a:off x="4881957" y="2377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1" name="Shape 1219"/>
          <p:cNvSpPr/>
          <p:nvPr/>
        </p:nvSpPr>
        <p:spPr>
          <a:xfrm>
            <a:off x="4714801" y="3370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2" name="Shape 1220"/>
          <p:cNvSpPr/>
          <p:nvPr/>
        </p:nvSpPr>
        <p:spPr>
          <a:xfrm>
            <a:off x="4790290" y="33861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3" name="Shape 1221"/>
          <p:cNvSpPr/>
          <p:nvPr/>
        </p:nvSpPr>
        <p:spPr>
          <a:xfrm>
            <a:off x="4688328" y="3591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4" name="Shape 1222"/>
          <p:cNvSpPr/>
          <p:nvPr/>
        </p:nvSpPr>
        <p:spPr>
          <a:xfrm>
            <a:off x="4590843" y="31720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5" name="Shape 1223"/>
          <p:cNvSpPr/>
          <p:nvPr/>
        </p:nvSpPr>
        <p:spPr>
          <a:xfrm>
            <a:off x="4954228" y="22837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6" name="Shape 1224"/>
          <p:cNvSpPr/>
          <p:nvPr/>
        </p:nvSpPr>
        <p:spPr>
          <a:xfrm>
            <a:off x="4709273" y="23414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7" name="Shape 1225"/>
          <p:cNvSpPr/>
          <p:nvPr/>
        </p:nvSpPr>
        <p:spPr>
          <a:xfrm>
            <a:off x="4757114" y="23581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8" name="Shape 1226"/>
          <p:cNvSpPr/>
          <p:nvPr/>
        </p:nvSpPr>
        <p:spPr>
          <a:xfrm>
            <a:off x="5016739" y="33509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9" name="Shape 1227"/>
          <p:cNvSpPr/>
          <p:nvPr/>
        </p:nvSpPr>
        <p:spPr>
          <a:xfrm>
            <a:off x="4865809" y="31481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0" name="Shape 1228"/>
          <p:cNvSpPr/>
          <p:nvPr/>
        </p:nvSpPr>
        <p:spPr>
          <a:xfrm>
            <a:off x="4937567" y="27751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1" name="Shape 1229"/>
          <p:cNvSpPr/>
          <p:nvPr/>
        </p:nvSpPr>
        <p:spPr>
          <a:xfrm>
            <a:off x="4866740" y="2791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2" name="Shape 1230"/>
          <p:cNvSpPr/>
          <p:nvPr/>
        </p:nvSpPr>
        <p:spPr>
          <a:xfrm>
            <a:off x="4655916" y="35336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3" name="Shape 1231"/>
          <p:cNvSpPr/>
          <p:nvPr/>
        </p:nvSpPr>
        <p:spPr>
          <a:xfrm>
            <a:off x="4877178" y="34548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4" name="Shape 1232"/>
          <p:cNvSpPr/>
          <p:nvPr/>
        </p:nvSpPr>
        <p:spPr>
          <a:xfrm>
            <a:off x="4745104" y="28261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5" name="Shape 1233"/>
          <p:cNvSpPr/>
          <p:nvPr/>
        </p:nvSpPr>
        <p:spPr>
          <a:xfrm>
            <a:off x="4701549" y="27135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6" name="Shape 1234"/>
          <p:cNvSpPr/>
          <p:nvPr/>
        </p:nvSpPr>
        <p:spPr>
          <a:xfrm>
            <a:off x="4893667" y="32889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7" name="Shape 1235"/>
          <p:cNvSpPr/>
          <p:nvPr/>
        </p:nvSpPr>
        <p:spPr>
          <a:xfrm>
            <a:off x="4852083" y="27847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8" name="Shape 1236"/>
          <p:cNvSpPr/>
          <p:nvPr/>
        </p:nvSpPr>
        <p:spPr>
          <a:xfrm>
            <a:off x="4647411" y="3129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9" name="Shape 1237"/>
          <p:cNvSpPr/>
          <p:nvPr/>
        </p:nvSpPr>
        <p:spPr>
          <a:xfrm>
            <a:off x="4716625" y="30940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0" name="Shape 1238"/>
          <p:cNvSpPr/>
          <p:nvPr/>
        </p:nvSpPr>
        <p:spPr>
          <a:xfrm>
            <a:off x="4675903" y="31240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1" name="Shape 1239"/>
          <p:cNvSpPr/>
          <p:nvPr/>
        </p:nvSpPr>
        <p:spPr>
          <a:xfrm>
            <a:off x="4894073" y="31460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2" name="Shape 1240"/>
          <p:cNvSpPr/>
          <p:nvPr/>
        </p:nvSpPr>
        <p:spPr>
          <a:xfrm>
            <a:off x="4811691" y="31534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3" name="Shape 1241"/>
          <p:cNvSpPr/>
          <p:nvPr/>
        </p:nvSpPr>
        <p:spPr>
          <a:xfrm>
            <a:off x="4686558" y="31365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4" name="Shape 1242"/>
          <p:cNvSpPr/>
          <p:nvPr/>
        </p:nvSpPr>
        <p:spPr>
          <a:xfrm>
            <a:off x="4843773" y="35075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5" name="Shape 1243"/>
          <p:cNvSpPr/>
          <p:nvPr/>
        </p:nvSpPr>
        <p:spPr>
          <a:xfrm>
            <a:off x="4648703" y="35341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6" name="Shape 1244"/>
          <p:cNvSpPr/>
          <p:nvPr/>
        </p:nvSpPr>
        <p:spPr>
          <a:xfrm>
            <a:off x="4839693" y="35120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7" name="Shape 1245"/>
          <p:cNvSpPr/>
          <p:nvPr/>
        </p:nvSpPr>
        <p:spPr>
          <a:xfrm>
            <a:off x="4818338" y="35433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8" name="Shape 1246"/>
          <p:cNvSpPr/>
          <p:nvPr/>
        </p:nvSpPr>
        <p:spPr>
          <a:xfrm>
            <a:off x="4815102" y="3211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9" name="Shape 1247"/>
          <p:cNvSpPr/>
          <p:nvPr/>
        </p:nvSpPr>
        <p:spPr>
          <a:xfrm>
            <a:off x="4641543" y="30227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0" name="Shape 1248"/>
          <p:cNvSpPr/>
          <p:nvPr/>
        </p:nvSpPr>
        <p:spPr>
          <a:xfrm>
            <a:off x="4872170" y="3319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1" name="Shape 1249"/>
          <p:cNvSpPr/>
          <p:nvPr/>
        </p:nvSpPr>
        <p:spPr>
          <a:xfrm>
            <a:off x="4666450" y="3056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2" name="Shape 1250"/>
          <p:cNvSpPr/>
          <p:nvPr/>
        </p:nvSpPr>
        <p:spPr>
          <a:xfrm>
            <a:off x="4999951" y="29419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3" name="Shape 1251"/>
          <p:cNvSpPr/>
          <p:nvPr/>
        </p:nvSpPr>
        <p:spPr>
          <a:xfrm>
            <a:off x="4670688" y="3358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4" name="Shape 1252"/>
          <p:cNvSpPr/>
          <p:nvPr/>
        </p:nvSpPr>
        <p:spPr>
          <a:xfrm>
            <a:off x="4910266" y="30982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5" name="Shape 1253"/>
          <p:cNvSpPr/>
          <p:nvPr/>
        </p:nvSpPr>
        <p:spPr>
          <a:xfrm>
            <a:off x="4921035" y="30614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6" name="Shape 1254"/>
          <p:cNvSpPr/>
          <p:nvPr/>
        </p:nvSpPr>
        <p:spPr>
          <a:xfrm>
            <a:off x="4892319" y="3071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7" name="Shape 1255"/>
          <p:cNvSpPr/>
          <p:nvPr/>
        </p:nvSpPr>
        <p:spPr>
          <a:xfrm>
            <a:off x="4610423" y="34305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8" name="Shape 1256"/>
          <p:cNvSpPr/>
          <p:nvPr/>
        </p:nvSpPr>
        <p:spPr>
          <a:xfrm>
            <a:off x="4766711" y="34114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9" name="Shape 1257"/>
          <p:cNvSpPr/>
          <p:nvPr/>
        </p:nvSpPr>
        <p:spPr>
          <a:xfrm>
            <a:off x="4850743" y="32439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0" name="Shape 1258"/>
          <p:cNvSpPr/>
          <p:nvPr/>
        </p:nvSpPr>
        <p:spPr>
          <a:xfrm>
            <a:off x="4838052" y="3357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1" name="Shape 1259"/>
          <p:cNvSpPr/>
          <p:nvPr/>
        </p:nvSpPr>
        <p:spPr>
          <a:xfrm>
            <a:off x="4906435" y="33227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2" name="Shape 1260"/>
          <p:cNvSpPr/>
          <p:nvPr/>
        </p:nvSpPr>
        <p:spPr>
          <a:xfrm>
            <a:off x="4643417" y="34603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3" name="Shape 1261"/>
          <p:cNvSpPr/>
          <p:nvPr/>
        </p:nvSpPr>
        <p:spPr>
          <a:xfrm>
            <a:off x="4824185" y="3363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4" name="Shape 1262"/>
          <p:cNvSpPr/>
          <p:nvPr/>
        </p:nvSpPr>
        <p:spPr>
          <a:xfrm>
            <a:off x="4597554" y="30754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5" name="Shape 1263"/>
          <p:cNvSpPr/>
          <p:nvPr/>
        </p:nvSpPr>
        <p:spPr>
          <a:xfrm>
            <a:off x="5003213" y="3341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6" name="Shape 1264"/>
          <p:cNvSpPr/>
          <p:nvPr/>
        </p:nvSpPr>
        <p:spPr>
          <a:xfrm>
            <a:off x="4731085" y="33058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7" name="Shape 1265"/>
          <p:cNvSpPr/>
          <p:nvPr/>
        </p:nvSpPr>
        <p:spPr>
          <a:xfrm>
            <a:off x="4777450" y="30616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8" name="Shape 1266"/>
          <p:cNvSpPr/>
          <p:nvPr/>
        </p:nvSpPr>
        <p:spPr>
          <a:xfrm>
            <a:off x="4863536" y="3078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9" name="Shape 1267"/>
          <p:cNvSpPr/>
          <p:nvPr/>
        </p:nvSpPr>
        <p:spPr>
          <a:xfrm>
            <a:off x="4761589" y="3055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0" name="Shape 1268"/>
          <p:cNvSpPr/>
          <p:nvPr/>
        </p:nvSpPr>
        <p:spPr>
          <a:xfrm>
            <a:off x="4627981" y="2991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1" name="Shape 1269"/>
          <p:cNvSpPr/>
          <p:nvPr/>
        </p:nvSpPr>
        <p:spPr>
          <a:xfrm>
            <a:off x="4933586" y="3390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2" name="Shape 1270"/>
          <p:cNvSpPr/>
          <p:nvPr/>
        </p:nvSpPr>
        <p:spPr>
          <a:xfrm>
            <a:off x="5000163" y="32555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3" name="Shape 1271"/>
          <p:cNvSpPr/>
          <p:nvPr/>
        </p:nvSpPr>
        <p:spPr>
          <a:xfrm>
            <a:off x="4629983" y="32355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4" name="Shape 1272"/>
          <p:cNvSpPr/>
          <p:nvPr/>
        </p:nvSpPr>
        <p:spPr>
          <a:xfrm>
            <a:off x="4764809" y="30371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5" name="Shape 1273"/>
          <p:cNvSpPr/>
          <p:nvPr/>
        </p:nvSpPr>
        <p:spPr>
          <a:xfrm>
            <a:off x="4941402" y="2920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6" name="Shape 1274"/>
          <p:cNvSpPr/>
          <p:nvPr/>
        </p:nvSpPr>
        <p:spPr>
          <a:xfrm>
            <a:off x="4985172" y="2486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7" name="Shape 1275"/>
          <p:cNvSpPr/>
          <p:nvPr/>
        </p:nvSpPr>
        <p:spPr>
          <a:xfrm>
            <a:off x="4756997" y="24828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8" name="Shape 1276"/>
          <p:cNvSpPr/>
          <p:nvPr/>
        </p:nvSpPr>
        <p:spPr>
          <a:xfrm>
            <a:off x="4773326" y="32748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9" name="Shape 1277"/>
          <p:cNvSpPr/>
          <p:nvPr/>
        </p:nvSpPr>
        <p:spPr>
          <a:xfrm>
            <a:off x="4719999" y="36180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0" name="Shape 1278"/>
          <p:cNvSpPr/>
          <p:nvPr/>
        </p:nvSpPr>
        <p:spPr>
          <a:xfrm>
            <a:off x="4654588" y="34921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1" name="Shape 1279"/>
          <p:cNvSpPr/>
          <p:nvPr/>
        </p:nvSpPr>
        <p:spPr>
          <a:xfrm>
            <a:off x="4740487" y="3509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2" name="Shape 1280"/>
          <p:cNvSpPr/>
          <p:nvPr/>
        </p:nvSpPr>
        <p:spPr>
          <a:xfrm>
            <a:off x="4818023" y="35189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3" name="Shape 1281"/>
          <p:cNvSpPr/>
          <p:nvPr/>
        </p:nvSpPr>
        <p:spPr>
          <a:xfrm>
            <a:off x="4814180" y="38063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4" name="Shape 1282"/>
          <p:cNvSpPr/>
          <p:nvPr/>
        </p:nvSpPr>
        <p:spPr>
          <a:xfrm>
            <a:off x="4861289" y="36400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5" name="Shape 1283"/>
          <p:cNvSpPr/>
          <p:nvPr/>
        </p:nvSpPr>
        <p:spPr>
          <a:xfrm>
            <a:off x="4634949" y="36149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6" name="Shape 1284"/>
          <p:cNvSpPr/>
          <p:nvPr/>
        </p:nvSpPr>
        <p:spPr>
          <a:xfrm>
            <a:off x="4822658" y="36631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7" name="Shape 1285"/>
          <p:cNvSpPr/>
          <p:nvPr/>
        </p:nvSpPr>
        <p:spPr>
          <a:xfrm>
            <a:off x="4903156" y="3539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8" name="Shape 1286"/>
          <p:cNvSpPr/>
          <p:nvPr/>
        </p:nvSpPr>
        <p:spPr>
          <a:xfrm>
            <a:off x="4615543" y="34778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9" name="Shape 1287"/>
          <p:cNvSpPr/>
          <p:nvPr/>
        </p:nvSpPr>
        <p:spPr>
          <a:xfrm>
            <a:off x="4917333" y="30248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0" name="Shape 1288"/>
          <p:cNvSpPr/>
          <p:nvPr/>
        </p:nvSpPr>
        <p:spPr>
          <a:xfrm>
            <a:off x="4959112" y="31342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1" name="Shape 1289"/>
          <p:cNvSpPr/>
          <p:nvPr/>
        </p:nvSpPr>
        <p:spPr>
          <a:xfrm>
            <a:off x="4791882" y="30920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2" name="Shape 1290"/>
          <p:cNvSpPr/>
          <p:nvPr/>
        </p:nvSpPr>
        <p:spPr>
          <a:xfrm>
            <a:off x="4645231" y="3384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3" name="Shape 1291"/>
          <p:cNvSpPr/>
          <p:nvPr/>
        </p:nvSpPr>
        <p:spPr>
          <a:xfrm>
            <a:off x="4976757" y="30642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4" name="Shape 1292"/>
          <p:cNvSpPr/>
          <p:nvPr/>
        </p:nvSpPr>
        <p:spPr>
          <a:xfrm>
            <a:off x="4884149" y="3047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5" name="Shape 1293"/>
          <p:cNvSpPr/>
          <p:nvPr/>
        </p:nvSpPr>
        <p:spPr>
          <a:xfrm>
            <a:off x="4842284" y="31983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6" name="Shape 1294"/>
          <p:cNvSpPr/>
          <p:nvPr/>
        </p:nvSpPr>
        <p:spPr>
          <a:xfrm>
            <a:off x="4893655" y="35622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7" name="Shape 1295"/>
          <p:cNvSpPr/>
          <p:nvPr/>
        </p:nvSpPr>
        <p:spPr>
          <a:xfrm>
            <a:off x="4792790" y="24649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8" name="Shape 1296"/>
          <p:cNvSpPr/>
          <p:nvPr/>
        </p:nvSpPr>
        <p:spPr>
          <a:xfrm>
            <a:off x="4856166" y="35179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9" name="Shape 1297"/>
          <p:cNvSpPr/>
          <p:nvPr/>
        </p:nvSpPr>
        <p:spPr>
          <a:xfrm>
            <a:off x="4647116" y="2994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0" name="Shape 1298"/>
          <p:cNvSpPr/>
          <p:nvPr/>
        </p:nvSpPr>
        <p:spPr>
          <a:xfrm>
            <a:off x="4720294" y="34552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1" name="Shape 1299"/>
          <p:cNvSpPr/>
          <p:nvPr/>
        </p:nvSpPr>
        <p:spPr>
          <a:xfrm>
            <a:off x="4610914" y="2655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2" name="Shape 1300"/>
          <p:cNvSpPr/>
          <p:nvPr/>
        </p:nvSpPr>
        <p:spPr>
          <a:xfrm>
            <a:off x="4891339" y="3494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3" name="Shape 1301"/>
          <p:cNvSpPr/>
          <p:nvPr/>
        </p:nvSpPr>
        <p:spPr>
          <a:xfrm>
            <a:off x="4964581" y="34692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4" name="Shape 1302"/>
          <p:cNvSpPr/>
          <p:nvPr/>
        </p:nvSpPr>
        <p:spPr>
          <a:xfrm>
            <a:off x="4948789" y="31217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5" name="Shape 1303"/>
          <p:cNvSpPr/>
          <p:nvPr/>
        </p:nvSpPr>
        <p:spPr>
          <a:xfrm>
            <a:off x="4658359" y="2998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6" name="Shape 1304"/>
          <p:cNvSpPr/>
          <p:nvPr/>
        </p:nvSpPr>
        <p:spPr>
          <a:xfrm>
            <a:off x="4724510" y="29712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7" name="Shape 1305"/>
          <p:cNvSpPr/>
          <p:nvPr/>
        </p:nvSpPr>
        <p:spPr>
          <a:xfrm>
            <a:off x="4716059" y="34232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8" name="Shape 1306"/>
          <p:cNvSpPr/>
          <p:nvPr/>
        </p:nvSpPr>
        <p:spPr>
          <a:xfrm>
            <a:off x="4710167" y="25675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9" name="Shape 1307"/>
          <p:cNvSpPr/>
          <p:nvPr/>
        </p:nvSpPr>
        <p:spPr>
          <a:xfrm>
            <a:off x="4911689" y="31149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0" name="Shape 1308"/>
          <p:cNvSpPr/>
          <p:nvPr/>
        </p:nvSpPr>
        <p:spPr>
          <a:xfrm>
            <a:off x="4898610" y="29881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1" name="Shape 1309"/>
          <p:cNvSpPr/>
          <p:nvPr/>
        </p:nvSpPr>
        <p:spPr>
          <a:xfrm>
            <a:off x="4978660" y="29628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2" name="Shape 1310"/>
          <p:cNvSpPr/>
          <p:nvPr/>
        </p:nvSpPr>
        <p:spPr>
          <a:xfrm>
            <a:off x="4836386" y="24933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3" name="Shape 1311"/>
          <p:cNvSpPr/>
          <p:nvPr/>
        </p:nvSpPr>
        <p:spPr>
          <a:xfrm>
            <a:off x="4997473" y="2670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4" name="Shape 1312"/>
          <p:cNvSpPr/>
          <p:nvPr/>
        </p:nvSpPr>
        <p:spPr>
          <a:xfrm>
            <a:off x="4749743" y="2762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5" name="Shape 1313"/>
          <p:cNvSpPr/>
          <p:nvPr/>
        </p:nvSpPr>
        <p:spPr>
          <a:xfrm>
            <a:off x="4774813" y="2672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6" name="Shape 1314"/>
          <p:cNvSpPr/>
          <p:nvPr/>
        </p:nvSpPr>
        <p:spPr>
          <a:xfrm>
            <a:off x="4783192" y="30619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7" name="Shape 1315"/>
          <p:cNvSpPr/>
          <p:nvPr/>
        </p:nvSpPr>
        <p:spPr>
          <a:xfrm>
            <a:off x="4787234" y="30427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8" name="Shape 1316"/>
          <p:cNvSpPr/>
          <p:nvPr/>
        </p:nvSpPr>
        <p:spPr>
          <a:xfrm>
            <a:off x="4735500" y="27770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9" name="Shape 1317"/>
          <p:cNvSpPr/>
          <p:nvPr/>
        </p:nvSpPr>
        <p:spPr>
          <a:xfrm>
            <a:off x="4677496" y="2520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0" name="Shape 1318"/>
          <p:cNvSpPr/>
          <p:nvPr/>
        </p:nvSpPr>
        <p:spPr>
          <a:xfrm>
            <a:off x="4767574" y="2543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1" name="Shape 1319"/>
          <p:cNvSpPr/>
          <p:nvPr/>
        </p:nvSpPr>
        <p:spPr>
          <a:xfrm>
            <a:off x="4915486" y="25720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2" name="Shape 1320"/>
          <p:cNvSpPr/>
          <p:nvPr/>
        </p:nvSpPr>
        <p:spPr>
          <a:xfrm>
            <a:off x="4695499" y="27131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3" name="Shape 1321"/>
          <p:cNvSpPr/>
          <p:nvPr/>
        </p:nvSpPr>
        <p:spPr>
          <a:xfrm>
            <a:off x="4913361" y="30099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4" name="Shape 1322"/>
          <p:cNvSpPr/>
          <p:nvPr/>
        </p:nvSpPr>
        <p:spPr>
          <a:xfrm>
            <a:off x="4797700" y="29070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5" name="Shape 1323"/>
          <p:cNvSpPr/>
          <p:nvPr/>
        </p:nvSpPr>
        <p:spPr>
          <a:xfrm>
            <a:off x="4827213" y="23069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6" name="Shape 1324"/>
          <p:cNvSpPr/>
          <p:nvPr/>
        </p:nvSpPr>
        <p:spPr>
          <a:xfrm>
            <a:off x="5019453" y="32872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7" name="Shape 1325"/>
          <p:cNvSpPr/>
          <p:nvPr/>
        </p:nvSpPr>
        <p:spPr>
          <a:xfrm>
            <a:off x="4875745" y="34635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8" name="Shape 1326"/>
          <p:cNvSpPr/>
          <p:nvPr/>
        </p:nvSpPr>
        <p:spPr>
          <a:xfrm>
            <a:off x="4855794" y="3197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9" name="Shape 1327"/>
          <p:cNvSpPr/>
          <p:nvPr/>
        </p:nvSpPr>
        <p:spPr>
          <a:xfrm>
            <a:off x="4943245" y="32185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0" name="Shape 1328"/>
          <p:cNvSpPr/>
          <p:nvPr/>
        </p:nvSpPr>
        <p:spPr>
          <a:xfrm>
            <a:off x="4762275" y="32348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1" name="Shape 1329"/>
          <p:cNvSpPr/>
          <p:nvPr/>
        </p:nvSpPr>
        <p:spPr>
          <a:xfrm>
            <a:off x="4838636" y="32194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2" name="Shape 1330"/>
          <p:cNvSpPr/>
          <p:nvPr/>
        </p:nvSpPr>
        <p:spPr>
          <a:xfrm>
            <a:off x="4628677" y="3185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3" name="Shape 1331"/>
          <p:cNvSpPr/>
          <p:nvPr/>
        </p:nvSpPr>
        <p:spPr>
          <a:xfrm>
            <a:off x="4850915" y="3235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4" name="Shape 1332"/>
          <p:cNvSpPr/>
          <p:nvPr/>
        </p:nvSpPr>
        <p:spPr>
          <a:xfrm>
            <a:off x="4948242" y="35518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5" name="Shape 1333"/>
          <p:cNvSpPr/>
          <p:nvPr/>
        </p:nvSpPr>
        <p:spPr>
          <a:xfrm>
            <a:off x="4895561" y="36292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6" name="Shape 1334"/>
          <p:cNvSpPr/>
          <p:nvPr/>
        </p:nvSpPr>
        <p:spPr>
          <a:xfrm>
            <a:off x="4908975" y="23801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7" name="Shape 1335"/>
          <p:cNvSpPr/>
          <p:nvPr/>
        </p:nvSpPr>
        <p:spPr>
          <a:xfrm>
            <a:off x="4901287" y="38170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8" name="Shape 1336"/>
          <p:cNvSpPr/>
          <p:nvPr/>
        </p:nvSpPr>
        <p:spPr>
          <a:xfrm>
            <a:off x="4613184" y="31818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9" name="Shape 1337"/>
          <p:cNvSpPr/>
          <p:nvPr/>
        </p:nvSpPr>
        <p:spPr>
          <a:xfrm>
            <a:off x="4716140" y="31953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0" name="Shape 1338"/>
          <p:cNvSpPr/>
          <p:nvPr/>
        </p:nvSpPr>
        <p:spPr>
          <a:xfrm>
            <a:off x="4988726" y="3259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1" name="Shape 1339"/>
          <p:cNvSpPr/>
          <p:nvPr/>
        </p:nvSpPr>
        <p:spPr>
          <a:xfrm>
            <a:off x="4834056" y="3210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2" name="Shape 1340"/>
          <p:cNvSpPr/>
          <p:nvPr/>
        </p:nvSpPr>
        <p:spPr>
          <a:xfrm>
            <a:off x="4940622" y="3323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3" name="Shape 1341"/>
          <p:cNvSpPr/>
          <p:nvPr/>
        </p:nvSpPr>
        <p:spPr>
          <a:xfrm>
            <a:off x="4716575" y="32582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4" name="Shape 1342"/>
          <p:cNvSpPr/>
          <p:nvPr/>
        </p:nvSpPr>
        <p:spPr>
          <a:xfrm>
            <a:off x="4956540" y="3282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5" name="Shape 1343"/>
          <p:cNvSpPr/>
          <p:nvPr/>
        </p:nvSpPr>
        <p:spPr>
          <a:xfrm>
            <a:off x="4917123" y="33024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6" name="Shape 1344"/>
          <p:cNvSpPr/>
          <p:nvPr/>
        </p:nvSpPr>
        <p:spPr>
          <a:xfrm>
            <a:off x="4982033" y="3259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7" name="Shape 1345"/>
          <p:cNvSpPr/>
          <p:nvPr/>
        </p:nvSpPr>
        <p:spPr>
          <a:xfrm>
            <a:off x="4653211" y="33251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8" name="Shape 1346"/>
          <p:cNvSpPr/>
          <p:nvPr/>
        </p:nvSpPr>
        <p:spPr>
          <a:xfrm>
            <a:off x="5019531" y="3244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9" name="Shape 1347"/>
          <p:cNvSpPr/>
          <p:nvPr/>
        </p:nvSpPr>
        <p:spPr>
          <a:xfrm>
            <a:off x="4855449" y="32459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0" name="Shape 1348"/>
          <p:cNvSpPr/>
          <p:nvPr/>
        </p:nvSpPr>
        <p:spPr>
          <a:xfrm>
            <a:off x="4999088" y="32529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1" name="Shape 1349"/>
          <p:cNvSpPr/>
          <p:nvPr/>
        </p:nvSpPr>
        <p:spPr>
          <a:xfrm>
            <a:off x="4944961" y="32472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2" name="Shape 1350"/>
          <p:cNvSpPr/>
          <p:nvPr/>
        </p:nvSpPr>
        <p:spPr>
          <a:xfrm>
            <a:off x="4631630" y="34754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3" name="Shape 1351"/>
          <p:cNvSpPr/>
          <p:nvPr/>
        </p:nvSpPr>
        <p:spPr>
          <a:xfrm>
            <a:off x="4844561" y="35132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4" name="Shape 1352"/>
          <p:cNvSpPr/>
          <p:nvPr/>
        </p:nvSpPr>
        <p:spPr>
          <a:xfrm>
            <a:off x="4676739" y="34498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5" name="Shape 1353"/>
          <p:cNvSpPr/>
          <p:nvPr/>
        </p:nvSpPr>
        <p:spPr>
          <a:xfrm>
            <a:off x="4711952" y="3420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6" name="Shape 1354"/>
          <p:cNvSpPr/>
          <p:nvPr/>
        </p:nvSpPr>
        <p:spPr>
          <a:xfrm>
            <a:off x="4989865" y="36056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7" name="Shape 1355"/>
          <p:cNvSpPr/>
          <p:nvPr/>
        </p:nvSpPr>
        <p:spPr>
          <a:xfrm>
            <a:off x="4635017" y="34911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8" name="Shape 1356"/>
          <p:cNvSpPr/>
          <p:nvPr/>
        </p:nvSpPr>
        <p:spPr>
          <a:xfrm>
            <a:off x="5007682" y="23877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9" name="Shape 1357"/>
          <p:cNvSpPr/>
          <p:nvPr/>
        </p:nvSpPr>
        <p:spPr>
          <a:xfrm>
            <a:off x="4651638" y="31176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0" name="Shape 1358"/>
          <p:cNvSpPr/>
          <p:nvPr/>
        </p:nvSpPr>
        <p:spPr>
          <a:xfrm>
            <a:off x="4779531" y="3323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1" name="Shape 1359"/>
          <p:cNvSpPr/>
          <p:nvPr/>
        </p:nvSpPr>
        <p:spPr>
          <a:xfrm>
            <a:off x="4887472" y="2623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2" name="Shape 1360"/>
          <p:cNvSpPr/>
          <p:nvPr/>
        </p:nvSpPr>
        <p:spPr>
          <a:xfrm>
            <a:off x="4894726" y="34895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3" name="Shape 1361"/>
          <p:cNvSpPr/>
          <p:nvPr/>
        </p:nvSpPr>
        <p:spPr>
          <a:xfrm>
            <a:off x="4601204" y="34584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4" name="Shape 1362"/>
          <p:cNvSpPr/>
          <p:nvPr/>
        </p:nvSpPr>
        <p:spPr>
          <a:xfrm>
            <a:off x="4765176" y="3456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5" name="Shape 1363"/>
          <p:cNvSpPr/>
          <p:nvPr/>
        </p:nvSpPr>
        <p:spPr>
          <a:xfrm>
            <a:off x="4929212" y="36636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6" name="Shape 1364"/>
          <p:cNvSpPr/>
          <p:nvPr/>
        </p:nvSpPr>
        <p:spPr>
          <a:xfrm>
            <a:off x="4606256" y="35086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7" name="Shape 1365"/>
          <p:cNvSpPr/>
          <p:nvPr/>
        </p:nvSpPr>
        <p:spPr>
          <a:xfrm>
            <a:off x="4973460" y="3639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8" name="Shape 1366"/>
          <p:cNvSpPr/>
          <p:nvPr/>
        </p:nvSpPr>
        <p:spPr>
          <a:xfrm>
            <a:off x="4887684" y="35895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9" name="Shape 1367"/>
          <p:cNvSpPr/>
          <p:nvPr/>
        </p:nvSpPr>
        <p:spPr>
          <a:xfrm>
            <a:off x="4681695" y="34749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0" name="Shape 1368"/>
          <p:cNvSpPr/>
          <p:nvPr/>
        </p:nvSpPr>
        <p:spPr>
          <a:xfrm>
            <a:off x="4781132" y="36701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1" name="Shape 1369"/>
          <p:cNvSpPr/>
          <p:nvPr/>
        </p:nvSpPr>
        <p:spPr>
          <a:xfrm>
            <a:off x="4700693" y="28724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2" name="Shape 1370"/>
          <p:cNvSpPr/>
          <p:nvPr/>
        </p:nvSpPr>
        <p:spPr>
          <a:xfrm>
            <a:off x="4914737" y="28769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3" name="Shape 1371"/>
          <p:cNvSpPr/>
          <p:nvPr/>
        </p:nvSpPr>
        <p:spPr>
          <a:xfrm>
            <a:off x="4893680" y="35263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4" name="Shape 1372"/>
          <p:cNvSpPr/>
          <p:nvPr/>
        </p:nvSpPr>
        <p:spPr>
          <a:xfrm>
            <a:off x="4654652" y="36305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5" name="Shape 1373"/>
          <p:cNvSpPr/>
          <p:nvPr/>
        </p:nvSpPr>
        <p:spPr>
          <a:xfrm>
            <a:off x="4679653" y="2974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6" name="Shape 1374"/>
          <p:cNvSpPr/>
          <p:nvPr/>
        </p:nvSpPr>
        <p:spPr>
          <a:xfrm>
            <a:off x="4800940" y="35223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7" name="Shape 1375"/>
          <p:cNvSpPr/>
          <p:nvPr/>
        </p:nvSpPr>
        <p:spPr>
          <a:xfrm>
            <a:off x="4799158" y="31684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8" name="Shape 1376"/>
          <p:cNvSpPr/>
          <p:nvPr/>
        </p:nvSpPr>
        <p:spPr>
          <a:xfrm>
            <a:off x="4824673" y="32008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9" name="Shape 1377"/>
          <p:cNvSpPr/>
          <p:nvPr/>
        </p:nvSpPr>
        <p:spPr>
          <a:xfrm>
            <a:off x="4626678" y="3187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0" name="Shape 1378"/>
          <p:cNvSpPr/>
          <p:nvPr/>
        </p:nvSpPr>
        <p:spPr>
          <a:xfrm>
            <a:off x="4598847" y="3290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1" name="Shape 1379"/>
          <p:cNvSpPr/>
          <p:nvPr/>
        </p:nvSpPr>
        <p:spPr>
          <a:xfrm>
            <a:off x="4714823" y="31571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2" name="Shape 1380"/>
          <p:cNvSpPr/>
          <p:nvPr/>
        </p:nvSpPr>
        <p:spPr>
          <a:xfrm>
            <a:off x="4757874" y="3202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3" name="Shape 1381"/>
          <p:cNvSpPr/>
          <p:nvPr/>
        </p:nvSpPr>
        <p:spPr>
          <a:xfrm>
            <a:off x="4806889" y="3125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4" name="Shape 1382"/>
          <p:cNvSpPr/>
          <p:nvPr/>
        </p:nvSpPr>
        <p:spPr>
          <a:xfrm>
            <a:off x="4918237" y="25591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5" name="Shape 1383"/>
          <p:cNvSpPr/>
          <p:nvPr/>
        </p:nvSpPr>
        <p:spPr>
          <a:xfrm>
            <a:off x="4826000" y="2497381"/>
            <a:ext cx="0" cy="1127599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386" name="Shape 1384"/>
          <p:cNvSpPr/>
          <p:nvPr/>
        </p:nvSpPr>
        <p:spPr>
          <a:xfrm>
            <a:off x="4711700" y="3624981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387" name="Shape 1385"/>
          <p:cNvSpPr/>
          <p:nvPr/>
        </p:nvSpPr>
        <p:spPr>
          <a:xfrm>
            <a:off x="4711700" y="2497381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388" name="Shape 1386"/>
          <p:cNvSpPr/>
          <p:nvPr/>
        </p:nvSpPr>
        <p:spPr>
          <a:xfrm>
            <a:off x="4660900" y="3099077"/>
            <a:ext cx="330200" cy="385118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1389" name="Shape 1387"/>
          <p:cNvSpPr/>
          <p:nvPr/>
        </p:nvSpPr>
        <p:spPr>
          <a:xfrm>
            <a:off x="4660900" y="3289119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1390" name="Shape 1388"/>
          <p:cNvSpPr/>
          <p:nvPr/>
        </p:nvSpPr>
        <p:spPr>
          <a:xfrm>
            <a:off x="5675392" y="3503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1" name="Shape 1389"/>
          <p:cNvSpPr/>
          <p:nvPr/>
        </p:nvSpPr>
        <p:spPr>
          <a:xfrm>
            <a:off x="5632444" y="3417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2" name="Shape 1390"/>
          <p:cNvSpPr/>
          <p:nvPr/>
        </p:nvSpPr>
        <p:spPr>
          <a:xfrm>
            <a:off x="5384458" y="3368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3" name="Shape 1391"/>
          <p:cNvSpPr/>
          <p:nvPr/>
        </p:nvSpPr>
        <p:spPr>
          <a:xfrm>
            <a:off x="5602374" y="3211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4" name="Shape 1392"/>
          <p:cNvSpPr/>
          <p:nvPr/>
        </p:nvSpPr>
        <p:spPr>
          <a:xfrm>
            <a:off x="5267240" y="33819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5" name="Shape 1393"/>
          <p:cNvSpPr/>
          <p:nvPr/>
        </p:nvSpPr>
        <p:spPr>
          <a:xfrm>
            <a:off x="5466056" y="33170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6" name="Shape 1394"/>
          <p:cNvSpPr/>
          <p:nvPr/>
        </p:nvSpPr>
        <p:spPr>
          <a:xfrm>
            <a:off x="5435948" y="3452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7" name="Shape 1395"/>
          <p:cNvSpPr/>
          <p:nvPr/>
        </p:nvSpPr>
        <p:spPr>
          <a:xfrm>
            <a:off x="5490925" y="3496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8" name="Shape 1396"/>
          <p:cNvSpPr/>
          <p:nvPr/>
        </p:nvSpPr>
        <p:spPr>
          <a:xfrm>
            <a:off x="5470088" y="25184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399" name="Shape 1397"/>
          <p:cNvSpPr/>
          <p:nvPr/>
        </p:nvSpPr>
        <p:spPr>
          <a:xfrm>
            <a:off x="5679966" y="3251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0" name="Shape 1398"/>
          <p:cNvSpPr/>
          <p:nvPr/>
        </p:nvSpPr>
        <p:spPr>
          <a:xfrm>
            <a:off x="5481070" y="3222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1" name="Shape 1399"/>
          <p:cNvSpPr/>
          <p:nvPr/>
        </p:nvSpPr>
        <p:spPr>
          <a:xfrm>
            <a:off x="5625617" y="3366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2" name="Shape 1400"/>
          <p:cNvSpPr/>
          <p:nvPr/>
        </p:nvSpPr>
        <p:spPr>
          <a:xfrm>
            <a:off x="5467013" y="3222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3" name="Shape 1401"/>
          <p:cNvSpPr/>
          <p:nvPr/>
        </p:nvSpPr>
        <p:spPr>
          <a:xfrm>
            <a:off x="5668736" y="3459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4" name="Shape 1402"/>
          <p:cNvSpPr/>
          <p:nvPr/>
        </p:nvSpPr>
        <p:spPr>
          <a:xfrm>
            <a:off x="5307328" y="33640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5" name="Shape 1403"/>
          <p:cNvSpPr/>
          <p:nvPr/>
        </p:nvSpPr>
        <p:spPr>
          <a:xfrm>
            <a:off x="5298981" y="35302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6" name="Shape 1404"/>
          <p:cNvSpPr/>
          <p:nvPr/>
        </p:nvSpPr>
        <p:spPr>
          <a:xfrm>
            <a:off x="5324688" y="3353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7" name="Shape 1405"/>
          <p:cNvSpPr/>
          <p:nvPr/>
        </p:nvSpPr>
        <p:spPr>
          <a:xfrm>
            <a:off x="5414488" y="33912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8" name="Shape 1406"/>
          <p:cNvSpPr/>
          <p:nvPr/>
        </p:nvSpPr>
        <p:spPr>
          <a:xfrm>
            <a:off x="5316061" y="3193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09" name="Shape 1407"/>
          <p:cNvSpPr/>
          <p:nvPr/>
        </p:nvSpPr>
        <p:spPr>
          <a:xfrm>
            <a:off x="5625863" y="33481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0" name="Shape 1408"/>
          <p:cNvSpPr/>
          <p:nvPr/>
        </p:nvSpPr>
        <p:spPr>
          <a:xfrm>
            <a:off x="5638845" y="33075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1" name="Shape 1409"/>
          <p:cNvSpPr/>
          <p:nvPr/>
        </p:nvSpPr>
        <p:spPr>
          <a:xfrm>
            <a:off x="5324752" y="32903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2" name="Shape 1410"/>
          <p:cNvSpPr/>
          <p:nvPr/>
        </p:nvSpPr>
        <p:spPr>
          <a:xfrm>
            <a:off x="5429615" y="3311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3" name="Shape 1411"/>
          <p:cNvSpPr/>
          <p:nvPr/>
        </p:nvSpPr>
        <p:spPr>
          <a:xfrm>
            <a:off x="5299380" y="3182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4" name="Shape 1412"/>
          <p:cNvSpPr/>
          <p:nvPr/>
        </p:nvSpPr>
        <p:spPr>
          <a:xfrm>
            <a:off x="5284175" y="3468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5" name="Shape 1413"/>
          <p:cNvSpPr/>
          <p:nvPr/>
        </p:nvSpPr>
        <p:spPr>
          <a:xfrm>
            <a:off x="5452417" y="34545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6" name="Shape 1414"/>
          <p:cNvSpPr/>
          <p:nvPr/>
        </p:nvSpPr>
        <p:spPr>
          <a:xfrm>
            <a:off x="5331753" y="34314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7" name="Shape 1415"/>
          <p:cNvSpPr/>
          <p:nvPr/>
        </p:nvSpPr>
        <p:spPr>
          <a:xfrm>
            <a:off x="5648952" y="33748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8" name="Shape 1416"/>
          <p:cNvSpPr/>
          <p:nvPr/>
        </p:nvSpPr>
        <p:spPr>
          <a:xfrm>
            <a:off x="5404026" y="34469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19" name="Shape 1417"/>
          <p:cNvSpPr/>
          <p:nvPr/>
        </p:nvSpPr>
        <p:spPr>
          <a:xfrm>
            <a:off x="5369304" y="3412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0" name="Shape 1418"/>
          <p:cNvSpPr/>
          <p:nvPr/>
        </p:nvSpPr>
        <p:spPr>
          <a:xfrm>
            <a:off x="5257244" y="33917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1" name="Shape 1419"/>
          <p:cNvSpPr/>
          <p:nvPr/>
        </p:nvSpPr>
        <p:spPr>
          <a:xfrm>
            <a:off x="5676153" y="3382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2" name="Shape 1420"/>
          <p:cNvSpPr/>
          <p:nvPr/>
        </p:nvSpPr>
        <p:spPr>
          <a:xfrm>
            <a:off x="5436629" y="33279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3" name="Shape 1421"/>
          <p:cNvSpPr/>
          <p:nvPr/>
        </p:nvSpPr>
        <p:spPr>
          <a:xfrm>
            <a:off x="5403287" y="3452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4" name="Shape 1422"/>
          <p:cNvSpPr/>
          <p:nvPr/>
        </p:nvSpPr>
        <p:spPr>
          <a:xfrm>
            <a:off x="5652355" y="34647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5" name="Shape 1423"/>
          <p:cNvSpPr/>
          <p:nvPr/>
        </p:nvSpPr>
        <p:spPr>
          <a:xfrm>
            <a:off x="5603294" y="3405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6" name="Shape 1424"/>
          <p:cNvSpPr/>
          <p:nvPr/>
        </p:nvSpPr>
        <p:spPr>
          <a:xfrm>
            <a:off x="5296230" y="3497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7" name="Shape 1425"/>
          <p:cNvSpPr/>
          <p:nvPr/>
        </p:nvSpPr>
        <p:spPr>
          <a:xfrm>
            <a:off x="5373011" y="33807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8" name="Shape 1426"/>
          <p:cNvSpPr/>
          <p:nvPr/>
        </p:nvSpPr>
        <p:spPr>
          <a:xfrm>
            <a:off x="5417277" y="32357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29" name="Shape 1427"/>
          <p:cNvSpPr/>
          <p:nvPr/>
        </p:nvSpPr>
        <p:spPr>
          <a:xfrm>
            <a:off x="5380329" y="33492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0" name="Shape 1428"/>
          <p:cNvSpPr/>
          <p:nvPr/>
        </p:nvSpPr>
        <p:spPr>
          <a:xfrm>
            <a:off x="5537029" y="34430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1" name="Shape 1429"/>
          <p:cNvSpPr/>
          <p:nvPr/>
        </p:nvSpPr>
        <p:spPr>
          <a:xfrm>
            <a:off x="5416278" y="3210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2" name="Shape 1430"/>
          <p:cNvSpPr/>
          <p:nvPr/>
        </p:nvSpPr>
        <p:spPr>
          <a:xfrm>
            <a:off x="5313911" y="34013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3" name="Shape 1431"/>
          <p:cNvSpPr/>
          <p:nvPr/>
        </p:nvSpPr>
        <p:spPr>
          <a:xfrm>
            <a:off x="5337443" y="3451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4" name="Shape 1432"/>
          <p:cNvSpPr/>
          <p:nvPr/>
        </p:nvSpPr>
        <p:spPr>
          <a:xfrm>
            <a:off x="5256408" y="31664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5" name="Shape 1433"/>
          <p:cNvSpPr/>
          <p:nvPr/>
        </p:nvSpPr>
        <p:spPr>
          <a:xfrm>
            <a:off x="5462429" y="34009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6" name="Shape 1434"/>
          <p:cNvSpPr/>
          <p:nvPr/>
        </p:nvSpPr>
        <p:spPr>
          <a:xfrm>
            <a:off x="5398249" y="34768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7" name="Shape 1435"/>
          <p:cNvSpPr/>
          <p:nvPr/>
        </p:nvSpPr>
        <p:spPr>
          <a:xfrm>
            <a:off x="5252999" y="32294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8" name="Shape 1436"/>
          <p:cNvSpPr/>
          <p:nvPr/>
        </p:nvSpPr>
        <p:spPr>
          <a:xfrm>
            <a:off x="5461615" y="3226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39" name="Shape 1437"/>
          <p:cNvSpPr/>
          <p:nvPr/>
        </p:nvSpPr>
        <p:spPr>
          <a:xfrm>
            <a:off x="5472803" y="34130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0" name="Shape 1438"/>
          <p:cNvSpPr/>
          <p:nvPr/>
        </p:nvSpPr>
        <p:spPr>
          <a:xfrm>
            <a:off x="5380903" y="34378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>
            <a:off x="5366733" y="32839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>
            <a:off x="5523126" y="32277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>
            <a:off x="5282696" y="3601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>
            <a:off x="5397001" y="34088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>
            <a:off x="5609447" y="33705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>
            <a:off x="5494988" y="25270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>
            <a:off x="5557184" y="3230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>
            <a:off x="5435255" y="34303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>
            <a:off x="5635113" y="33288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>
            <a:off x="5316033" y="31466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>
            <a:off x="5462831" y="3519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>
            <a:off x="5529808" y="34852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>
            <a:off x="5282342" y="34542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>
            <a:off x="5459617" y="3181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>
            <a:off x="5387820" y="35342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>
            <a:off x="5259391" y="3335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>
            <a:off x="5527820" y="3492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5537241" y="34199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>
            <a:off x="5365731" y="3393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0" name="Shape 1458"/>
          <p:cNvSpPr/>
          <p:nvPr/>
        </p:nvSpPr>
        <p:spPr>
          <a:xfrm>
            <a:off x="5464013" y="3360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1" name="Shape 1459"/>
          <p:cNvSpPr/>
          <p:nvPr/>
        </p:nvSpPr>
        <p:spPr>
          <a:xfrm>
            <a:off x="5627227" y="33394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2" name="Shape 1460"/>
          <p:cNvSpPr/>
          <p:nvPr/>
        </p:nvSpPr>
        <p:spPr>
          <a:xfrm>
            <a:off x="5493758" y="34535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3" name="Shape 1461"/>
          <p:cNvSpPr/>
          <p:nvPr/>
        </p:nvSpPr>
        <p:spPr>
          <a:xfrm>
            <a:off x="5444556" y="34028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4" name="Shape 1462"/>
          <p:cNvSpPr/>
          <p:nvPr/>
        </p:nvSpPr>
        <p:spPr>
          <a:xfrm>
            <a:off x="5307395" y="33367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5" name="Shape 1463"/>
          <p:cNvSpPr/>
          <p:nvPr/>
        </p:nvSpPr>
        <p:spPr>
          <a:xfrm>
            <a:off x="5474204" y="33656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6" name="Shape 1464"/>
          <p:cNvSpPr/>
          <p:nvPr/>
        </p:nvSpPr>
        <p:spPr>
          <a:xfrm>
            <a:off x="5572258" y="3439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7" name="Shape 1465"/>
          <p:cNvSpPr/>
          <p:nvPr/>
        </p:nvSpPr>
        <p:spPr>
          <a:xfrm>
            <a:off x="5419506" y="31973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8" name="Shape 1466"/>
          <p:cNvSpPr/>
          <p:nvPr/>
        </p:nvSpPr>
        <p:spPr>
          <a:xfrm>
            <a:off x="5648336" y="3174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69" name="Shape 1467"/>
          <p:cNvSpPr/>
          <p:nvPr/>
        </p:nvSpPr>
        <p:spPr>
          <a:xfrm>
            <a:off x="5487977" y="33439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0" name="Shape 1468"/>
          <p:cNvSpPr/>
          <p:nvPr/>
        </p:nvSpPr>
        <p:spPr>
          <a:xfrm>
            <a:off x="5280141" y="3348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1" name="Shape 1469"/>
          <p:cNvSpPr/>
          <p:nvPr/>
        </p:nvSpPr>
        <p:spPr>
          <a:xfrm>
            <a:off x="5414568" y="33295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2" name="Shape 1470"/>
          <p:cNvSpPr/>
          <p:nvPr/>
        </p:nvSpPr>
        <p:spPr>
          <a:xfrm>
            <a:off x="5561522" y="33968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3" name="Shape 1471"/>
          <p:cNvSpPr/>
          <p:nvPr/>
        </p:nvSpPr>
        <p:spPr>
          <a:xfrm>
            <a:off x="5642449" y="35008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4" name="Shape 1472"/>
          <p:cNvSpPr/>
          <p:nvPr/>
        </p:nvSpPr>
        <p:spPr>
          <a:xfrm>
            <a:off x="5391553" y="3434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5" name="Shape 1473"/>
          <p:cNvSpPr/>
          <p:nvPr/>
        </p:nvSpPr>
        <p:spPr>
          <a:xfrm>
            <a:off x="5637606" y="33663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6" name="Shape 1474"/>
          <p:cNvSpPr/>
          <p:nvPr/>
        </p:nvSpPr>
        <p:spPr>
          <a:xfrm>
            <a:off x="5394537" y="34865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7" name="Shape 1475"/>
          <p:cNvSpPr/>
          <p:nvPr/>
        </p:nvSpPr>
        <p:spPr>
          <a:xfrm>
            <a:off x="5510985" y="34454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>
            <a:off x="5663459" y="34291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79" name="Shape 1477"/>
          <p:cNvSpPr/>
          <p:nvPr/>
        </p:nvSpPr>
        <p:spPr>
          <a:xfrm>
            <a:off x="5271817" y="36162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0" name="Shape 1478"/>
          <p:cNvSpPr/>
          <p:nvPr/>
        </p:nvSpPr>
        <p:spPr>
          <a:xfrm>
            <a:off x="5272011" y="37689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1" name="Shape 1479"/>
          <p:cNvSpPr/>
          <p:nvPr/>
        </p:nvSpPr>
        <p:spPr>
          <a:xfrm>
            <a:off x="5659508" y="35332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2" name="Shape 1480"/>
          <p:cNvSpPr/>
          <p:nvPr/>
        </p:nvSpPr>
        <p:spPr>
          <a:xfrm>
            <a:off x="5361121" y="36160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3" name="Shape 1481"/>
          <p:cNvSpPr/>
          <p:nvPr/>
        </p:nvSpPr>
        <p:spPr>
          <a:xfrm>
            <a:off x="5497771" y="3677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4" name="Shape 1482"/>
          <p:cNvSpPr/>
          <p:nvPr/>
        </p:nvSpPr>
        <p:spPr>
          <a:xfrm>
            <a:off x="5252053" y="35739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5" name="Shape 1483"/>
          <p:cNvSpPr/>
          <p:nvPr/>
        </p:nvSpPr>
        <p:spPr>
          <a:xfrm>
            <a:off x="5486507" y="37093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6" name="Shape 1484"/>
          <p:cNvSpPr/>
          <p:nvPr/>
        </p:nvSpPr>
        <p:spPr>
          <a:xfrm>
            <a:off x="5446400" y="34341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7" name="Shape 1485"/>
          <p:cNvSpPr/>
          <p:nvPr/>
        </p:nvSpPr>
        <p:spPr>
          <a:xfrm>
            <a:off x="5606726" y="33214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8" name="Shape 1486"/>
          <p:cNvSpPr/>
          <p:nvPr/>
        </p:nvSpPr>
        <p:spPr>
          <a:xfrm>
            <a:off x="5587028" y="3427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89" name="Shape 1487"/>
          <p:cNvSpPr/>
          <p:nvPr/>
        </p:nvSpPr>
        <p:spPr>
          <a:xfrm>
            <a:off x="5276989" y="3313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0" name="Shape 1488"/>
          <p:cNvSpPr/>
          <p:nvPr/>
        </p:nvSpPr>
        <p:spPr>
          <a:xfrm>
            <a:off x="5374913" y="2393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1" name="Shape 1489"/>
          <p:cNvSpPr/>
          <p:nvPr/>
        </p:nvSpPr>
        <p:spPr>
          <a:xfrm>
            <a:off x="5439940" y="32132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>
            <a:off x="5632830" y="3009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3" name="Shape 1491"/>
          <p:cNvSpPr/>
          <p:nvPr/>
        </p:nvSpPr>
        <p:spPr>
          <a:xfrm>
            <a:off x="5632819" y="27204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4" name="Shape 1492"/>
          <p:cNvSpPr/>
          <p:nvPr/>
        </p:nvSpPr>
        <p:spPr>
          <a:xfrm>
            <a:off x="5285426" y="35111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5" name="Shape 1493"/>
          <p:cNvSpPr/>
          <p:nvPr/>
        </p:nvSpPr>
        <p:spPr>
          <a:xfrm>
            <a:off x="5444570" y="27479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6" name="Shape 1494"/>
          <p:cNvSpPr/>
          <p:nvPr/>
        </p:nvSpPr>
        <p:spPr>
          <a:xfrm>
            <a:off x="5514272" y="28034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7" name="Shape 1495"/>
          <p:cNvSpPr/>
          <p:nvPr/>
        </p:nvSpPr>
        <p:spPr>
          <a:xfrm>
            <a:off x="5560728" y="2926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8" name="Shape 1496"/>
          <p:cNvSpPr/>
          <p:nvPr/>
        </p:nvSpPr>
        <p:spPr>
          <a:xfrm>
            <a:off x="5466967" y="2853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499" name="Shape 1497"/>
          <p:cNvSpPr/>
          <p:nvPr/>
        </p:nvSpPr>
        <p:spPr>
          <a:xfrm>
            <a:off x="5394824" y="29189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0" name="Shape 1498"/>
          <p:cNvSpPr/>
          <p:nvPr/>
        </p:nvSpPr>
        <p:spPr>
          <a:xfrm>
            <a:off x="5663094" y="33533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1" name="Shape 1499"/>
          <p:cNvSpPr/>
          <p:nvPr/>
        </p:nvSpPr>
        <p:spPr>
          <a:xfrm>
            <a:off x="5555998" y="27772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2" name="Shape 1500"/>
          <p:cNvSpPr/>
          <p:nvPr/>
        </p:nvSpPr>
        <p:spPr>
          <a:xfrm>
            <a:off x="5566228" y="2652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3" name="Shape 1501"/>
          <p:cNvSpPr/>
          <p:nvPr/>
        </p:nvSpPr>
        <p:spPr>
          <a:xfrm>
            <a:off x="5582651" y="3432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4" name="Shape 1502"/>
          <p:cNvSpPr/>
          <p:nvPr/>
        </p:nvSpPr>
        <p:spPr>
          <a:xfrm>
            <a:off x="5270432" y="28599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5" name="Shape 1503"/>
          <p:cNvSpPr/>
          <p:nvPr/>
        </p:nvSpPr>
        <p:spPr>
          <a:xfrm>
            <a:off x="5581564" y="2763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6" name="Shape 1504"/>
          <p:cNvSpPr/>
          <p:nvPr/>
        </p:nvSpPr>
        <p:spPr>
          <a:xfrm>
            <a:off x="5536646" y="32279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7" name="Shape 1505"/>
          <p:cNvSpPr/>
          <p:nvPr/>
        </p:nvSpPr>
        <p:spPr>
          <a:xfrm>
            <a:off x="5488945" y="3160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8" name="Shape 1506"/>
          <p:cNvSpPr/>
          <p:nvPr/>
        </p:nvSpPr>
        <p:spPr>
          <a:xfrm>
            <a:off x="5674000" y="27273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09" name="Shape 1507"/>
          <p:cNvSpPr/>
          <p:nvPr/>
        </p:nvSpPr>
        <p:spPr>
          <a:xfrm>
            <a:off x="5274577" y="27213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0" name="Shape 1508"/>
          <p:cNvSpPr/>
          <p:nvPr/>
        </p:nvSpPr>
        <p:spPr>
          <a:xfrm>
            <a:off x="5674361" y="3079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1" name="Shape 1509"/>
          <p:cNvSpPr/>
          <p:nvPr/>
        </p:nvSpPr>
        <p:spPr>
          <a:xfrm>
            <a:off x="5417466" y="2767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2" name="Shape 1510"/>
          <p:cNvSpPr/>
          <p:nvPr/>
        </p:nvSpPr>
        <p:spPr>
          <a:xfrm>
            <a:off x="5414970" y="2615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3" name="Shape 1511"/>
          <p:cNvSpPr/>
          <p:nvPr/>
        </p:nvSpPr>
        <p:spPr>
          <a:xfrm>
            <a:off x="5530666" y="30310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4" name="Shape 1512"/>
          <p:cNvSpPr/>
          <p:nvPr/>
        </p:nvSpPr>
        <p:spPr>
          <a:xfrm>
            <a:off x="5464729" y="30950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5" name="Shape 1513"/>
          <p:cNvSpPr/>
          <p:nvPr/>
        </p:nvSpPr>
        <p:spPr>
          <a:xfrm>
            <a:off x="5592466" y="26419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6" name="Shape 1514"/>
          <p:cNvSpPr/>
          <p:nvPr/>
        </p:nvSpPr>
        <p:spPr>
          <a:xfrm>
            <a:off x="5623614" y="29465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7" name="Shape 1515"/>
          <p:cNvSpPr/>
          <p:nvPr/>
        </p:nvSpPr>
        <p:spPr>
          <a:xfrm>
            <a:off x="5389334" y="29487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8" name="Shape 1516"/>
          <p:cNvSpPr/>
          <p:nvPr/>
        </p:nvSpPr>
        <p:spPr>
          <a:xfrm>
            <a:off x="5334694" y="26932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19" name="Shape 1517"/>
          <p:cNvSpPr/>
          <p:nvPr/>
        </p:nvSpPr>
        <p:spPr>
          <a:xfrm>
            <a:off x="5438898" y="23807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0" name="Shape 1518"/>
          <p:cNvSpPr/>
          <p:nvPr/>
        </p:nvSpPr>
        <p:spPr>
          <a:xfrm>
            <a:off x="5460773" y="23786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1" name="Shape 1519"/>
          <p:cNvSpPr/>
          <p:nvPr/>
        </p:nvSpPr>
        <p:spPr>
          <a:xfrm>
            <a:off x="5542918" y="31571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2" name="Shape 1520"/>
          <p:cNvSpPr/>
          <p:nvPr/>
        </p:nvSpPr>
        <p:spPr>
          <a:xfrm>
            <a:off x="5264668" y="2480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3" name="Shape 1521"/>
          <p:cNvSpPr/>
          <p:nvPr/>
        </p:nvSpPr>
        <p:spPr>
          <a:xfrm>
            <a:off x="5566610" y="29675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4" name="Shape 1522"/>
          <p:cNvSpPr/>
          <p:nvPr/>
        </p:nvSpPr>
        <p:spPr>
          <a:xfrm>
            <a:off x="5562930" y="3049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5" name="Shape 1523"/>
          <p:cNvSpPr/>
          <p:nvPr/>
        </p:nvSpPr>
        <p:spPr>
          <a:xfrm>
            <a:off x="5510667" y="31610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6" name="Shape 1524"/>
          <p:cNvSpPr/>
          <p:nvPr/>
        </p:nvSpPr>
        <p:spPr>
          <a:xfrm>
            <a:off x="5655049" y="24186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7" name="Shape 1525"/>
          <p:cNvSpPr/>
          <p:nvPr/>
        </p:nvSpPr>
        <p:spPr>
          <a:xfrm>
            <a:off x="5315942" y="32497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8" name="Shape 1526"/>
          <p:cNvSpPr/>
          <p:nvPr/>
        </p:nvSpPr>
        <p:spPr>
          <a:xfrm>
            <a:off x="5463606" y="32007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29" name="Shape 1527"/>
          <p:cNvSpPr/>
          <p:nvPr/>
        </p:nvSpPr>
        <p:spPr>
          <a:xfrm>
            <a:off x="5281475" y="3451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0" name="Shape 1528"/>
          <p:cNvSpPr/>
          <p:nvPr/>
        </p:nvSpPr>
        <p:spPr>
          <a:xfrm>
            <a:off x="5568192" y="3468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1" name="Shape 1529"/>
          <p:cNvSpPr/>
          <p:nvPr/>
        </p:nvSpPr>
        <p:spPr>
          <a:xfrm>
            <a:off x="5626412" y="3509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2" name="Shape 1530"/>
          <p:cNvSpPr/>
          <p:nvPr/>
        </p:nvSpPr>
        <p:spPr>
          <a:xfrm>
            <a:off x="5397739" y="34904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3" name="Shape 1531"/>
          <p:cNvSpPr/>
          <p:nvPr/>
        </p:nvSpPr>
        <p:spPr>
          <a:xfrm>
            <a:off x="5368949" y="3184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4" name="Shape 1532"/>
          <p:cNvSpPr/>
          <p:nvPr/>
        </p:nvSpPr>
        <p:spPr>
          <a:xfrm>
            <a:off x="5384219" y="3495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5" name="Shape 1533"/>
          <p:cNvSpPr/>
          <p:nvPr/>
        </p:nvSpPr>
        <p:spPr>
          <a:xfrm>
            <a:off x="5404405" y="3092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6" name="Shape 1534"/>
          <p:cNvSpPr/>
          <p:nvPr/>
        </p:nvSpPr>
        <p:spPr>
          <a:xfrm>
            <a:off x="5438068" y="35232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7" name="Shape 1535"/>
          <p:cNvSpPr/>
          <p:nvPr/>
        </p:nvSpPr>
        <p:spPr>
          <a:xfrm>
            <a:off x="5318812" y="35193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8" name="Shape 1536"/>
          <p:cNvSpPr/>
          <p:nvPr/>
        </p:nvSpPr>
        <p:spPr>
          <a:xfrm>
            <a:off x="5415533" y="34835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39" name="Shape 1537"/>
          <p:cNvSpPr/>
          <p:nvPr/>
        </p:nvSpPr>
        <p:spPr>
          <a:xfrm>
            <a:off x="5389149" y="3156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0" name="Shape 1538"/>
          <p:cNvSpPr/>
          <p:nvPr/>
        </p:nvSpPr>
        <p:spPr>
          <a:xfrm>
            <a:off x="5549849" y="25852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1" name="Shape 1539"/>
          <p:cNvSpPr/>
          <p:nvPr/>
        </p:nvSpPr>
        <p:spPr>
          <a:xfrm>
            <a:off x="5332172" y="29739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2" name="Shape 1540"/>
          <p:cNvSpPr/>
          <p:nvPr/>
        </p:nvSpPr>
        <p:spPr>
          <a:xfrm>
            <a:off x="5444139" y="30386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3" name="Shape 1541"/>
          <p:cNvSpPr/>
          <p:nvPr/>
        </p:nvSpPr>
        <p:spPr>
          <a:xfrm>
            <a:off x="5599173" y="3126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4" name="Shape 1542"/>
          <p:cNvSpPr/>
          <p:nvPr/>
        </p:nvSpPr>
        <p:spPr>
          <a:xfrm>
            <a:off x="5529683" y="3402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5" name="Shape 1543"/>
          <p:cNvSpPr/>
          <p:nvPr/>
        </p:nvSpPr>
        <p:spPr>
          <a:xfrm>
            <a:off x="5622584" y="3017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6" name="Shape 1544"/>
          <p:cNvSpPr/>
          <p:nvPr/>
        </p:nvSpPr>
        <p:spPr>
          <a:xfrm>
            <a:off x="5314536" y="32085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7" name="Shape 1545"/>
          <p:cNvSpPr/>
          <p:nvPr/>
        </p:nvSpPr>
        <p:spPr>
          <a:xfrm>
            <a:off x="5444387" y="3447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8" name="Shape 1546"/>
          <p:cNvSpPr/>
          <p:nvPr/>
        </p:nvSpPr>
        <p:spPr>
          <a:xfrm>
            <a:off x="5374534" y="3430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49" name="Shape 1547"/>
          <p:cNvSpPr/>
          <p:nvPr/>
        </p:nvSpPr>
        <p:spPr>
          <a:xfrm>
            <a:off x="5506697" y="31332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0" name="Shape 1548"/>
          <p:cNvSpPr/>
          <p:nvPr/>
        </p:nvSpPr>
        <p:spPr>
          <a:xfrm>
            <a:off x="5674338" y="32113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1" name="Shape 1549"/>
          <p:cNvSpPr/>
          <p:nvPr/>
        </p:nvSpPr>
        <p:spPr>
          <a:xfrm>
            <a:off x="5658907" y="36303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2" name="Shape 1550"/>
          <p:cNvSpPr/>
          <p:nvPr/>
        </p:nvSpPr>
        <p:spPr>
          <a:xfrm>
            <a:off x="5393609" y="24120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3" name="Shape 1551"/>
          <p:cNvSpPr/>
          <p:nvPr/>
        </p:nvSpPr>
        <p:spPr>
          <a:xfrm>
            <a:off x="5328043" y="30723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4" name="Shape 1552"/>
          <p:cNvSpPr/>
          <p:nvPr/>
        </p:nvSpPr>
        <p:spPr>
          <a:xfrm>
            <a:off x="5363602" y="31741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5" name="Shape 1553"/>
          <p:cNvSpPr/>
          <p:nvPr/>
        </p:nvSpPr>
        <p:spPr>
          <a:xfrm>
            <a:off x="5361993" y="3164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6" name="Shape 1554"/>
          <p:cNvSpPr/>
          <p:nvPr/>
        </p:nvSpPr>
        <p:spPr>
          <a:xfrm>
            <a:off x="5373045" y="33473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7" name="Shape 1555"/>
          <p:cNvSpPr/>
          <p:nvPr/>
        </p:nvSpPr>
        <p:spPr>
          <a:xfrm>
            <a:off x="5423937" y="26241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8" name="Shape 1556"/>
          <p:cNvSpPr/>
          <p:nvPr/>
        </p:nvSpPr>
        <p:spPr>
          <a:xfrm>
            <a:off x="5346916" y="30819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59" name="Shape 1557"/>
          <p:cNvSpPr/>
          <p:nvPr/>
        </p:nvSpPr>
        <p:spPr>
          <a:xfrm>
            <a:off x="5482978" y="29796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0" name="Shape 1558"/>
          <p:cNvSpPr/>
          <p:nvPr/>
        </p:nvSpPr>
        <p:spPr>
          <a:xfrm>
            <a:off x="5442027" y="34671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1" name="Shape 1559"/>
          <p:cNvSpPr/>
          <p:nvPr/>
        </p:nvSpPr>
        <p:spPr>
          <a:xfrm>
            <a:off x="5645230" y="32770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2" name="Shape 1560"/>
          <p:cNvSpPr/>
          <p:nvPr/>
        </p:nvSpPr>
        <p:spPr>
          <a:xfrm>
            <a:off x="5633947" y="2456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3" name="Shape 1561"/>
          <p:cNvSpPr/>
          <p:nvPr/>
        </p:nvSpPr>
        <p:spPr>
          <a:xfrm>
            <a:off x="5526992" y="33804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4" name="Shape 1562"/>
          <p:cNvSpPr/>
          <p:nvPr/>
        </p:nvSpPr>
        <p:spPr>
          <a:xfrm>
            <a:off x="5463396" y="32938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5" name="Shape 1563"/>
          <p:cNvSpPr/>
          <p:nvPr/>
        </p:nvSpPr>
        <p:spPr>
          <a:xfrm>
            <a:off x="5593289" y="3315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6" name="Shape 1564"/>
          <p:cNvSpPr/>
          <p:nvPr/>
        </p:nvSpPr>
        <p:spPr>
          <a:xfrm>
            <a:off x="5565148" y="23113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7" name="Shape 1565"/>
          <p:cNvSpPr/>
          <p:nvPr/>
        </p:nvSpPr>
        <p:spPr>
          <a:xfrm>
            <a:off x="5392686" y="24696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8" name="Shape 1566"/>
          <p:cNvSpPr/>
          <p:nvPr/>
        </p:nvSpPr>
        <p:spPr>
          <a:xfrm>
            <a:off x="5680806" y="2577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69" name="Shape 1567"/>
          <p:cNvSpPr/>
          <p:nvPr/>
        </p:nvSpPr>
        <p:spPr>
          <a:xfrm>
            <a:off x="5455474" y="2987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0" name="Shape 1568"/>
          <p:cNvSpPr/>
          <p:nvPr/>
        </p:nvSpPr>
        <p:spPr>
          <a:xfrm>
            <a:off x="5319291" y="31690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1" name="Shape 1569"/>
          <p:cNvSpPr/>
          <p:nvPr/>
        </p:nvSpPr>
        <p:spPr>
          <a:xfrm>
            <a:off x="5463248" y="32584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2" name="Shape 1570"/>
          <p:cNvSpPr/>
          <p:nvPr/>
        </p:nvSpPr>
        <p:spPr>
          <a:xfrm>
            <a:off x="5566043" y="25059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3" name="Shape 1571"/>
          <p:cNvSpPr/>
          <p:nvPr/>
        </p:nvSpPr>
        <p:spPr>
          <a:xfrm>
            <a:off x="5671924" y="29679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4" name="Shape 1572"/>
          <p:cNvSpPr/>
          <p:nvPr/>
        </p:nvSpPr>
        <p:spPr>
          <a:xfrm>
            <a:off x="5358746" y="2484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5" name="Shape 1573"/>
          <p:cNvSpPr/>
          <p:nvPr/>
        </p:nvSpPr>
        <p:spPr>
          <a:xfrm>
            <a:off x="5286976" y="2554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6" name="Shape 1574"/>
          <p:cNvSpPr/>
          <p:nvPr/>
        </p:nvSpPr>
        <p:spPr>
          <a:xfrm>
            <a:off x="5443960" y="3168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7" name="Shape 1575"/>
          <p:cNvSpPr/>
          <p:nvPr/>
        </p:nvSpPr>
        <p:spPr>
          <a:xfrm>
            <a:off x="5598718" y="2926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8" name="Shape 1576"/>
          <p:cNvSpPr/>
          <p:nvPr/>
        </p:nvSpPr>
        <p:spPr>
          <a:xfrm>
            <a:off x="5346048" y="2492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79" name="Shape 1577"/>
          <p:cNvSpPr/>
          <p:nvPr/>
        </p:nvSpPr>
        <p:spPr>
          <a:xfrm>
            <a:off x="5428454" y="24734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0" name="Shape 1578"/>
          <p:cNvSpPr/>
          <p:nvPr/>
        </p:nvSpPr>
        <p:spPr>
          <a:xfrm>
            <a:off x="5256646" y="2971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1" name="Shape 1579"/>
          <p:cNvSpPr/>
          <p:nvPr/>
        </p:nvSpPr>
        <p:spPr>
          <a:xfrm>
            <a:off x="5542641" y="24897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2" name="Shape 1580"/>
          <p:cNvSpPr/>
          <p:nvPr/>
        </p:nvSpPr>
        <p:spPr>
          <a:xfrm>
            <a:off x="5533275" y="3222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3" name="Shape 1581"/>
          <p:cNvSpPr/>
          <p:nvPr/>
        </p:nvSpPr>
        <p:spPr>
          <a:xfrm>
            <a:off x="5584024" y="28452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4" name="Shape 1582"/>
          <p:cNvSpPr/>
          <p:nvPr/>
        </p:nvSpPr>
        <p:spPr>
          <a:xfrm>
            <a:off x="5391706" y="2946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5" name="Shape 1583"/>
          <p:cNvSpPr/>
          <p:nvPr/>
        </p:nvSpPr>
        <p:spPr>
          <a:xfrm>
            <a:off x="5490852" y="2467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6" name="Shape 1584"/>
          <p:cNvSpPr/>
          <p:nvPr/>
        </p:nvSpPr>
        <p:spPr>
          <a:xfrm>
            <a:off x="5486493" y="31420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7" name="Shape 1585"/>
          <p:cNvSpPr/>
          <p:nvPr/>
        </p:nvSpPr>
        <p:spPr>
          <a:xfrm>
            <a:off x="5679385" y="28916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8" name="Shape 1586"/>
          <p:cNvSpPr/>
          <p:nvPr/>
        </p:nvSpPr>
        <p:spPr>
          <a:xfrm>
            <a:off x="5672355" y="31046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89" name="Shape 1587"/>
          <p:cNvSpPr/>
          <p:nvPr/>
        </p:nvSpPr>
        <p:spPr>
          <a:xfrm>
            <a:off x="5426567" y="23767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0" name="Shape 1588"/>
          <p:cNvSpPr/>
          <p:nvPr/>
        </p:nvSpPr>
        <p:spPr>
          <a:xfrm>
            <a:off x="5627173" y="28975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1" name="Shape 1589"/>
          <p:cNvSpPr/>
          <p:nvPr/>
        </p:nvSpPr>
        <p:spPr>
          <a:xfrm>
            <a:off x="5557853" y="31663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2" name="Shape 1590"/>
          <p:cNvSpPr/>
          <p:nvPr/>
        </p:nvSpPr>
        <p:spPr>
          <a:xfrm>
            <a:off x="5463662" y="27416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3" name="Shape 1591"/>
          <p:cNvSpPr/>
          <p:nvPr/>
        </p:nvSpPr>
        <p:spPr>
          <a:xfrm>
            <a:off x="5373717" y="29212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4" name="Shape 1592"/>
          <p:cNvSpPr/>
          <p:nvPr/>
        </p:nvSpPr>
        <p:spPr>
          <a:xfrm>
            <a:off x="5521129" y="2985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5" name="Shape 1593"/>
          <p:cNvSpPr/>
          <p:nvPr/>
        </p:nvSpPr>
        <p:spPr>
          <a:xfrm>
            <a:off x="5516171" y="31912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6" name="Shape 1594"/>
          <p:cNvSpPr/>
          <p:nvPr/>
        </p:nvSpPr>
        <p:spPr>
          <a:xfrm>
            <a:off x="5474957" y="2945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7" name="Shape 1595"/>
          <p:cNvSpPr/>
          <p:nvPr/>
        </p:nvSpPr>
        <p:spPr>
          <a:xfrm>
            <a:off x="5409968" y="2974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8" name="Shape 1596"/>
          <p:cNvSpPr/>
          <p:nvPr/>
        </p:nvSpPr>
        <p:spPr>
          <a:xfrm>
            <a:off x="5667818" y="32140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599" name="Shape 1597"/>
          <p:cNvSpPr/>
          <p:nvPr/>
        </p:nvSpPr>
        <p:spPr>
          <a:xfrm>
            <a:off x="5677168" y="28996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0" name="Shape 1598"/>
          <p:cNvSpPr/>
          <p:nvPr/>
        </p:nvSpPr>
        <p:spPr>
          <a:xfrm>
            <a:off x="5313586" y="31056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1" name="Shape 1599"/>
          <p:cNvSpPr/>
          <p:nvPr/>
        </p:nvSpPr>
        <p:spPr>
          <a:xfrm>
            <a:off x="5595926" y="29974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2" name="Shape 1600"/>
          <p:cNvSpPr/>
          <p:nvPr/>
        </p:nvSpPr>
        <p:spPr>
          <a:xfrm>
            <a:off x="5502329" y="35434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3" name="Shape 1601"/>
          <p:cNvSpPr/>
          <p:nvPr/>
        </p:nvSpPr>
        <p:spPr>
          <a:xfrm>
            <a:off x="5306143" y="32195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4" name="Shape 1602"/>
          <p:cNvSpPr/>
          <p:nvPr/>
        </p:nvSpPr>
        <p:spPr>
          <a:xfrm>
            <a:off x="5255804" y="3307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5" name="Shape 1603"/>
          <p:cNvSpPr/>
          <p:nvPr/>
        </p:nvSpPr>
        <p:spPr>
          <a:xfrm>
            <a:off x="5657563" y="30987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6" name="Shape 1604"/>
          <p:cNvSpPr/>
          <p:nvPr/>
        </p:nvSpPr>
        <p:spPr>
          <a:xfrm>
            <a:off x="5364936" y="3122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7" name="Shape 1605"/>
          <p:cNvSpPr/>
          <p:nvPr/>
        </p:nvSpPr>
        <p:spPr>
          <a:xfrm>
            <a:off x="5639557" y="31318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8" name="Shape 1606"/>
          <p:cNvSpPr/>
          <p:nvPr/>
        </p:nvSpPr>
        <p:spPr>
          <a:xfrm>
            <a:off x="5355386" y="30922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09" name="Shape 1607"/>
          <p:cNvSpPr/>
          <p:nvPr/>
        </p:nvSpPr>
        <p:spPr>
          <a:xfrm>
            <a:off x="5567629" y="31319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0" name="Shape 1608"/>
          <p:cNvSpPr/>
          <p:nvPr/>
        </p:nvSpPr>
        <p:spPr>
          <a:xfrm>
            <a:off x="5615649" y="3076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1" name="Shape 1609"/>
          <p:cNvSpPr/>
          <p:nvPr/>
        </p:nvSpPr>
        <p:spPr>
          <a:xfrm>
            <a:off x="5657375" y="3136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2" name="Shape 1610"/>
          <p:cNvSpPr/>
          <p:nvPr/>
        </p:nvSpPr>
        <p:spPr>
          <a:xfrm>
            <a:off x="5300507" y="3119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3" name="Shape 1611"/>
          <p:cNvSpPr/>
          <p:nvPr/>
        </p:nvSpPr>
        <p:spPr>
          <a:xfrm>
            <a:off x="5513474" y="30784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4" name="Shape 1612"/>
          <p:cNvSpPr/>
          <p:nvPr/>
        </p:nvSpPr>
        <p:spPr>
          <a:xfrm>
            <a:off x="5390786" y="30727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5" name="Shape 1613"/>
          <p:cNvSpPr/>
          <p:nvPr/>
        </p:nvSpPr>
        <p:spPr>
          <a:xfrm>
            <a:off x="5412613" y="30212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6" name="Shape 1614"/>
          <p:cNvSpPr/>
          <p:nvPr/>
        </p:nvSpPr>
        <p:spPr>
          <a:xfrm>
            <a:off x="5383092" y="32204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7" name="Shape 1615"/>
          <p:cNvSpPr/>
          <p:nvPr/>
        </p:nvSpPr>
        <p:spPr>
          <a:xfrm>
            <a:off x="5529317" y="3157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8" name="Shape 1616"/>
          <p:cNvSpPr/>
          <p:nvPr/>
        </p:nvSpPr>
        <p:spPr>
          <a:xfrm>
            <a:off x="5605945" y="3281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19" name="Shape 1617"/>
          <p:cNvSpPr/>
          <p:nvPr/>
        </p:nvSpPr>
        <p:spPr>
          <a:xfrm>
            <a:off x="5393990" y="33405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0" name="Shape 1618"/>
          <p:cNvSpPr/>
          <p:nvPr/>
        </p:nvSpPr>
        <p:spPr>
          <a:xfrm>
            <a:off x="5642253" y="33058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1" name="Shape 1619"/>
          <p:cNvSpPr/>
          <p:nvPr/>
        </p:nvSpPr>
        <p:spPr>
          <a:xfrm>
            <a:off x="5262124" y="33427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2" name="Shape 1620"/>
          <p:cNvSpPr/>
          <p:nvPr/>
        </p:nvSpPr>
        <p:spPr>
          <a:xfrm>
            <a:off x="5663392" y="33402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3" name="Shape 1621"/>
          <p:cNvSpPr/>
          <p:nvPr/>
        </p:nvSpPr>
        <p:spPr>
          <a:xfrm>
            <a:off x="5312523" y="3531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4" name="Shape 1622"/>
          <p:cNvSpPr/>
          <p:nvPr/>
        </p:nvSpPr>
        <p:spPr>
          <a:xfrm>
            <a:off x="5514155" y="34957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5" name="Shape 1623"/>
          <p:cNvSpPr/>
          <p:nvPr/>
        </p:nvSpPr>
        <p:spPr>
          <a:xfrm>
            <a:off x="5256170" y="3543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6" name="Shape 1624"/>
          <p:cNvSpPr/>
          <p:nvPr/>
        </p:nvSpPr>
        <p:spPr>
          <a:xfrm>
            <a:off x="5359407" y="34926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7" name="Shape 1625"/>
          <p:cNvSpPr/>
          <p:nvPr/>
        </p:nvSpPr>
        <p:spPr>
          <a:xfrm>
            <a:off x="5510505" y="3525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8" name="Shape 1626"/>
          <p:cNvSpPr/>
          <p:nvPr/>
        </p:nvSpPr>
        <p:spPr>
          <a:xfrm>
            <a:off x="5349814" y="3626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29" name="Shape 1627"/>
          <p:cNvSpPr/>
          <p:nvPr/>
        </p:nvSpPr>
        <p:spPr>
          <a:xfrm>
            <a:off x="5556668" y="34033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0" name="Shape 1628"/>
          <p:cNvSpPr/>
          <p:nvPr/>
        </p:nvSpPr>
        <p:spPr>
          <a:xfrm>
            <a:off x="5475588" y="35608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1" name="Shape 1629"/>
          <p:cNvSpPr/>
          <p:nvPr/>
        </p:nvSpPr>
        <p:spPr>
          <a:xfrm>
            <a:off x="5536480" y="3514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2" name="Shape 1630"/>
          <p:cNvSpPr/>
          <p:nvPr/>
        </p:nvSpPr>
        <p:spPr>
          <a:xfrm>
            <a:off x="5339919" y="36477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3" name="Shape 1631"/>
          <p:cNvSpPr/>
          <p:nvPr/>
        </p:nvSpPr>
        <p:spPr>
          <a:xfrm>
            <a:off x="5383128" y="34965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4" name="Shape 1632"/>
          <p:cNvSpPr/>
          <p:nvPr/>
        </p:nvSpPr>
        <p:spPr>
          <a:xfrm>
            <a:off x="5467471" y="35700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5" name="Shape 1633"/>
          <p:cNvSpPr/>
          <p:nvPr/>
        </p:nvSpPr>
        <p:spPr>
          <a:xfrm>
            <a:off x="5363525" y="25226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6" name="Shape 1634"/>
          <p:cNvSpPr/>
          <p:nvPr/>
        </p:nvSpPr>
        <p:spPr>
          <a:xfrm>
            <a:off x="5419616" y="3057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7" name="Shape 1635"/>
          <p:cNvSpPr/>
          <p:nvPr/>
        </p:nvSpPr>
        <p:spPr>
          <a:xfrm>
            <a:off x="5611467" y="3425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8" name="Shape 1636"/>
          <p:cNvSpPr/>
          <p:nvPr/>
        </p:nvSpPr>
        <p:spPr>
          <a:xfrm>
            <a:off x="5532335" y="3428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39" name="Shape 1637"/>
          <p:cNvSpPr/>
          <p:nvPr/>
        </p:nvSpPr>
        <p:spPr>
          <a:xfrm>
            <a:off x="5526185" y="2675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0" name="Shape 1638"/>
          <p:cNvSpPr/>
          <p:nvPr/>
        </p:nvSpPr>
        <p:spPr>
          <a:xfrm>
            <a:off x="5626267" y="24789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1" name="Shape 1639"/>
          <p:cNvSpPr/>
          <p:nvPr/>
        </p:nvSpPr>
        <p:spPr>
          <a:xfrm>
            <a:off x="5528548" y="32419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2" name="Shape 1640"/>
          <p:cNvSpPr/>
          <p:nvPr/>
        </p:nvSpPr>
        <p:spPr>
          <a:xfrm>
            <a:off x="5448943" y="3095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3" name="Shape 1641"/>
          <p:cNvSpPr/>
          <p:nvPr/>
        </p:nvSpPr>
        <p:spPr>
          <a:xfrm>
            <a:off x="5644530" y="24786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4" name="Shape 1642"/>
          <p:cNvSpPr/>
          <p:nvPr/>
        </p:nvSpPr>
        <p:spPr>
          <a:xfrm>
            <a:off x="5308052" y="31905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5" name="Shape 1643"/>
          <p:cNvSpPr/>
          <p:nvPr/>
        </p:nvSpPr>
        <p:spPr>
          <a:xfrm>
            <a:off x="5617274" y="30841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6" name="Shape 1644"/>
          <p:cNvSpPr/>
          <p:nvPr/>
        </p:nvSpPr>
        <p:spPr>
          <a:xfrm>
            <a:off x="5509521" y="2805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7" name="Shape 1645"/>
          <p:cNvSpPr/>
          <p:nvPr/>
        </p:nvSpPr>
        <p:spPr>
          <a:xfrm>
            <a:off x="5477531" y="2477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8" name="Shape 1646"/>
          <p:cNvSpPr/>
          <p:nvPr/>
        </p:nvSpPr>
        <p:spPr>
          <a:xfrm>
            <a:off x="5354317" y="31493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49" name="Shape 1647"/>
          <p:cNvSpPr/>
          <p:nvPr/>
        </p:nvSpPr>
        <p:spPr>
          <a:xfrm>
            <a:off x="5280261" y="3126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0" name="Shape 1648"/>
          <p:cNvSpPr/>
          <p:nvPr/>
        </p:nvSpPr>
        <p:spPr>
          <a:xfrm>
            <a:off x="5632347" y="31478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1" name="Shape 1649"/>
          <p:cNvSpPr/>
          <p:nvPr/>
        </p:nvSpPr>
        <p:spPr>
          <a:xfrm>
            <a:off x="5604415" y="31605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2" name="Shape 1650"/>
          <p:cNvSpPr/>
          <p:nvPr/>
        </p:nvSpPr>
        <p:spPr>
          <a:xfrm>
            <a:off x="5326640" y="31661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3" name="Shape 1651"/>
          <p:cNvSpPr/>
          <p:nvPr/>
        </p:nvSpPr>
        <p:spPr>
          <a:xfrm>
            <a:off x="5299372" y="31452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4" name="Shape 1652"/>
          <p:cNvSpPr/>
          <p:nvPr/>
        </p:nvSpPr>
        <p:spPr>
          <a:xfrm>
            <a:off x="5436343" y="23362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5" name="Shape 1653"/>
          <p:cNvSpPr/>
          <p:nvPr/>
        </p:nvSpPr>
        <p:spPr>
          <a:xfrm>
            <a:off x="5608713" y="32410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6" name="Shape 1654"/>
          <p:cNvSpPr/>
          <p:nvPr/>
        </p:nvSpPr>
        <p:spPr>
          <a:xfrm>
            <a:off x="5286112" y="33693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7" name="Shape 1655"/>
          <p:cNvSpPr/>
          <p:nvPr/>
        </p:nvSpPr>
        <p:spPr>
          <a:xfrm>
            <a:off x="5667113" y="3227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8" name="Shape 1656"/>
          <p:cNvSpPr/>
          <p:nvPr/>
        </p:nvSpPr>
        <p:spPr>
          <a:xfrm>
            <a:off x="5516279" y="3110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59" name="Shape 1657"/>
          <p:cNvSpPr/>
          <p:nvPr/>
        </p:nvSpPr>
        <p:spPr>
          <a:xfrm>
            <a:off x="5512356" y="35007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0" name="Shape 1658"/>
          <p:cNvSpPr/>
          <p:nvPr/>
        </p:nvSpPr>
        <p:spPr>
          <a:xfrm>
            <a:off x="5251747" y="3432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1" name="Shape 1659"/>
          <p:cNvSpPr/>
          <p:nvPr/>
        </p:nvSpPr>
        <p:spPr>
          <a:xfrm>
            <a:off x="5362938" y="34588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2" name="Shape 1660"/>
          <p:cNvSpPr/>
          <p:nvPr/>
        </p:nvSpPr>
        <p:spPr>
          <a:xfrm>
            <a:off x="5420459" y="33372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3" name="Shape 1661"/>
          <p:cNvSpPr/>
          <p:nvPr/>
        </p:nvSpPr>
        <p:spPr>
          <a:xfrm>
            <a:off x="5307818" y="2678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4" name="Shape 1662"/>
          <p:cNvSpPr/>
          <p:nvPr/>
        </p:nvSpPr>
        <p:spPr>
          <a:xfrm>
            <a:off x="5316558" y="32642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5" name="Shape 1663"/>
          <p:cNvSpPr/>
          <p:nvPr/>
        </p:nvSpPr>
        <p:spPr>
          <a:xfrm>
            <a:off x="5334929" y="3440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6" name="Shape 1664"/>
          <p:cNvSpPr/>
          <p:nvPr/>
        </p:nvSpPr>
        <p:spPr>
          <a:xfrm>
            <a:off x="5489682" y="34797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7" name="Shape 1665"/>
          <p:cNvSpPr/>
          <p:nvPr/>
        </p:nvSpPr>
        <p:spPr>
          <a:xfrm>
            <a:off x="5608390" y="35610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8" name="Shape 1666"/>
          <p:cNvSpPr/>
          <p:nvPr/>
        </p:nvSpPr>
        <p:spPr>
          <a:xfrm>
            <a:off x="5433301" y="36072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69" name="Shape 1667"/>
          <p:cNvSpPr/>
          <p:nvPr/>
        </p:nvSpPr>
        <p:spPr>
          <a:xfrm>
            <a:off x="5673299" y="3483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0" name="Shape 1668"/>
          <p:cNvSpPr/>
          <p:nvPr/>
        </p:nvSpPr>
        <p:spPr>
          <a:xfrm>
            <a:off x="5408921" y="23197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1" name="Shape 1669"/>
          <p:cNvSpPr/>
          <p:nvPr/>
        </p:nvSpPr>
        <p:spPr>
          <a:xfrm>
            <a:off x="5542357" y="24075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2" name="Shape 1670"/>
          <p:cNvSpPr/>
          <p:nvPr/>
        </p:nvSpPr>
        <p:spPr>
          <a:xfrm>
            <a:off x="5375201" y="3243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3" name="Shape 1671"/>
          <p:cNvSpPr/>
          <p:nvPr/>
        </p:nvSpPr>
        <p:spPr>
          <a:xfrm>
            <a:off x="5450690" y="3436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4" name="Shape 1672"/>
          <p:cNvSpPr/>
          <p:nvPr/>
        </p:nvSpPr>
        <p:spPr>
          <a:xfrm>
            <a:off x="5348728" y="35976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5" name="Shape 1673"/>
          <p:cNvSpPr/>
          <p:nvPr/>
        </p:nvSpPr>
        <p:spPr>
          <a:xfrm>
            <a:off x="5251243" y="3180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6" name="Shape 1674"/>
          <p:cNvSpPr/>
          <p:nvPr/>
        </p:nvSpPr>
        <p:spPr>
          <a:xfrm>
            <a:off x="5614628" y="3126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7" name="Shape 1675"/>
          <p:cNvSpPr/>
          <p:nvPr/>
        </p:nvSpPr>
        <p:spPr>
          <a:xfrm>
            <a:off x="5369673" y="23361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8" name="Shape 1676"/>
          <p:cNvSpPr/>
          <p:nvPr/>
        </p:nvSpPr>
        <p:spPr>
          <a:xfrm>
            <a:off x="5417514" y="23711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79" name="Shape 1677"/>
          <p:cNvSpPr/>
          <p:nvPr/>
        </p:nvSpPr>
        <p:spPr>
          <a:xfrm>
            <a:off x="5677139" y="2721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0" name="Shape 1678"/>
          <p:cNvSpPr/>
          <p:nvPr/>
        </p:nvSpPr>
        <p:spPr>
          <a:xfrm>
            <a:off x="5526209" y="27364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1" name="Shape 1679"/>
          <p:cNvSpPr/>
          <p:nvPr/>
        </p:nvSpPr>
        <p:spPr>
          <a:xfrm>
            <a:off x="5597967" y="30158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2" name="Shape 1680"/>
          <p:cNvSpPr/>
          <p:nvPr/>
        </p:nvSpPr>
        <p:spPr>
          <a:xfrm>
            <a:off x="5527140" y="32964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3" name="Shape 1681"/>
          <p:cNvSpPr/>
          <p:nvPr/>
        </p:nvSpPr>
        <p:spPr>
          <a:xfrm>
            <a:off x="5316316" y="2801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4" name="Shape 1682"/>
          <p:cNvSpPr/>
          <p:nvPr/>
        </p:nvSpPr>
        <p:spPr>
          <a:xfrm>
            <a:off x="5537578" y="3336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5" name="Shape 1683"/>
          <p:cNvSpPr/>
          <p:nvPr/>
        </p:nvSpPr>
        <p:spPr>
          <a:xfrm>
            <a:off x="5405504" y="27861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6" name="Shape 1684"/>
          <p:cNvSpPr/>
          <p:nvPr/>
        </p:nvSpPr>
        <p:spPr>
          <a:xfrm>
            <a:off x="5361949" y="27155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7" name="Shape 1685"/>
          <p:cNvSpPr/>
          <p:nvPr/>
        </p:nvSpPr>
        <p:spPr>
          <a:xfrm>
            <a:off x="5554067" y="34578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8" name="Shape 1686"/>
          <p:cNvSpPr/>
          <p:nvPr/>
        </p:nvSpPr>
        <p:spPr>
          <a:xfrm>
            <a:off x="5512483" y="27995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89" name="Shape 1687"/>
          <p:cNvSpPr/>
          <p:nvPr/>
        </p:nvSpPr>
        <p:spPr>
          <a:xfrm>
            <a:off x="5307811" y="33086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0" name="Shape 1688"/>
          <p:cNvSpPr/>
          <p:nvPr/>
        </p:nvSpPr>
        <p:spPr>
          <a:xfrm>
            <a:off x="5377025" y="30443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1" name="Shape 1689"/>
          <p:cNvSpPr/>
          <p:nvPr/>
        </p:nvSpPr>
        <p:spPr>
          <a:xfrm>
            <a:off x="5336303" y="30204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2" name="Shape 1690"/>
          <p:cNvSpPr/>
          <p:nvPr/>
        </p:nvSpPr>
        <p:spPr>
          <a:xfrm>
            <a:off x="5554473" y="3132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3" name="Shape 1691"/>
          <p:cNvSpPr/>
          <p:nvPr/>
        </p:nvSpPr>
        <p:spPr>
          <a:xfrm>
            <a:off x="5472091" y="32984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4" name="Shape 1692"/>
          <p:cNvSpPr/>
          <p:nvPr/>
        </p:nvSpPr>
        <p:spPr>
          <a:xfrm>
            <a:off x="5346958" y="3102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5" name="Shape 1693"/>
          <p:cNvSpPr/>
          <p:nvPr/>
        </p:nvSpPr>
        <p:spPr>
          <a:xfrm>
            <a:off x="5504173" y="35512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6" name="Shape 1694"/>
          <p:cNvSpPr/>
          <p:nvPr/>
        </p:nvSpPr>
        <p:spPr>
          <a:xfrm>
            <a:off x="5309103" y="3407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7" name="Shape 1695"/>
          <p:cNvSpPr/>
          <p:nvPr/>
        </p:nvSpPr>
        <p:spPr>
          <a:xfrm>
            <a:off x="5500093" y="3526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8" name="Shape 1696"/>
          <p:cNvSpPr/>
          <p:nvPr/>
        </p:nvSpPr>
        <p:spPr>
          <a:xfrm>
            <a:off x="5478738" y="34971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699" name="Shape 1697"/>
          <p:cNvSpPr/>
          <p:nvPr/>
        </p:nvSpPr>
        <p:spPr>
          <a:xfrm>
            <a:off x="5475502" y="25958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0" name="Shape 1698"/>
          <p:cNvSpPr/>
          <p:nvPr/>
        </p:nvSpPr>
        <p:spPr>
          <a:xfrm>
            <a:off x="5301943" y="3061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1" name="Shape 1699"/>
          <p:cNvSpPr/>
          <p:nvPr/>
        </p:nvSpPr>
        <p:spPr>
          <a:xfrm>
            <a:off x="5532570" y="33364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2" name="Shape 1700"/>
          <p:cNvSpPr/>
          <p:nvPr/>
        </p:nvSpPr>
        <p:spPr>
          <a:xfrm>
            <a:off x="5326850" y="3003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3" name="Shape 1701"/>
          <p:cNvSpPr/>
          <p:nvPr/>
        </p:nvSpPr>
        <p:spPr>
          <a:xfrm>
            <a:off x="5660351" y="2806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4" name="Shape 1702"/>
          <p:cNvSpPr/>
          <p:nvPr/>
        </p:nvSpPr>
        <p:spPr>
          <a:xfrm>
            <a:off x="5331088" y="31188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5" name="Shape 1703"/>
          <p:cNvSpPr/>
          <p:nvPr/>
        </p:nvSpPr>
        <p:spPr>
          <a:xfrm>
            <a:off x="5570666" y="30789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6" name="Shape 1704"/>
          <p:cNvSpPr/>
          <p:nvPr/>
        </p:nvSpPr>
        <p:spPr>
          <a:xfrm>
            <a:off x="5581435" y="30468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7" name="Shape 1705"/>
          <p:cNvSpPr/>
          <p:nvPr/>
        </p:nvSpPr>
        <p:spPr>
          <a:xfrm>
            <a:off x="5552719" y="3013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8" name="Shape 1706"/>
          <p:cNvSpPr/>
          <p:nvPr/>
        </p:nvSpPr>
        <p:spPr>
          <a:xfrm>
            <a:off x="5270823" y="3452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09" name="Shape 1707"/>
          <p:cNvSpPr/>
          <p:nvPr/>
        </p:nvSpPr>
        <p:spPr>
          <a:xfrm>
            <a:off x="5427111" y="34305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0" name="Shape 1708"/>
          <p:cNvSpPr/>
          <p:nvPr/>
        </p:nvSpPr>
        <p:spPr>
          <a:xfrm>
            <a:off x="5511143" y="33639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1" name="Shape 1709"/>
          <p:cNvSpPr/>
          <p:nvPr/>
        </p:nvSpPr>
        <p:spPr>
          <a:xfrm>
            <a:off x="5498452" y="34328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2" name="Shape 1710"/>
          <p:cNvSpPr/>
          <p:nvPr/>
        </p:nvSpPr>
        <p:spPr>
          <a:xfrm>
            <a:off x="5566835" y="34441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3" name="Shape 1711"/>
          <p:cNvSpPr/>
          <p:nvPr/>
        </p:nvSpPr>
        <p:spPr>
          <a:xfrm>
            <a:off x="5303817" y="3367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4" name="Shape 1712"/>
          <p:cNvSpPr/>
          <p:nvPr/>
        </p:nvSpPr>
        <p:spPr>
          <a:xfrm>
            <a:off x="5484585" y="2382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5" name="Shape 1713"/>
          <p:cNvSpPr/>
          <p:nvPr/>
        </p:nvSpPr>
        <p:spPr>
          <a:xfrm>
            <a:off x="5257954" y="27531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6" name="Shape 1714"/>
          <p:cNvSpPr/>
          <p:nvPr/>
        </p:nvSpPr>
        <p:spPr>
          <a:xfrm>
            <a:off x="5663613" y="32713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7" name="Shape 1715"/>
          <p:cNvSpPr/>
          <p:nvPr/>
        </p:nvSpPr>
        <p:spPr>
          <a:xfrm>
            <a:off x="5391485" y="31354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8" name="Shape 1716"/>
          <p:cNvSpPr/>
          <p:nvPr/>
        </p:nvSpPr>
        <p:spPr>
          <a:xfrm>
            <a:off x="5437850" y="23914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19" name="Shape 1717"/>
          <p:cNvSpPr/>
          <p:nvPr/>
        </p:nvSpPr>
        <p:spPr>
          <a:xfrm>
            <a:off x="5523936" y="3002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0" name="Shape 1718"/>
          <p:cNvSpPr/>
          <p:nvPr/>
        </p:nvSpPr>
        <p:spPr>
          <a:xfrm>
            <a:off x="5421989" y="3117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1" name="Shape 1719"/>
          <p:cNvSpPr/>
          <p:nvPr/>
        </p:nvSpPr>
        <p:spPr>
          <a:xfrm>
            <a:off x="5288381" y="27744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2" name="Shape 1720"/>
          <p:cNvSpPr/>
          <p:nvPr/>
        </p:nvSpPr>
        <p:spPr>
          <a:xfrm>
            <a:off x="5593986" y="3425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3" name="Shape 1721"/>
          <p:cNvSpPr/>
          <p:nvPr/>
        </p:nvSpPr>
        <p:spPr>
          <a:xfrm>
            <a:off x="5660563" y="31735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4" name="Shape 1722"/>
          <p:cNvSpPr/>
          <p:nvPr/>
        </p:nvSpPr>
        <p:spPr>
          <a:xfrm>
            <a:off x="5290383" y="33882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5" name="Shape 1723"/>
          <p:cNvSpPr/>
          <p:nvPr/>
        </p:nvSpPr>
        <p:spPr>
          <a:xfrm>
            <a:off x="5425209" y="3046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6" name="Shape 1724"/>
          <p:cNvSpPr/>
          <p:nvPr/>
        </p:nvSpPr>
        <p:spPr>
          <a:xfrm>
            <a:off x="5601802" y="28117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7" name="Shape 1725"/>
          <p:cNvSpPr/>
          <p:nvPr/>
        </p:nvSpPr>
        <p:spPr>
          <a:xfrm>
            <a:off x="5645572" y="31204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8" name="Shape 1726"/>
          <p:cNvSpPr/>
          <p:nvPr/>
        </p:nvSpPr>
        <p:spPr>
          <a:xfrm>
            <a:off x="5417397" y="24774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29" name="Shape 1727"/>
          <p:cNvSpPr/>
          <p:nvPr/>
        </p:nvSpPr>
        <p:spPr>
          <a:xfrm>
            <a:off x="5433726" y="33095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0" name="Shape 1728"/>
          <p:cNvSpPr/>
          <p:nvPr/>
        </p:nvSpPr>
        <p:spPr>
          <a:xfrm>
            <a:off x="5380399" y="3538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1" name="Shape 1729"/>
          <p:cNvSpPr/>
          <p:nvPr/>
        </p:nvSpPr>
        <p:spPr>
          <a:xfrm>
            <a:off x="5314988" y="36455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2" name="Shape 1730"/>
          <p:cNvSpPr/>
          <p:nvPr/>
        </p:nvSpPr>
        <p:spPr>
          <a:xfrm>
            <a:off x="5400887" y="34531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3" name="Shape 1731"/>
          <p:cNvSpPr/>
          <p:nvPr/>
        </p:nvSpPr>
        <p:spPr>
          <a:xfrm>
            <a:off x="5478423" y="3533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4" name="Shape 1732"/>
          <p:cNvSpPr/>
          <p:nvPr/>
        </p:nvSpPr>
        <p:spPr>
          <a:xfrm>
            <a:off x="5474580" y="36024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5" name="Shape 1733"/>
          <p:cNvSpPr/>
          <p:nvPr/>
        </p:nvSpPr>
        <p:spPr>
          <a:xfrm>
            <a:off x="5521689" y="3565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6" name="Shape 1734"/>
          <p:cNvSpPr/>
          <p:nvPr/>
        </p:nvSpPr>
        <p:spPr>
          <a:xfrm>
            <a:off x="5295349" y="3480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7" name="Shape 1735"/>
          <p:cNvSpPr/>
          <p:nvPr/>
        </p:nvSpPr>
        <p:spPr>
          <a:xfrm>
            <a:off x="5483058" y="35760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8" name="Shape 1736"/>
          <p:cNvSpPr/>
          <p:nvPr/>
        </p:nvSpPr>
        <p:spPr>
          <a:xfrm>
            <a:off x="5563556" y="3537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39" name="Shape 1737"/>
          <p:cNvSpPr/>
          <p:nvPr/>
        </p:nvSpPr>
        <p:spPr>
          <a:xfrm>
            <a:off x="5275943" y="3501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0" name="Shape 1738"/>
          <p:cNvSpPr/>
          <p:nvPr/>
        </p:nvSpPr>
        <p:spPr>
          <a:xfrm>
            <a:off x="5577733" y="29382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1" name="Shape 1739"/>
          <p:cNvSpPr/>
          <p:nvPr/>
        </p:nvSpPr>
        <p:spPr>
          <a:xfrm>
            <a:off x="5619512" y="3220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2" name="Shape 1740"/>
          <p:cNvSpPr/>
          <p:nvPr/>
        </p:nvSpPr>
        <p:spPr>
          <a:xfrm>
            <a:off x="5452282" y="31174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3" name="Shape 1741"/>
          <p:cNvSpPr/>
          <p:nvPr/>
        </p:nvSpPr>
        <p:spPr>
          <a:xfrm>
            <a:off x="5305631" y="33250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4" name="Shape 1742"/>
          <p:cNvSpPr/>
          <p:nvPr/>
        </p:nvSpPr>
        <p:spPr>
          <a:xfrm>
            <a:off x="5637157" y="32251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5" name="Shape 1743"/>
          <p:cNvSpPr/>
          <p:nvPr/>
        </p:nvSpPr>
        <p:spPr>
          <a:xfrm>
            <a:off x="5544549" y="3086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6" name="Shape 1744"/>
          <p:cNvSpPr/>
          <p:nvPr/>
        </p:nvSpPr>
        <p:spPr>
          <a:xfrm>
            <a:off x="5502684" y="29761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7" name="Shape 1745"/>
          <p:cNvSpPr/>
          <p:nvPr/>
        </p:nvSpPr>
        <p:spPr>
          <a:xfrm>
            <a:off x="5554055" y="3469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8" name="Shape 1746"/>
          <p:cNvSpPr/>
          <p:nvPr/>
        </p:nvSpPr>
        <p:spPr>
          <a:xfrm>
            <a:off x="5453190" y="32716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49" name="Shape 1747"/>
          <p:cNvSpPr/>
          <p:nvPr/>
        </p:nvSpPr>
        <p:spPr>
          <a:xfrm>
            <a:off x="5516566" y="29791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0" name="Shape 1748"/>
          <p:cNvSpPr/>
          <p:nvPr/>
        </p:nvSpPr>
        <p:spPr>
          <a:xfrm>
            <a:off x="5307516" y="29937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1" name="Shape 1749"/>
          <p:cNvSpPr/>
          <p:nvPr/>
        </p:nvSpPr>
        <p:spPr>
          <a:xfrm>
            <a:off x="5380694" y="3458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2" name="Shape 1750"/>
          <p:cNvSpPr/>
          <p:nvPr/>
        </p:nvSpPr>
        <p:spPr>
          <a:xfrm>
            <a:off x="5271314" y="27765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3" name="Shape 1751"/>
          <p:cNvSpPr/>
          <p:nvPr/>
        </p:nvSpPr>
        <p:spPr>
          <a:xfrm>
            <a:off x="5551739" y="35057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4" name="Shape 1752"/>
          <p:cNvSpPr/>
          <p:nvPr/>
        </p:nvSpPr>
        <p:spPr>
          <a:xfrm>
            <a:off x="5624981" y="34858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5" name="Shape 1753"/>
          <p:cNvSpPr/>
          <p:nvPr/>
        </p:nvSpPr>
        <p:spPr>
          <a:xfrm>
            <a:off x="5609189" y="31668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6" name="Shape 1754"/>
          <p:cNvSpPr/>
          <p:nvPr/>
        </p:nvSpPr>
        <p:spPr>
          <a:xfrm>
            <a:off x="5318759" y="3039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7" name="Shape 1755"/>
          <p:cNvSpPr/>
          <p:nvPr/>
        </p:nvSpPr>
        <p:spPr>
          <a:xfrm>
            <a:off x="5384910" y="29581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8" name="Shape 1756"/>
          <p:cNvSpPr/>
          <p:nvPr/>
        </p:nvSpPr>
        <p:spPr>
          <a:xfrm>
            <a:off x="5376459" y="25757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59" name="Shape 1757"/>
          <p:cNvSpPr/>
          <p:nvPr/>
        </p:nvSpPr>
        <p:spPr>
          <a:xfrm>
            <a:off x="5370567" y="2663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0" name="Shape 1758"/>
          <p:cNvSpPr/>
          <p:nvPr/>
        </p:nvSpPr>
        <p:spPr>
          <a:xfrm>
            <a:off x="5572089" y="26588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1" name="Shape 1759"/>
          <p:cNvSpPr/>
          <p:nvPr/>
        </p:nvSpPr>
        <p:spPr>
          <a:xfrm>
            <a:off x="5559010" y="31294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2" name="Shape 1760"/>
          <p:cNvSpPr/>
          <p:nvPr/>
        </p:nvSpPr>
        <p:spPr>
          <a:xfrm>
            <a:off x="5639060" y="29421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3" name="Shape 1761"/>
          <p:cNvSpPr/>
          <p:nvPr/>
        </p:nvSpPr>
        <p:spPr>
          <a:xfrm>
            <a:off x="5496786" y="23048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4" name="Shape 1762"/>
          <p:cNvSpPr/>
          <p:nvPr/>
        </p:nvSpPr>
        <p:spPr>
          <a:xfrm>
            <a:off x="5657873" y="2685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5" name="Shape 1763"/>
          <p:cNvSpPr/>
          <p:nvPr/>
        </p:nvSpPr>
        <p:spPr>
          <a:xfrm>
            <a:off x="5410143" y="26108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6" name="Shape 1764"/>
          <p:cNvSpPr/>
          <p:nvPr/>
        </p:nvSpPr>
        <p:spPr>
          <a:xfrm>
            <a:off x="5435213" y="24861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7" name="Shape 1765"/>
          <p:cNvSpPr/>
          <p:nvPr/>
        </p:nvSpPr>
        <p:spPr>
          <a:xfrm>
            <a:off x="5443592" y="30350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8" name="Shape 1766"/>
          <p:cNvSpPr/>
          <p:nvPr/>
        </p:nvSpPr>
        <p:spPr>
          <a:xfrm>
            <a:off x="5447634" y="29122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69" name="Shape 1767"/>
          <p:cNvSpPr/>
          <p:nvPr/>
        </p:nvSpPr>
        <p:spPr>
          <a:xfrm>
            <a:off x="5395900" y="27587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0" name="Shape 1768"/>
          <p:cNvSpPr/>
          <p:nvPr/>
        </p:nvSpPr>
        <p:spPr>
          <a:xfrm>
            <a:off x="5337896" y="31465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1" name="Shape 1769"/>
          <p:cNvSpPr/>
          <p:nvPr/>
        </p:nvSpPr>
        <p:spPr>
          <a:xfrm>
            <a:off x="5427974" y="2640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2" name="Shape 1770"/>
          <p:cNvSpPr/>
          <p:nvPr/>
        </p:nvSpPr>
        <p:spPr>
          <a:xfrm>
            <a:off x="5575886" y="25792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3" name="Shape 1771"/>
          <p:cNvSpPr/>
          <p:nvPr/>
        </p:nvSpPr>
        <p:spPr>
          <a:xfrm>
            <a:off x="5355899" y="26821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4" name="Shape 1772"/>
          <p:cNvSpPr/>
          <p:nvPr/>
        </p:nvSpPr>
        <p:spPr>
          <a:xfrm>
            <a:off x="5573761" y="30702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5" name="Shape 1773"/>
          <p:cNvSpPr/>
          <p:nvPr/>
        </p:nvSpPr>
        <p:spPr>
          <a:xfrm>
            <a:off x="5458100" y="25324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6" name="Shape 1774"/>
          <p:cNvSpPr/>
          <p:nvPr/>
        </p:nvSpPr>
        <p:spPr>
          <a:xfrm>
            <a:off x="5487613" y="26736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7" name="Shape 1775"/>
          <p:cNvSpPr/>
          <p:nvPr/>
        </p:nvSpPr>
        <p:spPr>
          <a:xfrm>
            <a:off x="5679853" y="32334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8" name="Shape 1776"/>
          <p:cNvSpPr/>
          <p:nvPr/>
        </p:nvSpPr>
        <p:spPr>
          <a:xfrm>
            <a:off x="5536145" y="3496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79" name="Shape 1777"/>
          <p:cNvSpPr/>
          <p:nvPr/>
        </p:nvSpPr>
        <p:spPr>
          <a:xfrm>
            <a:off x="5516194" y="31969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0" name="Shape 1778"/>
          <p:cNvSpPr/>
          <p:nvPr/>
        </p:nvSpPr>
        <p:spPr>
          <a:xfrm>
            <a:off x="5603645" y="3251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1" name="Shape 1779"/>
          <p:cNvSpPr/>
          <p:nvPr/>
        </p:nvSpPr>
        <p:spPr>
          <a:xfrm>
            <a:off x="5422675" y="3058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2" name="Shape 1780"/>
          <p:cNvSpPr/>
          <p:nvPr/>
        </p:nvSpPr>
        <p:spPr>
          <a:xfrm>
            <a:off x="5499036" y="32214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3" name="Shape 1781"/>
          <p:cNvSpPr/>
          <p:nvPr/>
        </p:nvSpPr>
        <p:spPr>
          <a:xfrm>
            <a:off x="5289077" y="3234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4" name="Shape 1782"/>
          <p:cNvSpPr/>
          <p:nvPr/>
        </p:nvSpPr>
        <p:spPr>
          <a:xfrm>
            <a:off x="5511315" y="3061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5" name="Shape 1783"/>
          <p:cNvSpPr/>
          <p:nvPr/>
        </p:nvSpPr>
        <p:spPr>
          <a:xfrm>
            <a:off x="5608642" y="3665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6" name="Shape 1784"/>
          <p:cNvSpPr/>
          <p:nvPr/>
        </p:nvSpPr>
        <p:spPr>
          <a:xfrm>
            <a:off x="5555961" y="3403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7" name="Shape 1785"/>
          <p:cNvSpPr/>
          <p:nvPr/>
        </p:nvSpPr>
        <p:spPr>
          <a:xfrm>
            <a:off x="5569375" y="2878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8" name="Shape 1786"/>
          <p:cNvSpPr/>
          <p:nvPr/>
        </p:nvSpPr>
        <p:spPr>
          <a:xfrm>
            <a:off x="5561687" y="3851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89" name="Shape 1787"/>
          <p:cNvSpPr/>
          <p:nvPr/>
        </p:nvSpPr>
        <p:spPr>
          <a:xfrm>
            <a:off x="5273584" y="2424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0" name="Shape 1788"/>
          <p:cNvSpPr/>
          <p:nvPr/>
        </p:nvSpPr>
        <p:spPr>
          <a:xfrm>
            <a:off x="5376540" y="32805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1" name="Shape 1789"/>
          <p:cNvSpPr/>
          <p:nvPr/>
        </p:nvSpPr>
        <p:spPr>
          <a:xfrm>
            <a:off x="5649126" y="3233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2" name="Shape 1790"/>
          <p:cNvSpPr/>
          <p:nvPr/>
        </p:nvSpPr>
        <p:spPr>
          <a:xfrm>
            <a:off x="5494456" y="32212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3" name="Shape 1791"/>
          <p:cNvSpPr/>
          <p:nvPr/>
        </p:nvSpPr>
        <p:spPr>
          <a:xfrm>
            <a:off x="5601022" y="24242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4" name="Shape 1792"/>
          <p:cNvSpPr/>
          <p:nvPr/>
        </p:nvSpPr>
        <p:spPr>
          <a:xfrm>
            <a:off x="5376975" y="3254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5" name="Shape 1793"/>
          <p:cNvSpPr/>
          <p:nvPr/>
        </p:nvSpPr>
        <p:spPr>
          <a:xfrm>
            <a:off x="5616940" y="32965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6" name="Shape 1794"/>
          <p:cNvSpPr/>
          <p:nvPr/>
        </p:nvSpPr>
        <p:spPr>
          <a:xfrm>
            <a:off x="5577523" y="33011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7" name="Shape 1795"/>
          <p:cNvSpPr/>
          <p:nvPr/>
        </p:nvSpPr>
        <p:spPr>
          <a:xfrm>
            <a:off x="5642433" y="3245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8" name="Shape 1796"/>
          <p:cNvSpPr/>
          <p:nvPr/>
        </p:nvSpPr>
        <p:spPr>
          <a:xfrm>
            <a:off x="5313611" y="3261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799" name="Shape 1797"/>
          <p:cNvSpPr/>
          <p:nvPr/>
        </p:nvSpPr>
        <p:spPr>
          <a:xfrm>
            <a:off x="5679931" y="31758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0" name="Shape 1798"/>
          <p:cNvSpPr/>
          <p:nvPr/>
        </p:nvSpPr>
        <p:spPr>
          <a:xfrm>
            <a:off x="5515849" y="3279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1" name="Shape 1799"/>
          <p:cNvSpPr/>
          <p:nvPr/>
        </p:nvSpPr>
        <p:spPr>
          <a:xfrm>
            <a:off x="5659488" y="32416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2" name="Shape 1800"/>
          <p:cNvSpPr/>
          <p:nvPr/>
        </p:nvSpPr>
        <p:spPr>
          <a:xfrm>
            <a:off x="5605361" y="32896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3" name="Shape 1801"/>
          <p:cNvSpPr/>
          <p:nvPr/>
        </p:nvSpPr>
        <p:spPr>
          <a:xfrm>
            <a:off x="5292030" y="3443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4" name="Shape 1802"/>
          <p:cNvSpPr/>
          <p:nvPr/>
        </p:nvSpPr>
        <p:spPr>
          <a:xfrm>
            <a:off x="5504961" y="34303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5" name="Shape 1803"/>
          <p:cNvSpPr/>
          <p:nvPr/>
        </p:nvSpPr>
        <p:spPr>
          <a:xfrm>
            <a:off x="5337139" y="3266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6" name="Shape 1804"/>
          <p:cNvSpPr/>
          <p:nvPr/>
        </p:nvSpPr>
        <p:spPr>
          <a:xfrm>
            <a:off x="5372352" y="34092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7" name="Shape 1805"/>
          <p:cNvSpPr/>
          <p:nvPr/>
        </p:nvSpPr>
        <p:spPr>
          <a:xfrm>
            <a:off x="5650265" y="3590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8" name="Shape 1806"/>
          <p:cNvSpPr/>
          <p:nvPr/>
        </p:nvSpPr>
        <p:spPr>
          <a:xfrm>
            <a:off x="5295417" y="34604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09" name="Shape 1807"/>
          <p:cNvSpPr/>
          <p:nvPr/>
        </p:nvSpPr>
        <p:spPr>
          <a:xfrm>
            <a:off x="5668082" y="3144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0" name="Shape 1808"/>
          <p:cNvSpPr/>
          <p:nvPr/>
        </p:nvSpPr>
        <p:spPr>
          <a:xfrm>
            <a:off x="5312038" y="3186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1" name="Shape 1809"/>
          <p:cNvSpPr/>
          <p:nvPr/>
        </p:nvSpPr>
        <p:spPr>
          <a:xfrm>
            <a:off x="5439931" y="29769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2" name="Shape 1810"/>
          <p:cNvSpPr/>
          <p:nvPr/>
        </p:nvSpPr>
        <p:spPr>
          <a:xfrm>
            <a:off x="5547872" y="3100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3" name="Shape 1811"/>
          <p:cNvSpPr/>
          <p:nvPr/>
        </p:nvSpPr>
        <p:spPr>
          <a:xfrm>
            <a:off x="5555126" y="3593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4" name="Shape 1812"/>
          <p:cNvSpPr/>
          <p:nvPr/>
        </p:nvSpPr>
        <p:spPr>
          <a:xfrm>
            <a:off x="5261604" y="3382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5" name="Shape 1813"/>
          <p:cNvSpPr/>
          <p:nvPr/>
        </p:nvSpPr>
        <p:spPr>
          <a:xfrm>
            <a:off x="5425576" y="35842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6" name="Shape 1814"/>
          <p:cNvSpPr/>
          <p:nvPr/>
        </p:nvSpPr>
        <p:spPr>
          <a:xfrm>
            <a:off x="5589612" y="35792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7" name="Shape 1815"/>
          <p:cNvSpPr/>
          <p:nvPr/>
        </p:nvSpPr>
        <p:spPr>
          <a:xfrm>
            <a:off x="5266656" y="35535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8" name="Shape 1816"/>
          <p:cNvSpPr/>
          <p:nvPr/>
        </p:nvSpPr>
        <p:spPr>
          <a:xfrm>
            <a:off x="5633860" y="37309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19" name="Shape 1817"/>
          <p:cNvSpPr/>
          <p:nvPr/>
        </p:nvSpPr>
        <p:spPr>
          <a:xfrm>
            <a:off x="5548084" y="35171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0" name="Shape 1818"/>
          <p:cNvSpPr/>
          <p:nvPr/>
        </p:nvSpPr>
        <p:spPr>
          <a:xfrm>
            <a:off x="5342095" y="34623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1" name="Shape 1819"/>
          <p:cNvSpPr/>
          <p:nvPr/>
        </p:nvSpPr>
        <p:spPr>
          <a:xfrm>
            <a:off x="5441532" y="3521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2" name="Shape 1820"/>
          <p:cNvSpPr/>
          <p:nvPr/>
        </p:nvSpPr>
        <p:spPr>
          <a:xfrm>
            <a:off x="5361093" y="26521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3" name="Shape 1821"/>
          <p:cNvSpPr/>
          <p:nvPr/>
        </p:nvSpPr>
        <p:spPr>
          <a:xfrm>
            <a:off x="5575137" y="28728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4" name="Shape 1822"/>
          <p:cNvSpPr/>
          <p:nvPr/>
        </p:nvSpPr>
        <p:spPr>
          <a:xfrm>
            <a:off x="5554080" y="3529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5" name="Shape 1823"/>
          <p:cNvSpPr/>
          <p:nvPr/>
        </p:nvSpPr>
        <p:spPr>
          <a:xfrm>
            <a:off x="5315052" y="3634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6" name="Shape 1824"/>
          <p:cNvSpPr/>
          <p:nvPr/>
        </p:nvSpPr>
        <p:spPr>
          <a:xfrm>
            <a:off x="5340053" y="29984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7" name="Shape 1825"/>
          <p:cNvSpPr/>
          <p:nvPr/>
        </p:nvSpPr>
        <p:spPr>
          <a:xfrm>
            <a:off x="5461340" y="34659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8" name="Shape 1826"/>
          <p:cNvSpPr/>
          <p:nvPr/>
        </p:nvSpPr>
        <p:spPr>
          <a:xfrm>
            <a:off x="5459558" y="31026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29" name="Shape 1827"/>
          <p:cNvSpPr/>
          <p:nvPr/>
        </p:nvSpPr>
        <p:spPr>
          <a:xfrm>
            <a:off x="5485073" y="3303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0" name="Shape 1828"/>
          <p:cNvSpPr/>
          <p:nvPr/>
        </p:nvSpPr>
        <p:spPr>
          <a:xfrm>
            <a:off x="5287078" y="3197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1" name="Shape 1829"/>
          <p:cNvSpPr/>
          <p:nvPr/>
        </p:nvSpPr>
        <p:spPr>
          <a:xfrm>
            <a:off x="5259247" y="3294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2" name="Shape 1830"/>
          <p:cNvSpPr/>
          <p:nvPr/>
        </p:nvSpPr>
        <p:spPr>
          <a:xfrm>
            <a:off x="5375223" y="31690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3" name="Shape 1831"/>
          <p:cNvSpPr/>
          <p:nvPr/>
        </p:nvSpPr>
        <p:spPr>
          <a:xfrm>
            <a:off x="5418274" y="32520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4" name="Shape 1832"/>
          <p:cNvSpPr/>
          <p:nvPr/>
        </p:nvSpPr>
        <p:spPr>
          <a:xfrm>
            <a:off x="5467289" y="31450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5" name="Shape 1833"/>
          <p:cNvSpPr/>
          <p:nvPr/>
        </p:nvSpPr>
        <p:spPr>
          <a:xfrm>
            <a:off x="5578637" y="31871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836" name="Shape 1834"/>
          <p:cNvSpPr/>
          <p:nvPr/>
        </p:nvSpPr>
        <p:spPr>
          <a:xfrm>
            <a:off x="5486400" y="2497466"/>
            <a:ext cx="0" cy="1095233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837" name="Shape 1835"/>
          <p:cNvSpPr/>
          <p:nvPr/>
        </p:nvSpPr>
        <p:spPr>
          <a:xfrm>
            <a:off x="5372100" y="3592699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838" name="Shape 1836"/>
          <p:cNvSpPr/>
          <p:nvPr/>
        </p:nvSpPr>
        <p:spPr>
          <a:xfrm>
            <a:off x="5372100" y="2497466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839" name="Shape 1837"/>
          <p:cNvSpPr/>
          <p:nvPr/>
        </p:nvSpPr>
        <p:spPr>
          <a:xfrm>
            <a:off x="5321300" y="3019071"/>
            <a:ext cx="330200" cy="430953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1840" name="Shape 1838"/>
          <p:cNvSpPr/>
          <p:nvPr/>
        </p:nvSpPr>
        <p:spPr>
          <a:xfrm>
            <a:off x="5321300" y="3245696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1841" name="Shape 1839"/>
          <p:cNvSpPr/>
          <p:nvPr/>
        </p:nvSpPr>
        <p:spPr>
          <a:xfrm>
            <a:off x="5156200" y="41402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842" name="Text 1840"/>
          <p:cNvSpPr/>
          <p:nvPr/>
        </p:nvSpPr>
        <p:spPr>
          <a:xfrm>
            <a:off x="4076700" y="42481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1843" name="Shape 1841"/>
          <p:cNvSpPr/>
          <p:nvPr/>
        </p:nvSpPr>
        <p:spPr>
          <a:xfrm>
            <a:off x="7872492" y="33653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4" name="Shape 1842"/>
          <p:cNvSpPr/>
          <p:nvPr/>
        </p:nvSpPr>
        <p:spPr>
          <a:xfrm>
            <a:off x="7829544" y="3434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5" name="Shape 1843"/>
          <p:cNvSpPr/>
          <p:nvPr/>
        </p:nvSpPr>
        <p:spPr>
          <a:xfrm>
            <a:off x="7581558" y="3487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6" name="Shape 1844"/>
          <p:cNvSpPr/>
          <p:nvPr/>
        </p:nvSpPr>
        <p:spPr>
          <a:xfrm>
            <a:off x="7799474" y="33932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7" name="Shape 1845"/>
          <p:cNvSpPr/>
          <p:nvPr/>
        </p:nvSpPr>
        <p:spPr>
          <a:xfrm>
            <a:off x="7464340" y="3507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8" name="Shape 1846"/>
          <p:cNvSpPr/>
          <p:nvPr/>
        </p:nvSpPr>
        <p:spPr>
          <a:xfrm>
            <a:off x="7663156" y="3422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9" name="Shape 1847"/>
          <p:cNvSpPr/>
          <p:nvPr/>
        </p:nvSpPr>
        <p:spPr>
          <a:xfrm>
            <a:off x="7633048" y="34219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0" name="Shape 1848"/>
          <p:cNvSpPr/>
          <p:nvPr/>
        </p:nvSpPr>
        <p:spPr>
          <a:xfrm>
            <a:off x="7688025" y="34634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1" name="Shape 1849"/>
          <p:cNvSpPr/>
          <p:nvPr/>
        </p:nvSpPr>
        <p:spPr>
          <a:xfrm>
            <a:off x="7667188" y="3412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2" name="Shape 1850"/>
          <p:cNvSpPr/>
          <p:nvPr/>
        </p:nvSpPr>
        <p:spPr>
          <a:xfrm>
            <a:off x="7877066" y="3503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3" name="Shape 1851"/>
          <p:cNvSpPr/>
          <p:nvPr/>
        </p:nvSpPr>
        <p:spPr>
          <a:xfrm>
            <a:off x="7678170" y="3492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4" name="Shape 1852"/>
          <p:cNvSpPr/>
          <p:nvPr/>
        </p:nvSpPr>
        <p:spPr>
          <a:xfrm>
            <a:off x="7822717" y="34343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5" name="Shape 1853"/>
          <p:cNvSpPr/>
          <p:nvPr/>
        </p:nvSpPr>
        <p:spPr>
          <a:xfrm>
            <a:off x="7664113" y="35332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6" name="Shape 1854"/>
          <p:cNvSpPr/>
          <p:nvPr/>
        </p:nvSpPr>
        <p:spPr>
          <a:xfrm>
            <a:off x="7865836" y="3534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7" name="Shape 1855"/>
          <p:cNvSpPr/>
          <p:nvPr/>
        </p:nvSpPr>
        <p:spPr>
          <a:xfrm>
            <a:off x="7504428" y="35277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8" name="Shape 1856"/>
          <p:cNvSpPr/>
          <p:nvPr/>
        </p:nvSpPr>
        <p:spPr>
          <a:xfrm>
            <a:off x="7496081" y="34612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9" name="Shape 1857"/>
          <p:cNvSpPr/>
          <p:nvPr/>
        </p:nvSpPr>
        <p:spPr>
          <a:xfrm>
            <a:off x="7521788" y="3510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0" name="Shape 1858"/>
          <p:cNvSpPr/>
          <p:nvPr/>
        </p:nvSpPr>
        <p:spPr>
          <a:xfrm>
            <a:off x="7611588" y="34481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1" name="Shape 1859"/>
          <p:cNvSpPr/>
          <p:nvPr/>
        </p:nvSpPr>
        <p:spPr>
          <a:xfrm>
            <a:off x="7513161" y="3404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2" name="Shape 1860"/>
          <p:cNvSpPr/>
          <p:nvPr/>
        </p:nvSpPr>
        <p:spPr>
          <a:xfrm>
            <a:off x="7822963" y="35261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3" name="Shape 1861"/>
          <p:cNvSpPr/>
          <p:nvPr/>
        </p:nvSpPr>
        <p:spPr>
          <a:xfrm>
            <a:off x="7835945" y="35078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4" name="Shape 1862"/>
          <p:cNvSpPr/>
          <p:nvPr/>
        </p:nvSpPr>
        <p:spPr>
          <a:xfrm>
            <a:off x="7521852" y="34753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5" name="Shape 1863"/>
          <p:cNvSpPr/>
          <p:nvPr/>
        </p:nvSpPr>
        <p:spPr>
          <a:xfrm>
            <a:off x="7626715" y="35371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6" name="Shape 1864"/>
          <p:cNvSpPr/>
          <p:nvPr/>
        </p:nvSpPr>
        <p:spPr>
          <a:xfrm>
            <a:off x="7496480" y="3448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7" name="Shape 1865"/>
          <p:cNvSpPr/>
          <p:nvPr/>
        </p:nvSpPr>
        <p:spPr>
          <a:xfrm>
            <a:off x="7481275" y="3383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8" name="Shape 1866"/>
          <p:cNvSpPr/>
          <p:nvPr/>
        </p:nvSpPr>
        <p:spPr>
          <a:xfrm>
            <a:off x="7649517" y="36439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9" name="Shape 1867"/>
          <p:cNvSpPr/>
          <p:nvPr/>
        </p:nvSpPr>
        <p:spPr>
          <a:xfrm>
            <a:off x="7528853" y="3361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0" name="Shape 1868"/>
          <p:cNvSpPr/>
          <p:nvPr/>
        </p:nvSpPr>
        <p:spPr>
          <a:xfrm>
            <a:off x="7846052" y="34655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1" name="Shape 1869"/>
          <p:cNvSpPr/>
          <p:nvPr/>
        </p:nvSpPr>
        <p:spPr>
          <a:xfrm>
            <a:off x="7601126" y="34741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2" name="Shape 1870"/>
          <p:cNvSpPr/>
          <p:nvPr/>
        </p:nvSpPr>
        <p:spPr>
          <a:xfrm>
            <a:off x="7566404" y="34565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3" name="Shape 1871"/>
          <p:cNvSpPr/>
          <p:nvPr/>
        </p:nvSpPr>
        <p:spPr>
          <a:xfrm>
            <a:off x="7454344" y="34076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4" name="Shape 1872"/>
          <p:cNvSpPr/>
          <p:nvPr/>
        </p:nvSpPr>
        <p:spPr>
          <a:xfrm>
            <a:off x="7873253" y="34683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5" name="Shape 1873"/>
          <p:cNvSpPr/>
          <p:nvPr/>
        </p:nvSpPr>
        <p:spPr>
          <a:xfrm>
            <a:off x="7633729" y="3407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6" name="Shape 1874"/>
          <p:cNvSpPr/>
          <p:nvPr/>
        </p:nvSpPr>
        <p:spPr>
          <a:xfrm>
            <a:off x="7600387" y="35212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7" name="Shape 1875"/>
          <p:cNvSpPr/>
          <p:nvPr/>
        </p:nvSpPr>
        <p:spPr>
          <a:xfrm>
            <a:off x="7849455" y="3413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8" name="Shape 1876"/>
          <p:cNvSpPr/>
          <p:nvPr/>
        </p:nvSpPr>
        <p:spPr>
          <a:xfrm>
            <a:off x="7800394" y="3362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9" name="Shape 1877"/>
          <p:cNvSpPr/>
          <p:nvPr/>
        </p:nvSpPr>
        <p:spPr>
          <a:xfrm>
            <a:off x="7493330" y="35298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0" name="Shape 1878"/>
          <p:cNvSpPr/>
          <p:nvPr/>
        </p:nvSpPr>
        <p:spPr>
          <a:xfrm>
            <a:off x="7570111" y="3503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1" name="Shape 1879"/>
          <p:cNvSpPr/>
          <p:nvPr/>
        </p:nvSpPr>
        <p:spPr>
          <a:xfrm>
            <a:off x="7614377" y="3442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2" name="Shape 1880"/>
          <p:cNvSpPr/>
          <p:nvPr/>
        </p:nvSpPr>
        <p:spPr>
          <a:xfrm>
            <a:off x="7577429" y="34453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3" name="Shape 1881"/>
          <p:cNvSpPr/>
          <p:nvPr/>
        </p:nvSpPr>
        <p:spPr>
          <a:xfrm>
            <a:off x="7734129" y="33706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4" name="Shape 1882"/>
          <p:cNvSpPr/>
          <p:nvPr/>
        </p:nvSpPr>
        <p:spPr>
          <a:xfrm>
            <a:off x="7613378" y="3433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5" name="Shape 1883"/>
          <p:cNvSpPr/>
          <p:nvPr/>
        </p:nvSpPr>
        <p:spPr>
          <a:xfrm>
            <a:off x="7511011" y="34010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6" name="Shape 1884"/>
          <p:cNvSpPr/>
          <p:nvPr/>
        </p:nvSpPr>
        <p:spPr>
          <a:xfrm>
            <a:off x="7534543" y="3456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7" name="Shape 1885"/>
          <p:cNvSpPr/>
          <p:nvPr/>
        </p:nvSpPr>
        <p:spPr>
          <a:xfrm>
            <a:off x="7453508" y="3552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8" name="Shape 1886"/>
          <p:cNvSpPr/>
          <p:nvPr/>
        </p:nvSpPr>
        <p:spPr>
          <a:xfrm>
            <a:off x="7659529" y="35028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9" name="Shape 1887"/>
          <p:cNvSpPr/>
          <p:nvPr/>
        </p:nvSpPr>
        <p:spPr>
          <a:xfrm>
            <a:off x="7595349" y="34806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0" name="Shape 1888"/>
          <p:cNvSpPr/>
          <p:nvPr/>
        </p:nvSpPr>
        <p:spPr>
          <a:xfrm>
            <a:off x="7450099" y="3538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1" name="Shape 1889"/>
          <p:cNvSpPr/>
          <p:nvPr/>
        </p:nvSpPr>
        <p:spPr>
          <a:xfrm>
            <a:off x="7658715" y="3511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2" name="Shape 1890"/>
          <p:cNvSpPr/>
          <p:nvPr/>
        </p:nvSpPr>
        <p:spPr>
          <a:xfrm>
            <a:off x="7669903" y="3407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3" name="Shape 1891"/>
          <p:cNvSpPr/>
          <p:nvPr/>
        </p:nvSpPr>
        <p:spPr>
          <a:xfrm>
            <a:off x="7578003" y="3410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4" name="Shape 1892"/>
          <p:cNvSpPr/>
          <p:nvPr/>
        </p:nvSpPr>
        <p:spPr>
          <a:xfrm>
            <a:off x="7563833" y="34231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5" name="Shape 1893"/>
          <p:cNvSpPr/>
          <p:nvPr/>
        </p:nvSpPr>
        <p:spPr>
          <a:xfrm>
            <a:off x="7720226" y="32409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6" name="Shape 1894"/>
          <p:cNvSpPr/>
          <p:nvPr/>
        </p:nvSpPr>
        <p:spPr>
          <a:xfrm>
            <a:off x="7479796" y="3498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7" name="Shape 1895"/>
          <p:cNvSpPr/>
          <p:nvPr/>
        </p:nvSpPr>
        <p:spPr>
          <a:xfrm>
            <a:off x="7594101" y="3592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8" name="Shape 1896"/>
          <p:cNvSpPr/>
          <p:nvPr/>
        </p:nvSpPr>
        <p:spPr>
          <a:xfrm>
            <a:off x="7806547" y="34800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9" name="Shape 1897"/>
          <p:cNvSpPr/>
          <p:nvPr/>
        </p:nvSpPr>
        <p:spPr>
          <a:xfrm>
            <a:off x="7692088" y="3428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0" name="Shape 1898"/>
          <p:cNvSpPr/>
          <p:nvPr/>
        </p:nvSpPr>
        <p:spPr>
          <a:xfrm>
            <a:off x="7754284" y="34386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1" name="Shape 1899"/>
          <p:cNvSpPr/>
          <p:nvPr/>
        </p:nvSpPr>
        <p:spPr>
          <a:xfrm>
            <a:off x="7632355" y="35282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2" name="Shape 1900"/>
          <p:cNvSpPr/>
          <p:nvPr/>
        </p:nvSpPr>
        <p:spPr>
          <a:xfrm>
            <a:off x="7832213" y="34863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3" name="Shape 1901"/>
          <p:cNvSpPr/>
          <p:nvPr/>
        </p:nvSpPr>
        <p:spPr>
          <a:xfrm>
            <a:off x="7513133" y="33620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4" name="Shape 1902"/>
          <p:cNvSpPr/>
          <p:nvPr/>
        </p:nvSpPr>
        <p:spPr>
          <a:xfrm>
            <a:off x="7659931" y="35855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5" name="Shape 1903"/>
          <p:cNvSpPr/>
          <p:nvPr/>
        </p:nvSpPr>
        <p:spPr>
          <a:xfrm>
            <a:off x="7726908" y="34564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6" name="Shape 1904"/>
          <p:cNvSpPr/>
          <p:nvPr/>
        </p:nvSpPr>
        <p:spPr>
          <a:xfrm>
            <a:off x="7479442" y="3480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7" name="Shape 1905"/>
          <p:cNvSpPr/>
          <p:nvPr/>
        </p:nvSpPr>
        <p:spPr>
          <a:xfrm>
            <a:off x="7656717" y="3462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8" name="Shape 1906"/>
          <p:cNvSpPr/>
          <p:nvPr/>
        </p:nvSpPr>
        <p:spPr>
          <a:xfrm>
            <a:off x="7584920" y="3387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9" name="Shape 1907"/>
          <p:cNvSpPr/>
          <p:nvPr/>
        </p:nvSpPr>
        <p:spPr>
          <a:xfrm>
            <a:off x="7456491" y="34010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0" name="Shape 1908"/>
          <p:cNvSpPr/>
          <p:nvPr/>
        </p:nvSpPr>
        <p:spPr>
          <a:xfrm>
            <a:off x="7724920" y="35140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1" name="Shape 1909"/>
          <p:cNvSpPr/>
          <p:nvPr/>
        </p:nvSpPr>
        <p:spPr>
          <a:xfrm>
            <a:off x="7734341" y="3524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2" name="Shape 1910"/>
          <p:cNvSpPr/>
          <p:nvPr/>
        </p:nvSpPr>
        <p:spPr>
          <a:xfrm>
            <a:off x="7562831" y="3364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3" name="Shape 1911"/>
          <p:cNvSpPr/>
          <p:nvPr/>
        </p:nvSpPr>
        <p:spPr>
          <a:xfrm>
            <a:off x="7661113" y="3547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4" name="Shape 1912"/>
          <p:cNvSpPr/>
          <p:nvPr/>
        </p:nvSpPr>
        <p:spPr>
          <a:xfrm>
            <a:off x="7824327" y="3396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5" name="Shape 1913"/>
          <p:cNvSpPr/>
          <p:nvPr/>
        </p:nvSpPr>
        <p:spPr>
          <a:xfrm>
            <a:off x="7690858" y="3353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6" name="Shape 1914"/>
          <p:cNvSpPr/>
          <p:nvPr/>
        </p:nvSpPr>
        <p:spPr>
          <a:xfrm>
            <a:off x="7641656" y="3517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7" name="Shape 1915"/>
          <p:cNvSpPr/>
          <p:nvPr/>
        </p:nvSpPr>
        <p:spPr>
          <a:xfrm>
            <a:off x="7504495" y="34962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8" name="Shape 1916"/>
          <p:cNvSpPr/>
          <p:nvPr/>
        </p:nvSpPr>
        <p:spPr>
          <a:xfrm>
            <a:off x="7671304" y="3456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9" name="Shape 1917"/>
          <p:cNvSpPr/>
          <p:nvPr/>
        </p:nvSpPr>
        <p:spPr>
          <a:xfrm>
            <a:off x="7769358" y="34852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0" name="Shape 1918"/>
          <p:cNvSpPr/>
          <p:nvPr/>
        </p:nvSpPr>
        <p:spPr>
          <a:xfrm>
            <a:off x="7616606" y="32190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1" name="Shape 1919"/>
          <p:cNvSpPr/>
          <p:nvPr/>
        </p:nvSpPr>
        <p:spPr>
          <a:xfrm>
            <a:off x="7845436" y="3107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2" name="Shape 1920"/>
          <p:cNvSpPr/>
          <p:nvPr/>
        </p:nvSpPr>
        <p:spPr>
          <a:xfrm>
            <a:off x="7685077" y="3396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3" name="Shape 1921"/>
          <p:cNvSpPr/>
          <p:nvPr/>
        </p:nvSpPr>
        <p:spPr>
          <a:xfrm>
            <a:off x="7477241" y="3269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4" name="Shape 1922"/>
          <p:cNvSpPr/>
          <p:nvPr/>
        </p:nvSpPr>
        <p:spPr>
          <a:xfrm>
            <a:off x="7611668" y="3261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5" name="Shape 1923"/>
          <p:cNvSpPr/>
          <p:nvPr/>
        </p:nvSpPr>
        <p:spPr>
          <a:xfrm>
            <a:off x="7758622" y="34680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6" name="Shape 1924"/>
          <p:cNvSpPr/>
          <p:nvPr/>
        </p:nvSpPr>
        <p:spPr>
          <a:xfrm>
            <a:off x="7839549" y="35468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7" name="Shape 1925"/>
          <p:cNvSpPr/>
          <p:nvPr/>
        </p:nvSpPr>
        <p:spPr>
          <a:xfrm>
            <a:off x="7588653" y="36227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8" name="Shape 1926"/>
          <p:cNvSpPr/>
          <p:nvPr/>
        </p:nvSpPr>
        <p:spPr>
          <a:xfrm>
            <a:off x="7834706" y="33974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9" name="Shape 1927"/>
          <p:cNvSpPr/>
          <p:nvPr/>
        </p:nvSpPr>
        <p:spPr>
          <a:xfrm>
            <a:off x="7591637" y="34174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0" name="Shape 1928"/>
          <p:cNvSpPr/>
          <p:nvPr/>
        </p:nvSpPr>
        <p:spPr>
          <a:xfrm>
            <a:off x="7708085" y="3530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1" name="Shape 1929"/>
          <p:cNvSpPr/>
          <p:nvPr/>
        </p:nvSpPr>
        <p:spPr>
          <a:xfrm>
            <a:off x="7860559" y="3486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2" name="Shape 1930"/>
          <p:cNvSpPr/>
          <p:nvPr/>
        </p:nvSpPr>
        <p:spPr>
          <a:xfrm>
            <a:off x="7468917" y="3577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3" name="Shape 1931"/>
          <p:cNvSpPr/>
          <p:nvPr/>
        </p:nvSpPr>
        <p:spPr>
          <a:xfrm>
            <a:off x="7469111" y="35998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4" name="Shape 1932"/>
          <p:cNvSpPr/>
          <p:nvPr/>
        </p:nvSpPr>
        <p:spPr>
          <a:xfrm>
            <a:off x="7856608" y="34819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5" name="Shape 1933"/>
          <p:cNvSpPr/>
          <p:nvPr/>
        </p:nvSpPr>
        <p:spPr>
          <a:xfrm>
            <a:off x="7558221" y="34300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6" name="Shape 1934"/>
          <p:cNvSpPr/>
          <p:nvPr/>
        </p:nvSpPr>
        <p:spPr>
          <a:xfrm>
            <a:off x="7694871" y="35068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7" name="Shape 1935"/>
          <p:cNvSpPr/>
          <p:nvPr/>
        </p:nvSpPr>
        <p:spPr>
          <a:xfrm>
            <a:off x="7449153" y="34540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8" name="Shape 1936"/>
          <p:cNvSpPr/>
          <p:nvPr/>
        </p:nvSpPr>
        <p:spPr>
          <a:xfrm>
            <a:off x="7683607" y="36510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9" name="Shape 1937"/>
          <p:cNvSpPr/>
          <p:nvPr/>
        </p:nvSpPr>
        <p:spPr>
          <a:xfrm>
            <a:off x="7643500" y="3615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0" name="Shape 1938"/>
          <p:cNvSpPr/>
          <p:nvPr/>
        </p:nvSpPr>
        <p:spPr>
          <a:xfrm>
            <a:off x="7803826" y="33750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1" name="Shape 1939"/>
          <p:cNvSpPr/>
          <p:nvPr/>
        </p:nvSpPr>
        <p:spPr>
          <a:xfrm>
            <a:off x="7784128" y="34863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2" name="Shape 1940"/>
          <p:cNvSpPr/>
          <p:nvPr/>
        </p:nvSpPr>
        <p:spPr>
          <a:xfrm>
            <a:off x="7474089" y="34884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3" name="Shape 1941"/>
          <p:cNvSpPr/>
          <p:nvPr/>
        </p:nvSpPr>
        <p:spPr>
          <a:xfrm>
            <a:off x="7572013" y="31550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4" name="Shape 1942"/>
          <p:cNvSpPr/>
          <p:nvPr/>
        </p:nvSpPr>
        <p:spPr>
          <a:xfrm>
            <a:off x="7637040" y="30932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5" name="Shape 1943"/>
          <p:cNvSpPr/>
          <p:nvPr/>
        </p:nvSpPr>
        <p:spPr>
          <a:xfrm>
            <a:off x="7829930" y="35183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6" name="Shape 1944"/>
          <p:cNvSpPr/>
          <p:nvPr/>
        </p:nvSpPr>
        <p:spPr>
          <a:xfrm>
            <a:off x="7829919" y="3517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7" name="Shape 1945"/>
          <p:cNvSpPr/>
          <p:nvPr/>
        </p:nvSpPr>
        <p:spPr>
          <a:xfrm>
            <a:off x="7482526" y="3292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8" name="Shape 1946"/>
          <p:cNvSpPr/>
          <p:nvPr/>
        </p:nvSpPr>
        <p:spPr>
          <a:xfrm>
            <a:off x="7641670" y="36235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9" name="Shape 1947"/>
          <p:cNvSpPr/>
          <p:nvPr/>
        </p:nvSpPr>
        <p:spPr>
          <a:xfrm>
            <a:off x="7711372" y="31197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0" name="Shape 1948"/>
          <p:cNvSpPr/>
          <p:nvPr/>
        </p:nvSpPr>
        <p:spPr>
          <a:xfrm>
            <a:off x="7757828" y="3391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1" name="Shape 1949"/>
          <p:cNvSpPr/>
          <p:nvPr/>
        </p:nvSpPr>
        <p:spPr>
          <a:xfrm>
            <a:off x="7664067" y="3065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2" name="Shape 1950"/>
          <p:cNvSpPr/>
          <p:nvPr/>
        </p:nvSpPr>
        <p:spPr>
          <a:xfrm>
            <a:off x="7591924" y="31338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3" name="Shape 1951"/>
          <p:cNvSpPr/>
          <p:nvPr/>
        </p:nvSpPr>
        <p:spPr>
          <a:xfrm>
            <a:off x="7860194" y="3515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4" name="Shape 1952"/>
          <p:cNvSpPr/>
          <p:nvPr/>
        </p:nvSpPr>
        <p:spPr>
          <a:xfrm>
            <a:off x="7753098" y="36216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5" name="Shape 1953"/>
          <p:cNvSpPr/>
          <p:nvPr/>
        </p:nvSpPr>
        <p:spPr>
          <a:xfrm>
            <a:off x="7763328" y="3129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6" name="Shape 1954"/>
          <p:cNvSpPr/>
          <p:nvPr/>
        </p:nvSpPr>
        <p:spPr>
          <a:xfrm>
            <a:off x="7779751" y="35782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7" name="Shape 1955"/>
          <p:cNvSpPr/>
          <p:nvPr/>
        </p:nvSpPr>
        <p:spPr>
          <a:xfrm>
            <a:off x="7467532" y="3136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8" name="Shape 1956"/>
          <p:cNvSpPr/>
          <p:nvPr/>
        </p:nvSpPr>
        <p:spPr>
          <a:xfrm>
            <a:off x="7778664" y="3658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9" name="Shape 1957"/>
          <p:cNvSpPr/>
          <p:nvPr/>
        </p:nvSpPr>
        <p:spPr>
          <a:xfrm>
            <a:off x="7733746" y="35589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0" name="Shape 1958"/>
          <p:cNvSpPr/>
          <p:nvPr/>
        </p:nvSpPr>
        <p:spPr>
          <a:xfrm>
            <a:off x="7686045" y="35281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1" name="Shape 1959"/>
          <p:cNvSpPr/>
          <p:nvPr/>
        </p:nvSpPr>
        <p:spPr>
          <a:xfrm>
            <a:off x="7871100" y="3550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2" name="Shape 1960"/>
          <p:cNvSpPr/>
          <p:nvPr/>
        </p:nvSpPr>
        <p:spPr>
          <a:xfrm>
            <a:off x="7471677" y="35607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3" name="Shape 1961"/>
          <p:cNvSpPr/>
          <p:nvPr/>
        </p:nvSpPr>
        <p:spPr>
          <a:xfrm>
            <a:off x="7871461" y="30620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4" name="Shape 1962"/>
          <p:cNvSpPr/>
          <p:nvPr/>
        </p:nvSpPr>
        <p:spPr>
          <a:xfrm>
            <a:off x="7614566" y="30898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5" name="Shape 1963"/>
          <p:cNvSpPr/>
          <p:nvPr/>
        </p:nvSpPr>
        <p:spPr>
          <a:xfrm>
            <a:off x="7612070" y="3169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6" name="Shape 1964"/>
          <p:cNvSpPr/>
          <p:nvPr/>
        </p:nvSpPr>
        <p:spPr>
          <a:xfrm>
            <a:off x="7727766" y="32587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7" name="Shape 1965"/>
          <p:cNvSpPr/>
          <p:nvPr/>
        </p:nvSpPr>
        <p:spPr>
          <a:xfrm>
            <a:off x="7661829" y="3103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8" name="Shape 1966"/>
          <p:cNvSpPr/>
          <p:nvPr/>
        </p:nvSpPr>
        <p:spPr>
          <a:xfrm>
            <a:off x="7789566" y="3118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9" name="Shape 1967"/>
          <p:cNvSpPr/>
          <p:nvPr/>
        </p:nvSpPr>
        <p:spPr>
          <a:xfrm>
            <a:off x="7820714" y="3695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0" name="Shape 1968"/>
          <p:cNvSpPr/>
          <p:nvPr/>
        </p:nvSpPr>
        <p:spPr>
          <a:xfrm>
            <a:off x="7586434" y="3864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1" name="Shape 1969"/>
          <p:cNvSpPr/>
          <p:nvPr/>
        </p:nvSpPr>
        <p:spPr>
          <a:xfrm>
            <a:off x="7531794" y="35093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2" name="Shape 1970"/>
          <p:cNvSpPr/>
          <p:nvPr/>
        </p:nvSpPr>
        <p:spPr>
          <a:xfrm>
            <a:off x="7635998" y="3414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3" name="Shape 1971"/>
          <p:cNvSpPr/>
          <p:nvPr/>
        </p:nvSpPr>
        <p:spPr>
          <a:xfrm>
            <a:off x="7657873" y="35486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4" name="Shape 1972"/>
          <p:cNvSpPr/>
          <p:nvPr/>
        </p:nvSpPr>
        <p:spPr>
          <a:xfrm>
            <a:off x="7740018" y="2832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5" name="Shape 1973"/>
          <p:cNvSpPr/>
          <p:nvPr/>
        </p:nvSpPr>
        <p:spPr>
          <a:xfrm>
            <a:off x="7461768" y="3154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6" name="Shape 1974"/>
          <p:cNvSpPr/>
          <p:nvPr/>
        </p:nvSpPr>
        <p:spPr>
          <a:xfrm>
            <a:off x="7763710" y="2441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7" name="Shape 1975"/>
          <p:cNvSpPr/>
          <p:nvPr/>
        </p:nvSpPr>
        <p:spPr>
          <a:xfrm>
            <a:off x="7760030" y="30281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8" name="Shape 1976"/>
          <p:cNvSpPr/>
          <p:nvPr/>
        </p:nvSpPr>
        <p:spPr>
          <a:xfrm>
            <a:off x="7707767" y="28531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9" name="Shape 1977"/>
          <p:cNvSpPr/>
          <p:nvPr/>
        </p:nvSpPr>
        <p:spPr>
          <a:xfrm>
            <a:off x="7852149" y="2990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0" name="Shape 1978"/>
          <p:cNvSpPr/>
          <p:nvPr/>
        </p:nvSpPr>
        <p:spPr>
          <a:xfrm>
            <a:off x="7513042" y="3000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1" name="Shape 1979"/>
          <p:cNvSpPr/>
          <p:nvPr/>
        </p:nvSpPr>
        <p:spPr>
          <a:xfrm>
            <a:off x="7660706" y="3091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2" name="Shape 1980"/>
          <p:cNvSpPr/>
          <p:nvPr/>
        </p:nvSpPr>
        <p:spPr>
          <a:xfrm>
            <a:off x="7478575" y="2945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3" name="Shape 1981"/>
          <p:cNvSpPr/>
          <p:nvPr/>
        </p:nvSpPr>
        <p:spPr>
          <a:xfrm>
            <a:off x="7765292" y="30105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4" name="Shape 1982"/>
          <p:cNvSpPr/>
          <p:nvPr/>
        </p:nvSpPr>
        <p:spPr>
          <a:xfrm>
            <a:off x="7823512" y="31698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5" name="Shape 1983"/>
          <p:cNvSpPr/>
          <p:nvPr/>
        </p:nvSpPr>
        <p:spPr>
          <a:xfrm>
            <a:off x="7594839" y="31189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6" name="Shape 1984"/>
          <p:cNvSpPr/>
          <p:nvPr/>
        </p:nvSpPr>
        <p:spPr>
          <a:xfrm>
            <a:off x="7566049" y="30185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7" name="Shape 1985"/>
          <p:cNvSpPr/>
          <p:nvPr/>
        </p:nvSpPr>
        <p:spPr>
          <a:xfrm>
            <a:off x="7581319" y="2964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8" name="Shape 1986"/>
          <p:cNvSpPr/>
          <p:nvPr/>
        </p:nvSpPr>
        <p:spPr>
          <a:xfrm>
            <a:off x="7601505" y="2701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9" name="Shape 1987"/>
          <p:cNvSpPr/>
          <p:nvPr/>
        </p:nvSpPr>
        <p:spPr>
          <a:xfrm>
            <a:off x="7635168" y="3149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0" name="Shape 1988"/>
          <p:cNvSpPr/>
          <p:nvPr/>
        </p:nvSpPr>
        <p:spPr>
          <a:xfrm>
            <a:off x="7515912" y="31951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1" name="Shape 1989"/>
          <p:cNvSpPr/>
          <p:nvPr/>
        </p:nvSpPr>
        <p:spPr>
          <a:xfrm>
            <a:off x="7612633" y="30898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2" name="Shape 1990"/>
          <p:cNvSpPr/>
          <p:nvPr/>
        </p:nvSpPr>
        <p:spPr>
          <a:xfrm>
            <a:off x="7586249" y="29390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3" name="Shape 1991"/>
          <p:cNvSpPr/>
          <p:nvPr/>
        </p:nvSpPr>
        <p:spPr>
          <a:xfrm>
            <a:off x="7746949" y="29353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4" name="Shape 1992"/>
          <p:cNvSpPr/>
          <p:nvPr/>
        </p:nvSpPr>
        <p:spPr>
          <a:xfrm>
            <a:off x="7529272" y="21746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5" name="Shape 1993"/>
          <p:cNvSpPr/>
          <p:nvPr/>
        </p:nvSpPr>
        <p:spPr>
          <a:xfrm>
            <a:off x="7641239" y="30424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6" name="Shape 1994"/>
          <p:cNvSpPr/>
          <p:nvPr/>
        </p:nvSpPr>
        <p:spPr>
          <a:xfrm>
            <a:off x="7796273" y="31087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7" name="Shape 1995"/>
          <p:cNvSpPr/>
          <p:nvPr/>
        </p:nvSpPr>
        <p:spPr>
          <a:xfrm>
            <a:off x="7726783" y="2967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8" name="Shape 1996"/>
          <p:cNvSpPr/>
          <p:nvPr/>
        </p:nvSpPr>
        <p:spPr>
          <a:xfrm>
            <a:off x="7819684" y="2482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9" name="Shape 1997"/>
          <p:cNvSpPr/>
          <p:nvPr/>
        </p:nvSpPr>
        <p:spPr>
          <a:xfrm>
            <a:off x="7511636" y="2790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0" name="Shape 1998"/>
          <p:cNvSpPr/>
          <p:nvPr/>
        </p:nvSpPr>
        <p:spPr>
          <a:xfrm>
            <a:off x="7641487" y="2972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1" name="Shape 1999"/>
          <p:cNvSpPr/>
          <p:nvPr/>
        </p:nvSpPr>
        <p:spPr>
          <a:xfrm>
            <a:off x="7571634" y="3077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2" name="Shape 2000"/>
          <p:cNvSpPr/>
          <p:nvPr/>
        </p:nvSpPr>
        <p:spPr>
          <a:xfrm>
            <a:off x="7703797" y="30041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3" name="Shape 2001"/>
          <p:cNvSpPr/>
          <p:nvPr/>
        </p:nvSpPr>
        <p:spPr>
          <a:xfrm>
            <a:off x="7871438" y="3109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4" name="Shape 2002"/>
          <p:cNvSpPr/>
          <p:nvPr/>
        </p:nvSpPr>
        <p:spPr>
          <a:xfrm>
            <a:off x="7856007" y="30631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5" name="Shape 2003"/>
          <p:cNvSpPr/>
          <p:nvPr/>
        </p:nvSpPr>
        <p:spPr>
          <a:xfrm>
            <a:off x="7590709" y="25301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6" name="Shape 2004"/>
          <p:cNvSpPr/>
          <p:nvPr/>
        </p:nvSpPr>
        <p:spPr>
          <a:xfrm>
            <a:off x="7525143" y="31279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7" name="Shape 2005"/>
          <p:cNvSpPr/>
          <p:nvPr/>
        </p:nvSpPr>
        <p:spPr>
          <a:xfrm>
            <a:off x="7560702" y="3138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8" name="Shape 2006"/>
          <p:cNvSpPr/>
          <p:nvPr/>
        </p:nvSpPr>
        <p:spPr>
          <a:xfrm>
            <a:off x="7559093" y="2892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9" name="Shape 2007"/>
          <p:cNvSpPr/>
          <p:nvPr/>
        </p:nvSpPr>
        <p:spPr>
          <a:xfrm>
            <a:off x="7570145" y="3114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0" name="Shape 2008"/>
          <p:cNvSpPr/>
          <p:nvPr/>
        </p:nvSpPr>
        <p:spPr>
          <a:xfrm>
            <a:off x="7621037" y="30436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1" name="Shape 2009"/>
          <p:cNvSpPr/>
          <p:nvPr/>
        </p:nvSpPr>
        <p:spPr>
          <a:xfrm>
            <a:off x="7544016" y="30330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2" name="Shape 2010"/>
          <p:cNvSpPr/>
          <p:nvPr/>
        </p:nvSpPr>
        <p:spPr>
          <a:xfrm>
            <a:off x="7680078" y="2470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3" name="Shape 2011"/>
          <p:cNvSpPr/>
          <p:nvPr/>
        </p:nvSpPr>
        <p:spPr>
          <a:xfrm>
            <a:off x="7639127" y="3338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4" name="Shape 2012"/>
          <p:cNvSpPr/>
          <p:nvPr/>
        </p:nvSpPr>
        <p:spPr>
          <a:xfrm>
            <a:off x="7842330" y="30250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5" name="Shape 2013"/>
          <p:cNvSpPr/>
          <p:nvPr/>
        </p:nvSpPr>
        <p:spPr>
          <a:xfrm>
            <a:off x="7831047" y="30167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6" name="Shape 2014"/>
          <p:cNvSpPr/>
          <p:nvPr/>
        </p:nvSpPr>
        <p:spPr>
          <a:xfrm>
            <a:off x="7724092" y="33082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7" name="Shape 2015"/>
          <p:cNvSpPr/>
          <p:nvPr/>
        </p:nvSpPr>
        <p:spPr>
          <a:xfrm>
            <a:off x="7660496" y="3308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8" name="Shape 2016"/>
          <p:cNvSpPr/>
          <p:nvPr/>
        </p:nvSpPr>
        <p:spPr>
          <a:xfrm>
            <a:off x="7790389" y="3188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9" name="Shape 2017"/>
          <p:cNvSpPr/>
          <p:nvPr/>
        </p:nvSpPr>
        <p:spPr>
          <a:xfrm>
            <a:off x="7762248" y="2504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0" name="Shape 2018"/>
          <p:cNvSpPr/>
          <p:nvPr/>
        </p:nvSpPr>
        <p:spPr>
          <a:xfrm>
            <a:off x="7589786" y="3086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1" name="Shape 2019"/>
          <p:cNvSpPr/>
          <p:nvPr/>
        </p:nvSpPr>
        <p:spPr>
          <a:xfrm>
            <a:off x="7877906" y="24467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2" name="Shape 2020"/>
          <p:cNvSpPr/>
          <p:nvPr/>
        </p:nvSpPr>
        <p:spPr>
          <a:xfrm>
            <a:off x="7652574" y="3179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3" name="Shape 2021"/>
          <p:cNvSpPr/>
          <p:nvPr/>
        </p:nvSpPr>
        <p:spPr>
          <a:xfrm>
            <a:off x="7516391" y="2471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4" name="Shape 2022"/>
          <p:cNvSpPr/>
          <p:nvPr/>
        </p:nvSpPr>
        <p:spPr>
          <a:xfrm>
            <a:off x="7660348" y="3150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5" name="Shape 2023"/>
          <p:cNvSpPr/>
          <p:nvPr/>
        </p:nvSpPr>
        <p:spPr>
          <a:xfrm>
            <a:off x="7763143" y="29461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6" name="Shape 2024"/>
          <p:cNvSpPr/>
          <p:nvPr/>
        </p:nvSpPr>
        <p:spPr>
          <a:xfrm>
            <a:off x="7869024" y="2493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7" name="Shape 2025"/>
          <p:cNvSpPr/>
          <p:nvPr/>
        </p:nvSpPr>
        <p:spPr>
          <a:xfrm>
            <a:off x="7555846" y="27857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8" name="Shape 2026"/>
          <p:cNvSpPr/>
          <p:nvPr/>
        </p:nvSpPr>
        <p:spPr>
          <a:xfrm>
            <a:off x="7484076" y="2501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9" name="Shape 2027"/>
          <p:cNvSpPr/>
          <p:nvPr/>
        </p:nvSpPr>
        <p:spPr>
          <a:xfrm>
            <a:off x="7641060" y="29734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0" name="Shape 2028"/>
          <p:cNvSpPr/>
          <p:nvPr/>
        </p:nvSpPr>
        <p:spPr>
          <a:xfrm>
            <a:off x="7795818" y="2514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1" name="Shape 2029"/>
          <p:cNvSpPr/>
          <p:nvPr/>
        </p:nvSpPr>
        <p:spPr>
          <a:xfrm>
            <a:off x="7543148" y="2504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2" name="Shape 2030"/>
          <p:cNvSpPr/>
          <p:nvPr/>
        </p:nvSpPr>
        <p:spPr>
          <a:xfrm>
            <a:off x="7625554" y="24662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3" name="Shape 2031"/>
          <p:cNvSpPr/>
          <p:nvPr/>
        </p:nvSpPr>
        <p:spPr>
          <a:xfrm>
            <a:off x="7453746" y="30025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4" name="Shape 2032"/>
          <p:cNvSpPr/>
          <p:nvPr/>
        </p:nvSpPr>
        <p:spPr>
          <a:xfrm>
            <a:off x="7739741" y="3151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5" name="Shape 2033"/>
          <p:cNvSpPr/>
          <p:nvPr/>
        </p:nvSpPr>
        <p:spPr>
          <a:xfrm>
            <a:off x="7730375" y="2471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6" name="Shape 2034"/>
          <p:cNvSpPr/>
          <p:nvPr/>
        </p:nvSpPr>
        <p:spPr>
          <a:xfrm>
            <a:off x="7781124" y="2925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7" name="Shape 2035"/>
          <p:cNvSpPr/>
          <p:nvPr/>
        </p:nvSpPr>
        <p:spPr>
          <a:xfrm>
            <a:off x="7588806" y="2803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8" name="Shape 2036"/>
          <p:cNvSpPr/>
          <p:nvPr/>
        </p:nvSpPr>
        <p:spPr>
          <a:xfrm>
            <a:off x="7687952" y="32097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9" name="Shape 2037"/>
          <p:cNvSpPr/>
          <p:nvPr/>
        </p:nvSpPr>
        <p:spPr>
          <a:xfrm>
            <a:off x="7683593" y="32642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0" name="Shape 2038"/>
          <p:cNvSpPr/>
          <p:nvPr/>
        </p:nvSpPr>
        <p:spPr>
          <a:xfrm>
            <a:off x="7876485" y="26720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1" name="Shape 2039"/>
          <p:cNvSpPr/>
          <p:nvPr/>
        </p:nvSpPr>
        <p:spPr>
          <a:xfrm>
            <a:off x="7869455" y="32092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2" name="Shape 2040"/>
          <p:cNvSpPr/>
          <p:nvPr/>
        </p:nvSpPr>
        <p:spPr>
          <a:xfrm>
            <a:off x="7623667" y="31752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3" name="Shape 2041"/>
          <p:cNvSpPr/>
          <p:nvPr/>
        </p:nvSpPr>
        <p:spPr>
          <a:xfrm>
            <a:off x="7824273" y="23764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4" name="Shape 2042"/>
          <p:cNvSpPr/>
          <p:nvPr/>
        </p:nvSpPr>
        <p:spPr>
          <a:xfrm>
            <a:off x="7754953" y="2328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5" name="Shape 2043"/>
          <p:cNvSpPr/>
          <p:nvPr/>
        </p:nvSpPr>
        <p:spPr>
          <a:xfrm>
            <a:off x="7660762" y="23718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6" name="Shape 2044"/>
          <p:cNvSpPr/>
          <p:nvPr/>
        </p:nvSpPr>
        <p:spPr>
          <a:xfrm>
            <a:off x="7570817" y="29001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7" name="Shape 2045"/>
          <p:cNvSpPr/>
          <p:nvPr/>
        </p:nvSpPr>
        <p:spPr>
          <a:xfrm>
            <a:off x="7718229" y="25001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8" name="Shape 2046"/>
          <p:cNvSpPr/>
          <p:nvPr/>
        </p:nvSpPr>
        <p:spPr>
          <a:xfrm>
            <a:off x="7713271" y="3254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9" name="Shape 2047"/>
          <p:cNvSpPr/>
          <p:nvPr/>
        </p:nvSpPr>
        <p:spPr>
          <a:xfrm>
            <a:off x="7672057" y="27228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0" name="Shape 2048"/>
          <p:cNvSpPr/>
          <p:nvPr/>
        </p:nvSpPr>
        <p:spPr>
          <a:xfrm>
            <a:off x="7607068" y="24376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1" name="Shape 2049"/>
          <p:cNvSpPr/>
          <p:nvPr/>
        </p:nvSpPr>
        <p:spPr>
          <a:xfrm>
            <a:off x="7864918" y="3209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2" name="Shape 2050"/>
          <p:cNvSpPr/>
          <p:nvPr/>
        </p:nvSpPr>
        <p:spPr>
          <a:xfrm>
            <a:off x="7874268" y="2386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3" name="Shape 2051"/>
          <p:cNvSpPr/>
          <p:nvPr/>
        </p:nvSpPr>
        <p:spPr>
          <a:xfrm>
            <a:off x="7510686" y="26604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4" name="Shape 2052"/>
          <p:cNvSpPr/>
          <p:nvPr/>
        </p:nvSpPr>
        <p:spPr>
          <a:xfrm>
            <a:off x="7793026" y="2377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5" name="Shape 2053"/>
          <p:cNvSpPr/>
          <p:nvPr/>
        </p:nvSpPr>
        <p:spPr>
          <a:xfrm>
            <a:off x="7699429" y="34254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6" name="Shape 2054"/>
          <p:cNvSpPr/>
          <p:nvPr/>
        </p:nvSpPr>
        <p:spPr>
          <a:xfrm>
            <a:off x="7503243" y="33216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7" name="Shape 2055"/>
          <p:cNvSpPr/>
          <p:nvPr/>
        </p:nvSpPr>
        <p:spPr>
          <a:xfrm>
            <a:off x="7452904" y="33022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8" name="Shape 2056"/>
          <p:cNvSpPr/>
          <p:nvPr/>
        </p:nvSpPr>
        <p:spPr>
          <a:xfrm>
            <a:off x="7854663" y="3071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9" name="Shape 2057"/>
          <p:cNvSpPr/>
          <p:nvPr/>
        </p:nvSpPr>
        <p:spPr>
          <a:xfrm>
            <a:off x="7562036" y="3043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0" name="Shape 2058"/>
          <p:cNvSpPr/>
          <p:nvPr/>
        </p:nvSpPr>
        <p:spPr>
          <a:xfrm>
            <a:off x="7836657" y="30477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1" name="Shape 2059"/>
          <p:cNvSpPr/>
          <p:nvPr/>
        </p:nvSpPr>
        <p:spPr>
          <a:xfrm>
            <a:off x="7552486" y="3063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2" name="Shape 2060"/>
          <p:cNvSpPr/>
          <p:nvPr/>
        </p:nvSpPr>
        <p:spPr>
          <a:xfrm>
            <a:off x="7764729" y="3030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3" name="Shape 2061"/>
          <p:cNvSpPr/>
          <p:nvPr/>
        </p:nvSpPr>
        <p:spPr>
          <a:xfrm>
            <a:off x="7812749" y="30714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4" name="Shape 2062"/>
          <p:cNvSpPr/>
          <p:nvPr/>
        </p:nvSpPr>
        <p:spPr>
          <a:xfrm>
            <a:off x="7854475" y="31085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5" name="Shape 2063"/>
          <p:cNvSpPr/>
          <p:nvPr/>
        </p:nvSpPr>
        <p:spPr>
          <a:xfrm>
            <a:off x="7497607" y="3071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6" name="Shape 2064"/>
          <p:cNvSpPr/>
          <p:nvPr/>
        </p:nvSpPr>
        <p:spPr>
          <a:xfrm>
            <a:off x="7710574" y="30875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7" name="Shape 2065"/>
          <p:cNvSpPr/>
          <p:nvPr/>
        </p:nvSpPr>
        <p:spPr>
          <a:xfrm>
            <a:off x="7587886" y="30581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8" name="Shape 2066"/>
          <p:cNvSpPr/>
          <p:nvPr/>
        </p:nvSpPr>
        <p:spPr>
          <a:xfrm>
            <a:off x="7609713" y="30338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9" name="Shape 2067"/>
          <p:cNvSpPr/>
          <p:nvPr/>
        </p:nvSpPr>
        <p:spPr>
          <a:xfrm>
            <a:off x="7580192" y="31180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0" name="Shape 2068"/>
          <p:cNvSpPr/>
          <p:nvPr/>
        </p:nvSpPr>
        <p:spPr>
          <a:xfrm>
            <a:off x="7726417" y="34619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1" name="Shape 2069"/>
          <p:cNvSpPr/>
          <p:nvPr/>
        </p:nvSpPr>
        <p:spPr>
          <a:xfrm>
            <a:off x="7803045" y="29322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2" name="Shape 2070"/>
          <p:cNvSpPr/>
          <p:nvPr/>
        </p:nvSpPr>
        <p:spPr>
          <a:xfrm>
            <a:off x="7591090" y="3279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3" name="Shape 2071"/>
          <p:cNvSpPr/>
          <p:nvPr/>
        </p:nvSpPr>
        <p:spPr>
          <a:xfrm>
            <a:off x="7839353" y="32480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4" name="Shape 2072"/>
          <p:cNvSpPr/>
          <p:nvPr/>
        </p:nvSpPr>
        <p:spPr>
          <a:xfrm>
            <a:off x="7459224" y="3354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5" name="Shape 2073"/>
          <p:cNvSpPr/>
          <p:nvPr/>
        </p:nvSpPr>
        <p:spPr>
          <a:xfrm>
            <a:off x="7860492" y="3253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6" name="Shape 2074"/>
          <p:cNvSpPr/>
          <p:nvPr/>
        </p:nvSpPr>
        <p:spPr>
          <a:xfrm>
            <a:off x="7509623" y="3614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7" name="Shape 2075"/>
          <p:cNvSpPr/>
          <p:nvPr/>
        </p:nvSpPr>
        <p:spPr>
          <a:xfrm>
            <a:off x="7711255" y="36848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8" name="Shape 2076"/>
          <p:cNvSpPr/>
          <p:nvPr/>
        </p:nvSpPr>
        <p:spPr>
          <a:xfrm>
            <a:off x="7453270" y="37536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9" name="Shape 2077"/>
          <p:cNvSpPr/>
          <p:nvPr/>
        </p:nvSpPr>
        <p:spPr>
          <a:xfrm>
            <a:off x="7556507" y="34151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0" name="Shape 2078"/>
          <p:cNvSpPr/>
          <p:nvPr/>
        </p:nvSpPr>
        <p:spPr>
          <a:xfrm>
            <a:off x="7707605" y="3686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1" name="Shape 2079"/>
          <p:cNvSpPr/>
          <p:nvPr/>
        </p:nvSpPr>
        <p:spPr>
          <a:xfrm>
            <a:off x="7546914" y="36589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2" name="Shape 2080"/>
          <p:cNvSpPr/>
          <p:nvPr/>
        </p:nvSpPr>
        <p:spPr>
          <a:xfrm>
            <a:off x="7753768" y="3521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3" name="Shape 2081"/>
          <p:cNvSpPr/>
          <p:nvPr/>
        </p:nvSpPr>
        <p:spPr>
          <a:xfrm>
            <a:off x="7672688" y="35638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4" name="Shape 2082"/>
          <p:cNvSpPr/>
          <p:nvPr/>
        </p:nvSpPr>
        <p:spPr>
          <a:xfrm>
            <a:off x="7733580" y="34514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5" name="Shape 2083"/>
          <p:cNvSpPr/>
          <p:nvPr/>
        </p:nvSpPr>
        <p:spPr>
          <a:xfrm>
            <a:off x="7537019" y="3441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6" name="Shape 2084"/>
          <p:cNvSpPr/>
          <p:nvPr/>
        </p:nvSpPr>
        <p:spPr>
          <a:xfrm>
            <a:off x="7580228" y="35781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7" name="Shape 2085"/>
          <p:cNvSpPr/>
          <p:nvPr/>
        </p:nvSpPr>
        <p:spPr>
          <a:xfrm>
            <a:off x="7664571" y="3577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8" name="Shape 2086"/>
          <p:cNvSpPr/>
          <p:nvPr/>
        </p:nvSpPr>
        <p:spPr>
          <a:xfrm>
            <a:off x="7560625" y="31680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9" name="Shape 2087"/>
          <p:cNvSpPr/>
          <p:nvPr/>
        </p:nvSpPr>
        <p:spPr>
          <a:xfrm>
            <a:off x="7616716" y="3419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0" name="Shape 2088"/>
          <p:cNvSpPr/>
          <p:nvPr/>
        </p:nvSpPr>
        <p:spPr>
          <a:xfrm>
            <a:off x="7808567" y="32564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1" name="Shape 2089"/>
          <p:cNvSpPr/>
          <p:nvPr/>
        </p:nvSpPr>
        <p:spPr>
          <a:xfrm>
            <a:off x="7729435" y="3256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2" name="Shape 2090"/>
          <p:cNvSpPr/>
          <p:nvPr/>
        </p:nvSpPr>
        <p:spPr>
          <a:xfrm>
            <a:off x="7723285" y="2735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3" name="Shape 2091"/>
          <p:cNvSpPr/>
          <p:nvPr/>
        </p:nvSpPr>
        <p:spPr>
          <a:xfrm>
            <a:off x="7823367" y="27414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4" name="Shape 2092"/>
          <p:cNvSpPr/>
          <p:nvPr/>
        </p:nvSpPr>
        <p:spPr>
          <a:xfrm>
            <a:off x="7725648" y="3249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5" name="Shape 2093"/>
          <p:cNvSpPr/>
          <p:nvPr/>
        </p:nvSpPr>
        <p:spPr>
          <a:xfrm>
            <a:off x="7646043" y="29223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6" name="Shape 2094"/>
          <p:cNvSpPr/>
          <p:nvPr/>
        </p:nvSpPr>
        <p:spPr>
          <a:xfrm>
            <a:off x="7841630" y="27602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7" name="Shape 2095"/>
          <p:cNvSpPr/>
          <p:nvPr/>
        </p:nvSpPr>
        <p:spPr>
          <a:xfrm>
            <a:off x="7505152" y="32675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8" name="Shape 2096"/>
          <p:cNvSpPr/>
          <p:nvPr/>
        </p:nvSpPr>
        <p:spPr>
          <a:xfrm>
            <a:off x="7814374" y="3294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9" name="Shape 2097"/>
          <p:cNvSpPr/>
          <p:nvPr/>
        </p:nvSpPr>
        <p:spPr>
          <a:xfrm>
            <a:off x="7706621" y="2911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0" name="Shape 2098"/>
          <p:cNvSpPr/>
          <p:nvPr/>
        </p:nvSpPr>
        <p:spPr>
          <a:xfrm>
            <a:off x="7674631" y="2430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1" name="Shape 2099"/>
          <p:cNvSpPr/>
          <p:nvPr/>
        </p:nvSpPr>
        <p:spPr>
          <a:xfrm>
            <a:off x="7551417" y="3184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2" name="Shape 2100"/>
          <p:cNvSpPr/>
          <p:nvPr/>
        </p:nvSpPr>
        <p:spPr>
          <a:xfrm>
            <a:off x="7477361" y="31320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3" name="Shape 2101"/>
          <p:cNvSpPr/>
          <p:nvPr/>
        </p:nvSpPr>
        <p:spPr>
          <a:xfrm>
            <a:off x="7829447" y="3146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4" name="Shape 2102"/>
          <p:cNvSpPr/>
          <p:nvPr/>
        </p:nvSpPr>
        <p:spPr>
          <a:xfrm>
            <a:off x="7801515" y="3137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5" name="Shape 2103"/>
          <p:cNvSpPr/>
          <p:nvPr/>
        </p:nvSpPr>
        <p:spPr>
          <a:xfrm>
            <a:off x="7523740" y="31735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6" name="Shape 2104"/>
          <p:cNvSpPr/>
          <p:nvPr/>
        </p:nvSpPr>
        <p:spPr>
          <a:xfrm>
            <a:off x="7496472" y="3147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7" name="Shape 2105"/>
          <p:cNvSpPr/>
          <p:nvPr/>
        </p:nvSpPr>
        <p:spPr>
          <a:xfrm>
            <a:off x="7633443" y="3633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8" name="Shape 2106"/>
          <p:cNvSpPr/>
          <p:nvPr/>
        </p:nvSpPr>
        <p:spPr>
          <a:xfrm>
            <a:off x="7805813" y="35953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9" name="Shape 2107"/>
          <p:cNvSpPr/>
          <p:nvPr/>
        </p:nvSpPr>
        <p:spPr>
          <a:xfrm>
            <a:off x="7483212" y="33000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0" name="Shape 2108"/>
          <p:cNvSpPr/>
          <p:nvPr/>
        </p:nvSpPr>
        <p:spPr>
          <a:xfrm>
            <a:off x="7864213" y="26184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1" name="Shape 2109"/>
          <p:cNvSpPr/>
          <p:nvPr/>
        </p:nvSpPr>
        <p:spPr>
          <a:xfrm>
            <a:off x="7713379" y="33012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2" name="Shape 2110"/>
          <p:cNvSpPr/>
          <p:nvPr/>
        </p:nvSpPr>
        <p:spPr>
          <a:xfrm>
            <a:off x="7709456" y="3608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3" name="Shape 2111"/>
          <p:cNvSpPr/>
          <p:nvPr/>
        </p:nvSpPr>
        <p:spPr>
          <a:xfrm>
            <a:off x="7448847" y="3106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4" name="Shape 2112"/>
          <p:cNvSpPr/>
          <p:nvPr/>
        </p:nvSpPr>
        <p:spPr>
          <a:xfrm>
            <a:off x="7560038" y="33321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5" name="Shape 2113"/>
          <p:cNvSpPr/>
          <p:nvPr/>
        </p:nvSpPr>
        <p:spPr>
          <a:xfrm>
            <a:off x="7617559" y="3495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6" name="Shape 2114"/>
          <p:cNvSpPr/>
          <p:nvPr/>
        </p:nvSpPr>
        <p:spPr>
          <a:xfrm>
            <a:off x="7504918" y="3051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7" name="Shape 2115"/>
          <p:cNvSpPr/>
          <p:nvPr/>
        </p:nvSpPr>
        <p:spPr>
          <a:xfrm>
            <a:off x="7513658" y="3381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8" name="Shape 2116"/>
          <p:cNvSpPr/>
          <p:nvPr/>
        </p:nvSpPr>
        <p:spPr>
          <a:xfrm>
            <a:off x="7532029" y="36353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9" name="Shape 2117"/>
          <p:cNvSpPr/>
          <p:nvPr/>
        </p:nvSpPr>
        <p:spPr>
          <a:xfrm>
            <a:off x="7686782" y="34581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0" name="Shape 2118"/>
          <p:cNvSpPr/>
          <p:nvPr/>
        </p:nvSpPr>
        <p:spPr>
          <a:xfrm>
            <a:off x="7805490" y="35846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1" name="Shape 2119"/>
          <p:cNvSpPr/>
          <p:nvPr/>
        </p:nvSpPr>
        <p:spPr>
          <a:xfrm>
            <a:off x="7630401" y="3581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2" name="Shape 2120"/>
          <p:cNvSpPr/>
          <p:nvPr/>
        </p:nvSpPr>
        <p:spPr>
          <a:xfrm>
            <a:off x="7870399" y="34015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3" name="Shape 2121"/>
          <p:cNvSpPr/>
          <p:nvPr/>
        </p:nvSpPr>
        <p:spPr>
          <a:xfrm>
            <a:off x="7606021" y="24945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4" name="Shape 2122"/>
          <p:cNvSpPr/>
          <p:nvPr/>
        </p:nvSpPr>
        <p:spPr>
          <a:xfrm>
            <a:off x="7739457" y="23223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5" name="Shape 2123"/>
          <p:cNvSpPr/>
          <p:nvPr/>
        </p:nvSpPr>
        <p:spPr>
          <a:xfrm>
            <a:off x="7572301" y="3217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6" name="Shape 2124"/>
          <p:cNvSpPr/>
          <p:nvPr/>
        </p:nvSpPr>
        <p:spPr>
          <a:xfrm>
            <a:off x="7545828" y="2495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7" name="Shape 2125"/>
          <p:cNvSpPr/>
          <p:nvPr/>
        </p:nvSpPr>
        <p:spPr>
          <a:xfrm>
            <a:off x="7448343" y="24194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8" name="Shape 2126"/>
          <p:cNvSpPr/>
          <p:nvPr/>
        </p:nvSpPr>
        <p:spPr>
          <a:xfrm>
            <a:off x="7811728" y="24901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9" name="Shape 2127"/>
          <p:cNvSpPr/>
          <p:nvPr/>
        </p:nvSpPr>
        <p:spPr>
          <a:xfrm>
            <a:off x="7566773" y="32157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0" name="Shape 2128"/>
          <p:cNvSpPr/>
          <p:nvPr/>
        </p:nvSpPr>
        <p:spPr>
          <a:xfrm>
            <a:off x="7614614" y="24228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1" name="Shape 2129"/>
          <p:cNvSpPr/>
          <p:nvPr/>
        </p:nvSpPr>
        <p:spPr>
          <a:xfrm>
            <a:off x="7874239" y="2754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2" name="Shape 2130"/>
          <p:cNvSpPr/>
          <p:nvPr/>
        </p:nvSpPr>
        <p:spPr>
          <a:xfrm>
            <a:off x="7723309" y="29186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3" name="Shape 2131"/>
          <p:cNvSpPr/>
          <p:nvPr/>
        </p:nvSpPr>
        <p:spPr>
          <a:xfrm>
            <a:off x="7795067" y="26957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4" name="Shape 2132"/>
          <p:cNvSpPr/>
          <p:nvPr/>
        </p:nvSpPr>
        <p:spPr>
          <a:xfrm>
            <a:off x="7724240" y="29895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5" name="Shape 2133"/>
          <p:cNvSpPr/>
          <p:nvPr/>
        </p:nvSpPr>
        <p:spPr>
          <a:xfrm>
            <a:off x="7513416" y="26870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6" name="Shape 2134"/>
          <p:cNvSpPr/>
          <p:nvPr/>
        </p:nvSpPr>
        <p:spPr>
          <a:xfrm>
            <a:off x="7734678" y="30353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7" name="Shape 2135"/>
          <p:cNvSpPr/>
          <p:nvPr/>
        </p:nvSpPr>
        <p:spPr>
          <a:xfrm>
            <a:off x="7602604" y="28008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8" name="Shape 2136"/>
          <p:cNvSpPr/>
          <p:nvPr/>
        </p:nvSpPr>
        <p:spPr>
          <a:xfrm>
            <a:off x="7559049" y="26929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9" name="Shape 2137"/>
          <p:cNvSpPr/>
          <p:nvPr/>
        </p:nvSpPr>
        <p:spPr>
          <a:xfrm>
            <a:off x="7751167" y="32686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0" name="Shape 2138"/>
          <p:cNvSpPr/>
          <p:nvPr/>
        </p:nvSpPr>
        <p:spPr>
          <a:xfrm>
            <a:off x="7709583" y="3366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1" name="Shape 2139"/>
          <p:cNvSpPr/>
          <p:nvPr/>
        </p:nvSpPr>
        <p:spPr>
          <a:xfrm>
            <a:off x="7504911" y="3156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2" name="Shape 2140"/>
          <p:cNvSpPr/>
          <p:nvPr/>
        </p:nvSpPr>
        <p:spPr>
          <a:xfrm>
            <a:off x="7574125" y="3124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3" name="Shape 2141"/>
          <p:cNvSpPr/>
          <p:nvPr/>
        </p:nvSpPr>
        <p:spPr>
          <a:xfrm>
            <a:off x="7533403" y="3151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4" name="Shape 2142"/>
          <p:cNvSpPr/>
          <p:nvPr/>
        </p:nvSpPr>
        <p:spPr>
          <a:xfrm>
            <a:off x="7751573" y="3165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5" name="Shape 2143"/>
          <p:cNvSpPr/>
          <p:nvPr/>
        </p:nvSpPr>
        <p:spPr>
          <a:xfrm>
            <a:off x="7669191" y="31506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6" name="Shape 2144"/>
          <p:cNvSpPr/>
          <p:nvPr/>
        </p:nvSpPr>
        <p:spPr>
          <a:xfrm>
            <a:off x="7544058" y="31664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7" name="Shape 2145"/>
          <p:cNvSpPr/>
          <p:nvPr/>
        </p:nvSpPr>
        <p:spPr>
          <a:xfrm>
            <a:off x="7701273" y="35407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8" name="Shape 2146"/>
          <p:cNvSpPr/>
          <p:nvPr/>
        </p:nvSpPr>
        <p:spPr>
          <a:xfrm>
            <a:off x="7506203" y="3556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9" name="Shape 2147"/>
          <p:cNvSpPr/>
          <p:nvPr/>
        </p:nvSpPr>
        <p:spPr>
          <a:xfrm>
            <a:off x="7697193" y="35554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0" name="Shape 2148"/>
          <p:cNvSpPr/>
          <p:nvPr/>
        </p:nvSpPr>
        <p:spPr>
          <a:xfrm>
            <a:off x="7675838" y="3553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1" name="Shape 2149"/>
          <p:cNvSpPr/>
          <p:nvPr/>
        </p:nvSpPr>
        <p:spPr>
          <a:xfrm>
            <a:off x="7672602" y="32009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2" name="Shape 2150"/>
          <p:cNvSpPr/>
          <p:nvPr/>
        </p:nvSpPr>
        <p:spPr>
          <a:xfrm>
            <a:off x="7499043" y="34015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3" name="Shape 2151"/>
          <p:cNvSpPr/>
          <p:nvPr/>
        </p:nvSpPr>
        <p:spPr>
          <a:xfrm>
            <a:off x="7729670" y="27962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4" name="Shape 2152"/>
          <p:cNvSpPr/>
          <p:nvPr/>
        </p:nvSpPr>
        <p:spPr>
          <a:xfrm>
            <a:off x="7523950" y="2864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5" name="Shape 2153"/>
          <p:cNvSpPr/>
          <p:nvPr/>
        </p:nvSpPr>
        <p:spPr>
          <a:xfrm>
            <a:off x="7857451" y="2790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6" name="Shape 2154"/>
          <p:cNvSpPr/>
          <p:nvPr/>
        </p:nvSpPr>
        <p:spPr>
          <a:xfrm>
            <a:off x="7528188" y="2898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7" name="Shape 2155"/>
          <p:cNvSpPr/>
          <p:nvPr/>
        </p:nvSpPr>
        <p:spPr>
          <a:xfrm>
            <a:off x="7767766" y="35437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8" name="Shape 2156"/>
          <p:cNvSpPr/>
          <p:nvPr/>
        </p:nvSpPr>
        <p:spPr>
          <a:xfrm>
            <a:off x="7778535" y="30405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9" name="Shape 2157"/>
          <p:cNvSpPr/>
          <p:nvPr/>
        </p:nvSpPr>
        <p:spPr>
          <a:xfrm>
            <a:off x="7749819" y="28507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0" name="Shape 2158"/>
          <p:cNvSpPr/>
          <p:nvPr/>
        </p:nvSpPr>
        <p:spPr>
          <a:xfrm>
            <a:off x="7467923" y="29488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1" name="Shape 2159"/>
          <p:cNvSpPr/>
          <p:nvPr/>
        </p:nvSpPr>
        <p:spPr>
          <a:xfrm>
            <a:off x="7624211" y="2912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2" name="Shape 2160"/>
          <p:cNvSpPr/>
          <p:nvPr/>
        </p:nvSpPr>
        <p:spPr>
          <a:xfrm>
            <a:off x="7708243" y="31650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3" name="Shape 2161"/>
          <p:cNvSpPr/>
          <p:nvPr/>
        </p:nvSpPr>
        <p:spPr>
          <a:xfrm>
            <a:off x="7695552" y="29393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4" name="Shape 2162"/>
          <p:cNvSpPr/>
          <p:nvPr/>
        </p:nvSpPr>
        <p:spPr>
          <a:xfrm>
            <a:off x="7763935" y="34090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5" name="Shape 2163"/>
          <p:cNvSpPr/>
          <p:nvPr/>
        </p:nvSpPr>
        <p:spPr>
          <a:xfrm>
            <a:off x="7500917" y="2926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6" name="Shape 2164"/>
          <p:cNvSpPr/>
          <p:nvPr/>
        </p:nvSpPr>
        <p:spPr>
          <a:xfrm>
            <a:off x="7681685" y="29815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7" name="Shape 2165"/>
          <p:cNvSpPr/>
          <p:nvPr/>
        </p:nvSpPr>
        <p:spPr>
          <a:xfrm>
            <a:off x="7455054" y="31134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8" name="Shape 2166"/>
          <p:cNvSpPr/>
          <p:nvPr/>
        </p:nvSpPr>
        <p:spPr>
          <a:xfrm>
            <a:off x="7860713" y="3139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9" name="Shape 2167"/>
          <p:cNvSpPr/>
          <p:nvPr/>
        </p:nvSpPr>
        <p:spPr>
          <a:xfrm>
            <a:off x="7588585" y="32793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0" name="Shape 2168"/>
          <p:cNvSpPr/>
          <p:nvPr/>
        </p:nvSpPr>
        <p:spPr>
          <a:xfrm>
            <a:off x="7634950" y="3057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1" name="Shape 2169"/>
          <p:cNvSpPr/>
          <p:nvPr/>
        </p:nvSpPr>
        <p:spPr>
          <a:xfrm>
            <a:off x="7721036" y="2794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2" name="Shape 2170"/>
          <p:cNvSpPr/>
          <p:nvPr/>
        </p:nvSpPr>
        <p:spPr>
          <a:xfrm>
            <a:off x="7619089" y="2970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3" name="Shape 2171"/>
          <p:cNvSpPr/>
          <p:nvPr/>
        </p:nvSpPr>
        <p:spPr>
          <a:xfrm>
            <a:off x="7485481" y="25374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4" name="Shape 2172"/>
          <p:cNvSpPr/>
          <p:nvPr/>
        </p:nvSpPr>
        <p:spPr>
          <a:xfrm>
            <a:off x="7791086" y="3145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5" name="Shape 2173"/>
          <p:cNvSpPr/>
          <p:nvPr/>
        </p:nvSpPr>
        <p:spPr>
          <a:xfrm>
            <a:off x="7857663" y="2997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6" name="Shape 2174"/>
          <p:cNvSpPr/>
          <p:nvPr/>
        </p:nvSpPr>
        <p:spPr>
          <a:xfrm>
            <a:off x="7487483" y="31119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7" name="Shape 2175"/>
          <p:cNvSpPr/>
          <p:nvPr/>
        </p:nvSpPr>
        <p:spPr>
          <a:xfrm>
            <a:off x="7622309" y="2842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8" name="Shape 2176"/>
          <p:cNvSpPr/>
          <p:nvPr/>
        </p:nvSpPr>
        <p:spPr>
          <a:xfrm>
            <a:off x="7798902" y="25059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9" name="Shape 2177"/>
          <p:cNvSpPr/>
          <p:nvPr/>
        </p:nvSpPr>
        <p:spPr>
          <a:xfrm>
            <a:off x="7842672" y="31521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0" name="Shape 2178"/>
          <p:cNvSpPr/>
          <p:nvPr/>
        </p:nvSpPr>
        <p:spPr>
          <a:xfrm>
            <a:off x="7614497" y="29742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1" name="Shape 2179"/>
          <p:cNvSpPr/>
          <p:nvPr/>
        </p:nvSpPr>
        <p:spPr>
          <a:xfrm>
            <a:off x="7630826" y="3046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2" name="Shape 2180"/>
          <p:cNvSpPr/>
          <p:nvPr/>
        </p:nvSpPr>
        <p:spPr>
          <a:xfrm>
            <a:off x="7577499" y="34949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3" name="Shape 2181"/>
          <p:cNvSpPr/>
          <p:nvPr/>
        </p:nvSpPr>
        <p:spPr>
          <a:xfrm>
            <a:off x="7512088" y="3406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4" name="Shape 2182"/>
          <p:cNvSpPr/>
          <p:nvPr/>
        </p:nvSpPr>
        <p:spPr>
          <a:xfrm>
            <a:off x="7597987" y="36074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5" name="Shape 2183"/>
          <p:cNvSpPr/>
          <p:nvPr/>
        </p:nvSpPr>
        <p:spPr>
          <a:xfrm>
            <a:off x="7675523" y="3426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6" name="Shape 2184"/>
          <p:cNvSpPr/>
          <p:nvPr/>
        </p:nvSpPr>
        <p:spPr>
          <a:xfrm>
            <a:off x="7671680" y="2511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7" name="Shape 2185"/>
          <p:cNvSpPr/>
          <p:nvPr/>
        </p:nvSpPr>
        <p:spPr>
          <a:xfrm>
            <a:off x="7718789" y="31080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8" name="Shape 2186"/>
          <p:cNvSpPr/>
          <p:nvPr/>
        </p:nvSpPr>
        <p:spPr>
          <a:xfrm>
            <a:off x="7492449" y="3384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9" name="Shape 2187"/>
          <p:cNvSpPr/>
          <p:nvPr/>
        </p:nvSpPr>
        <p:spPr>
          <a:xfrm>
            <a:off x="7680158" y="31120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0" name="Shape 2188"/>
          <p:cNvSpPr/>
          <p:nvPr/>
        </p:nvSpPr>
        <p:spPr>
          <a:xfrm>
            <a:off x="7760656" y="3328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1" name="Shape 2189"/>
          <p:cNvSpPr/>
          <p:nvPr/>
        </p:nvSpPr>
        <p:spPr>
          <a:xfrm>
            <a:off x="7473043" y="35880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2" name="Shape 2190"/>
          <p:cNvSpPr/>
          <p:nvPr/>
        </p:nvSpPr>
        <p:spPr>
          <a:xfrm>
            <a:off x="7774833" y="3022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3" name="Shape 2191"/>
          <p:cNvSpPr/>
          <p:nvPr/>
        </p:nvSpPr>
        <p:spPr>
          <a:xfrm>
            <a:off x="7816612" y="2972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4" name="Shape 2192"/>
          <p:cNvSpPr/>
          <p:nvPr/>
        </p:nvSpPr>
        <p:spPr>
          <a:xfrm>
            <a:off x="7649382" y="3077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5" name="Shape 2193"/>
          <p:cNvSpPr/>
          <p:nvPr/>
        </p:nvSpPr>
        <p:spPr>
          <a:xfrm>
            <a:off x="7502731" y="3172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6" name="Shape 2194"/>
          <p:cNvSpPr/>
          <p:nvPr/>
        </p:nvSpPr>
        <p:spPr>
          <a:xfrm>
            <a:off x="7834257" y="3135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7" name="Shape 2195"/>
          <p:cNvSpPr/>
          <p:nvPr/>
        </p:nvSpPr>
        <p:spPr>
          <a:xfrm>
            <a:off x="7741649" y="33682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8" name="Shape 2196"/>
          <p:cNvSpPr/>
          <p:nvPr/>
        </p:nvSpPr>
        <p:spPr>
          <a:xfrm>
            <a:off x="7699784" y="3087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9" name="Shape 2197"/>
          <p:cNvSpPr/>
          <p:nvPr/>
        </p:nvSpPr>
        <p:spPr>
          <a:xfrm>
            <a:off x="7751155" y="35179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0" name="Shape 2198"/>
          <p:cNvSpPr/>
          <p:nvPr/>
        </p:nvSpPr>
        <p:spPr>
          <a:xfrm>
            <a:off x="7650290" y="29587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1" name="Shape 2199"/>
          <p:cNvSpPr/>
          <p:nvPr/>
        </p:nvSpPr>
        <p:spPr>
          <a:xfrm>
            <a:off x="7713666" y="2661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2" name="Shape 2200"/>
          <p:cNvSpPr/>
          <p:nvPr/>
        </p:nvSpPr>
        <p:spPr>
          <a:xfrm>
            <a:off x="7504616" y="2893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3" name="Shape 2201"/>
          <p:cNvSpPr/>
          <p:nvPr/>
        </p:nvSpPr>
        <p:spPr>
          <a:xfrm>
            <a:off x="7577794" y="3258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4" name="Shape 2202"/>
          <p:cNvSpPr/>
          <p:nvPr/>
        </p:nvSpPr>
        <p:spPr>
          <a:xfrm>
            <a:off x="7449999" y="1536700"/>
            <a:ext cx="76200" cy="63500"/>
          </a:xfrm>
          <a:prstGeom prst="triangle">
            <a:avLst/>
          </a:prstGeom>
          <a:solidFill>
            <a:srgbClr val="2D887E">
              <a:alpha val="82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5" name="Shape 2203"/>
          <p:cNvSpPr/>
          <p:nvPr/>
        </p:nvSpPr>
        <p:spPr>
          <a:xfrm>
            <a:off x="7748839" y="35205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6" name="Shape 2204"/>
          <p:cNvSpPr/>
          <p:nvPr/>
        </p:nvSpPr>
        <p:spPr>
          <a:xfrm>
            <a:off x="7822081" y="34759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7" name="Shape 2205"/>
          <p:cNvSpPr/>
          <p:nvPr/>
        </p:nvSpPr>
        <p:spPr>
          <a:xfrm>
            <a:off x="7806289" y="2497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8" name="Shape 2206"/>
          <p:cNvSpPr/>
          <p:nvPr/>
        </p:nvSpPr>
        <p:spPr>
          <a:xfrm>
            <a:off x="7515859" y="2457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9" name="Shape 2207"/>
          <p:cNvSpPr/>
          <p:nvPr/>
        </p:nvSpPr>
        <p:spPr>
          <a:xfrm>
            <a:off x="7582010" y="28550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0" name="Shape 2208"/>
          <p:cNvSpPr/>
          <p:nvPr/>
        </p:nvSpPr>
        <p:spPr>
          <a:xfrm>
            <a:off x="7573559" y="3144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1" name="Shape 2209"/>
          <p:cNvSpPr/>
          <p:nvPr/>
        </p:nvSpPr>
        <p:spPr>
          <a:xfrm>
            <a:off x="7567667" y="2856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2" name="Shape 2210"/>
          <p:cNvSpPr/>
          <p:nvPr/>
        </p:nvSpPr>
        <p:spPr>
          <a:xfrm>
            <a:off x="7769189" y="29641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3" name="Shape 2211"/>
          <p:cNvSpPr/>
          <p:nvPr/>
        </p:nvSpPr>
        <p:spPr>
          <a:xfrm>
            <a:off x="7756110" y="2842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4" name="Shape 2212"/>
          <p:cNvSpPr/>
          <p:nvPr/>
        </p:nvSpPr>
        <p:spPr>
          <a:xfrm>
            <a:off x="7836160" y="25082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5" name="Shape 2213"/>
          <p:cNvSpPr/>
          <p:nvPr/>
        </p:nvSpPr>
        <p:spPr>
          <a:xfrm>
            <a:off x="7693886" y="2666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6" name="Shape 2214"/>
          <p:cNvSpPr/>
          <p:nvPr/>
        </p:nvSpPr>
        <p:spPr>
          <a:xfrm>
            <a:off x="7854973" y="2796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7" name="Shape 2215"/>
          <p:cNvSpPr/>
          <p:nvPr/>
        </p:nvSpPr>
        <p:spPr>
          <a:xfrm>
            <a:off x="7607243" y="25248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8" name="Shape 2216"/>
          <p:cNvSpPr/>
          <p:nvPr/>
        </p:nvSpPr>
        <p:spPr>
          <a:xfrm>
            <a:off x="7632313" y="2832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9" name="Shape 2217"/>
          <p:cNvSpPr/>
          <p:nvPr/>
        </p:nvSpPr>
        <p:spPr>
          <a:xfrm>
            <a:off x="7640692" y="2728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0" name="Shape 2218"/>
          <p:cNvSpPr/>
          <p:nvPr/>
        </p:nvSpPr>
        <p:spPr>
          <a:xfrm>
            <a:off x="7644734" y="2647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1" name="Shape 2219"/>
          <p:cNvSpPr/>
          <p:nvPr/>
        </p:nvSpPr>
        <p:spPr>
          <a:xfrm>
            <a:off x="7593000" y="2548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2" name="Shape 2220"/>
          <p:cNvSpPr/>
          <p:nvPr/>
        </p:nvSpPr>
        <p:spPr>
          <a:xfrm>
            <a:off x="7534996" y="26889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3" name="Shape 2221"/>
          <p:cNvSpPr/>
          <p:nvPr/>
        </p:nvSpPr>
        <p:spPr>
          <a:xfrm>
            <a:off x="7625074" y="2634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4" name="Shape 2222"/>
          <p:cNvSpPr/>
          <p:nvPr/>
        </p:nvSpPr>
        <p:spPr>
          <a:xfrm>
            <a:off x="7772986" y="27696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5" name="Shape 2223"/>
          <p:cNvSpPr/>
          <p:nvPr/>
        </p:nvSpPr>
        <p:spPr>
          <a:xfrm>
            <a:off x="7552999" y="26742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6" name="Shape 2224"/>
          <p:cNvSpPr/>
          <p:nvPr/>
        </p:nvSpPr>
        <p:spPr>
          <a:xfrm>
            <a:off x="7770861" y="27723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7" name="Shape 2225"/>
          <p:cNvSpPr/>
          <p:nvPr/>
        </p:nvSpPr>
        <p:spPr>
          <a:xfrm>
            <a:off x="7655200" y="25550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8" name="Shape 2226"/>
          <p:cNvSpPr/>
          <p:nvPr/>
        </p:nvSpPr>
        <p:spPr>
          <a:xfrm>
            <a:off x="7684713" y="26409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9" name="Shape 2227"/>
          <p:cNvSpPr/>
          <p:nvPr/>
        </p:nvSpPr>
        <p:spPr>
          <a:xfrm>
            <a:off x="7876953" y="32865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0" name="Shape 2228"/>
          <p:cNvSpPr/>
          <p:nvPr/>
        </p:nvSpPr>
        <p:spPr>
          <a:xfrm>
            <a:off x="7733245" y="35711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1" name="Shape 2229"/>
          <p:cNvSpPr/>
          <p:nvPr/>
        </p:nvSpPr>
        <p:spPr>
          <a:xfrm>
            <a:off x="7713294" y="32038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2" name="Shape 2230"/>
          <p:cNvSpPr/>
          <p:nvPr/>
        </p:nvSpPr>
        <p:spPr>
          <a:xfrm>
            <a:off x="7800745" y="3184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3" name="Shape 2231"/>
          <p:cNvSpPr/>
          <p:nvPr/>
        </p:nvSpPr>
        <p:spPr>
          <a:xfrm>
            <a:off x="7619775" y="34405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4" name="Shape 2232"/>
          <p:cNvSpPr/>
          <p:nvPr/>
        </p:nvSpPr>
        <p:spPr>
          <a:xfrm>
            <a:off x="7696136" y="3350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5" name="Shape 2233"/>
          <p:cNvSpPr/>
          <p:nvPr/>
        </p:nvSpPr>
        <p:spPr>
          <a:xfrm>
            <a:off x="7486177" y="3204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6" name="Shape 2234"/>
          <p:cNvSpPr/>
          <p:nvPr/>
        </p:nvSpPr>
        <p:spPr>
          <a:xfrm>
            <a:off x="7708415" y="32144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7" name="Shape 2235"/>
          <p:cNvSpPr/>
          <p:nvPr/>
        </p:nvSpPr>
        <p:spPr>
          <a:xfrm>
            <a:off x="7805742" y="3713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8" name="Shape 2236"/>
          <p:cNvSpPr/>
          <p:nvPr/>
        </p:nvSpPr>
        <p:spPr>
          <a:xfrm>
            <a:off x="7753061" y="3676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9" name="Shape 2237"/>
          <p:cNvSpPr/>
          <p:nvPr/>
        </p:nvSpPr>
        <p:spPr>
          <a:xfrm>
            <a:off x="7766475" y="35426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0" name="Shape 2238"/>
          <p:cNvSpPr/>
          <p:nvPr/>
        </p:nvSpPr>
        <p:spPr>
          <a:xfrm>
            <a:off x="7758787" y="38165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1" name="Shape 2239"/>
          <p:cNvSpPr/>
          <p:nvPr/>
        </p:nvSpPr>
        <p:spPr>
          <a:xfrm>
            <a:off x="7470684" y="2408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2" name="Shape 2240"/>
          <p:cNvSpPr/>
          <p:nvPr/>
        </p:nvSpPr>
        <p:spPr>
          <a:xfrm>
            <a:off x="7573640" y="24211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3" name="Shape 2241"/>
          <p:cNvSpPr/>
          <p:nvPr/>
        </p:nvSpPr>
        <p:spPr>
          <a:xfrm>
            <a:off x="7846226" y="24104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4" name="Shape 2242"/>
          <p:cNvSpPr/>
          <p:nvPr/>
        </p:nvSpPr>
        <p:spPr>
          <a:xfrm>
            <a:off x="7691556" y="24069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5" name="Shape 2243"/>
          <p:cNvSpPr/>
          <p:nvPr/>
        </p:nvSpPr>
        <p:spPr>
          <a:xfrm>
            <a:off x="7798122" y="2401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6" name="Shape 2244"/>
          <p:cNvSpPr/>
          <p:nvPr/>
        </p:nvSpPr>
        <p:spPr>
          <a:xfrm>
            <a:off x="7574075" y="24257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7" name="Shape 2245"/>
          <p:cNvSpPr/>
          <p:nvPr/>
        </p:nvSpPr>
        <p:spPr>
          <a:xfrm>
            <a:off x="7814040" y="2417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8" name="Shape 2246"/>
          <p:cNvSpPr/>
          <p:nvPr/>
        </p:nvSpPr>
        <p:spPr>
          <a:xfrm>
            <a:off x="7774623" y="2416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9" name="Shape 2247"/>
          <p:cNvSpPr/>
          <p:nvPr/>
        </p:nvSpPr>
        <p:spPr>
          <a:xfrm>
            <a:off x="7839533" y="24041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0" name="Shape 2248"/>
          <p:cNvSpPr/>
          <p:nvPr/>
        </p:nvSpPr>
        <p:spPr>
          <a:xfrm>
            <a:off x="7510711" y="33182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1" name="Shape 2249"/>
          <p:cNvSpPr/>
          <p:nvPr/>
        </p:nvSpPr>
        <p:spPr>
          <a:xfrm>
            <a:off x="7877031" y="24074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2" name="Shape 2250"/>
          <p:cNvSpPr/>
          <p:nvPr/>
        </p:nvSpPr>
        <p:spPr>
          <a:xfrm>
            <a:off x="7712949" y="2411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3" name="Shape 2251"/>
          <p:cNvSpPr/>
          <p:nvPr/>
        </p:nvSpPr>
        <p:spPr>
          <a:xfrm>
            <a:off x="7856588" y="3123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4" name="Shape 2252"/>
          <p:cNvSpPr/>
          <p:nvPr/>
        </p:nvSpPr>
        <p:spPr>
          <a:xfrm>
            <a:off x="7802461" y="24093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5" name="Shape 2253"/>
          <p:cNvSpPr/>
          <p:nvPr/>
        </p:nvSpPr>
        <p:spPr>
          <a:xfrm>
            <a:off x="7489130" y="33115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6" name="Shape 2254"/>
          <p:cNvSpPr/>
          <p:nvPr/>
        </p:nvSpPr>
        <p:spPr>
          <a:xfrm>
            <a:off x="7702061" y="32720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7" name="Shape 2255"/>
          <p:cNvSpPr/>
          <p:nvPr/>
        </p:nvSpPr>
        <p:spPr>
          <a:xfrm>
            <a:off x="7534239" y="30422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8" name="Shape 2256"/>
          <p:cNvSpPr/>
          <p:nvPr/>
        </p:nvSpPr>
        <p:spPr>
          <a:xfrm>
            <a:off x="7569452" y="34065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9" name="Shape 2257"/>
          <p:cNvSpPr/>
          <p:nvPr/>
        </p:nvSpPr>
        <p:spPr>
          <a:xfrm>
            <a:off x="7847365" y="35150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0" name="Shape 2258"/>
          <p:cNvSpPr/>
          <p:nvPr/>
        </p:nvSpPr>
        <p:spPr>
          <a:xfrm>
            <a:off x="7492517" y="36688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1" name="Shape 2259"/>
          <p:cNvSpPr/>
          <p:nvPr/>
        </p:nvSpPr>
        <p:spPr>
          <a:xfrm>
            <a:off x="7865182" y="3114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2" name="Shape 2260"/>
          <p:cNvSpPr/>
          <p:nvPr/>
        </p:nvSpPr>
        <p:spPr>
          <a:xfrm>
            <a:off x="7509138" y="3028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3" name="Shape 2261"/>
          <p:cNvSpPr/>
          <p:nvPr/>
        </p:nvSpPr>
        <p:spPr>
          <a:xfrm>
            <a:off x="7637031" y="3079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4" name="Shape 2262"/>
          <p:cNvSpPr/>
          <p:nvPr/>
        </p:nvSpPr>
        <p:spPr>
          <a:xfrm>
            <a:off x="7744972" y="2852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5" name="Shape 2263"/>
          <p:cNvSpPr/>
          <p:nvPr/>
        </p:nvSpPr>
        <p:spPr>
          <a:xfrm>
            <a:off x="7752226" y="32770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6" name="Shape 2264"/>
          <p:cNvSpPr/>
          <p:nvPr/>
        </p:nvSpPr>
        <p:spPr>
          <a:xfrm>
            <a:off x="7458704" y="34501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7" name="Shape 2265"/>
          <p:cNvSpPr/>
          <p:nvPr/>
        </p:nvSpPr>
        <p:spPr>
          <a:xfrm>
            <a:off x="7622676" y="36112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8" name="Shape 2266"/>
          <p:cNvSpPr/>
          <p:nvPr/>
        </p:nvSpPr>
        <p:spPr>
          <a:xfrm>
            <a:off x="7786712" y="3608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9" name="Shape 2267"/>
          <p:cNvSpPr/>
          <p:nvPr/>
        </p:nvSpPr>
        <p:spPr>
          <a:xfrm>
            <a:off x="7463756" y="36231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0" name="Shape 2268"/>
          <p:cNvSpPr/>
          <p:nvPr/>
        </p:nvSpPr>
        <p:spPr>
          <a:xfrm>
            <a:off x="7830960" y="34536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1" name="Shape 2269"/>
          <p:cNvSpPr/>
          <p:nvPr/>
        </p:nvSpPr>
        <p:spPr>
          <a:xfrm>
            <a:off x="7745184" y="3618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2" name="Shape 2270"/>
          <p:cNvSpPr/>
          <p:nvPr/>
        </p:nvSpPr>
        <p:spPr>
          <a:xfrm>
            <a:off x="7539195" y="3486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3" name="Shape 2271"/>
          <p:cNvSpPr/>
          <p:nvPr/>
        </p:nvSpPr>
        <p:spPr>
          <a:xfrm>
            <a:off x="7638632" y="35858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4" name="Shape 2272"/>
          <p:cNvSpPr/>
          <p:nvPr/>
        </p:nvSpPr>
        <p:spPr>
          <a:xfrm>
            <a:off x="7558193" y="28940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5" name="Shape 2273"/>
          <p:cNvSpPr/>
          <p:nvPr/>
        </p:nvSpPr>
        <p:spPr>
          <a:xfrm>
            <a:off x="7772237" y="2877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6" name="Shape 2274"/>
          <p:cNvSpPr/>
          <p:nvPr/>
        </p:nvSpPr>
        <p:spPr>
          <a:xfrm>
            <a:off x="7751180" y="35473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7" name="Shape 2275"/>
          <p:cNvSpPr/>
          <p:nvPr/>
        </p:nvSpPr>
        <p:spPr>
          <a:xfrm>
            <a:off x="7512152" y="36495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8" name="Shape 2276"/>
          <p:cNvSpPr/>
          <p:nvPr/>
        </p:nvSpPr>
        <p:spPr>
          <a:xfrm>
            <a:off x="7537153" y="29464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9" name="Shape 2277"/>
          <p:cNvSpPr/>
          <p:nvPr/>
        </p:nvSpPr>
        <p:spPr>
          <a:xfrm>
            <a:off x="7658440" y="35791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0" name="Shape 2278"/>
          <p:cNvSpPr/>
          <p:nvPr/>
        </p:nvSpPr>
        <p:spPr>
          <a:xfrm>
            <a:off x="7656658" y="32440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1" name="Shape 2279"/>
          <p:cNvSpPr/>
          <p:nvPr/>
        </p:nvSpPr>
        <p:spPr>
          <a:xfrm>
            <a:off x="7682173" y="31301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2" name="Shape 2280"/>
          <p:cNvSpPr/>
          <p:nvPr/>
        </p:nvSpPr>
        <p:spPr>
          <a:xfrm>
            <a:off x="7484178" y="31268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3" name="Shape 2281"/>
          <p:cNvSpPr/>
          <p:nvPr/>
        </p:nvSpPr>
        <p:spPr>
          <a:xfrm>
            <a:off x="7456347" y="3064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4" name="Shape 2282"/>
          <p:cNvSpPr/>
          <p:nvPr/>
        </p:nvSpPr>
        <p:spPr>
          <a:xfrm>
            <a:off x="7572323" y="3172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5" name="Shape 2283"/>
          <p:cNvSpPr/>
          <p:nvPr/>
        </p:nvSpPr>
        <p:spPr>
          <a:xfrm>
            <a:off x="7615374" y="32481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6" name="Shape 2284"/>
          <p:cNvSpPr/>
          <p:nvPr/>
        </p:nvSpPr>
        <p:spPr>
          <a:xfrm>
            <a:off x="7664389" y="31615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7" name="Shape 2285"/>
          <p:cNvSpPr/>
          <p:nvPr/>
        </p:nvSpPr>
        <p:spPr>
          <a:xfrm>
            <a:off x="7775737" y="3231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8" name="Shape 2286"/>
          <p:cNvSpPr/>
          <p:nvPr/>
        </p:nvSpPr>
        <p:spPr>
          <a:xfrm>
            <a:off x="7683500" y="2451705"/>
            <a:ext cx="0" cy="1181886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289" name="Shape 2287"/>
          <p:cNvSpPr/>
          <p:nvPr/>
        </p:nvSpPr>
        <p:spPr>
          <a:xfrm>
            <a:off x="7569200" y="3633590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290" name="Shape 2288"/>
          <p:cNvSpPr/>
          <p:nvPr/>
        </p:nvSpPr>
        <p:spPr>
          <a:xfrm>
            <a:off x="7569200" y="2451705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291" name="Shape 2289"/>
          <p:cNvSpPr/>
          <p:nvPr/>
        </p:nvSpPr>
        <p:spPr>
          <a:xfrm>
            <a:off x="7518400" y="2983786"/>
            <a:ext cx="330200" cy="497158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2292" name="Shape 2290"/>
          <p:cNvSpPr/>
          <p:nvPr/>
        </p:nvSpPr>
        <p:spPr>
          <a:xfrm>
            <a:off x="7518400" y="3214814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2293" name="Shape 2291"/>
          <p:cNvSpPr/>
          <p:nvPr/>
        </p:nvSpPr>
        <p:spPr>
          <a:xfrm>
            <a:off x="8532892" y="31934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4" name="Shape 2292"/>
          <p:cNvSpPr/>
          <p:nvPr/>
        </p:nvSpPr>
        <p:spPr>
          <a:xfrm>
            <a:off x="8489944" y="33232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5" name="Shape 2293"/>
          <p:cNvSpPr/>
          <p:nvPr/>
        </p:nvSpPr>
        <p:spPr>
          <a:xfrm>
            <a:off x="8241958" y="3377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6" name="Shape 2294"/>
          <p:cNvSpPr/>
          <p:nvPr/>
        </p:nvSpPr>
        <p:spPr>
          <a:xfrm>
            <a:off x="8459874" y="3402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7" name="Shape 2295"/>
          <p:cNvSpPr/>
          <p:nvPr/>
        </p:nvSpPr>
        <p:spPr>
          <a:xfrm>
            <a:off x="8124740" y="3124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8" name="Shape 2296"/>
          <p:cNvSpPr/>
          <p:nvPr/>
        </p:nvSpPr>
        <p:spPr>
          <a:xfrm>
            <a:off x="8323556" y="33055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299" name="Shape 2297"/>
          <p:cNvSpPr/>
          <p:nvPr/>
        </p:nvSpPr>
        <p:spPr>
          <a:xfrm>
            <a:off x="8293448" y="2509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0" name="Shape 2298"/>
          <p:cNvSpPr/>
          <p:nvPr/>
        </p:nvSpPr>
        <p:spPr>
          <a:xfrm>
            <a:off x="8348425" y="33540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1" name="Shape 2299"/>
          <p:cNvSpPr/>
          <p:nvPr/>
        </p:nvSpPr>
        <p:spPr>
          <a:xfrm>
            <a:off x="8327588" y="3141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2" name="Shape 2300"/>
          <p:cNvSpPr/>
          <p:nvPr/>
        </p:nvSpPr>
        <p:spPr>
          <a:xfrm>
            <a:off x="8537466" y="3372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3" name="Shape 2301"/>
          <p:cNvSpPr/>
          <p:nvPr/>
        </p:nvSpPr>
        <p:spPr>
          <a:xfrm>
            <a:off x="8338570" y="3260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4" name="Shape 2302"/>
          <p:cNvSpPr/>
          <p:nvPr/>
        </p:nvSpPr>
        <p:spPr>
          <a:xfrm>
            <a:off x="8483117" y="3167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5" name="Shape 2303"/>
          <p:cNvSpPr/>
          <p:nvPr/>
        </p:nvSpPr>
        <p:spPr>
          <a:xfrm>
            <a:off x="8324513" y="3301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6" name="Shape 2304"/>
          <p:cNvSpPr/>
          <p:nvPr/>
        </p:nvSpPr>
        <p:spPr>
          <a:xfrm>
            <a:off x="8526236" y="32105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7" name="Shape 2305"/>
          <p:cNvSpPr/>
          <p:nvPr/>
        </p:nvSpPr>
        <p:spPr>
          <a:xfrm>
            <a:off x="8164828" y="32138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8" name="Shape 2306"/>
          <p:cNvSpPr/>
          <p:nvPr/>
        </p:nvSpPr>
        <p:spPr>
          <a:xfrm>
            <a:off x="8156481" y="32609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09" name="Shape 2307"/>
          <p:cNvSpPr/>
          <p:nvPr/>
        </p:nvSpPr>
        <p:spPr>
          <a:xfrm>
            <a:off x="8182188" y="31767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0" name="Shape 2308"/>
          <p:cNvSpPr/>
          <p:nvPr/>
        </p:nvSpPr>
        <p:spPr>
          <a:xfrm>
            <a:off x="8271988" y="3220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1" name="Shape 2309"/>
          <p:cNvSpPr/>
          <p:nvPr/>
        </p:nvSpPr>
        <p:spPr>
          <a:xfrm>
            <a:off x="8173561" y="33182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2" name="Shape 2310"/>
          <p:cNvSpPr/>
          <p:nvPr/>
        </p:nvSpPr>
        <p:spPr>
          <a:xfrm>
            <a:off x="8483363" y="3300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3" name="Shape 2311"/>
          <p:cNvSpPr/>
          <p:nvPr/>
        </p:nvSpPr>
        <p:spPr>
          <a:xfrm>
            <a:off x="8496345" y="2512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4" name="Shape 2312"/>
          <p:cNvSpPr/>
          <p:nvPr/>
        </p:nvSpPr>
        <p:spPr>
          <a:xfrm>
            <a:off x="8182252" y="3276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5" name="Shape 2313"/>
          <p:cNvSpPr/>
          <p:nvPr/>
        </p:nvSpPr>
        <p:spPr>
          <a:xfrm>
            <a:off x="8287115" y="33531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6" name="Shape 2314"/>
          <p:cNvSpPr/>
          <p:nvPr/>
        </p:nvSpPr>
        <p:spPr>
          <a:xfrm>
            <a:off x="8156880" y="32179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7" name="Shape 2315"/>
          <p:cNvSpPr/>
          <p:nvPr/>
        </p:nvSpPr>
        <p:spPr>
          <a:xfrm>
            <a:off x="8141675" y="25048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8" name="Shape 2316"/>
          <p:cNvSpPr/>
          <p:nvPr/>
        </p:nvSpPr>
        <p:spPr>
          <a:xfrm>
            <a:off x="8309917" y="33912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19" name="Shape 2317"/>
          <p:cNvSpPr/>
          <p:nvPr/>
        </p:nvSpPr>
        <p:spPr>
          <a:xfrm>
            <a:off x="8189253" y="33104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0" name="Shape 2318"/>
          <p:cNvSpPr/>
          <p:nvPr/>
        </p:nvSpPr>
        <p:spPr>
          <a:xfrm>
            <a:off x="8506452" y="33941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1" name="Shape 2319"/>
          <p:cNvSpPr/>
          <p:nvPr/>
        </p:nvSpPr>
        <p:spPr>
          <a:xfrm>
            <a:off x="8261526" y="3319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2" name="Shape 2320"/>
          <p:cNvSpPr/>
          <p:nvPr/>
        </p:nvSpPr>
        <p:spPr>
          <a:xfrm>
            <a:off x="8226804" y="33508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3" name="Shape 2321"/>
          <p:cNvSpPr/>
          <p:nvPr/>
        </p:nvSpPr>
        <p:spPr>
          <a:xfrm>
            <a:off x="8114744" y="3355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4" name="Shape 2322"/>
          <p:cNvSpPr/>
          <p:nvPr/>
        </p:nvSpPr>
        <p:spPr>
          <a:xfrm>
            <a:off x="8533653" y="32368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5" name="Shape 2323"/>
          <p:cNvSpPr/>
          <p:nvPr/>
        </p:nvSpPr>
        <p:spPr>
          <a:xfrm>
            <a:off x="8294129" y="3392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6" name="Shape 2324"/>
          <p:cNvSpPr/>
          <p:nvPr/>
        </p:nvSpPr>
        <p:spPr>
          <a:xfrm>
            <a:off x="8260787" y="3143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7" name="Shape 2325"/>
          <p:cNvSpPr/>
          <p:nvPr/>
        </p:nvSpPr>
        <p:spPr>
          <a:xfrm>
            <a:off x="8509855" y="3267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8" name="Shape 2326"/>
          <p:cNvSpPr/>
          <p:nvPr/>
        </p:nvSpPr>
        <p:spPr>
          <a:xfrm>
            <a:off x="8460794" y="33486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29" name="Shape 2327"/>
          <p:cNvSpPr/>
          <p:nvPr/>
        </p:nvSpPr>
        <p:spPr>
          <a:xfrm>
            <a:off x="8153730" y="3246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0" name="Shape 2328"/>
          <p:cNvSpPr/>
          <p:nvPr/>
        </p:nvSpPr>
        <p:spPr>
          <a:xfrm>
            <a:off x="8230511" y="3278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1" name="Shape 2329"/>
          <p:cNvSpPr/>
          <p:nvPr/>
        </p:nvSpPr>
        <p:spPr>
          <a:xfrm>
            <a:off x="8274777" y="33749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2" name="Shape 2330"/>
          <p:cNvSpPr/>
          <p:nvPr/>
        </p:nvSpPr>
        <p:spPr>
          <a:xfrm>
            <a:off x="8237829" y="33890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3" name="Shape 2331"/>
          <p:cNvSpPr/>
          <p:nvPr/>
        </p:nvSpPr>
        <p:spPr>
          <a:xfrm>
            <a:off x="8394529" y="33487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4" name="Shape 2332"/>
          <p:cNvSpPr/>
          <p:nvPr/>
        </p:nvSpPr>
        <p:spPr>
          <a:xfrm>
            <a:off x="8273778" y="32923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5" name="Shape 2333"/>
          <p:cNvSpPr/>
          <p:nvPr/>
        </p:nvSpPr>
        <p:spPr>
          <a:xfrm>
            <a:off x="8171411" y="32703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6" name="Shape 2334"/>
          <p:cNvSpPr/>
          <p:nvPr/>
        </p:nvSpPr>
        <p:spPr>
          <a:xfrm>
            <a:off x="8194943" y="33230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7" name="Shape 2335"/>
          <p:cNvSpPr/>
          <p:nvPr/>
        </p:nvSpPr>
        <p:spPr>
          <a:xfrm>
            <a:off x="8113908" y="33170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8" name="Shape 2336"/>
          <p:cNvSpPr/>
          <p:nvPr/>
        </p:nvSpPr>
        <p:spPr>
          <a:xfrm>
            <a:off x="8319929" y="31876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39" name="Shape 2337"/>
          <p:cNvSpPr/>
          <p:nvPr/>
        </p:nvSpPr>
        <p:spPr>
          <a:xfrm>
            <a:off x="8255749" y="3202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0" name="Shape 2338"/>
          <p:cNvSpPr/>
          <p:nvPr/>
        </p:nvSpPr>
        <p:spPr>
          <a:xfrm>
            <a:off x="8110499" y="3262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1" name="Shape 2339"/>
          <p:cNvSpPr/>
          <p:nvPr/>
        </p:nvSpPr>
        <p:spPr>
          <a:xfrm>
            <a:off x="8319115" y="24906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2" name="Shape 2340"/>
          <p:cNvSpPr/>
          <p:nvPr/>
        </p:nvSpPr>
        <p:spPr>
          <a:xfrm>
            <a:off x="8330303" y="32937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3" name="Shape 2341"/>
          <p:cNvSpPr/>
          <p:nvPr/>
        </p:nvSpPr>
        <p:spPr>
          <a:xfrm>
            <a:off x="8238403" y="33457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4" name="Shape 2342"/>
          <p:cNvSpPr/>
          <p:nvPr/>
        </p:nvSpPr>
        <p:spPr>
          <a:xfrm>
            <a:off x="8224233" y="32106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5" name="Shape 2343"/>
          <p:cNvSpPr/>
          <p:nvPr/>
        </p:nvSpPr>
        <p:spPr>
          <a:xfrm>
            <a:off x="8380626" y="34488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6" name="Shape 2344"/>
          <p:cNvSpPr/>
          <p:nvPr/>
        </p:nvSpPr>
        <p:spPr>
          <a:xfrm>
            <a:off x="8140196" y="3210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7" name="Shape 2345"/>
          <p:cNvSpPr/>
          <p:nvPr/>
        </p:nvSpPr>
        <p:spPr>
          <a:xfrm>
            <a:off x="8254501" y="33024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8" name="Shape 2346"/>
          <p:cNvSpPr/>
          <p:nvPr/>
        </p:nvSpPr>
        <p:spPr>
          <a:xfrm>
            <a:off x="8466947" y="34432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49" name="Shape 2347"/>
          <p:cNvSpPr/>
          <p:nvPr/>
        </p:nvSpPr>
        <p:spPr>
          <a:xfrm>
            <a:off x="8352488" y="31555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0" name="Shape 2348"/>
          <p:cNvSpPr/>
          <p:nvPr/>
        </p:nvSpPr>
        <p:spPr>
          <a:xfrm>
            <a:off x="8414684" y="3176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1" name="Shape 2349"/>
          <p:cNvSpPr/>
          <p:nvPr/>
        </p:nvSpPr>
        <p:spPr>
          <a:xfrm>
            <a:off x="8292755" y="33246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2" name="Shape 2350"/>
          <p:cNvSpPr/>
          <p:nvPr/>
        </p:nvSpPr>
        <p:spPr>
          <a:xfrm>
            <a:off x="8492613" y="3146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3" name="Shape 2351"/>
          <p:cNvSpPr/>
          <p:nvPr/>
        </p:nvSpPr>
        <p:spPr>
          <a:xfrm>
            <a:off x="8173533" y="32639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4" name="Shape 2352"/>
          <p:cNvSpPr/>
          <p:nvPr/>
        </p:nvSpPr>
        <p:spPr>
          <a:xfrm>
            <a:off x="8320331" y="33134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5" name="Shape 2353"/>
          <p:cNvSpPr/>
          <p:nvPr/>
        </p:nvSpPr>
        <p:spPr>
          <a:xfrm>
            <a:off x="8387308" y="33260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6" name="Shape 2354"/>
          <p:cNvSpPr/>
          <p:nvPr/>
        </p:nvSpPr>
        <p:spPr>
          <a:xfrm>
            <a:off x="8139842" y="3280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7" name="Shape 2355"/>
          <p:cNvSpPr/>
          <p:nvPr/>
        </p:nvSpPr>
        <p:spPr>
          <a:xfrm>
            <a:off x="8317117" y="32253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8" name="Shape 2356"/>
          <p:cNvSpPr/>
          <p:nvPr/>
        </p:nvSpPr>
        <p:spPr>
          <a:xfrm>
            <a:off x="8245320" y="31410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59" name="Shape 2357"/>
          <p:cNvSpPr/>
          <p:nvPr/>
        </p:nvSpPr>
        <p:spPr>
          <a:xfrm>
            <a:off x="8116891" y="32793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0" name="Shape 2358"/>
          <p:cNvSpPr/>
          <p:nvPr/>
        </p:nvSpPr>
        <p:spPr>
          <a:xfrm>
            <a:off x="8385320" y="3158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1" name="Shape 2359"/>
          <p:cNvSpPr/>
          <p:nvPr/>
        </p:nvSpPr>
        <p:spPr>
          <a:xfrm>
            <a:off x="8394741" y="3368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2" name="Shape 2360"/>
          <p:cNvSpPr/>
          <p:nvPr/>
        </p:nvSpPr>
        <p:spPr>
          <a:xfrm>
            <a:off x="8223231" y="33963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3" name="Shape 2361"/>
          <p:cNvSpPr/>
          <p:nvPr/>
        </p:nvSpPr>
        <p:spPr>
          <a:xfrm>
            <a:off x="8321513" y="3253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4" name="Shape 2362"/>
          <p:cNvSpPr/>
          <p:nvPr/>
        </p:nvSpPr>
        <p:spPr>
          <a:xfrm>
            <a:off x="8484727" y="32400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5" name="Shape 2363"/>
          <p:cNvSpPr/>
          <p:nvPr/>
        </p:nvSpPr>
        <p:spPr>
          <a:xfrm>
            <a:off x="8351258" y="3247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6" name="Shape 2364"/>
          <p:cNvSpPr/>
          <p:nvPr/>
        </p:nvSpPr>
        <p:spPr>
          <a:xfrm>
            <a:off x="8302056" y="33408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7" name="Shape 2365"/>
          <p:cNvSpPr/>
          <p:nvPr/>
        </p:nvSpPr>
        <p:spPr>
          <a:xfrm>
            <a:off x="8164895" y="33415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8" name="Shape 2366"/>
          <p:cNvSpPr/>
          <p:nvPr/>
        </p:nvSpPr>
        <p:spPr>
          <a:xfrm>
            <a:off x="8331704" y="31926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69" name="Shape 2367"/>
          <p:cNvSpPr/>
          <p:nvPr/>
        </p:nvSpPr>
        <p:spPr>
          <a:xfrm>
            <a:off x="8429758" y="3348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0" name="Shape 2368"/>
          <p:cNvSpPr/>
          <p:nvPr/>
        </p:nvSpPr>
        <p:spPr>
          <a:xfrm>
            <a:off x="8277006" y="33036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1" name="Shape 2369"/>
          <p:cNvSpPr/>
          <p:nvPr/>
        </p:nvSpPr>
        <p:spPr>
          <a:xfrm>
            <a:off x="8505836" y="30672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2" name="Shape 2370"/>
          <p:cNvSpPr/>
          <p:nvPr/>
        </p:nvSpPr>
        <p:spPr>
          <a:xfrm>
            <a:off x="8345477" y="3316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3" name="Shape 2371"/>
          <p:cNvSpPr/>
          <p:nvPr/>
        </p:nvSpPr>
        <p:spPr>
          <a:xfrm>
            <a:off x="8137641" y="3285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4" name="Shape 2372"/>
          <p:cNvSpPr/>
          <p:nvPr/>
        </p:nvSpPr>
        <p:spPr>
          <a:xfrm>
            <a:off x="8272068" y="32870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5" name="Shape 2373"/>
          <p:cNvSpPr/>
          <p:nvPr/>
        </p:nvSpPr>
        <p:spPr>
          <a:xfrm>
            <a:off x="8419022" y="3344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6" name="Shape 2374"/>
          <p:cNvSpPr/>
          <p:nvPr/>
        </p:nvSpPr>
        <p:spPr>
          <a:xfrm>
            <a:off x="8499949" y="3436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7" name="Shape 2375"/>
          <p:cNvSpPr/>
          <p:nvPr/>
        </p:nvSpPr>
        <p:spPr>
          <a:xfrm>
            <a:off x="8249053" y="34147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8" name="Shape 2376"/>
          <p:cNvSpPr/>
          <p:nvPr/>
        </p:nvSpPr>
        <p:spPr>
          <a:xfrm>
            <a:off x="8495106" y="3392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79" name="Shape 2377"/>
          <p:cNvSpPr/>
          <p:nvPr/>
        </p:nvSpPr>
        <p:spPr>
          <a:xfrm>
            <a:off x="8252037" y="34155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0" name="Shape 2378"/>
          <p:cNvSpPr/>
          <p:nvPr/>
        </p:nvSpPr>
        <p:spPr>
          <a:xfrm>
            <a:off x="8368485" y="35313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1" name="Shape 2379"/>
          <p:cNvSpPr/>
          <p:nvPr/>
        </p:nvSpPr>
        <p:spPr>
          <a:xfrm>
            <a:off x="8520959" y="3439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2" name="Shape 2380"/>
          <p:cNvSpPr/>
          <p:nvPr/>
        </p:nvSpPr>
        <p:spPr>
          <a:xfrm>
            <a:off x="8129317" y="34859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3" name="Shape 2381"/>
          <p:cNvSpPr/>
          <p:nvPr/>
        </p:nvSpPr>
        <p:spPr>
          <a:xfrm>
            <a:off x="8129511" y="34978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4" name="Shape 2382"/>
          <p:cNvSpPr/>
          <p:nvPr/>
        </p:nvSpPr>
        <p:spPr>
          <a:xfrm>
            <a:off x="8517008" y="35162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5" name="Shape 2383"/>
          <p:cNvSpPr/>
          <p:nvPr/>
        </p:nvSpPr>
        <p:spPr>
          <a:xfrm>
            <a:off x="8218621" y="34204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6" name="Shape 2384"/>
          <p:cNvSpPr/>
          <p:nvPr/>
        </p:nvSpPr>
        <p:spPr>
          <a:xfrm>
            <a:off x="8355271" y="3471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7" name="Shape 2385"/>
          <p:cNvSpPr/>
          <p:nvPr/>
        </p:nvSpPr>
        <p:spPr>
          <a:xfrm>
            <a:off x="8109553" y="3444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8" name="Shape 2386"/>
          <p:cNvSpPr/>
          <p:nvPr/>
        </p:nvSpPr>
        <p:spPr>
          <a:xfrm>
            <a:off x="8344007" y="3573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89" name="Shape 2387"/>
          <p:cNvSpPr/>
          <p:nvPr/>
        </p:nvSpPr>
        <p:spPr>
          <a:xfrm>
            <a:off x="8303900" y="33477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0" name="Shape 2388"/>
          <p:cNvSpPr/>
          <p:nvPr/>
        </p:nvSpPr>
        <p:spPr>
          <a:xfrm>
            <a:off x="8464226" y="33697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1" name="Shape 2389"/>
          <p:cNvSpPr/>
          <p:nvPr/>
        </p:nvSpPr>
        <p:spPr>
          <a:xfrm>
            <a:off x="8444528" y="3322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2" name="Shape 2390"/>
          <p:cNvSpPr/>
          <p:nvPr/>
        </p:nvSpPr>
        <p:spPr>
          <a:xfrm>
            <a:off x="8134489" y="30485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3" name="Shape 2391"/>
          <p:cNvSpPr/>
          <p:nvPr/>
        </p:nvSpPr>
        <p:spPr>
          <a:xfrm>
            <a:off x="8232413" y="2764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4" name="Shape 2392"/>
          <p:cNvSpPr/>
          <p:nvPr/>
        </p:nvSpPr>
        <p:spPr>
          <a:xfrm>
            <a:off x="8297440" y="2958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5" name="Shape 2393"/>
          <p:cNvSpPr/>
          <p:nvPr/>
        </p:nvSpPr>
        <p:spPr>
          <a:xfrm>
            <a:off x="8490330" y="34549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6" name="Shape 2394"/>
          <p:cNvSpPr/>
          <p:nvPr/>
        </p:nvSpPr>
        <p:spPr>
          <a:xfrm>
            <a:off x="8490319" y="3059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7" name="Shape 2395"/>
          <p:cNvSpPr/>
          <p:nvPr/>
        </p:nvSpPr>
        <p:spPr>
          <a:xfrm>
            <a:off x="8142926" y="35646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8" name="Shape 2396"/>
          <p:cNvSpPr/>
          <p:nvPr/>
        </p:nvSpPr>
        <p:spPr>
          <a:xfrm>
            <a:off x="8302070" y="3168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399" name="Shape 2397"/>
          <p:cNvSpPr/>
          <p:nvPr/>
        </p:nvSpPr>
        <p:spPr>
          <a:xfrm>
            <a:off x="8371772" y="30622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0" name="Shape 2398"/>
          <p:cNvSpPr/>
          <p:nvPr/>
        </p:nvSpPr>
        <p:spPr>
          <a:xfrm>
            <a:off x="8418228" y="30457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1" name="Shape 2399"/>
          <p:cNvSpPr/>
          <p:nvPr/>
        </p:nvSpPr>
        <p:spPr>
          <a:xfrm>
            <a:off x="8324467" y="30521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2" name="Shape 2400"/>
          <p:cNvSpPr/>
          <p:nvPr/>
        </p:nvSpPr>
        <p:spPr>
          <a:xfrm>
            <a:off x="8252324" y="30551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3" name="Shape 2401"/>
          <p:cNvSpPr/>
          <p:nvPr/>
        </p:nvSpPr>
        <p:spPr>
          <a:xfrm>
            <a:off x="8520594" y="34181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4" name="Shape 2402"/>
          <p:cNvSpPr/>
          <p:nvPr/>
        </p:nvSpPr>
        <p:spPr>
          <a:xfrm>
            <a:off x="8413498" y="3291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5" name="Shape 2403"/>
          <p:cNvSpPr/>
          <p:nvPr/>
        </p:nvSpPr>
        <p:spPr>
          <a:xfrm>
            <a:off x="8423728" y="2696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6" name="Shape 2404"/>
          <p:cNvSpPr/>
          <p:nvPr/>
        </p:nvSpPr>
        <p:spPr>
          <a:xfrm>
            <a:off x="8440151" y="34170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7" name="Shape 2405"/>
          <p:cNvSpPr/>
          <p:nvPr/>
        </p:nvSpPr>
        <p:spPr>
          <a:xfrm>
            <a:off x="8127932" y="2928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8" name="Shape 2406"/>
          <p:cNvSpPr/>
          <p:nvPr/>
        </p:nvSpPr>
        <p:spPr>
          <a:xfrm>
            <a:off x="8439064" y="31458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09" name="Shape 2407"/>
          <p:cNvSpPr/>
          <p:nvPr/>
        </p:nvSpPr>
        <p:spPr>
          <a:xfrm>
            <a:off x="8394146" y="33898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0" name="Shape 2408"/>
          <p:cNvSpPr/>
          <p:nvPr/>
        </p:nvSpPr>
        <p:spPr>
          <a:xfrm>
            <a:off x="8346445" y="3191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1" name="Shape 2409"/>
          <p:cNvSpPr/>
          <p:nvPr/>
        </p:nvSpPr>
        <p:spPr>
          <a:xfrm>
            <a:off x="8531500" y="3105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2" name="Shape 2410"/>
          <p:cNvSpPr/>
          <p:nvPr/>
        </p:nvSpPr>
        <p:spPr>
          <a:xfrm>
            <a:off x="8132077" y="31117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3" name="Shape 2411"/>
          <p:cNvSpPr/>
          <p:nvPr/>
        </p:nvSpPr>
        <p:spPr>
          <a:xfrm>
            <a:off x="8531861" y="3052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4" name="Shape 2412"/>
          <p:cNvSpPr/>
          <p:nvPr/>
        </p:nvSpPr>
        <p:spPr>
          <a:xfrm>
            <a:off x="8274966" y="30828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5" name="Shape 2413"/>
          <p:cNvSpPr/>
          <p:nvPr/>
        </p:nvSpPr>
        <p:spPr>
          <a:xfrm>
            <a:off x="8272470" y="31231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6" name="Shape 2414"/>
          <p:cNvSpPr/>
          <p:nvPr/>
        </p:nvSpPr>
        <p:spPr>
          <a:xfrm>
            <a:off x="8388166" y="30066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7" name="Shape 2415"/>
          <p:cNvSpPr/>
          <p:nvPr/>
        </p:nvSpPr>
        <p:spPr>
          <a:xfrm>
            <a:off x="8322229" y="30458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8" name="Shape 2416"/>
          <p:cNvSpPr/>
          <p:nvPr/>
        </p:nvSpPr>
        <p:spPr>
          <a:xfrm>
            <a:off x="8449966" y="30026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19" name="Shape 2417"/>
          <p:cNvSpPr/>
          <p:nvPr/>
        </p:nvSpPr>
        <p:spPr>
          <a:xfrm>
            <a:off x="8481114" y="35220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0" name="Shape 2418"/>
          <p:cNvSpPr/>
          <p:nvPr/>
        </p:nvSpPr>
        <p:spPr>
          <a:xfrm>
            <a:off x="8246834" y="29514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1" name="Shape 2419"/>
          <p:cNvSpPr/>
          <p:nvPr/>
        </p:nvSpPr>
        <p:spPr>
          <a:xfrm>
            <a:off x="8192194" y="23716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2" name="Shape 2420"/>
          <p:cNvSpPr/>
          <p:nvPr/>
        </p:nvSpPr>
        <p:spPr>
          <a:xfrm>
            <a:off x="8296398" y="2786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3" name="Shape 2421"/>
          <p:cNvSpPr/>
          <p:nvPr/>
        </p:nvSpPr>
        <p:spPr>
          <a:xfrm>
            <a:off x="8318273" y="2947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4" name="Shape 2422"/>
          <p:cNvSpPr/>
          <p:nvPr/>
        </p:nvSpPr>
        <p:spPr>
          <a:xfrm>
            <a:off x="8400418" y="27166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5" name="Shape 2423"/>
          <p:cNvSpPr/>
          <p:nvPr/>
        </p:nvSpPr>
        <p:spPr>
          <a:xfrm>
            <a:off x="8122168" y="2409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6" name="Shape 2424"/>
          <p:cNvSpPr/>
          <p:nvPr/>
        </p:nvSpPr>
        <p:spPr>
          <a:xfrm>
            <a:off x="8424110" y="2425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7" name="Shape 2425"/>
          <p:cNvSpPr/>
          <p:nvPr/>
        </p:nvSpPr>
        <p:spPr>
          <a:xfrm>
            <a:off x="8420430" y="30271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8" name="Shape 2426"/>
          <p:cNvSpPr/>
          <p:nvPr/>
        </p:nvSpPr>
        <p:spPr>
          <a:xfrm>
            <a:off x="8368167" y="30404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29" name="Shape 2427"/>
          <p:cNvSpPr/>
          <p:nvPr/>
        </p:nvSpPr>
        <p:spPr>
          <a:xfrm>
            <a:off x="8512549" y="29339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0" name="Shape 2428"/>
          <p:cNvSpPr/>
          <p:nvPr/>
        </p:nvSpPr>
        <p:spPr>
          <a:xfrm>
            <a:off x="8173442" y="3039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1" name="Shape 2429"/>
          <p:cNvSpPr/>
          <p:nvPr/>
        </p:nvSpPr>
        <p:spPr>
          <a:xfrm>
            <a:off x="8321106" y="29913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2" name="Shape 2430"/>
          <p:cNvSpPr/>
          <p:nvPr/>
        </p:nvSpPr>
        <p:spPr>
          <a:xfrm>
            <a:off x="8138975" y="29903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3" name="Shape 2431"/>
          <p:cNvSpPr/>
          <p:nvPr/>
        </p:nvSpPr>
        <p:spPr>
          <a:xfrm>
            <a:off x="8425692" y="30004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4" name="Shape 2432"/>
          <p:cNvSpPr/>
          <p:nvPr/>
        </p:nvSpPr>
        <p:spPr>
          <a:xfrm>
            <a:off x="8483912" y="3036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5" name="Shape 2433"/>
          <p:cNvSpPr/>
          <p:nvPr/>
        </p:nvSpPr>
        <p:spPr>
          <a:xfrm>
            <a:off x="8255239" y="28316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6" name="Shape 2434"/>
          <p:cNvSpPr/>
          <p:nvPr/>
        </p:nvSpPr>
        <p:spPr>
          <a:xfrm>
            <a:off x="8226449" y="31554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7" name="Shape 2435"/>
          <p:cNvSpPr/>
          <p:nvPr/>
        </p:nvSpPr>
        <p:spPr>
          <a:xfrm>
            <a:off x="8241719" y="2924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8" name="Shape 2436"/>
          <p:cNvSpPr/>
          <p:nvPr/>
        </p:nvSpPr>
        <p:spPr>
          <a:xfrm>
            <a:off x="8261905" y="27510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39" name="Shape 2437"/>
          <p:cNvSpPr/>
          <p:nvPr/>
        </p:nvSpPr>
        <p:spPr>
          <a:xfrm>
            <a:off x="8295568" y="31287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0" name="Shape 2438"/>
          <p:cNvSpPr/>
          <p:nvPr/>
        </p:nvSpPr>
        <p:spPr>
          <a:xfrm>
            <a:off x="8176312" y="31714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1" name="Shape 2439"/>
          <p:cNvSpPr/>
          <p:nvPr/>
        </p:nvSpPr>
        <p:spPr>
          <a:xfrm>
            <a:off x="8273033" y="3083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2" name="Shape 2440"/>
          <p:cNvSpPr/>
          <p:nvPr/>
        </p:nvSpPr>
        <p:spPr>
          <a:xfrm>
            <a:off x="8246649" y="29710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3" name="Shape 2441"/>
          <p:cNvSpPr/>
          <p:nvPr/>
        </p:nvSpPr>
        <p:spPr>
          <a:xfrm>
            <a:off x="8407349" y="2199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4" name="Shape 2442"/>
          <p:cNvSpPr/>
          <p:nvPr/>
        </p:nvSpPr>
        <p:spPr>
          <a:xfrm>
            <a:off x="8189672" y="29028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5" name="Shape 2443"/>
          <p:cNvSpPr/>
          <p:nvPr/>
        </p:nvSpPr>
        <p:spPr>
          <a:xfrm>
            <a:off x="8301639" y="24923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6" name="Shape 2444"/>
          <p:cNvSpPr/>
          <p:nvPr/>
        </p:nvSpPr>
        <p:spPr>
          <a:xfrm>
            <a:off x="8456673" y="30523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7" name="Shape 2445"/>
          <p:cNvSpPr/>
          <p:nvPr/>
        </p:nvSpPr>
        <p:spPr>
          <a:xfrm>
            <a:off x="8387183" y="30057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8" name="Shape 2446"/>
          <p:cNvSpPr/>
          <p:nvPr/>
        </p:nvSpPr>
        <p:spPr>
          <a:xfrm>
            <a:off x="8480084" y="21663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49" name="Shape 2447"/>
          <p:cNvSpPr/>
          <p:nvPr/>
        </p:nvSpPr>
        <p:spPr>
          <a:xfrm>
            <a:off x="8172036" y="2747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0" name="Shape 2448"/>
          <p:cNvSpPr/>
          <p:nvPr/>
        </p:nvSpPr>
        <p:spPr>
          <a:xfrm>
            <a:off x="8301887" y="31393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1" name="Shape 2449"/>
          <p:cNvSpPr/>
          <p:nvPr/>
        </p:nvSpPr>
        <p:spPr>
          <a:xfrm>
            <a:off x="8232034" y="31160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2" name="Shape 2450"/>
          <p:cNvSpPr/>
          <p:nvPr/>
        </p:nvSpPr>
        <p:spPr>
          <a:xfrm>
            <a:off x="8364197" y="30250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3" name="Shape 2451"/>
          <p:cNvSpPr/>
          <p:nvPr/>
        </p:nvSpPr>
        <p:spPr>
          <a:xfrm>
            <a:off x="8531838" y="2990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4" name="Shape 2452"/>
          <p:cNvSpPr/>
          <p:nvPr/>
        </p:nvSpPr>
        <p:spPr>
          <a:xfrm>
            <a:off x="8516407" y="30479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5" name="Shape 2453"/>
          <p:cNvSpPr/>
          <p:nvPr/>
        </p:nvSpPr>
        <p:spPr>
          <a:xfrm>
            <a:off x="8251109" y="26963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6" name="Shape 2454"/>
          <p:cNvSpPr/>
          <p:nvPr/>
        </p:nvSpPr>
        <p:spPr>
          <a:xfrm>
            <a:off x="8185543" y="30165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7" name="Shape 2455"/>
          <p:cNvSpPr/>
          <p:nvPr/>
        </p:nvSpPr>
        <p:spPr>
          <a:xfrm>
            <a:off x="8221102" y="30567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8" name="Shape 2456"/>
          <p:cNvSpPr/>
          <p:nvPr/>
        </p:nvSpPr>
        <p:spPr>
          <a:xfrm>
            <a:off x="8219493" y="30140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59" name="Shape 2457"/>
          <p:cNvSpPr/>
          <p:nvPr/>
        </p:nvSpPr>
        <p:spPr>
          <a:xfrm>
            <a:off x="8230545" y="29610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0" name="Shape 2458"/>
          <p:cNvSpPr/>
          <p:nvPr/>
        </p:nvSpPr>
        <p:spPr>
          <a:xfrm>
            <a:off x="8281437" y="30351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1" name="Shape 2459"/>
          <p:cNvSpPr/>
          <p:nvPr/>
        </p:nvSpPr>
        <p:spPr>
          <a:xfrm>
            <a:off x="8204416" y="30402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2" name="Shape 2460"/>
          <p:cNvSpPr/>
          <p:nvPr/>
        </p:nvSpPr>
        <p:spPr>
          <a:xfrm>
            <a:off x="8340478" y="30352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3" name="Shape 2461"/>
          <p:cNvSpPr/>
          <p:nvPr/>
        </p:nvSpPr>
        <p:spPr>
          <a:xfrm>
            <a:off x="8299527" y="34063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4" name="Shape 2462"/>
          <p:cNvSpPr/>
          <p:nvPr/>
        </p:nvSpPr>
        <p:spPr>
          <a:xfrm>
            <a:off x="8502730" y="29677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5" name="Shape 2463"/>
          <p:cNvSpPr/>
          <p:nvPr/>
        </p:nvSpPr>
        <p:spPr>
          <a:xfrm>
            <a:off x="8491447" y="30961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6" name="Shape 2464"/>
          <p:cNvSpPr/>
          <p:nvPr/>
        </p:nvSpPr>
        <p:spPr>
          <a:xfrm>
            <a:off x="8384492" y="32831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7" name="Shape 2465"/>
          <p:cNvSpPr/>
          <p:nvPr/>
        </p:nvSpPr>
        <p:spPr>
          <a:xfrm>
            <a:off x="8320896" y="3225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8" name="Shape 2466"/>
          <p:cNvSpPr/>
          <p:nvPr/>
        </p:nvSpPr>
        <p:spPr>
          <a:xfrm>
            <a:off x="8450789" y="32360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69" name="Shape 2467"/>
          <p:cNvSpPr/>
          <p:nvPr/>
        </p:nvSpPr>
        <p:spPr>
          <a:xfrm>
            <a:off x="8422648" y="23586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0" name="Shape 2468"/>
          <p:cNvSpPr/>
          <p:nvPr/>
        </p:nvSpPr>
        <p:spPr>
          <a:xfrm>
            <a:off x="8250186" y="29810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1" name="Shape 2469"/>
          <p:cNvSpPr/>
          <p:nvPr/>
        </p:nvSpPr>
        <p:spPr>
          <a:xfrm>
            <a:off x="8538306" y="2472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2" name="Shape 2470"/>
          <p:cNvSpPr/>
          <p:nvPr/>
        </p:nvSpPr>
        <p:spPr>
          <a:xfrm>
            <a:off x="8312974" y="24695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3" name="Shape 2471"/>
          <p:cNvSpPr/>
          <p:nvPr/>
        </p:nvSpPr>
        <p:spPr>
          <a:xfrm>
            <a:off x="8176791" y="2456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4" name="Shape 2472"/>
          <p:cNvSpPr/>
          <p:nvPr/>
        </p:nvSpPr>
        <p:spPr>
          <a:xfrm>
            <a:off x="8320748" y="24919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5" name="Shape 2473"/>
          <p:cNvSpPr/>
          <p:nvPr/>
        </p:nvSpPr>
        <p:spPr>
          <a:xfrm>
            <a:off x="8423543" y="29816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6" name="Shape 2474"/>
          <p:cNvSpPr/>
          <p:nvPr/>
        </p:nvSpPr>
        <p:spPr>
          <a:xfrm>
            <a:off x="8529424" y="3079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7" name="Shape 2475"/>
          <p:cNvSpPr/>
          <p:nvPr/>
        </p:nvSpPr>
        <p:spPr>
          <a:xfrm>
            <a:off x="8216246" y="27790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8" name="Shape 2476"/>
          <p:cNvSpPr/>
          <p:nvPr/>
        </p:nvSpPr>
        <p:spPr>
          <a:xfrm>
            <a:off x="8144476" y="2849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79" name="Shape 2477"/>
          <p:cNvSpPr/>
          <p:nvPr/>
        </p:nvSpPr>
        <p:spPr>
          <a:xfrm>
            <a:off x="8301460" y="2464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0" name="Shape 2478"/>
          <p:cNvSpPr/>
          <p:nvPr/>
        </p:nvSpPr>
        <p:spPr>
          <a:xfrm>
            <a:off x="8456218" y="3044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1" name="Shape 2479"/>
          <p:cNvSpPr/>
          <p:nvPr/>
        </p:nvSpPr>
        <p:spPr>
          <a:xfrm>
            <a:off x="8203548" y="24921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2" name="Shape 2480"/>
          <p:cNvSpPr/>
          <p:nvPr/>
        </p:nvSpPr>
        <p:spPr>
          <a:xfrm>
            <a:off x="8285954" y="2457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3" name="Shape 2481"/>
          <p:cNvSpPr/>
          <p:nvPr/>
        </p:nvSpPr>
        <p:spPr>
          <a:xfrm>
            <a:off x="8114146" y="23907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4" name="Shape 2482"/>
          <p:cNvSpPr/>
          <p:nvPr/>
        </p:nvSpPr>
        <p:spPr>
          <a:xfrm>
            <a:off x="8400141" y="24780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5" name="Shape 2483"/>
          <p:cNvSpPr/>
          <p:nvPr/>
        </p:nvSpPr>
        <p:spPr>
          <a:xfrm>
            <a:off x="8390775" y="2475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6" name="Shape 2484"/>
          <p:cNvSpPr/>
          <p:nvPr/>
        </p:nvSpPr>
        <p:spPr>
          <a:xfrm>
            <a:off x="8441524" y="29076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7" name="Shape 2485"/>
          <p:cNvSpPr/>
          <p:nvPr/>
        </p:nvSpPr>
        <p:spPr>
          <a:xfrm>
            <a:off x="8249206" y="2482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8" name="Shape 2486"/>
          <p:cNvSpPr/>
          <p:nvPr/>
        </p:nvSpPr>
        <p:spPr>
          <a:xfrm>
            <a:off x="8348352" y="24776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89" name="Shape 2487"/>
          <p:cNvSpPr/>
          <p:nvPr/>
        </p:nvSpPr>
        <p:spPr>
          <a:xfrm>
            <a:off x="8343993" y="3255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0" name="Shape 2488"/>
          <p:cNvSpPr/>
          <p:nvPr/>
        </p:nvSpPr>
        <p:spPr>
          <a:xfrm>
            <a:off x="8536885" y="2687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1" name="Shape 2489"/>
          <p:cNvSpPr/>
          <p:nvPr/>
        </p:nvSpPr>
        <p:spPr>
          <a:xfrm>
            <a:off x="8529855" y="2403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2" name="Shape 2490"/>
          <p:cNvSpPr/>
          <p:nvPr/>
        </p:nvSpPr>
        <p:spPr>
          <a:xfrm>
            <a:off x="8284067" y="31622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3" name="Shape 2491"/>
          <p:cNvSpPr/>
          <p:nvPr/>
        </p:nvSpPr>
        <p:spPr>
          <a:xfrm>
            <a:off x="8484673" y="30994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4" name="Shape 2492"/>
          <p:cNvSpPr/>
          <p:nvPr/>
        </p:nvSpPr>
        <p:spPr>
          <a:xfrm>
            <a:off x="8415353" y="2610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5" name="Shape 2493"/>
          <p:cNvSpPr/>
          <p:nvPr/>
        </p:nvSpPr>
        <p:spPr>
          <a:xfrm>
            <a:off x="8321162" y="3107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6" name="Shape 2494"/>
          <p:cNvSpPr/>
          <p:nvPr/>
        </p:nvSpPr>
        <p:spPr>
          <a:xfrm>
            <a:off x="8231217" y="2495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7" name="Shape 2495"/>
          <p:cNvSpPr/>
          <p:nvPr/>
        </p:nvSpPr>
        <p:spPr>
          <a:xfrm>
            <a:off x="8378629" y="24944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8" name="Shape 2496"/>
          <p:cNvSpPr/>
          <p:nvPr/>
        </p:nvSpPr>
        <p:spPr>
          <a:xfrm>
            <a:off x="8373671" y="32612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499" name="Shape 2497"/>
          <p:cNvSpPr/>
          <p:nvPr/>
        </p:nvSpPr>
        <p:spPr>
          <a:xfrm>
            <a:off x="8332457" y="27523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0" name="Shape 2498"/>
          <p:cNvSpPr/>
          <p:nvPr/>
        </p:nvSpPr>
        <p:spPr>
          <a:xfrm>
            <a:off x="8267468" y="28062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1" name="Shape 2499"/>
          <p:cNvSpPr/>
          <p:nvPr/>
        </p:nvSpPr>
        <p:spPr>
          <a:xfrm>
            <a:off x="8525318" y="2383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2" name="Shape 2500"/>
          <p:cNvSpPr/>
          <p:nvPr/>
        </p:nvSpPr>
        <p:spPr>
          <a:xfrm>
            <a:off x="8534668" y="24065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3" name="Shape 2501"/>
          <p:cNvSpPr/>
          <p:nvPr/>
        </p:nvSpPr>
        <p:spPr>
          <a:xfrm>
            <a:off x="8171086" y="25517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4" name="Shape 2502"/>
          <p:cNvSpPr/>
          <p:nvPr/>
        </p:nvSpPr>
        <p:spPr>
          <a:xfrm>
            <a:off x="8453426" y="23921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5" name="Shape 2503"/>
          <p:cNvSpPr/>
          <p:nvPr/>
        </p:nvSpPr>
        <p:spPr>
          <a:xfrm>
            <a:off x="8359829" y="3379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6" name="Shape 2504"/>
          <p:cNvSpPr/>
          <p:nvPr/>
        </p:nvSpPr>
        <p:spPr>
          <a:xfrm>
            <a:off x="8163643" y="3372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7" name="Shape 2505"/>
          <p:cNvSpPr/>
          <p:nvPr/>
        </p:nvSpPr>
        <p:spPr>
          <a:xfrm>
            <a:off x="8113304" y="3314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8" name="Shape 2506"/>
          <p:cNvSpPr/>
          <p:nvPr/>
        </p:nvSpPr>
        <p:spPr>
          <a:xfrm>
            <a:off x="8515063" y="3076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09" name="Shape 2507"/>
          <p:cNvSpPr/>
          <p:nvPr/>
        </p:nvSpPr>
        <p:spPr>
          <a:xfrm>
            <a:off x="8222436" y="3006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0" name="Shape 2508"/>
          <p:cNvSpPr/>
          <p:nvPr/>
        </p:nvSpPr>
        <p:spPr>
          <a:xfrm>
            <a:off x="8497057" y="3046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1" name="Shape 2509"/>
          <p:cNvSpPr/>
          <p:nvPr/>
        </p:nvSpPr>
        <p:spPr>
          <a:xfrm>
            <a:off x="8212886" y="30026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2" name="Shape 2510"/>
          <p:cNvSpPr/>
          <p:nvPr/>
        </p:nvSpPr>
        <p:spPr>
          <a:xfrm>
            <a:off x="8425129" y="30372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3" name="Shape 2511"/>
          <p:cNvSpPr/>
          <p:nvPr/>
        </p:nvSpPr>
        <p:spPr>
          <a:xfrm>
            <a:off x="8473149" y="30669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4" name="Shape 2512"/>
          <p:cNvSpPr/>
          <p:nvPr/>
        </p:nvSpPr>
        <p:spPr>
          <a:xfrm>
            <a:off x="8514875" y="30500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5" name="Shape 2513"/>
          <p:cNvSpPr/>
          <p:nvPr/>
        </p:nvSpPr>
        <p:spPr>
          <a:xfrm>
            <a:off x="8158007" y="30602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6" name="Shape 2514"/>
          <p:cNvSpPr/>
          <p:nvPr/>
        </p:nvSpPr>
        <p:spPr>
          <a:xfrm>
            <a:off x="8370974" y="3065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7" name="Shape 2515"/>
          <p:cNvSpPr/>
          <p:nvPr/>
        </p:nvSpPr>
        <p:spPr>
          <a:xfrm>
            <a:off x="8248286" y="3047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8" name="Shape 2516"/>
          <p:cNvSpPr/>
          <p:nvPr/>
        </p:nvSpPr>
        <p:spPr>
          <a:xfrm>
            <a:off x="8270113" y="30040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19" name="Shape 2517"/>
          <p:cNvSpPr/>
          <p:nvPr/>
        </p:nvSpPr>
        <p:spPr>
          <a:xfrm>
            <a:off x="8240592" y="30838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0" name="Shape 2518"/>
          <p:cNvSpPr/>
          <p:nvPr/>
        </p:nvSpPr>
        <p:spPr>
          <a:xfrm>
            <a:off x="8386817" y="31051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1" name="Shape 2519"/>
          <p:cNvSpPr/>
          <p:nvPr/>
        </p:nvSpPr>
        <p:spPr>
          <a:xfrm>
            <a:off x="8463445" y="3220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2" name="Shape 2520"/>
          <p:cNvSpPr/>
          <p:nvPr/>
        </p:nvSpPr>
        <p:spPr>
          <a:xfrm>
            <a:off x="8251490" y="3043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3" name="Shape 2521"/>
          <p:cNvSpPr/>
          <p:nvPr/>
        </p:nvSpPr>
        <p:spPr>
          <a:xfrm>
            <a:off x="8499753" y="24571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4" name="Shape 2522"/>
          <p:cNvSpPr/>
          <p:nvPr/>
        </p:nvSpPr>
        <p:spPr>
          <a:xfrm>
            <a:off x="8119624" y="2829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5" name="Shape 2523"/>
          <p:cNvSpPr/>
          <p:nvPr/>
        </p:nvSpPr>
        <p:spPr>
          <a:xfrm>
            <a:off x="8520892" y="32918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6" name="Shape 2524"/>
          <p:cNvSpPr/>
          <p:nvPr/>
        </p:nvSpPr>
        <p:spPr>
          <a:xfrm>
            <a:off x="8170023" y="34899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7" name="Shape 2525"/>
          <p:cNvSpPr/>
          <p:nvPr/>
        </p:nvSpPr>
        <p:spPr>
          <a:xfrm>
            <a:off x="8371655" y="35782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8" name="Shape 2526"/>
          <p:cNvSpPr/>
          <p:nvPr/>
        </p:nvSpPr>
        <p:spPr>
          <a:xfrm>
            <a:off x="8113670" y="3591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29" name="Shape 2527"/>
          <p:cNvSpPr/>
          <p:nvPr/>
        </p:nvSpPr>
        <p:spPr>
          <a:xfrm>
            <a:off x="8216907" y="34023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0" name="Shape 2528"/>
          <p:cNvSpPr/>
          <p:nvPr/>
        </p:nvSpPr>
        <p:spPr>
          <a:xfrm>
            <a:off x="8368005" y="35572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1" name="Shape 2529"/>
          <p:cNvSpPr/>
          <p:nvPr/>
        </p:nvSpPr>
        <p:spPr>
          <a:xfrm>
            <a:off x="8207314" y="36622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2" name="Shape 2530"/>
          <p:cNvSpPr/>
          <p:nvPr/>
        </p:nvSpPr>
        <p:spPr>
          <a:xfrm>
            <a:off x="8414168" y="3360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3" name="Shape 2531"/>
          <p:cNvSpPr/>
          <p:nvPr/>
        </p:nvSpPr>
        <p:spPr>
          <a:xfrm>
            <a:off x="8333088" y="37388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4" name="Shape 2532"/>
          <p:cNvSpPr/>
          <p:nvPr/>
        </p:nvSpPr>
        <p:spPr>
          <a:xfrm>
            <a:off x="8393980" y="3244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5" name="Shape 2533"/>
          <p:cNvSpPr/>
          <p:nvPr/>
        </p:nvSpPr>
        <p:spPr>
          <a:xfrm>
            <a:off x="8197419" y="3548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6" name="Shape 2534"/>
          <p:cNvSpPr/>
          <p:nvPr/>
        </p:nvSpPr>
        <p:spPr>
          <a:xfrm>
            <a:off x="8240628" y="31359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7" name="Shape 2535"/>
          <p:cNvSpPr/>
          <p:nvPr/>
        </p:nvSpPr>
        <p:spPr>
          <a:xfrm>
            <a:off x="8324971" y="36647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8" name="Shape 2536"/>
          <p:cNvSpPr/>
          <p:nvPr/>
        </p:nvSpPr>
        <p:spPr>
          <a:xfrm>
            <a:off x="8221025" y="25792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39" name="Shape 2537"/>
          <p:cNvSpPr/>
          <p:nvPr/>
        </p:nvSpPr>
        <p:spPr>
          <a:xfrm>
            <a:off x="8277116" y="3041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0" name="Shape 2538"/>
          <p:cNvSpPr/>
          <p:nvPr/>
        </p:nvSpPr>
        <p:spPr>
          <a:xfrm>
            <a:off x="8468967" y="3392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1" name="Shape 2539"/>
          <p:cNvSpPr/>
          <p:nvPr/>
        </p:nvSpPr>
        <p:spPr>
          <a:xfrm>
            <a:off x="8389835" y="34184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2" name="Shape 2540"/>
          <p:cNvSpPr/>
          <p:nvPr/>
        </p:nvSpPr>
        <p:spPr>
          <a:xfrm>
            <a:off x="8383685" y="30017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3" name="Shape 2541"/>
          <p:cNvSpPr/>
          <p:nvPr/>
        </p:nvSpPr>
        <p:spPr>
          <a:xfrm>
            <a:off x="8483767" y="28131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4" name="Shape 2542"/>
          <p:cNvSpPr/>
          <p:nvPr/>
        </p:nvSpPr>
        <p:spPr>
          <a:xfrm>
            <a:off x="8386048" y="3313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5" name="Shape 2543"/>
          <p:cNvSpPr/>
          <p:nvPr/>
        </p:nvSpPr>
        <p:spPr>
          <a:xfrm>
            <a:off x="8306443" y="28745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6" name="Shape 2544"/>
          <p:cNvSpPr/>
          <p:nvPr/>
        </p:nvSpPr>
        <p:spPr>
          <a:xfrm>
            <a:off x="8502030" y="27436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7" name="Shape 2545"/>
          <p:cNvSpPr/>
          <p:nvPr/>
        </p:nvSpPr>
        <p:spPr>
          <a:xfrm>
            <a:off x="8165552" y="32591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8" name="Shape 2546"/>
          <p:cNvSpPr/>
          <p:nvPr/>
        </p:nvSpPr>
        <p:spPr>
          <a:xfrm>
            <a:off x="8474774" y="33015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49" name="Shape 2547"/>
          <p:cNvSpPr/>
          <p:nvPr/>
        </p:nvSpPr>
        <p:spPr>
          <a:xfrm>
            <a:off x="8367021" y="2763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0" name="Shape 2548"/>
          <p:cNvSpPr/>
          <p:nvPr/>
        </p:nvSpPr>
        <p:spPr>
          <a:xfrm>
            <a:off x="8335031" y="24383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1" name="Shape 2549"/>
          <p:cNvSpPr/>
          <p:nvPr/>
        </p:nvSpPr>
        <p:spPr>
          <a:xfrm>
            <a:off x="8211817" y="31247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2" name="Shape 2550"/>
          <p:cNvSpPr/>
          <p:nvPr/>
        </p:nvSpPr>
        <p:spPr>
          <a:xfrm>
            <a:off x="8137761" y="31328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3" name="Shape 2551"/>
          <p:cNvSpPr/>
          <p:nvPr/>
        </p:nvSpPr>
        <p:spPr>
          <a:xfrm>
            <a:off x="8489847" y="31450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4" name="Shape 2552"/>
          <p:cNvSpPr/>
          <p:nvPr/>
        </p:nvSpPr>
        <p:spPr>
          <a:xfrm>
            <a:off x="8461915" y="31388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5" name="Shape 2553"/>
          <p:cNvSpPr/>
          <p:nvPr/>
        </p:nvSpPr>
        <p:spPr>
          <a:xfrm>
            <a:off x="8184140" y="31609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6" name="Shape 2554"/>
          <p:cNvSpPr/>
          <p:nvPr/>
        </p:nvSpPr>
        <p:spPr>
          <a:xfrm>
            <a:off x="8156872" y="31423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7" name="Shape 2555"/>
          <p:cNvSpPr/>
          <p:nvPr/>
        </p:nvSpPr>
        <p:spPr>
          <a:xfrm>
            <a:off x="8293843" y="32605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8" name="Shape 2556"/>
          <p:cNvSpPr/>
          <p:nvPr/>
        </p:nvSpPr>
        <p:spPr>
          <a:xfrm>
            <a:off x="8466213" y="2366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59" name="Shape 2557"/>
          <p:cNvSpPr/>
          <p:nvPr/>
        </p:nvSpPr>
        <p:spPr>
          <a:xfrm>
            <a:off x="8143612" y="31268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0" name="Shape 2558"/>
          <p:cNvSpPr/>
          <p:nvPr/>
        </p:nvSpPr>
        <p:spPr>
          <a:xfrm>
            <a:off x="8524613" y="32089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1" name="Shape 2559"/>
          <p:cNvSpPr/>
          <p:nvPr/>
        </p:nvSpPr>
        <p:spPr>
          <a:xfrm>
            <a:off x="8373779" y="2894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2" name="Shape 2560"/>
          <p:cNvSpPr/>
          <p:nvPr/>
        </p:nvSpPr>
        <p:spPr>
          <a:xfrm>
            <a:off x="8369856" y="3104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3" name="Shape 2561"/>
          <p:cNvSpPr/>
          <p:nvPr/>
        </p:nvSpPr>
        <p:spPr>
          <a:xfrm>
            <a:off x="8109247" y="3093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4" name="Shape 2562"/>
          <p:cNvSpPr/>
          <p:nvPr/>
        </p:nvSpPr>
        <p:spPr>
          <a:xfrm>
            <a:off x="8220438" y="33545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5" name="Shape 2563"/>
          <p:cNvSpPr/>
          <p:nvPr/>
        </p:nvSpPr>
        <p:spPr>
          <a:xfrm>
            <a:off x="8277959" y="34003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6" name="Shape 2564"/>
          <p:cNvSpPr/>
          <p:nvPr/>
        </p:nvSpPr>
        <p:spPr>
          <a:xfrm>
            <a:off x="8165318" y="3182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7" name="Shape 2565"/>
          <p:cNvSpPr/>
          <p:nvPr/>
        </p:nvSpPr>
        <p:spPr>
          <a:xfrm>
            <a:off x="8174058" y="31727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8" name="Shape 2566"/>
          <p:cNvSpPr/>
          <p:nvPr/>
        </p:nvSpPr>
        <p:spPr>
          <a:xfrm>
            <a:off x="8192429" y="35273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69" name="Shape 2567"/>
          <p:cNvSpPr/>
          <p:nvPr/>
        </p:nvSpPr>
        <p:spPr>
          <a:xfrm>
            <a:off x="8347182" y="3497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0" name="Shape 2568"/>
          <p:cNvSpPr/>
          <p:nvPr/>
        </p:nvSpPr>
        <p:spPr>
          <a:xfrm>
            <a:off x="8465890" y="34858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1" name="Shape 2569"/>
          <p:cNvSpPr/>
          <p:nvPr/>
        </p:nvSpPr>
        <p:spPr>
          <a:xfrm>
            <a:off x="8290801" y="36599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2" name="Shape 2570"/>
          <p:cNvSpPr/>
          <p:nvPr/>
        </p:nvSpPr>
        <p:spPr>
          <a:xfrm>
            <a:off x="8530799" y="33301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3" name="Shape 2571"/>
          <p:cNvSpPr/>
          <p:nvPr/>
        </p:nvSpPr>
        <p:spPr>
          <a:xfrm>
            <a:off x="8266421" y="2327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4" name="Shape 2572"/>
          <p:cNvSpPr/>
          <p:nvPr/>
        </p:nvSpPr>
        <p:spPr>
          <a:xfrm>
            <a:off x="8399857" y="23885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5" name="Shape 2573"/>
          <p:cNvSpPr/>
          <p:nvPr/>
        </p:nvSpPr>
        <p:spPr>
          <a:xfrm>
            <a:off x="8232701" y="32076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6" name="Shape 2574"/>
          <p:cNvSpPr/>
          <p:nvPr/>
        </p:nvSpPr>
        <p:spPr>
          <a:xfrm>
            <a:off x="8308190" y="33051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7" name="Shape 2575"/>
          <p:cNvSpPr/>
          <p:nvPr/>
        </p:nvSpPr>
        <p:spPr>
          <a:xfrm>
            <a:off x="8206228" y="32887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8" name="Shape 2576"/>
          <p:cNvSpPr/>
          <p:nvPr/>
        </p:nvSpPr>
        <p:spPr>
          <a:xfrm>
            <a:off x="8108743" y="24407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79" name="Shape 2577"/>
          <p:cNvSpPr/>
          <p:nvPr/>
        </p:nvSpPr>
        <p:spPr>
          <a:xfrm>
            <a:off x="8472128" y="22776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0" name="Shape 2578"/>
          <p:cNvSpPr/>
          <p:nvPr/>
        </p:nvSpPr>
        <p:spPr>
          <a:xfrm>
            <a:off x="8227173" y="27481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1" name="Shape 2579"/>
          <p:cNvSpPr/>
          <p:nvPr/>
        </p:nvSpPr>
        <p:spPr>
          <a:xfrm>
            <a:off x="8275014" y="24771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2" name="Shape 2580"/>
          <p:cNvSpPr/>
          <p:nvPr/>
        </p:nvSpPr>
        <p:spPr>
          <a:xfrm>
            <a:off x="8534639" y="2701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3" name="Shape 2581"/>
          <p:cNvSpPr/>
          <p:nvPr/>
        </p:nvSpPr>
        <p:spPr>
          <a:xfrm>
            <a:off x="8383709" y="2938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4" name="Shape 2582"/>
          <p:cNvSpPr/>
          <p:nvPr/>
        </p:nvSpPr>
        <p:spPr>
          <a:xfrm>
            <a:off x="8455467" y="2921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5" name="Shape 2583"/>
          <p:cNvSpPr/>
          <p:nvPr/>
        </p:nvSpPr>
        <p:spPr>
          <a:xfrm>
            <a:off x="8384640" y="32657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6" name="Shape 2584"/>
          <p:cNvSpPr/>
          <p:nvPr/>
        </p:nvSpPr>
        <p:spPr>
          <a:xfrm>
            <a:off x="8173816" y="27275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7" name="Shape 2585"/>
          <p:cNvSpPr/>
          <p:nvPr/>
        </p:nvSpPr>
        <p:spPr>
          <a:xfrm>
            <a:off x="8395078" y="29581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8" name="Shape 2586"/>
          <p:cNvSpPr/>
          <p:nvPr/>
        </p:nvSpPr>
        <p:spPr>
          <a:xfrm>
            <a:off x="8263004" y="26865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89" name="Shape 2587"/>
          <p:cNvSpPr/>
          <p:nvPr/>
        </p:nvSpPr>
        <p:spPr>
          <a:xfrm>
            <a:off x="8219449" y="26992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0" name="Shape 2588"/>
          <p:cNvSpPr/>
          <p:nvPr/>
        </p:nvSpPr>
        <p:spPr>
          <a:xfrm>
            <a:off x="8411567" y="3273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1" name="Shape 2589"/>
          <p:cNvSpPr/>
          <p:nvPr/>
        </p:nvSpPr>
        <p:spPr>
          <a:xfrm>
            <a:off x="8369983" y="38432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2" name="Shape 2590"/>
          <p:cNvSpPr/>
          <p:nvPr/>
        </p:nvSpPr>
        <p:spPr>
          <a:xfrm>
            <a:off x="8165311" y="30333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3" name="Shape 2591"/>
          <p:cNvSpPr/>
          <p:nvPr/>
        </p:nvSpPr>
        <p:spPr>
          <a:xfrm>
            <a:off x="8234525" y="3010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4" name="Shape 2592"/>
          <p:cNvSpPr/>
          <p:nvPr/>
        </p:nvSpPr>
        <p:spPr>
          <a:xfrm>
            <a:off x="8193803" y="2871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5" name="Shape 2593"/>
          <p:cNvSpPr/>
          <p:nvPr/>
        </p:nvSpPr>
        <p:spPr>
          <a:xfrm>
            <a:off x="8411973" y="2801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6" name="Shape 2594"/>
          <p:cNvSpPr/>
          <p:nvPr/>
        </p:nvSpPr>
        <p:spPr>
          <a:xfrm>
            <a:off x="8329591" y="2927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7" name="Shape 2595"/>
          <p:cNvSpPr/>
          <p:nvPr/>
        </p:nvSpPr>
        <p:spPr>
          <a:xfrm>
            <a:off x="8204458" y="31177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8" name="Shape 2596"/>
          <p:cNvSpPr/>
          <p:nvPr/>
        </p:nvSpPr>
        <p:spPr>
          <a:xfrm>
            <a:off x="8361673" y="35607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599" name="Shape 2597"/>
          <p:cNvSpPr/>
          <p:nvPr/>
        </p:nvSpPr>
        <p:spPr>
          <a:xfrm>
            <a:off x="8166603" y="3456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0" name="Shape 2598"/>
          <p:cNvSpPr/>
          <p:nvPr/>
        </p:nvSpPr>
        <p:spPr>
          <a:xfrm>
            <a:off x="8357593" y="3566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1" name="Shape 2599"/>
          <p:cNvSpPr/>
          <p:nvPr/>
        </p:nvSpPr>
        <p:spPr>
          <a:xfrm>
            <a:off x="8336238" y="35355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2" name="Shape 2600"/>
          <p:cNvSpPr/>
          <p:nvPr/>
        </p:nvSpPr>
        <p:spPr>
          <a:xfrm>
            <a:off x="8333002" y="2891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3" name="Shape 2601"/>
          <p:cNvSpPr/>
          <p:nvPr/>
        </p:nvSpPr>
        <p:spPr>
          <a:xfrm>
            <a:off x="8159443" y="29097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4" name="Shape 2602"/>
          <p:cNvSpPr/>
          <p:nvPr/>
        </p:nvSpPr>
        <p:spPr>
          <a:xfrm>
            <a:off x="8390070" y="28499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5" name="Shape 2603"/>
          <p:cNvSpPr/>
          <p:nvPr/>
        </p:nvSpPr>
        <p:spPr>
          <a:xfrm>
            <a:off x="8184350" y="3023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6" name="Shape 2604"/>
          <p:cNvSpPr/>
          <p:nvPr/>
        </p:nvSpPr>
        <p:spPr>
          <a:xfrm>
            <a:off x="8517851" y="28930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7" name="Shape 2605"/>
          <p:cNvSpPr/>
          <p:nvPr/>
        </p:nvSpPr>
        <p:spPr>
          <a:xfrm>
            <a:off x="8188588" y="29819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8" name="Shape 2606"/>
          <p:cNvSpPr/>
          <p:nvPr/>
        </p:nvSpPr>
        <p:spPr>
          <a:xfrm>
            <a:off x="8428166" y="30809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09" name="Shape 2607"/>
          <p:cNvSpPr/>
          <p:nvPr/>
        </p:nvSpPr>
        <p:spPr>
          <a:xfrm>
            <a:off x="8438935" y="29121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0" name="Shape 2608"/>
          <p:cNvSpPr/>
          <p:nvPr/>
        </p:nvSpPr>
        <p:spPr>
          <a:xfrm>
            <a:off x="8410219" y="2904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1" name="Shape 2609"/>
          <p:cNvSpPr/>
          <p:nvPr/>
        </p:nvSpPr>
        <p:spPr>
          <a:xfrm>
            <a:off x="8128323" y="33180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2" name="Shape 2610"/>
          <p:cNvSpPr/>
          <p:nvPr/>
        </p:nvSpPr>
        <p:spPr>
          <a:xfrm>
            <a:off x="8284611" y="32540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3" name="Shape 2611"/>
          <p:cNvSpPr/>
          <p:nvPr/>
        </p:nvSpPr>
        <p:spPr>
          <a:xfrm>
            <a:off x="8368643" y="31850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4" name="Shape 2612"/>
          <p:cNvSpPr/>
          <p:nvPr/>
        </p:nvSpPr>
        <p:spPr>
          <a:xfrm>
            <a:off x="8355952" y="30514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5" name="Shape 2613"/>
          <p:cNvSpPr/>
          <p:nvPr/>
        </p:nvSpPr>
        <p:spPr>
          <a:xfrm>
            <a:off x="8424335" y="32863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6" name="Shape 2614"/>
          <p:cNvSpPr/>
          <p:nvPr/>
        </p:nvSpPr>
        <p:spPr>
          <a:xfrm>
            <a:off x="8161317" y="2980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7" name="Shape 2615"/>
          <p:cNvSpPr/>
          <p:nvPr/>
        </p:nvSpPr>
        <p:spPr>
          <a:xfrm>
            <a:off x="8342085" y="29739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8" name="Shape 2616"/>
          <p:cNvSpPr/>
          <p:nvPr/>
        </p:nvSpPr>
        <p:spPr>
          <a:xfrm>
            <a:off x="8115454" y="29481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19" name="Shape 2617"/>
          <p:cNvSpPr/>
          <p:nvPr/>
        </p:nvSpPr>
        <p:spPr>
          <a:xfrm>
            <a:off x="8521113" y="32064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0" name="Shape 2618"/>
          <p:cNvSpPr/>
          <p:nvPr/>
        </p:nvSpPr>
        <p:spPr>
          <a:xfrm>
            <a:off x="8248985" y="32513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1" name="Shape 2619"/>
          <p:cNvSpPr/>
          <p:nvPr/>
        </p:nvSpPr>
        <p:spPr>
          <a:xfrm>
            <a:off x="8295350" y="29999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2" name="Shape 2620"/>
          <p:cNvSpPr/>
          <p:nvPr/>
        </p:nvSpPr>
        <p:spPr>
          <a:xfrm>
            <a:off x="8381436" y="3006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3" name="Shape 2621"/>
          <p:cNvSpPr/>
          <p:nvPr/>
        </p:nvSpPr>
        <p:spPr>
          <a:xfrm>
            <a:off x="8279489" y="29923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4" name="Shape 2622"/>
          <p:cNvSpPr/>
          <p:nvPr/>
        </p:nvSpPr>
        <p:spPr>
          <a:xfrm>
            <a:off x="8145881" y="29731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5" name="Shape 2623"/>
          <p:cNvSpPr/>
          <p:nvPr/>
        </p:nvSpPr>
        <p:spPr>
          <a:xfrm>
            <a:off x="8451486" y="31756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6" name="Shape 2624"/>
          <p:cNvSpPr/>
          <p:nvPr/>
        </p:nvSpPr>
        <p:spPr>
          <a:xfrm>
            <a:off x="8518063" y="2867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7" name="Shape 2625"/>
          <p:cNvSpPr/>
          <p:nvPr/>
        </p:nvSpPr>
        <p:spPr>
          <a:xfrm>
            <a:off x="8147883" y="30350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8" name="Shape 2626"/>
          <p:cNvSpPr/>
          <p:nvPr/>
        </p:nvSpPr>
        <p:spPr>
          <a:xfrm>
            <a:off x="8282709" y="2932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29" name="Shape 2627"/>
          <p:cNvSpPr/>
          <p:nvPr/>
        </p:nvSpPr>
        <p:spPr>
          <a:xfrm>
            <a:off x="8459302" y="24934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0" name="Shape 2628"/>
          <p:cNvSpPr/>
          <p:nvPr/>
        </p:nvSpPr>
        <p:spPr>
          <a:xfrm>
            <a:off x="8503072" y="30762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1" name="Shape 2629"/>
          <p:cNvSpPr/>
          <p:nvPr/>
        </p:nvSpPr>
        <p:spPr>
          <a:xfrm>
            <a:off x="8274897" y="2990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2" name="Shape 2630"/>
          <p:cNvSpPr/>
          <p:nvPr/>
        </p:nvSpPr>
        <p:spPr>
          <a:xfrm>
            <a:off x="8291226" y="2465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3" name="Shape 2631"/>
          <p:cNvSpPr/>
          <p:nvPr/>
        </p:nvSpPr>
        <p:spPr>
          <a:xfrm>
            <a:off x="8237899" y="34923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4" name="Shape 2632"/>
          <p:cNvSpPr/>
          <p:nvPr/>
        </p:nvSpPr>
        <p:spPr>
          <a:xfrm>
            <a:off x="8172488" y="3501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5" name="Shape 2633"/>
          <p:cNvSpPr/>
          <p:nvPr/>
        </p:nvSpPr>
        <p:spPr>
          <a:xfrm>
            <a:off x="8258387" y="35203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6" name="Shape 2634"/>
          <p:cNvSpPr/>
          <p:nvPr/>
        </p:nvSpPr>
        <p:spPr>
          <a:xfrm>
            <a:off x="8335923" y="3231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7" name="Shape 2635"/>
          <p:cNvSpPr/>
          <p:nvPr/>
        </p:nvSpPr>
        <p:spPr>
          <a:xfrm>
            <a:off x="8332080" y="35174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8" name="Shape 2636"/>
          <p:cNvSpPr/>
          <p:nvPr/>
        </p:nvSpPr>
        <p:spPr>
          <a:xfrm>
            <a:off x="8379189" y="3112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39" name="Shape 2637"/>
          <p:cNvSpPr/>
          <p:nvPr/>
        </p:nvSpPr>
        <p:spPr>
          <a:xfrm>
            <a:off x="8152849" y="33796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0" name="Shape 2638"/>
          <p:cNvSpPr/>
          <p:nvPr/>
        </p:nvSpPr>
        <p:spPr>
          <a:xfrm>
            <a:off x="8340558" y="33707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1" name="Shape 2639"/>
          <p:cNvSpPr/>
          <p:nvPr/>
        </p:nvSpPr>
        <p:spPr>
          <a:xfrm>
            <a:off x="8421056" y="34783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2" name="Shape 2640"/>
          <p:cNvSpPr/>
          <p:nvPr/>
        </p:nvSpPr>
        <p:spPr>
          <a:xfrm>
            <a:off x="8133443" y="33156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3" name="Shape 2641"/>
          <p:cNvSpPr/>
          <p:nvPr/>
        </p:nvSpPr>
        <p:spPr>
          <a:xfrm>
            <a:off x="8435233" y="2922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4" name="Shape 2642"/>
          <p:cNvSpPr/>
          <p:nvPr/>
        </p:nvSpPr>
        <p:spPr>
          <a:xfrm>
            <a:off x="8477012" y="3000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5" name="Shape 2643"/>
          <p:cNvSpPr/>
          <p:nvPr/>
        </p:nvSpPr>
        <p:spPr>
          <a:xfrm>
            <a:off x="8309782" y="30494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6" name="Shape 2644"/>
          <p:cNvSpPr/>
          <p:nvPr/>
        </p:nvSpPr>
        <p:spPr>
          <a:xfrm>
            <a:off x="8163131" y="31431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7" name="Shape 2645"/>
          <p:cNvSpPr/>
          <p:nvPr/>
        </p:nvSpPr>
        <p:spPr>
          <a:xfrm>
            <a:off x="8494657" y="31357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8" name="Shape 2646"/>
          <p:cNvSpPr/>
          <p:nvPr/>
        </p:nvSpPr>
        <p:spPr>
          <a:xfrm>
            <a:off x="8402049" y="33992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49" name="Shape 2647"/>
          <p:cNvSpPr/>
          <p:nvPr/>
        </p:nvSpPr>
        <p:spPr>
          <a:xfrm>
            <a:off x="8360184" y="2991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0" name="Shape 2648"/>
          <p:cNvSpPr/>
          <p:nvPr/>
        </p:nvSpPr>
        <p:spPr>
          <a:xfrm>
            <a:off x="8411555" y="3441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1" name="Shape 2649"/>
          <p:cNvSpPr/>
          <p:nvPr/>
        </p:nvSpPr>
        <p:spPr>
          <a:xfrm>
            <a:off x="8310690" y="24622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2" name="Shape 2650"/>
          <p:cNvSpPr/>
          <p:nvPr/>
        </p:nvSpPr>
        <p:spPr>
          <a:xfrm>
            <a:off x="8374066" y="34301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3" name="Shape 2651"/>
          <p:cNvSpPr/>
          <p:nvPr/>
        </p:nvSpPr>
        <p:spPr>
          <a:xfrm>
            <a:off x="8165016" y="2462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4" name="Shape 2652"/>
          <p:cNvSpPr/>
          <p:nvPr/>
        </p:nvSpPr>
        <p:spPr>
          <a:xfrm>
            <a:off x="8238194" y="3189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5" name="Shape 2653"/>
          <p:cNvSpPr/>
          <p:nvPr/>
        </p:nvSpPr>
        <p:spPr>
          <a:xfrm>
            <a:off x="8110399" y="1536700"/>
            <a:ext cx="76200" cy="63500"/>
          </a:xfrm>
          <a:prstGeom prst="triangle">
            <a:avLst/>
          </a:prstGeom>
          <a:solidFill>
            <a:srgbClr val="5879BD">
              <a:alpha val="82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6" name="Shape 2654"/>
          <p:cNvSpPr/>
          <p:nvPr/>
        </p:nvSpPr>
        <p:spPr>
          <a:xfrm>
            <a:off x="8409239" y="35226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7" name="Shape 2655"/>
          <p:cNvSpPr/>
          <p:nvPr/>
        </p:nvSpPr>
        <p:spPr>
          <a:xfrm>
            <a:off x="8482481" y="3430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8" name="Shape 2656"/>
          <p:cNvSpPr/>
          <p:nvPr/>
        </p:nvSpPr>
        <p:spPr>
          <a:xfrm>
            <a:off x="8466689" y="24540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59" name="Shape 2657"/>
          <p:cNvSpPr/>
          <p:nvPr/>
        </p:nvSpPr>
        <p:spPr>
          <a:xfrm>
            <a:off x="8176259" y="24578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0" name="Shape 2658"/>
          <p:cNvSpPr/>
          <p:nvPr/>
        </p:nvSpPr>
        <p:spPr>
          <a:xfrm>
            <a:off x="8242410" y="2457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1" name="Shape 2659"/>
          <p:cNvSpPr/>
          <p:nvPr/>
        </p:nvSpPr>
        <p:spPr>
          <a:xfrm>
            <a:off x="8233959" y="26328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2" name="Shape 2660"/>
          <p:cNvSpPr/>
          <p:nvPr/>
        </p:nvSpPr>
        <p:spPr>
          <a:xfrm>
            <a:off x="8228067" y="27374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3" name="Shape 2661"/>
          <p:cNvSpPr/>
          <p:nvPr/>
        </p:nvSpPr>
        <p:spPr>
          <a:xfrm>
            <a:off x="8429589" y="27001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4" name="Shape 2662"/>
          <p:cNvSpPr/>
          <p:nvPr/>
        </p:nvSpPr>
        <p:spPr>
          <a:xfrm>
            <a:off x="8416510" y="2872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5" name="Shape 2663"/>
          <p:cNvSpPr/>
          <p:nvPr/>
        </p:nvSpPr>
        <p:spPr>
          <a:xfrm>
            <a:off x="8496560" y="2520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6" name="Shape 2664"/>
          <p:cNvSpPr/>
          <p:nvPr/>
        </p:nvSpPr>
        <p:spPr>
          <a:xfrm>
            <a:off x="8354286" y="2744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7" name="Shape 2665"/>
          <p:cNvSpPr/>
          <p:nvPr/>
        </p:nvSpPr>
        <p:spPr>
          <a:xfrm>
            <a:off x="8515373" y="27357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8" name="Shape 2666"/>
          <p:cNvSpPr/>
          <p:nvPr/>
        </p:nvSpPr>
        <p:spPr>
          <a:xfrm>
            <a:off x="8267643" y="24805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69" name="Shape 2667"/>
          <p:cNvSpPr/>
          <p:nvPr/>
        </p:nvSpPr>
        <p:spPr>
          <a:xfrm>
            <a:off x="8292713" y="2300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0" name="Shape 2668"/>
          <p:cNvSpPr/>
          <p:nvPr/>
        </p:nvSpPr>
        <p:spPr>
          <a:xfrm>
            <a:off x="8301092" y="2288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1" name="Shape 2669"/>
          <p:cNvSpPr/>
          <p:nvPr/>
        </p:nvSpPr>
        <p:spPr>
          <a:xfrm>
            <a:off x="8305134" y="25743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2" name="Shape 2670"/>
          <p:cNvSpPr/>
          <p:nvPr/>
        </p:nvSpPr>
        <p:spPr>
          <a:xfrm>
            <a:off x="8253400" y="26208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3" name="Shape 2671"/>
          <p:cNvSpPr/>
          <p:nvPr/>
        </p:nvSpPr>
        <p:spPr>
          <a:xfrm>
            <a:off x="8195396" y="26158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4" name="Shape 2672"/>
          <p:cNvSpPr/>
          <p:nvPr/>
        </p:nvSpPr>
        <p:spPr>
          <a:xfrm>
            <a:off x="8285474" y="26698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5" name="Shape 2673"/>
          <p:cNvSpPr/>
          <p:nvPr/>
        </p:nvSpPr>
        <p:spPr>
          <a:xfrm>
            <a:off x="8433386" y="2748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6" name="Shape 2674"/>
          <p:cNvSpPr/>
          <p:nvPr/>
        </p:nvSpPr>
        <p:spPr>
          <a:xfrm>
            <a:off x="8213399" y="31518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7" name="Shape 2675"/>
          <p:cNvSpPr/>
          <p:nvPr/>
        </p:nvSpPr>
        <p:spPr>
          <a:xfrm>
            <a:off x="8431261" y="2781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8" name="Shape 2676"/>
          <p:cNvSpPr/>
          <p:nvPr/>
        </p:nvSpPr>
        <p:spPr>
          <a:xfrm>
            <a:off x="8315600" y="25540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79" name="Shape 2677"/>
          <p:cNvSpPr/>
          <p:nvPr/>
        </p:nvSpPr>
        <p:spPr>
          <a:xfrm>
            <a:off x="8345113" y="26822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0" name="Shape 2678"/>
          <p:cNvSpPr/>
          <p:nvPr/>
        </p:nvSpPr>
        <p:spPr>
          <a:xfrm>
            <a:off x="8537353" y="3220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1" name="Shape 2679"/>
          <p:cNvSpPr/>
          <p:nvPr/>
        </p:nvSpPr>
        <p:spPr>
          <a:xfrm>
            <a:off x="8393645" y="35301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2" name="Shape 2680"/>
          <p:cNvSpPr/>
          <p:nvPr/>
        </p:nvSpPr>
        <p:spPr>
          <a:xfrm>
            <a:off x="8373694" y="31927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3" name="Shape 2681"/>
          <p:cNvSpPr/>
          <p:nvPr/>
        </p:nvSpPr>
        <p:spPr>
          <a:xfrm>
            <a:off x="8461145" y="32015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4" name="Shape 2682"/>
          <p:cNvSpPr/>
          <p:nvPr/>
        </p:nvSpPr>
        <p:spPr>
          <a:xfrm>
            <a:off x="8280175" y="3429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5" name="Shape 2683"/>
          <p:cNvSpPr/>
          <p:nvPr/>
        </p:nvSpPr>
        <p:spPr>
          <a:xfrm>
            <a:off x="8356536" y="3161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6" name="Shape 2684"/>
          <p:cNvSpPr/>
          <p:nvPr/>
        </p:nvSpPr>
        <p:spPr>
          <a:xfrm>
            <a:off x="8146577" y="31977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7" name="Shape 2685"/>
          <p:cNvSpPr/>
          <p:nvPr/>
        </p:nvSpPr>
        <p:spPr>
          <a:xfrm>
            <a:off x="8368815" y="30891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8" name="Shape 2686"/>
          <p:cNvSpPr/>
          <p:nvPr/>
        </p:nvSpPr>
        <p:spPr>
          <a:xfrm>
            <a:off x="8466142" y="3631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89" name="Shape 2687"/>
          <p:cNvSpPr/>
          <p:nvPr/>
        </p:nvSpPr>
        <p:spPr>
          <a:xfrm>
            <a:off x="8413461" y="3410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0" name="Shape 2688"/>
          <p:cNvSpPr/>
          <p:nvPr/>
        </p:nvSpPr>
        <p:spPr>
          <a:xfrm>
            <a:off x="8426875" y="35475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1" name="Shape 2689"/>
          <p:cNvSpPr/>
          <p:nvPr/>
        </p:nvSpPr>
        <p:spPr>
          <a:xfrm>
            <a:off x="8419187" y="35385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2" name="Shape 2690"/>
          <p:cNvSpPr/>
          <p:nvPr/>
        </p:nvSpPr>
        <p:spPr>
          <a:xfrm>
            <a:off x="8131084" y="2412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3" name="Shape 2691"/>
          <p:cNvSpPr/>
          <p:nvPr/>
        </p:nvSpPr>
        <p:spPr>
          <a:xfrm>
            <a:off x="8234040" y="30392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4" name="Shape 2692"/>
          <p:cNvSpPr/>
          <p:nvPr/>
        </p:nvSpPr>
        <p:spPr>
          <a:xfrm>
            <a:off x="8506626" y="24163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5" name="Shape 2693"/>
          <p:cNvSpPr/>
          <p:nvPr/>
        </p:nvSpPr>
        <p:spPr>
          <a:xfrm>
            <a:off x="8351956" y="31956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6" name="Shape 2694"/>
          <p:cNvSpPr/>
          <p:nvPr/>
        </p:nvSpPr>
        <p:spPr>
          <a:xfrm>
            <a:off x="8458522" y="24074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7" name="Shape 2695"/>
          <p:cNvSpPr/>
          <p:nvPr/>
        </p:nvSpPr>
        <p:spPr>
          <a:xfrm>
            <a:off x="8234475" y="31788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8" name="Shape 2696"/>
          <p:cNvSpPr/>
          <p:nvPr/>
        </p:nvSpPr>
        <p:spPr>
          <a:xfrm>
            <a:off x="8474440" y="24259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699" name="Shape 2697"/>
          <p:cNvSpPr/>
          <p:nvPr/>
        </p:nvSpPr>
        <p:spPr>
          <a:xfrm>
            <a:off x="8435023" y="24055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0" name="Shape 2698"/>
          <p:cNvSpPr/>
          <p:nvPr/>
        </p:nvSpPr>
        <p:spPr>
          <a:xfrm>
            <a:off x="8499933" y="24081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1" name="Shape 2699"/>
          <p:cNvSpPr/>
          <p:nvPr/>
        </p:nvSpPr>
        <p:spPr>
          <a:xfrm>
            <a:off x="8171111" y="31642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2" name="Shape 2700"/>
          <p:cNvSpPr/>
          <p:nvPr/>
        </p:nvSpPr>
        <p:spPr>
          <a:xfrm>
            <a:off x="8537431" y="2408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3" name="Shape 2701"/>
          <p:cNvSpPr/>
          <p:nvPr/>
        </p:nvSpPr>
        <p:spPr>
          <a:xfrm>
            <a:off x="8373349" y="31120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4" name="Shape 2702"/>
          <p:cNvSpPr/>
          <p:nvPr/>
        </p:nvSpPr>
        <p:spPr>
          <a:xfrm>
            <a:off x="8516988" y="3280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5" name="Shape 2703"/>
          <p:cNvSpPr/>
          <p:nvPr/>
        </p:nvSpPr>
        <p:spPr>
          <a:xfrm>
            <a:off x="8462861" y="2400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6" name="Shape 2704"/>
          <p:cNvSpPr/>
          <p:nvPr/>
        </p:nvSpPr>
        <p:spPr>
          <a:xfrm>
            <a:off x="8149530" y="3325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7" name="Shape 2705"/>
          <p:cNvSpPr/>
          <p:nvPr/>
        </p:nvSpPr>
        <p:spPr>
          <a:xfrm>
            <a:off x="8362461" y="3295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8" name="Shape 2706"/>
          <p:cNvSpPr/>
          <p:nvPr/>
        </p:nvSpPr>
        <p:spPr>
          <a:xfrm>
            <a:off x="8194639" y="32023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09" name="Shape 2707"/>
          <p:cNvSpPr/>
          <p:nvPr/>
        </p:nvSpPr>
        <p:spPr>
          <a:xfrm>
            <a:off x="8229852" y="34248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0" name="Shape 2708"/>
          <p:cNvSpPr/>
          <p:nvPr/>
        </p:nvSpPr>
        <p:spPr>
          <a:xfrm>
            <a:off x="8507765" y="35572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1" name="Shape 2709"/>
          <p:cNvSpPr/>
          <p:nvPr/>
        </p:nvSpPr>
        <p:spPr>
          <a:xfrm>
            <a:off x="8152917" y="32738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2" name="Shape 2710"/>
          <p:cNvSpPr/>
          <p:nvPr/>
        </p:nvSpPr>
        <p:spPr>
          <a:xfrm>
            <a:off x="8525582" y="3115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3" name="Shape 2711"/>
          <p:cNvSpPr/>
          <p:nvPr/>
        </p:nvSpPr>
        <p:spPr>
          <a:xfrm>
            <a:off x="8169538" y="3111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4" name="Shape 2712"/>
          <p:cNvSpPr/>
          <p:nvPr/>
        </p:nvSpPr>
        <p:spPr>
          <a:xfrm>
            <a:off x="8297431" y="24643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5" name="Shape 2713"/>
          <p:cNvSpPr/>
          <p:nvPr/>
        </p:nvSpPr>
        <p:spPr>
          <a:xfrm>
            <a:off x="8405372" y="31314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6" name="Shape 2714"/>
          <p:cNvSpPr/>
          <p:nvPr/>
        </p:nvSpPr>
        <p:spPr>
          <a:xfrm>
            <a:off x="8412626" y="32503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7" name="Shape 2715"/>
          <p:cNvSpPr/>
          <p:nvPr/>
        </p:nvSpPr>
        <p:spPr>
          <a:xfrm>
            <a:off x="8119104" y="34500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8" name="Shape 2716"/>
          <p:cNvSpPr/>
          <p:nvPr/>
        </p:nvSpPr>
        <p:spPr>
          <a:xfrm>
            <a:off x="8283076" y="34840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19" name="Shape 2717"/>
          <p:cNvSpPr/>
          <p:nvPr/>
        </p:nvSpPr>
        <p:spPr>
          <a:xfrm>
            <a:off x="8447112" y="35133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0" name="Shape 2718"/>
          <p:cNvSpPr/>
          <p:nvPr/>
        </p:nvSpPr>
        <p:spPr>
          <a:xfrm>
            <a:off x="8124156" y="34497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1" name="Shape 2719"/>
          <p:cNvSpPr/>
          <p:nvPr/>
        </p:nvSpPr>
        <p:spPr>
          <a:xfrm>
            <a:off x="8491360" y="34944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2" name="Shape 2720"/>
          <p:cNvSpPr/>
          <p:nvPr/>
        </p:nvSpPr>
        <p:spPr>
          <a:xfrm>
            <a:off x="8405584" y="35578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3" name="Shape 2721"/>
          <p:cNvSpPr/>
          <p:nvPr/>
        </p:nvSpPr>
        <p:spPr>
          <a:xfrm>
            <a:off x="8199595" y="34498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4" name="Shape 2722"/>
          <p:cNvSpPr/>
          <p:nvPr/>
        </p:nvSpPr>
        <p:spPr>
          <a:xfrm>
            <a:off x="8299032" y="3556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5" name="Shape 2723"/>
          <p:cNvSpPr/>
          <p:nvPr/>
        </p:nvSpPr>
        <p:spPr>
          <a:xfrm>
            <a:off x="8218593" y="26286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6" name="Shape 2724"/>
          <p:cNvSpPr/>
          <p:nvPr/>
        </p:nvSpPr>
        <p:spPr>
          <a:xfrm>
            <a:off x="8432637" y="26235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7" name="Shape 2725"/>
          <p:cNvSpPr/>
          <p:nvPr/>
        </p:nvSpPr>
        <p:spPr>
          <a:xfrm>
            <a:off x="8411580" y="36362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8" name="Shape 2726"/>
          <p:cNvSpPr/>
          <p:nvPr/>
        </p:nvSpPr>
        <p:spPr>
          <a:xfrm>
            <a:off x="8172552" y="3516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29" name="Shape 2727"/>
          <p:cNvSpPr/>
          <p:nvPr/>
        </p:nvSpPr>
        <p:spPr>
          <a:xfrm>
            <a:off x="8197553" y="2943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0" name="Shape 2728"/>
          <p:cNvSpPr/>
          <p:nvPr/>
        </p:nvSpPr>
        <p:spPr>
          <a:xfrm>
            <a:off x="8318840" y="33606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1" name="Shape 2729"/>
          <p:cNvSpPr/>
          <p:nvPr/>
        </p:nvSpPr>
        <p:spPr>
          <a:xfrm>
            <a:off x="8317058" y="31561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2" name="Shape 2730"/>
          <p:cNvSpPr/>
          <p:nvPr/>
        </p:nvSpPr>
        <p:spPr>
          <a:xfrm>
            <a:off x="8342573" y="31782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3" name="Shape 2731"/>
          <p:cNvSpPr/>
          <p:nvPr/>
        </p:nvSpPr>
        <p:spPr>
          <a:xfrm>
            <a:off x="8144578" y="31185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4" name="Shape 2732"/>
          <p:cNvSpPr/>
          <p:nvPr/>
        </p:nvSpPr>
        <p:spPr>
          <a:xfrm>
            <a:off x="8116747" y="32237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5" name="Shape 2733"/>
          <p:cNvSpPr/>
          <p:nvPr/>
        </p:nvSpPr>
        <p:spPr>
          <a:xfrm>
            <a:off x="8232723" y="31034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6" name="Shape 2734"/>
          <p:cNvSpPr/>
          <p:nvPr/>
        </p:nvSpPr>
        <p:spPr>
          <a:xfrm>
            <a:off x="8275774" y="23149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7" name="Shape 2735"/>
          <p:cNvSpPr/>
          <p:nvPr/>
        </p:nvSpPr>
        <p:spPr>
          <a:xfrm>
            <a:off x="8324789" y="3185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8" name="Shape 2736"/>
          <p:cNvSpPr/>
          <p:nvPr/>
        </p:nvSpPr>
        <p:spPr>
          <a:xfrm>
            <a:off x="8436137" y="31941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39" name="Shape 2737"/>
          <p:cNvSpPr/>
          <p:nvPr/>
        </p:nvSpPr>
        <p:spPr>
          <a:xfrm>
            <a:off x="8343900" y="2429911"/>
            <a:ext cx="0" cy="1119197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2740" name="Shape 2738"/>
          <p:cNvSpPr/>
          <p:nvPr/>
        </p:nvSpPr>
        <p:spPr>
          <a:xfrm>
            <a:off x="8229600" y="3549108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2741" name="Shape 2739"/>
          <p:cNvSpPr/>
          <p:nvPr/>
        </p:nvSpPr>
        <p:spPr>
          <a:xfrm>
            <a:off x="8229600" y="2429911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2742" name="Shape 2740"/>
          <p:cNvSpPr/>
          <p:nvPr/>
        </p:nvSpPr>
        <p:spPr>
          <a:xfrm>
            <a:off x="8178800" y="2930060"/>
            <a:ext cx="330200" cy="406533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2743" name="Shape 2741"/>
          <p:cNvSpPr/>
          <p:nvPr/>
        </p:nvSpPr>
        <p:spPr>
          <a:xfrm>
            <a:off x="8178800" y="3153987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2744" name="Shape 2742"/>
          <p:cNvSpPr/>
          <p:nvPr/>
        </p:nvSpPr>
        <p:spPr>
          <a:xfrm>
            <a:off x="8013700" y="41402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745" name="Text 2743"/>
          <p:cNvSpPr/>
          <p:nvPr/>
        </p:nvSpPr>
        <p:spPr>
          <a:xfrm>
            <a:off x="6934200" y="42481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PocketXMol-official</a:t>
            </a:r>
          </a:p>
        </p:txBody>
      </p:sp>
      <p:sp>
        <p:nvSpPr>
          <p:cNvPr id="2746" name="Shape 2744"/>
          <p:cNvSpPr/>
          <p:nvPr/>
        </p:nvSpPr>
        <p:spPr>
          <a:xfrm>
            <a:off x="10094992" y="34756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47" name="Shape 2745"/>
          <p:cNvSpPr/>
          <p:nvPr/>
        </p:nvSpPr>
        <p:spPr>
          <a:xfrm>
            <a:off x="10052044" y="3541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48" name="Shape 2746"/>
          <p:cNvSpPr/>
          <p:nvPr/>
        </p:nvSpPr>
        <p:spPr>
          <a:xfrm>
            <a:off x="9804058" y="3492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49" name="Shape 2747"/>
          <p:cNvSpPr/>
          <p:nvPr/>
        </p:nvSpPr>
        <p:spPr>
          <a:xfrm>
            <a:off x="10021974" y="32287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0" name="Shape 2748"/>
          <p:cNvSpPr/>
          <p:nvPr/>
        </p:nvSpPr>
        <p:spPr>
          <a:xfrm>
            <a:off x="9686840" y="34868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1" name="Shape 2749"/>
          <p:cNvSpPr/>
          <p:nvPr/>
        </p:nvSpPr>
        <p:spPr>
          <a:xfrm>
            <a:off x="9885656" y="34542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2" name="Shape 2750"/>
          <p:cNvSpPr/>
          <p:nvPr/>
        </p:nvSpPr>
        <p:spPr>
          <a:xfrm>
            <a:off x="9855548" y="3259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3" name="Shape 2751"/>
          <p:cNvSpPr/>
          <p:nvPr/>
        </p:nvSpPr>
        <p:spPr>
          <a:xfrm>
            <a:off x="9910525" y="3380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4" name="Shape 2752"/>
          <p:cNvSpPr/>
          <p:nvPr/>
        </p:nvSpPr>
        <p:spPr>
          <a:xfrm>
            <a:off x="9889688" y="32717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5" name="Shape 2753"/>
          <p:cNvSpPr/>
          <p:nvPr/>
        </p:nvSpPr>
        <p:spPr>
          <a:xfrm>
            <a:off x="10099566" y="3341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6" name="Shape 2754"/>
          <p:cNvSpPr/>
          <p:nvPr/>
        </p:nvSpPr>
        <p:spPr>
          <a:xfrm>
            <a:off x="9900670" y="3247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7" name="Shape 2755"/>
          <p:cNvSpPr/>
          <p:nvPr/>
        </p:nvSpPr>
        <p:spPr>
          <a:xfrm>
            <a:off x="10045217" y="3391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8" name="Shape 2756"/>
          <p:cNvSpPr/>
          <p:nvPr/>
        </p:nvSpPr>
        <p:spPr>
          <a:xfrm>
            <a:off x="9886613" y="3446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59" name="Shape 2757"/>
          <p:cNvSpPr/>
          <p:nvPr/>
        </p:nvSpPr>
        <p:spPr>
          <a:xfrm>
            <a:off x="10088336" y="3473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0" name="Shape 2758"/>
          <p:cNvSpPr/>
          <p:nvPr/>
        </p:nvSpPr>
        <p:spPr>
          <a:xfrm>
            <a:off x="9726928" y="3246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1" name="Shape 2759"/>
          <p:cNvSpPr/>
          <p:nvPr/>
        </p:nvSpPr>
        <p:spPr>
          <a:xfrm>
            <a:off x="9718581" y="34065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2" name="Shape 2760"/>
          <p:cNvSpPr/>
          <p:nvPr/>
        </p:nvSpPr>
        <p:spPr>
          <a:xfrm>
            <a:off x="9744288" y="3497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3" name="Shape 2761"/>
          <p:cNvSpPr/>
          <p:nvPr/>
        </p:nvSpPr>
        <p:spPr>
          <a:xfrm>
            <a:off x="9834088" y="34152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4" name="Shape 2762"/>
          <p:cNvSpPr/>
          <p:nvPr/>
        </p:nvSpPr>
        <p:spPr>
          <a:xfrm>
            <a:off x="9735661" y="3528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5" name="Shape 2763"/>
          <p:cNvSpPr/>
          <p:nvPr/>
        </p:nvSpPr>
        <p:spPr>
          <a:xfrm>
            <a:off x="10045463" y="3204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6" name="Shape 2764"/>
          <p:cNvSpPr/>
          <p:nvPr/>
        </p:nvSpPr>
        <p:spPr>
          <a:xfrm>
            <a:off x="10058445" y="3217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7" name="Shape 2765"/>
          <p:cNvSpPr/>
          <p:nvPr/>
        </p:nvSpPr>
        <p:spPr>
          <a:xfrm>
            <a:off x="9744352" y="3464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8" name="Shape 2766"/>
          <p:cNvSpPr/>
          <p:nvPr/>
        </p:nvSpPr>
        <p:spPr>
          <a:xfrm>
            <a:off x="9849215" y="3534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69" name="Shape 2767"/>
          <p:cNvSpPr/>
          <p:nvPr/>
        </p:nvSpPr>
        <p:spPr>
          <a:xfrm>
            <a:off x="9718980" y="35125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0" name="Shape 2768"/>
          <p:cNvSpPr/>
          <p:nvPr/>
        </p:nvSpPr>
        <p:spPr>
          <a:xfrm>
            <a:off x="9703775" y="32087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1" name="Shape 2769"/>
          <p:cNvSpPr/>
          <p:nvPr/>
        </p:nvSpPr>
        <p:spPr>
          <a:xfrm>
            <a:off x="9872017" y="3493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2" name="Shape 2770"/>
          <p:cNvSpPr/>
          <p:nvPr/>
        </p:nvSpPr>
        <p:spPr>
          <a:xfrm>
            <a:off x="9751353" y="3405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3" name="Shape 2771"/>
          <p:cNvSpPr/>
          <p:nvPr/>
        </p:nvSpPr>
        <p:spPr>
          <a:xfrm>
            <a:off x="10068552" y="32110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4" name="Shape 2772"/>
          <p:cNvSpPr/>
          <p:nvPr/>
        </p:nvSpPr>
        <p:spPr>
          <a:xfrm>
            <a:off x="9823626" y="31586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5" name="Shape 2773"/>
          <p:cNvSpPr/>
          <p:nvPr/>
        </p:nvSpPr>
        <p:spPr>
          <a:xfrm>
            <a:off x="9788904" y="3492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6" name="Shape 2774"/>
          <p:cNvSpPr/>
          <p:nvPr/>
        </p:nvSpPr>
        <p:spPr>
          <a:xfrm>
            <a:off x="9676844" y="3414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7" name="Shape 2775"/>
          <p:cNvSpPr/>
          <p:nvPr/>
        </p:nvSpPr>
        <p:spPr>
          <a:xfrm>
            <a:off x="10095753" y="32093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8" name="Shape 2776"/>
          <p:cNvSpPr/>
          <p:nvPr/>
        </p:nvSpPr>
        <p:spPr>
          <a:xfrm>
            <a:off x="9856229" y="32563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79" name="Shape 2777"/>
          <p:cNvSpPr/>
          <p:nvPr/>
        </p:nvSpPr>
        <p:spPr>
          <a:xfrm>
            <a:off x="9822887" y="3617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0" name="Shape 2778"/>
          <p:cNvSpPr/>
          <p:nvPr/>
        </p:nvSpPr>
        <p:spPr>
          <a:xfrm>
            <a:off x="10071955" y="35504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1" name="Shape 2779"/>
          <p:cNvSpPr/>
          <p:nvPr/>
        </p:nvSpPr>
        <p:spPr>
          <a:xfrm>
            <a:off x="10022894" y="35206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2" name="Shape 2780"/>
          <p:cNvSpPr/>
          <p:nvPr/>
        </p:nvSpPr>
        <p:spPr>
          <a:xfrm>
            <a:off x="9715830" y="34667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3" name="Shape 2781"/>
          <p:cNvSpPr/>
          <p:nvPr/>
        </p:nvSpPr>
        <p:spPr>
          <a:xfrm>
            <a:off x="9792611" y="34047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4" name="Shape 2782"/>
          <p:cNvSpPr/>
          <p:nvPr/>
        </p:nvSpPr>
        <p:spPr>
          <a:xfrm>
            <a:off x="9836877" y="33928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5" name="Shape 2783"/>
          <p:cNvSpPr/>
          <p:nvPr/>
        </p:nvSpPr>
        <p:spPr>
          <a:xfrm>
            <a:off x="9799929" y="3533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6" name="Shape 2784"/>
          <p:cNvSpPr/>
          <p:nvPr/>
        </p:nvSpPr>
        <p:spPr>
          <a:xfrm>
            <a:off x="9956629" y="3414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7" name="Shape 2785"/>
          <p:cNvSpPr/>
          <p:nvPr/>
        </p:nvSpPr>
        <p:spPr>
          <a:xfrm>
            <a:off x="9835878" y="32458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8" name="Shape 2786"/>
          <p:cNvSpPr/>
          <p:nvPr/>
        </p:nvSpPr>
        <p:spPr>
          <a:xfrm>
            <a:off x="9733511" y="34365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89" name="Shape 2787"/>
          <p:cNvSpPr/>
          <p:nvPr/>
        </p:nvSpPr>
        <p:spPr>
          <a:xfrm>
            <a:off x="9757043" y="3365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0" name="Shape 2788"/>
          <p:cNvSpPr/>
          <p:nvPr/>
        </p:nvSpPr>
        <p:spPr>
          <a:xfrm>
            <a:off x="9676008" y="32387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1" name="Shape 2789"/>
          <p:cNvSpPr/>
          <p:nvPr/>
        </p:nvSpPr>
        <p:spPr>
          <a:xfrm>
            <a:off x="9882029" y="34331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2" name="Shape 2790"/>
          <p:cNvSpPr/>
          <p:nvPr/>
        </p:nvSpPr>
        <p:spPr>
          <a:xfrm>
            <a:off x="9817849" y="3414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3" name="Shape 2791"/>
          <p:cNvSpPr/>
          <p:nvPr/>
        </p:nvSpPr>
        <p:spPr>
          <a:xfrm>
            <a:off x="9672599" y="3420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4" name="Shape 2792"/>
          <p:cNvSpPr/>
          <p:nvPr/>
        </p:nvSpPr>
        <p:spPr>
          <a:xfrm>
            <a:off x="9881215" y="34127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5" name="Shape 2793"/>
          <p:cNvSpPr/>
          <p:nvPr/>
        </p:nvSpPr>
        <p:spPr>
          <a:xfrm>
            <a:off x="9892403" y="34584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6" name="Shape 2794"/>
          <p:cNvSpPr/>
          <p:nvPr/>
        </p:nvSpPr>
        <p:spPr>
          <a:xfrm>
            <a:off x="9800503" y="3196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7" name="Shape 2795"/>
          <p:cNvSpPr/>
          <p:nvPr/>
        </p:nvSpPr>
        <p:spPr>
          <a:xfrm>
            <a:off x="9786333" y="3582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8" name="Shape 2796"/>
          <p:cNvSpPr/>
          <p:nvPr/>
        </p:nvSpPr>
        <p:spPr>
          <a:xfrm>
            <a:off x="9942726" y="3542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799" name="Shape 2797"/>
          <p:cNvSpPr/>
          <p:nvPr/>
        </p:nvSpPr>
        <p:spPr>
          <a:xfrm>
            <a:off x="9702296" y="34499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0" name="Shape 2798"/>
          <p:cNvSpPr/>
          <p:nvPr/>
        </p:nvSpPr>
        <p:spPr>
          <a:xfrm>
            <a:off x="9816601" y="34589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1" name="Shape 2799"/>
          <p:cNvSpPr/>
          <p:nvPr/>
        </p:nvSpPr>
        <p:spPr>
          <a:xfrm>
            <a:off x="10029047" y="34200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2" name="Shape 2800"/>
          <p:cNvSpPr/>
          <p:nvPr/>
        </p:nvSpPr>
        <p:spPr>
          <a:xfrm>
            <a:off x="9914588" y="32750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3" name="Shape 2801"/>
          <p:cNvSpPr/>
          <p:nvPr/>
        </p:nvSpPr>
        <p:spPr>
          <a:xfrm>
            <a:off x="9976784" y="34690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4" name="Shape 2802"/>
          <p:cNvSpPr/>
          <p:nvPr/>
        </p:nvSpPr>
        <p:spPr>
          <a:xfrm>
            <a:off x="9854855" y="3403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5" name="Shape 2803"/>
          <p:cNvSpPr/>
          <p:nvPr/>
        </p:nvSpPr>
        <p:spPr>
          <a:xfrm>
            <a:off x="10054713" y="3358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6" name="Shape 2804"/>
          <p:cNvSpPr/>
          <p:nvPr/>
        </p:nvSpPr>
        <p:spPr>
          <a:xfrm>
            <a:off x="9735633" y="34751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7" name="Shape 2805"/>
          <p:cNvSpPr/>
          <p:nvPr/>
        </p:nvSpPr>
        <p:spPr>
          <a:xfrm>
            <a:off x="9882431" y="3349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8" name="Shape 2806"/>
          <p:cNvSpPr/>
          <p:nvPr/>
        </p:nvSpPr>
        <p:spPr>
          <a:xfrm>
            <a:off x="9949408" y="34141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09" name="Shape 2807"/>
          <p:cNvSpPr/>
          <p:nvPr/>
        </p:nvSpPr>
        <p:spPr>
          <a:xfrm>
            <a:off x="9701942" y="34512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0" name="Shape 2808"/>
          <p:cNvSpPr/>
          <p:nvPr/>
        </p:nvSpPr>
        <p:spPr>
          <a:xfrm>
            <a:off x="9879217" y="32218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1" name="Shape 2809"/>
          <p:cNvSpPr/>
          <p:nvPr/>
        </p:nvSpPr>
        <p:spPr>
          <a:xfrm>
            <a:off x="9807420" y="32536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2" name="Shape 2810"/>
          <p:cNvSpPr/>
          <p:nvPr/>
        </p:nvSpPr>
        <p:spPr>
          <a:xfrm>
            <a:off x="9678991" y="3491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3" name="Shape 2811"/>
          <p:cNvSpPr/>
          <p:nvPr/>
        </p:nvSpPr>
        <p:spPr>
          <a:xfrm>
            <a:off x="9947420" y="33552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4" name="Shape 2812"/>
          <p:cNvSpPr/>
          <p:nvPr/>
        </p:nvSpPr>
        <p:spPr>
          <a:xfrm>
            <a:off x="9956841" y="34978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5" name="Shape 2813"/>
          <p:cNvSpPr/>
          <p:nvPr/>
        </p:nvSpPr>
        <p:spPr>
          <a:xfrm>
            <a:off x="9785331" y="3485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6" name="Shape 2814"/>
          <p:cNvSpPr/>
          <p:nvPr/>
        </p:nvSpPr>
        <p:spPr>
          <a:xfrm>
            <a:off x="9883613" y="34044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7" name="Shape 2815"/>
          <p:cNvSpPr/>
          <p:nvPr/>
        </p:nvSpPr>
        <p:spPr>
          <a:xfrm>
            <a:off x="10046827" y="3486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8" name="Shape 2816"/>
          <p:cNvSpPr/>
          <p:nvPr/>
        </p:nvSpPr>
        <p:spPr>
          <a:xfrm>
            <a:off x="9913358" y="35142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19" name="Shape 2817"/>
          <p:cNvSpPr/>
          <p:nvPr/>
        </p:nvSpPr>
        <p:spPr>
          <a:xfrm>
            <a:off x="9864156" y="32514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0" name="Shape 2818"/>
          <p:cNvSpPr/>
          <p:nvPr/>
        </p:nvSpPr>
        <p:spPr>
          <a:xfrm>
            <a:off x="9726995" y="34370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1" name="Shape 2819"/>
          <p:cNvSpPr/>
          <p:nvPr/>
        </p:nvSpPr>
        <p:spPr>
          <a:xfrm>
            <a:off x="9893804" y="3507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2" name="Shape 2820"/>
          <p:cNvSpPr/>
          <p:nvPr/>
        </p:nvSpPr>
        <p:spPr>
          <a:xfrm>
            <a:off x="9991858" y="34285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3" name="Shape 2821"/>
          <p:cNvSpPr/>
          <p:nvPr/>
        </p:nvSpPr>
        <p:spPr>
          <a:xfrm>
            <a:off x="9839106" y="34612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4" name="Shape 2822"/>
          <p:cNvSpPr/>
          <p:nvPr/>
        </p:nvSpPr>
        <p:spPr>
          <a:xfrm>
            <a:off x="10067936" y="32947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5" name="Shape 2823"/>
          <p:cNvSpPr/>
          <p:nvPr/>
        </p:nvSpPr>
        <p:spPr>
          <a:xfrm>
            <a:off x="9907577" y="35651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6" name="Shape 2824"/>
          <p:cNvSpPr/>
          <p:nvPr/>
        </p:nvSpPr>
        <p:spPr>
          <a:xfrm>
            <a:off x="9699741" y="33191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7" name="Shape 2825"/>
          <p:cNvSpPr/>
          <p:nvPr/>
        </p:nvSpPr>
        <p:spPr>
          <a:xfrm>
            <a:off x="9834168" y="3244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8" name="Shape 2826"/>
          <p:cNvSpPr/>
          <p:nvPr/>
        </p:nvSpPr>
        <p:spPr>
          <a:xfrm>
            <a:off x="9981122" y="3478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29" name="Shape 2827"/>
          <p:cNvSpPr/>
          <p:nvPr/>
        </p:nvSpPr>
        <p:spPr>
          <a:xfrm>
            <a:off x="10062049" y="3482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0" name="Shape 2828"/>
          <p:cNvSpPr/>
          <p:nvPr/>
        </p:nvSpPr>
        <p:spPr>
          <a:xfrm>
            <a:off x="9811153" y="35820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1" name="Shape 2829"/>
          <p:cNvSpPr/>
          <p:nvPr/>
        </p:nvSpPr>
        <p:spPr>
          <a:xfrm>
            <a:off x="10057206" y="34055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2" name="Shape 2830"/>
          <p:cNvSpPr/>
          <p:nvPr/>
        </p:nvSpPr>
        <p:spPr>
          <a:xfrm>
            <a:off x="9814137" y="3468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3" name="Shape 2831"/>
          <p:cNvSpPr/>
          <p:nvPr/>
        </p:nvSpPr>
        <p:spPr>
          <a:xfrm>
            <a:off x="9930585" y="3591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4" name="Shape 2832"/>
          <p:cNvSpPr/>
          <p:nvPr/>
        </p:nvSpPr>
        <p:spPr>
          <a:xfrm>
            <a:off x="10083059" y="34642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5" name="Shape 2833"/>
          <p:cNvSpPr/>
          <p:nvPr/>
        </p:nvSpPr>
        <p:spPr>
          <a:xfrm>
            <a:off x="9691417" y="36548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6" name="Shape 2834"/>
          <p:cNvSpPr/>
          <p:nvPr/>
        </p:nvSpPr>
        <p:spPr>
          <a:xfrm>
            <a:off x="9691611" y="38163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7" name="Shape 2835"/>
          <p:cNvSpPr/>
          <p:nvPr/>
        </p:nvSpPr>
        <p:spPr>
          <a:xfrm>
            <a:off x="10079108" y="35292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8" name="Shape 2836"/>
          <p:cNvSpPr/>
          <p:nvPr/>
        </p:nvSpPr>
        <p:spPr>
          <a:xfrm>
            <a:off x="9780721" y="3594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39" name="Shape 2837"/>
          <p:cNvSpPr/>
          <p:nvPr/>
        </p:nvSpPr>
        <p:spPr>
          <a:xfrm>
            <a:off x="9917371" y="36273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0" name="Shape 2838"/>
          <p:cNvSpPr/>
          <p:nvPr/>
        </p:nvSpPr>
        <p:spPr>
          <a:xfrm>
            <a:off x="9671653" y="36156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1" name="Shape 2839"/>
          <p:cNvSpPr/>
          <p:nvPr/>
        </p:nvSpPr>
        <p:spPr>
          <a:xfrm>
            <a:off x="9906107" y="37839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2" name="Shape 2840"/>
          <p:cNvSpPr/>
          <p:nvPr/>
        </p:nvSpPr>
        <p:spPr>
          <a:xfrm>
            <a:off x="9866000" y="3636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3" name="Shape 2841"/>
          <p:cNvSpPr/>
          <p:nvPr/>
        </p:nvSpPr>
        <p:spPr>
          <a:xfrm>
            <a:off x="10026326" y="3345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4" name="Shape 2842"/>
          <p:cNvSpPr/>
          <p:nvPr/>
        </p:nvSpPr>
        <p:spPr>
          <a:xfrm>
            <a:off x="10006628" y="34367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5" name="Shape 2843"/>
          <p:cNvSpPr/>
          <p:nvPr/>
        </p:nvSpPr>
        <p:spPr>
          <a:xfrm>
            <a:off x="9696589" y="3458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6" name="Shape 2844"/>
          <p:cNvSpPr/>
          <p:nvPr/>
        </p:nvSpPr>
        <p:spPr>
          <a:xfrm>
            <a:off x="9794513" y="3427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7" name="Shape 2845"/>
          <p:cNvSpPr/>
          <p:nvPr/>
        </p:nvSpPr>
        <p:spPr>
          <a:xfrm>
            <a:off x="9859540" y="32972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8" name="Shape 2846"/>
          <p:cNvSpPr/>
          <p:nvPr/>
        </p:nvSpPr>
        <p:spPr>
          <a:xfrm>
            <a:off x="10052430" y="35171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49" name="Shape 2847"/>
          <p:cNvSpPr/>
          <p:nvPr/>
        </p:nvSpPr>
        <p:spPr>
          <a:xfrm>
            <a:off x="10052419" y="3263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0" name="Shape 2848"/>
          <p:cNvSpPr/>
          <p:nvPr/>
        </p:nvSpPr>
        <p:spPr>
          <a:xfrm>
            <a:off x="9705026" y="3557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1" name="Shape 2849"/>
          <p:cNvSpPr/>
          <p:nvPr/>
        </p:nvSpPr>
        <p:spPr>
          <a:xfrm>
            <a:off x="9864170" y="3284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2" name="Shape 2850"/>
          <p:cNvSpPr/>
          <p:nvPr/>
        </p:nvSpPr>
        <p:spPr>
          <a:xfrm>
            <a:off x="9933872" y="3270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3" name="Shape 2851"/>
          <p:cNvSpPr/>
          <p:nvPr/>
        </p:nvSpPr>
        <p:spPr>
          <a:xfrm>
            <a:off x="9980328" y="3213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4" name="Shape 2852"/>
          <p:cNvSpPr/>
          <p:nvPr/>
        </p:nvSpPr>
        <p:spPr>
          <a:xfrm>
            <a:off x="9886567" y="31347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5" name="Shape 2853"/>
          <p:cNvSpPr/>
          <p:nvPr/>
        </p:nvSpPr>
        <p:spPr>
          <a:xfrm>
            <a:off x="9814424" y="32286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6" name="Shape 2854"/>
          <p:cNvSpPr/>
          <p:nvPr/>
        </p:nvSpPr>
        <p:spPr>
          <a:xfrm>
            <a:off x="10082694" y="3471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7" name="Shape 2855"/>
          <p:cNvSpPr/>
          <p:nvPr/>
        </p:nvSpPr>
        <p:spPr>
          <a:xfrm>
            <a:off x="9975598" y="3184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8" name="Shape 2856"/>
          <p:cNvSpPr/>
          <p:nvPr/>
        </p:nvSpPr>
        <p:spPr>
          <a:xfrm>
            <a:off x="9985828" y="33373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59" name="Shape 2857"/>
          <p:cNvSpPr/>
          <p:nvPr/>
        </p:nvSpPr>
        <p:spPr>
          <a:xfrm>
            <a:off x="10002251" y="3536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0" name="Shape 2858"/>
          <p:cNvSpPr/>
          <p:nvPr/>
        </p:nvSpPr>
        <p:spPr>
          <a:xfrm>
            <a:off x="9690032" y="3121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1" name="Shape 2859"/>
          <p:cNvSpPr/>
          <p:nvPr/>
        </p:nvSpPr>
        <p:spPr>
          <a:xfrm>
            <a:off x="10001164" y="3156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2" name="Shape 2860"/>
          <p:cNvSpPr/>
          <p:nvPr/>
        </p:nvSpPr>
        <p:spPr>
          <a:xfrm>
            <a:off x="9956246" y="33303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3" name="Shape 2861"/>
          <p:cNvSpPr/>
          <p:nvPr/>
        </p:nvSpPr>
        <p:spPr>
          <a:xfrm>
            <a:off x="9908545" y="3353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4" name="Shape 2862"/>
          <p:cNvSpPr/>
          <p:nvPr/>
        </p:nvSpPr>
        <p:spPr>
          <a:xfrm>
            <a:off x="10093600" y="32125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5" name="Shape 2863"/>
          <p:cNvSpPr/>
          <p:nvPr/>
        </p:nvSpPr>
        <p:spPr>
          <a:xfrm>
            <a:off x="9694177" y="36199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6" name="Shape 2864"/>
          <p:cNvSpPr/>
          <p:nvPr/>
        </p:nvSpPr>
        <p:spPr>
          <a:xfrm>
            <a:off x="10093961" y="3084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7" name="Shape 2865"/>
          <p:cNvSpPr/>
          <p:nvPr/>
        </p:nvSpPr>
        <p:spPr>
          <a:xfrm>
            <a:off x="9837066" y="3197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8" name="Shape 2866"/>
          <p:cNvSpPr/>
          <p:nvPr/>
        </p:nvSpPr>
        <p:spPr>
          <a:xfrm>
            <a:off x="9834570" y="3224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69" name="Shape 2867"/>
          <p:cNvSpPr/>
          <p:nvPr/>
        </p:nvSpPr>
        <p:spPr>
          <a:xfrm>
            <a:off x="9950266" y="32799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0" name="Shape 2868"/>
          <p:cNvSpPr/>
          <p:nvPr/>
        </p:nvSpPr>
        <p:spPr>
          <a:xfrm>
            <a:off x="9884329" y="3092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1" name="Shape 2869"/>
          <p:cNvSpPr/>
          <p:nvPr/>
        </p:nvSpPr>
        <p:spPr>
          <a:xfrm>
            <a:off x="10012066" y="3111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2" name="Shape 2870"/>
          <p:cNvSpPr/>
          <p:nvPr/>
        </p:nvSpPr>
        <p:spPr>
          <a:xfrm>
            <a:off x="10043214" y="34619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3" name="Shape 2871"/>
          <p:cNvSpPr/>
          <p:nvPr/>
        </p:nvSpPr>
        <p:spPr>
          <a:xfrm>
            <a:off x="9808934" y="29493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4" name="Shape 2872"/>
          <p:cNvSpPr/>
          <p:nvPr/>
        </p:nvSpPr>
        <p:spPr>
          <a:xfrm>
            <a:off x="9754294" y="3505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5" name="Shape 2873"/>
          <p:cNvSpPr/>
          <p:nvPr/>
        </p:nvSpPr>
        <p:spPr>
          <a:xfrm>
            <a:off x="9858498" y="35153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6" name="Shape 2874"/>
          <p:cNvSpPr/>
          <p:nvPr/>
        </p:nvSpPr>
        <p:spPr>
          <a:xfrm>
            <a:off x="9880373" y="3579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7" name="Shape 2875"/>
          <p:cNvSpPr/>
          <p:nvPr/>
        </p:nvSpPr>
        <p:spPr>
          <a:xfrm>
            <a:off x="9962518" y="3089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8" name="Shape 2876"/>
          <p:cNvSpPr/>
          <p:nvPr/>
        </p:nvSpPr>
        <p:spPr>
          <a:xfrm>
            <a:off x="9684268" y="3265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79" name="Shape 2877"/>
          <p:cNvSpPr/>
          <p:nvPr/>
        </p:nvSpPr>
        <p:spPr>
          <a:xfrm>
            <a:off x="9986210" y="35393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0" name="Shape 2878"/>
          <p:cNvSpPr/>
          <p:nvPr/>
        </p:nvSpPr>
        <p:spPr>
          <a:xfrm>
            <a:off x="9982530" y="3239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1" name="Shape 2879"/>
          <p:cNvSpPr/>
          <p:nvPr/>
        </p:nvSpPr>
        <p:spPr>
          <a:xfrm>
            <a:off x="9930267" y="33624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2" name="Shape 2880"/>
          <p:cNvSpPr/>
          <p:nvPr/>
        </p:nvSpPr>
        <p:spPr>
          <a:xfrm>
            <a:off x="10074649" y="35124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3" name="Shape 2881"/>
          <p:cNvSpPr/>
          <p:nvPr/>
        </p:nvSpPr>
        <p:spPr>
          <a:xfrm>
            <a:off x="9735542" y="31693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4" name="Shape 2882"/>
          <p:cNvSpPr/>
          <p:nvPr/>
        </p:nvSpPr>
        <p:spPr>
          <a:xfrm>
            <a:off x="9883206" y="34084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5" name="Shape 2883"/>
          <p:cNvSpPr/>
          <p:nvPr/>
        </p:nvSpPr>
        <p:spPr>
          <a:xfrm>
            <a:off x="9701075" y="36299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6" name="Shape 2884"/>
          <p:cNvSpPr/>
          <p:nvPr/>
        </p:nvSpPr>
        <p:spPr>
          <a:xfrm>
            <a:off x="9987792" y="36119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7" name="Shape 2885"/>
          <p:cNvSpPr/>
          <p:nvPr/>
        </p:nvSpPr>
        <p:spPr>
          <a:xfrm>
            <a:off x="10046012" y="3577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8" name="Shape 2886"/>
          <p:cNvSpPr/>
          <p:nvPr/>
        </p:nvSpPr>
        <p:spPr>
          <a:xfrm>
            <a:off x="9817339" y="3709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89" name="Shape 2887"/>
          <p:cNvSpPr/>
          <p:nvPr/>
        </p:nvSpPr>
        <p:spPr>
          <a:xfrm>
            <a:off x="9788549" y="33638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0" name="Shape 2888"/>
          <p:cNvSpPr/>
          <p:nvPr/>
        </p:nvSpPr>
        <p:spPr>
          <a:xfrm>
            <a:off x="9803819" y="35545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1" name="Shape 2889"/>
          <p:cNvSpPr/>
          <p:nvPr/>
        </p:nvSpPr>
        <p:spPr>
          <a:xfrm>
            <a:off x="9824005" y="30873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2" name="Shape 2890"/>
          <p:cNvSpPr/>
          <p:nvPr/>
        </p:nvSpPr>
        <p:spPr>
          <a:xfrm>
            <a:off x="9857668" y="35137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3" name="Shape 2891"/>
          <p:cNvSpPr/>
          <p:nvPr/>
        </p:nvSpPr>
        <p:spPr>
          <a:xfrm>
            <a:off x="9738412" y="3530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4" name="Shape 2892"/>
          <p:cNvSpPr/>
          <p:nvPr/>
        </p:nvSpPr>
        <p:spPr>
          <a:xfrm>
            <a:off x="9835133" y="34687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5" name="Shape 2893"/>
          <p:cNvSpPr/>
          <p:nvPr/>
        </p:nvSpPr>
        <p:spPr>
          <a:xfrm>
            <a:off x="9808749" y="3167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6" name="Shape 2894"/>
          <p:cNvSpPr/>
          <p:nvPr/>
        </p:nvSpPr>
        <p:spPr>
          <a:xfrm>
            <a:off x="9969449" y="27572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7" name="Shape 2895"/>
          <p:cNvSpPr/>
          <p:nvPr/>
        </p:nvSpPr>
        <p:spPr>
          <a:xfrm>
            <a:off x="9751772" y="2177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8" name="Shape 2896"/>
          <p:cNvSpPr/>
          <p:nvPr/>
        </p:nvSpPr>
        <p:spPr>
          <a:xfrm>
            <a:off x="9863739" y="31865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899" name="Shape 2897"/>
          <p:cNvSpPr/>
          <p:nvPr/>
        </p:nvSpPr>
        <p:spPr>
          <a:xfrm>
            <a:off x="10018773" y="32059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0" name="Shape 2898"/>
          <p:cNvSpPr/>
          <p:nvPr/>
        </p:nvSpPr>
        <p:spPr>
          <a:xfrm>
            <a:off x="9949283" y="3493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1" name="Shape 2899"/>
          <p:cNvSpPr/>
          <p:nvPr/>
        </p:nvSpPr>
        <p:spPr>
          <a:xfrm>
            <a:off x="10042184" y="26954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2" name="Shape 2900"/>
          <p:cNvSpPr/>
          <p:nvPr/>
        </p:nvSpPr>
        <p:spPr>
          <a:xfrm>
            <a:off x="9734136" y="35482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3" name="Shape 2901"/>
          <p:cNvSpPr/>
          <p:nvPr/>
        </p:nvSpPr>
        <p:spPr>
          <a:xfrm>
            <a:off x="9863987" y="31752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4" name="Shape 2902"/>
          <p:cNvSpPr/>
          <p:nvPr/>
        </p:nvSpPr>
        <p:spPr>
          <a:xfrm>
            <a:off x="9794134" y="34796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5" name="Shape 2903"/>
          <p:cNvSpPr/>
          <p:nvPr/>
        </p:nvSpPr>
        <p:spPr>
          <a:xfrm>
            <a:off x="9926297" y="3159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6" name="Shape 2904"/>
          <p:cNvSpPr/>
          <p:nvPr/>
        </p:nvSpPr>
        <p:spPr>
          <a:xfrm>
            <a:off x="10093938" y="30873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7" name="Shape 2905"/>
          <p:cNvSpPr/>
          <p:nvPr/>
        </p:nvSpPr>
        <p:spPr>
          <a:xfrm>
            <a:off x="10078507" y="3503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8" name="Shape 2906"/>
          <p:cNvSpPr/>
          <p:nvPr/>
        </p:nvSpPr>
        <p:spPr>
          <a:xfrm>
            <a:off x="9813209" y="24634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09" name="Shape 2907"/>
          <p:cNvSpPr/>
          <p:nvPr/>
        </p:nvSpPr>
        <p:spPr>
          <a:xfrm>
            <a:off x="9747643" y="31067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0" name="Shape 2908"/>
          <p:cNvSpPr/>
          <p:nvPr/>
        </p:nvSpPr>
        <p:spPr>
          <a:xfrm>
            <a:off x="9783202" y="3452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1" name="Shape 2909"/>
          <p:cNvSpPr/>
          <p:nvPr/>
        </p:nvSpPr>
        <p:spPr>
          <a:xfrm>
            <a:off x="9781593" y="3117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2" name="Shape 2910"/>
          <p:cNvSpPr/>
          <p:nvPr/>
        </p:nvSpPr>
        <p:spPr>
          <a:xfrm>
            <a:off x="9792645" y="31415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3" name="Shape 2911"/>
          <p:cNvSpPr/>
          <p:nvPr/>
        </p:nvSpPr>
        <p:spPr>
          <a:xfrm>
            <a:off x="9843537" y="30482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4" name="Shape 2912"/>
          <p:cNvSpPr/>
          <p:nvPr/>
        </p:nvSpPr>
        <p:spPr>
          <a:xfrm>
            <a:off x="9766516" y="34824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5" name="Shape 2913"/>
          <p:cNvSpPr/>
          <p:nvPr/>
        </p:nvSpPr>
        <p:spPr>
          <a:xfrm>
            <a:off x="9902578" y="2472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6" name="Shape 2914"/>
          <p:cNvSpPr/>
          <p:nvPr/>
        </p:nvSpPr>
        <p:spPr>
          <a:xfrm>
            <a:off x="9861627" y="33367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7" name="Shape 2915"/>
          <p:cNvSpPr/>
          <p:nvPr/>
        </p:nvSpPr>
        <p:spPr>
          <a:xfrm>
            <a:off x="10064830" y="24876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8" name="Shape 2916"/>
          <p:cNvSpPr/>
          <p:nvPr/>
        </p:nvSpPr>
        <p:spPr>
          <a:xfrm>
            <a:off x="10053547" y="24349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19" name="Shape 2917"/>
          <p:cNvSpPr/>
          <p:nvPr/>
        </p:nvSpPr>
        <p:spPr>
          <a:xfrm>
            <a:off x="9946592" y="34430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0" name="Shape 2918"/>
          <p:cNvSpPr/>
          <p:nvPr/>
        </p:nvSpPr>
        <p:spPr>
          <a:xfrm>
            <a:off x="9882996" y="33820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1" name="Shape 2919"/>
          <p:cNvSpPr/>
          <p:nvPr/>
        </p:nvSpPr>
        <p:spPr>
          <a:xfrm>
            <a:off x="10012889" y="3354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2" name="Shape 2920"/>
          <p:cNvSpPr/>
          <p:nvPr/>
        </p:nvSpPr>
        <p:spPr>
          <a:xfrm>
            <a:off x="9984748" y="24636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3" name="Shape 2921"/>
          <p:cNvSpPr/>
          <p:nvPr/>
        </p:nvSpPr>
        <p:spPr>
          <a:xfrm>
            <a:off x="9812286" y="2477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4" name="Shape 2922"/>
          <p:cNvSpPr/>
          <p:nvPr/>
        </p:nvSpPr>
        <p:spPr>
          <a:xfrm>
            <a:off x="10100406" y="2481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5" name="Shape 2923"/>
          <p:cNvSpPr/>
          <p:nvPr/>
        </p:nvSpPr>
        <p:spPr>
          <a:xfrm>
            <a:off x="9875074" y="2989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6" name="Shape 2924"/>
          <p:cNvSpPr/>
          <p:nvPr/>
        </p:nvSpPr>
        <p:spPr>
          <a:xfrm>
            <a:off x="9738891" y="3152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7" name="Shape 2925"/>
          <p:cNvSpPr/>
          <p:nvPr/>
        </p:nvSpPr>
        <p:spPr>
          <a:xfrm>
            <a:off x="9882848" y="3209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8" name="Shape 2926"/>
          <p:cNvSpPr/>
          <p:nvPr/>
        </p:nvSpPr>
        <p:spPr>
          <a:xfrm>
            <a:off x="9985643" y="25140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29" name="Shape 2927"/>
          <p:cNvSpPr/>
          <p:nvPr/>
        </p:nvSpPr>
        <p:spPr>
          <a:xfrm>
            <a:off x="10091524" y="28466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0" name="Shape 2928"/>
          <p:cNvSpPr/>
          <p:nvPr/>
        </p:nvSpPr>
        <p:spPr>
          <a:xfrm>
            <a:off x="9778346" y="24875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1" name="Shape 2929"/>
          <p:cNvSpPr/>
          <p:nvPr/>
        </p:nvSpPr>
        <p:spPr>
          <a:xfrm>
            <a:off x="9706576" y="24631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2" name="Shape 2930"/>
          <p:cNvSpPr/>
          <p:nvPr/>
        </p:nvSpPr>
        <p:spPr>
          <a:xfrm>
            <a:off x="9863560" y="31682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3" name="Shape 2931"/>
          <p:cNvSpPr/>
          <p:nvPr/>
        </p:nvSpPr>
        <p:spPr>
          <a:xfrm>
            <a:off x="10018318" y="29302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4" name="Shape 2932"/>
          <p:cNvSpPr/>
          <p:nvPr/>
        </p:nvSpPr>
        <p:spPr>
          <a:xfrm>
            <a:off x="9765648" y="3300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5" name="Shape 2933"/>
          <p:cNvSpPr/>
          <p:nvPr/>
        </p:nvSpPr>
        <p:spPr>
          <a:xfrm>
            <a:off x="9848054" y="2984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6" name="Shape 2934"/>
          <p:cNvSpPr/>
          <p:nvPr/>
        </p:nvSpPr>
        <p:spPr>
          <a:xfrm>
            <a:off x="9676246" y="29819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7" name="Shape 2935"/>
          <p:cNvSpPr/>
          <p:nvPr/>
        </p:nvSpPr>
        <p:spPr>
          <a:xfrm>
            <a:off x="9962241" y="34463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8" name="Shape 2936"/>
          <p:cNvSpPr/>
          <p:nvPr/>
        </p:nvSpPr>
        <p:spPr>
          <a:xfrm>
            <a:off x="9952875" y="3040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39" name="Shape 2937"/>
          <p:cNvSpPr/>
          <p:nvPr/>
        </p:nvSpPr>
        <p:spPr>
          <a:xfrm>
            <a:off x="10003624" y="25112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0" name="Shape 2938"/>
          <p:cNvSpPr/>
          <p:nvPr/>
        </p:nvSpPr>
        <p:spPr>
          <a:xfrm>
            <a:off x="9811306" y="29284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1" name="Shape 2939"/>
          <p:cNvSpPr/>
          <p:nvPr/>
        </p:nvSpPr>
        <p:spPr>
          <a:xfrm>
            <a:off x="9910452" y="2480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2" name="Shape 2940"/>
          <p:cNvSpPr/>
          <p:nvPr/>
        </p:nvSpPr>
        <p:spPr>
          <a:xfrm>
            <a:off x="9906093" y="2381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3" name="Shape 2941"/>
          <p:cNvSpPr/>
          <p:nvPr/>
        </p:nvSpPr>
        <p:spPr>
          <a:xfrm>
            <a:off x="10098985" y="2804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4" name="Shape 2942"/>
          <p:cNvSpPr/>
          <p:nvPr/>
        </p:nvSpPr>
        <p:spPr>
          <a:xfrm>
            <a:off x="10091955" y="23998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5" name="Shape 2943"/>
          <p:cNvSpPr/>
          <p:nvPr/>
        </p:nvSpPr>
        <p:spPr>
          <a:xfrm>
            <a:off x="9846167" y="2373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6" name="Shape 2944"/>
          <p:cNvSpPr/>
          <p:nvPr/>
        </p:nvSpPr>
        <p:spPr>
          <a:xfrm>
            <a:off x="10046773" y="33784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7" name="Shape 2945"/>
          <p:cNvSpPr/>
          <p:nvPr/>
        </p:nvSpPr>
        <p:spPr>
          <a:xfrm>
            <a:off x="9977453" y="23880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8" name="Shape 2946"/>
          <p:cNvSpPr/>
          <p:nvPr/>
        </p:nvSpPr>
        <p:spPr>
          <a:xfrm>
            <a:off x="9883262" y="3104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49" name="Shape 2947"/>
          <p:cNvSpPr/>
          <p:nvPr/>
        </p:nvSpPr>
        <p:spPr>
          <a:xfrm>
            <a:off x="9793317" y="33097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0" name="Shape 2948"/>
          <p:cNvSpPr/>
          <p:nvPr/>
        </p:nvSpPr>
        <p:spPr>
          <a:xfrm>
            <a:off x="9940729" y="24885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1" name="Shape 2949"/>
          <p:cNvSpPr/>
          <p:nvPr/>
        </p:nvSpPr>
        <p:spPr>
          <a:xfrm>
            <a:off x="9935771" y="2375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2" name="Shape 2950"/>
          <p:cNvSpPr/>
          <p:nvPr/>
        </p:nvSpPr>
        <p:spPr>
          <a:xfrm>
            <a:off x="9894557" y="3002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3" name="Shape 2951"/>
          <p:cNvSpPr/>
          <p:nvPr/>
        </p:nvSpPr>
        <p:spPr>
          <a:xfrm>
            <a:off x="9829568" y="2406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4" name="Shape 2952"/>
          <p:cNvSpPr/>
          <p:nvPr/>
        </p:nvSpPr>
        <p:spPr>
          <a:xfrm>
            <a:off x="10087418" y="23755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5" name="Shape 2953"/>
          <p:cNvSpPr/>
          <p:nvPr/>
        </p:nvSpPr>
        <p:spPr>
          <a:xfrm>
            <a:off x="10096768" y="3173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6" name="Shape 2954"/>
          <p:cNvSpPr/>
          <p:nvPr/>
        </p:nvSpPr>
        <p:spPr>
          <a:xfrm>
            <a:off x="9733186" y="31268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7" name="Shape 2955"/>
          <p:cNvSpPr/>
          <p:nvPr/>
        </p:nvSpPr>
        <p:spPr>
          <a:xfrm>
            <a:off x="10015526" y="28876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8" name="Shape 2956"/>
          <p:cNvSpPr/>
          <p:nvPr/>
        </p:nvSpPr>
        <p:spPr>
          <a:xfrm>
            <a:off x="9921929" y="36643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59" name="Shape 2957"/>
          <p:cNvSpPr/>
          <p:nvPr/>
        </p:nvSpPr>
        <p:spPr>
          <a:xfrm>
            <a:off x="9725743" y="3337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0" name="Shape 2958"/>
          <p:cNvSpPr/>
          <p:nvPr/>
        </p:nvSpPr>
        <p:spPr>
          <a:xfrm>
            <a:off x="9675404" y="33707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1" name="Shape 2959"/>
          <p:cNvSpPr/>
          <p:nvPr/>
        </p:nvSpPr>
        <p:spPr>
          <a:xfrm>
            <a:off x="10077163" y="31254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2" name="Shape 2960"/>
          <p:cNvSpPr/>
          <p:nvPr/>
        </p:nvSpPr>
        <p:spPr>
          <a:xfrm>
            <a:off x="9784536" y="31463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3" name="Shape 2961"/>
          <p:cNvSpPr/>
          <p:nvPr/>
        </p:nvSpPr>
        <p:spPr>
          <a:xfrm>
            <a:off x="10059157" y="3135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4" name="Shape 2962"/>
          <p:cNvSpPr/>
          <p:nvPr/>
        </p:nvSpPr>
        <p:spPr>
          <a:xfrm>
            <a:off x="9774986" y="31424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5" name="Shape 2963"/>
          <p:cNvSpPr/>
          <p:nvPr/>
        </p:nvSpPr>
        <p:spPr>
          <a:xfrm>
            <a:off x="9987229" y="31300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6" name="Shape 2964"/>
          <p:cNvSpPr/>
          <p:nvPr/>
        </p:nvSpPr>
        <p:spPr>
          <a:xfrm>
            <a:off x="10035249" y="31390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7" name="Shape 2965"/>
          <p:cNvSpPr/>
          <p:nvPr/>
        </p:nvSpPr>
        <p:spPr>
          <a:xfrm>
            <a:off x="10076975" y="31401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8" name="Shape 2966"/>
          <p:cNvSpPr/>
          <p:nvPr/>
        </p:nvSpPr>
        <p:spPr>
          <a:xfrm>
            <a:off x="9720107" y="31247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69" name="Shape 2967"/>
          <p:cNvSpPr/>
          <p:nvPr/>
        </p:nvSpPr>
        <p:spPr>
          <a:xfrm>
            <a:off x="9933074" y="3147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0" name="Shape 2968"/>
          <p:cNvSpPr/>
          <p:nvPr/>
        </p:nvSpPr>
        <p:spPr>
          <a:xfrm>
            <a:off x="9810386" y="30741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1" name="Shape 2969"/>
          <p:cNvSpPr/>
          <p:nvPr/>
        </p:nvSpPr>
        <p:spPr>
          <a:xfrm>
            <a:off x="9832213" y="31203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2" name="Shape 2970"/>
          <p:cNvSpPr/>
          <p:nvPr/>
        </p:nvSpPr>
        <p:spPr>
          <a:xfrm>
            <a:off x="9802692" y="3352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3" name="Shape 2971"/>
          <p:cNvSpPr/>
          <p:nvPr/>
        </p:nvSpPr>
        <p:spPr>
          <a:xfrm>
            <a:off x="9948917" y="33640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4" name="Shape 2972"/>
          <p:cNvSpPr/>
          <p:nvPr/>
        </p:nvSpPr>
        <p:spPr>
          <a:xfrm>
            <a:off x="10025545" y="3382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5" name="Shape 2973"/>
          <p:cNvSpPr/>
          <p:nvPr/>
        </p:nvSpPr>
        <p:spPr>
          <a:xfrm>
            <a:off x="9813590" y="33512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6" name="Shape 2974"/>
          <p:cNvSpPr/>
          <p:nvPr/>
        </p:nvSpPr>
        <p:spPr>
          <a:xfrm>
            <a:off x="10061853" y="32272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7" name="Shape 2975"/>
          <p:cNvSpPr/>
          <p:nvPr/>
        </p:nvSpPr>
        <p:spPr>
          <a:xfrm>
            <a:off x="9681724" y="33435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8" name="Shape 2976"/>
          <p:cNvSpPr/>
          <p:nvPr/>
        </p:nvSpPr>
        <p:spPr>
          <a:xfrm>
            <a:off x="10082992" y="33772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79" name="Shape 2977"/>
          <p:cNvSpPr/>
          <p:nvPr/>
        </p:nvSpPr>
        <p:spPr>
          <a:xfrm>
            <a:off x="9732123" y="34952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0" name="Shape 2978"/>
          <p:cNvSpPr/>
          <p:nvPr/>
        </p:nvSpPr>
        <p:spPr>
          <a:xfrm>
            <a:off x="9933755" y="37530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1" name="Shape 2979"/>
          <p:cNvSpPr/>
          <p:nvPr/>
        </p:nvSpPr>
        <p:spPr>
          <a:xfrm>
            <a:off x="9675770" y="35483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2" name="Shape 2980"/>
          <p:cNvSpPr/>
          <p:nvPr/>
        </p:nvSpPr>
        <p:spPr>
          <a:xfrm>
            <a:off x="9779007" y="35284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3" name="Shape 2981"/>
          <p:cNvSpPr/>
          <p:nvPr/>
        </p:nvSpPr>
        <p:spPr>
          <a:xfrm>
            <a:off x="9930105" y="3598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4" name="Shape 2982"/>
          <p:cNvSpPr/>
          <p:nvPr/>
        </p:nvSpPr>
        <p:spPr>
          <a:xfrm>
            <a:off x="9769414" y="3704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5" name="Shape 2983"/>
          <p:cNvSpPr/>
          <p:nvPr/>
        </p:nvSpPr>
        <p:spPr>
          <a:xfrm>
            <a:off x="9976268" y="34759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6" name="Shape 2984"/>
          <p:cNvSpPr/>
          <p:nvPr/>
        </p:nvSpPr>
        <p:spPr>
          <a:xfrm>
            <a:off x="9895188" y="3569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7" name="Shape 2985"/>
          <p:cNvSpPr/>
          <p:nvPr/>
        </p:nvSpPr>
        <p:spPr>
          <a:xfrm>
            <a:off x="9956080" y="3722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8" name="Shape 2986"/>
          <p:cNvSpPr/>
          <p:nvPr/>
        </p:nvSpPr>
        <p:spPr>
          <a:xfrm>
            <a:off x="9759519" y="3577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89" name="Shape 2987"/>
          <p:cNvSpPr/>
          <p:nvPr/>
        </p:nvSpPr>
        <p:spPr>
          <a:xfrm>
            <a:off x="9802728" y="37323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0" name="Shape 2988"/>
          <p:cNvSpPr/>
          <p:nvPr/>
        </p:nvSpPr>
        <p:spPr>
          <a:xfrm>
            <a:off x="9887071" y="35510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1" name="Shape 2989"/>
          <p:cNvSpPr/>
          <p:nvPr/>
        </p:nvSpPr>
        <p:spPr>
          <a:xfrm>
            <a:off x="9783125" y="31724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2" name="Shape 2990"/>
          <p:cNvSpPr/>
          <p:nvPr/>
        </p:nvSpPr>
        <p:spPr>
          <a:xfrm>
            <a:off x="9839216" y="34312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3" name="Shape 2991"/>
          <p:cNvSpPr/>
          <p:nvPr/>
        </p:nvSpPr>
        <p:spPr>
          <a:xfrm>
            <a:off x="10031067" y="33496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4" name="Shape 2992"/>
          <p:cNvSpPr/>
          <p:nvPr/>
        </p:nvSpPr>
        <p:spPr>
          <a:xfrm>
            <a:off x="9951935" y="3274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5" name="Shape 2993"/>
          <p:cNvSpPr/>
          <p:nvPr/>
        </p:nvSpPr>
        <p:spPr>
          <a:xfrm>
            <a:off x="9945785" y="3277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6" name="Shape 2994"/>
          <p:cNvSpPr/>
          <p:nvPr/>
        </p:nvSpPr>
        <p:spPr>
          <a:xfrm>
            <a:off x="10045867" y="24777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7" name="Shape 2995"/>
          <p:cNvSpPr/>
          <p:nvPr/>
        </p:nvSpPr>
        <p:spPr>
          <a:xfrm>
            <a:off x="9948148" y="3331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8" name="Shape 2996"/>
          <p:cNvSpPr/>
          <p:nvPr/>
        </p:nvSpPr>
        <p:spPr>
          <a:xfrm>
            <a:off x="9868543" y="27880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999" name="Shape 2997"/>
          <p:cNvSpPr/>
          <p:nvPr/>
        </p:nvSpPr>
        <p:spPr>
          <a:xfrm>
            <a:off x="10064130" y="33522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0" name="Shape 2998"/>
          <p:cNvSpPr/>
          <p:nvPr/>
        </p:nvSpPr>
        <p:spPr>
          <a:xfrm>
            <a:off x="9727652" y="32657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1" name="Shape 2999"/>
          <p:cNvSpPr/>
          <p:nvPr/>
        </p:nvSpPr>
        <p:spPr>
          <a:xfrm>
            <a:off x="10036874" y="3307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2" name="Shape 3000"/>
          <p:cNvSpPr/>
          <p:nvPr/>
        </p:nvSpPr>
        <p:spPr>
          <a:xfrm>
            <a:off x="9929121" y="33305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3" name="Shape 3001"/>
          <p:cNvSpPr/>
          <p:nvPr/>
        </p:nvSpPr>
        <p:spPr>
          <a:xfrm>
            <a:off x="9897131" y="3357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4" name="Shape 3002"/>
          <p:cNvSpPr/>
          <p:nvPr/>
        </p:nvSpPr>
        <p:spPr>
          <a:xfrm>
            <a:off x="9773917" y="3159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5" name="Shape 3003"/>
          <p:cNvSpPr/>
          <p:nvPr/>
        </p:nvSpPr>
        <p:spPr>
          <a:xfrm>
            <a:off x="9699861" y="3149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6" name="Shape 3004"/>
          <p:cNvSpPr/>
          <p:nvPr/>
        </p:nvSpPr>
        <p:spPr>
          <a:xfrm>
            <a:off x="10051947" y="3146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7" name="Shape 3005"/>
          <p:cNvSpPr/>
          <p:nvPr/>
        </p:nvSpPr>
        <p:spPr>
          <a:xfrm>
            <a:off x="10024015" y="31625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8" name="Shape 3006"/>
          <p:cNvSpPr/>
          <p:nvPr/>
        </p:nvSpPr>
        <p:spPr>
          <a:xfrm>
            <a:off x="9746240" y="3164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09" name="Shape 3007"/>
          <p:cNvSpPr/>
          <p:nvPr/>
        </p:nvSpPr>
        <p:spPr>
          <a:xfrm>
            <a:off x="9718972" y="31243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0" name="Shape 3008"/>
          <p:cNvSpPr/>
          <p:nvPr/>
        </p:nvSpPr>
        <p:spPr>
          <a:xfrm>
            <a:off x="9855943" y="35917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1" name="Shape 3009"/>
          <p:cNvSpPr/>
          <p:nvPr/>
        </p:nvSpPr>
        <p:spPr>
          <a:xfrm>
            <a:off x="10028313" y="35362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2" name="Shape 3010"/>
          <p:cNvSpPr/>
          <p:nvPr/>
        </p:nvSpPr>
        <p:spPr>
          <a:xfrm>
            <a:off x="9705712" y="34043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3" name="Shape 3011"/>
          <p:cNvSpPr/>
          <p:nvPr/>
        </p:nvSpPr>
        <p:spPr>
          <a:xfrm>
            <a:off x="10086713" y="32954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4" name="Shape 3012"/>
          <p:cNvSpPr/>
          <p:nvPr/>
        </p:nvSpPr>
        <p:spPr>
          <a:xfrm>
            <a:off x="9935879" y="3151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5" name="Shape 3013"/>
          <p:cNvSpPr/>
          <p:nvPr/>
        </p:nvSpPr>
        <p:spPr>
          <a:xfrm>
            <a:off x="9931956" y="35366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6" name="Shape 3014"/>
          <p:cNvSpPr/>
          <p:nvPr/>
        </p:nvSpPr>
        <p:spPr>
          <a:xfrm>
            <a:off x="9671347" y="34797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7" name="Shape 3015"/>
          <p:cNvSpPr/>
          <p:nvPr/>
        </p:nvSpPr>
        <p:spPr>
          <a:xfrm>
            <a:off x="9782538" y="34260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8" name="Shape 3016"/>
          <p:cNvSpPr/>
          <p:nvPr/>
        </p:nvSpPr>
        <p:spPr>
          <a:xfrm>
            <a:off x="9840059" y="34893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19" name="Shape 3017"/>
          <p:cNvSpPr/>
          <p:nvPr/>
        </p:nvSpPr>
        <p:spPr>
          <a:xfrm>
            <a:off x="9727418" y="33108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0" name="Shape 3018"/>
          <p:cNvSpPr/>
          <p:nvPr/>
        </p:nvSpPr>
        <p:spPr>
          <a:xfrm>
            <a:off x="9736158" y="32622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1" name="Shape 3019"/>
          <p:cNvSpPr/>
          <p:nvPr/>
        </p:nvSpPr>
        <p:spPr>
          <a:xfrm>
            <a:off x="9754529" y="3544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2" name="Shape 3020"/>
          <p:cNvSpPr/>
          <p:nvPr/>
        </p:nvSpPr>
        <p:spPr>
          <a:xfrm>
            <a:off x="9909282" y="34846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3" name="Shape 3021"/>
          <p:cNvSpPr/>
          <p:nvPr/>
        </p:nvSpPr>
        <p:spPr>
          <a:xfrm>
            <a:off x="10027990" y="35687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4" name="Shape 3022"/>
          <p:cNvSpPr/>
          <p:nvPr/>
        </p:nvSpPr>
        <p:spPr>
          <a:xfrm>
            <a:off x="9852901" y="3644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5" name="Shape 3023"/>
          <p:cNvSpPr/>
          <p:nvPr/>
        </p:nvSpPr>
        <p:spPr>
          <a:xfrm>
            <a:off x="10092899" y="3536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6" name="Shape 3024"/>
          <p:cNvSpPr/>
          <p:nvPr/>
        </p:nvSpPr>
        <p:spPr>
          <a:xfrm>
            <a:off x="9828521" y="3104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7" name="Shape 3025"/>
          <p:cNvSpPr/>
          <p:nvPr/>
        </p:nvSpPr>
        <p:spPr>
          <a:xfrm>
            <a:off x="9961957" y="32111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8" name="Shape 3026"/>
          <p:cNvSpPr/>
          <p:nvPr/>
        </p:nvSpPr>
        <p:spPr>
          <a:xfrm>
            <a:off x="9794801" y="34496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29" name="Shape 3027"/>
          <p:cNvSpPr/>
          <p:nvPr/>
        </p:nvSpPr>
        <p:spPr>
          <a:xfrm>
            <a:off x="9870290" y="3552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0" name="Shape 3028"/>
          <p:cNvSpPr/>
          <p:nvPr/>
        </p:nvSpPr>
        <p:spPr>
          <a:xfrm>
            <a:off x="9768328" y="3526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1" name="Shape 3029"/>
          <p:cNvSpPr/>
          <p:nvPr/>
        </p:nvSpPr>
        <p:spPr>
          <a:xfrm>
            <a:off x="9670843" y="3143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2" name="Shape 3030"/>
          <p:cNvSpPr/>
          <p:nvPr/>
        </p:nvSpPr>
        <p:spPr>
          <a:xfrm>
            <a:off x="10034228" y="3283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3" name="Shape 3031"/>
          <p:cNvSpPr/>
          <p:nvPr/>
        </p:nvSpPr>
        <p:spPr>
          <a:xfrm>
            <a:off x="9789273" y="3291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4" name="Shape 3032"/>
          <p:cNvSpPr/>
          <p:nvPr/>
        </p:nvSpPr>
        <p:spPr>
          <a:xfrm>
            <a:off x="9837114" y="3353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5" name="Shape 3033"/>
          <p:cNvSpPr/>
          <p:nvPr/>
        </p:nvSpPr>
        <p:spPr>
          <a:xfrm>
            <a:off x="10096739" y="2684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6" name="Shape 3034"/>
          <p:cNvSpPr/>
          <p:nvPr/>
        </p:nvSpPr>
        <p:spPr>
          <a:xfrm>
            <a:off x="9945809" y="3040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7" name="Shape 3035"/>
          <p:cNvSpPr/>
          <p:nvPr/>
        </p:nvSpPr>
        <p:spPr>
          <a:xfrm>
            <a:off x="10017567" y="2738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8" name="Shape 3036"/>
          <p:cNvSpPr/>
          <p:nvPr/>
        </p:nvSpPr>
        <p:spPr>
          <a:xfrm>
            <a:off x="9946740" y="27159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39" name="Shape 3037"/>
          <p:cNvSpPr/>
          <p:nvPr/>
        </p:nvSpPr>
        <p:spPr>
          <a:xfrm>
            <a:off x="9735916" y="2790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0" name="Shape 3038"/>
          <p:cNvSpPr/>
          <p:nvPr/>
        </p:nvSpPr>
        <p:spPr>
          <a:xfrm>
            <a:off x="9957178" y="27950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1" name="Shape 3039"/>
          <p:cNvSpPr/>
          <p:nvPr/>
        </p:nvSpPr>
        <p:spPr>
          <a:xfrm>
            <a:off x="9825104" y="28003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2" name="Shape 3040"/>
          <p:cNvSpPr/>
          <p:nvPr/>
        </p:nvSpPr>
        <p:spPr>
          <a:xfrm>
            <a:off x="9781549" y="27117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3" name="Shape 3041"/>
          <p:cNvSpPr/>
          <p:nvPr/>
        </p:nvSpPr>
        <p:spPr>
          <a:xfrm>
            <a:off x="9973667" y="32643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4" name="Shape 3042"/>
          <p:cNvSpPr/>
          <p:nvPr/>
        </p:nvSpPr>
        <p:spPr>
          <a:xfrm>
            <a:off x="9932083" y="33518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5" name="Shape 3043"/>
          <p:cNvSpPr/>
          <p:nvPr/>
        </p:nvSpPr>
        <p:spPr>
          <a:xfrm>
            <a:off x="9727411" y="31660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6" name="Shape 3044"/>
          <p:cNvSpPr/>
          <p:nvPr/>
        </p:nvSpPr>
        <p:spPr>
          <a:xfrm>
            <a:off x="9796625" y="31047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7" name="Shape 3045"/>
          <p:cNvSpPr/>
          <p:nvPr/>
        </p:nvSpPr>
        <p:spPr>
          <a:xfrm>
            <a:off x="9755903" y="31430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8" name="Shape 3046"/>
          <p:cNvSpPr/>
          <p:nvPr/>
        </p:nvSpPr>
        <p:spPr>
          <a:xfrm>
            <a:off x="9974073" y="3154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49" name="Shape 3047"/>
          <p:cNvSpPr/>
          <p:nvPr/>
        </p:nvSpPr>
        <p:spPr>
          <a:xfrm>
            <a:off x="9891691" y="31337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0" name="Shape 3048"/>
          <p:cNvSpPr/>
          <p:nvPr/>
        </p:nvSpPr>
        <p:spPr>
          <a:xfrm>
            <a:off x="9766558" y="31431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1" name="Shape 3049"/>
          <p:cNvSpPr/>
          <p:nvPr/>
        </p:nvSpPr>
        <p:spPr>
          <a:xfrm>
            <a:off x="9923773" y="35040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2" name="Shape 3050"/>
          <p:cNvSpPr/>
          <p:nvPr/>
        </p:nvSpPr>
        <p:spPr>
          <a:xfrm>
            <a:off x="9728703" y="3521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3" name="Shape 3051"/>
          <p:cNvSpPr/>
          <p:nvPr/>
        </p:nvSpPr>
        <p:spPr>
          <a:xfrm>
            <a:off x="9919693" y="36505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4" name="Shape 3052"/>
          <p:cNvSpPr/>
          <p:nvPr/>
        </p:nvSpPr>
        <p:spPr>
          <a:xfrm>
            <a:off x="9898338" y="24982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5" name="Shape 3053"/>
          <p:cNvSpPr/>
          <p:nvPr/>
        </p:nvSpPr>
        <p:spPr>
          <a:xfrm>
            <a:off x="9895102" y="3184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6" name="Shape 3054"/>
          <p:cNvSpPr/>
          <p:nvPr/>
        </p:nvSpPr>
        <p:spPr>
          <a:xfrm>
            <a:off x="9721543" y="30536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7" name="Shape 3055"/>
          <p:cNvSpPr/>
          <p:nvPr/>
        </p:nvSpPr>
        <p:spPr>
          <a:xfrm>
            <a:off x="9952170" y="32877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8" name="Shape 3056"/>
          <p:cNvSpPr/>
          <p:nvPr/>
        </p:nvSpPr>
        <p:spPr>
          <a:xfrm>
            <a:off x="9746450" y="30726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59" name="Shape 3057"/>
          <p:cNvSpPr/>
          <p:nvPr/>
        </p:nvSpPr>
        <p:spPr>
          <a:xfrm>
            <a:off x="10079951" y="26278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0" name="Shape 3058"/>
          <p:cNvSpPr/>
          <p:nvPr/>
        </p:nvSpPr>
        <p:spPr>
          <a:xfrm>
            <a:off x="9750688" y="33436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1" name="Shape 3059"/>
          <p:cNvSpPr/>
          <p:nvPr/>
        </p:nvSpPr>
        <p:spPr>
          <a:xfrm>
            <a:off x="9990266" y="30909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2" name="Shape 3060"/>
          <p:cNvSpPr/>
          <p:nvPr/>
        </p:nvSpPr>
        <p:spPr>
          <a:xfrm>
            <a:off x="10001035" y="30528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3" name="Shape 3061"/>
          <p:cNvSpPr/>
          <p:nvPr/>
        </p:nvSpPr>
        <p:spPr>
          <a:xfrm>
            <a:off x="9972319" y="3071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4" name="Shape 3062"/>
          <p:cNvSpPr/>
          <p:nvPr/>
        </p:nvSpPr>
        <p:spPr>
          <a:xfrm>
            <a:off x="9690423" y="34441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5" name="Shape 3063"/>
          <p:cNvSpPr/>
          <p:nvPr/>
        </p:nvSpPr>
        <p:spPr>
          <a:xfrm>
            <a:off x="9846711" y="3242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6" name="Shape 3064"/>
          <p:cNvSpPr/>
          <p:nvPr/>
        </p:nvSpPr>
        <p:spPr>
          <a:xfrm>
            <a:off x="9930743" y="3252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7" name="Shape 3065"/>
          <p:cNvSpPr/>
          <p:nvPr/>
        </p:nvSpPr>
        <p:spPr>
          <a:xfrm>
            <a:off x="9918052" y="3373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8" name="Shape 3066"/>
          <p:cNvSpPr/>
          <p:nvPr/>
        </p:nvSpPr>
        <p:spPr>
          <a:xfrm>
            <a:off x="9986435" y="32698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69" name="Shape 3067"/>
          <p:cNvSpPr/>
          <p:nvPr/>
        </p:nvSpPr>
        <p:spPr>
          <a:xfrm>
            <a:off x="9723417" y="3566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0" name="Shape 3068"/>
          <p:cNvSpPr/>
          <p:nvPr/>
        </p:nvSpPr>
        <p:spPr>
          <a:xfrm>
            <a:off x="9904185" y="2969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1" name="Shape 3069"/>
          <p:cNvSpPr/>
          <p:nvPr/>
        </p:nvSpPr>
        <p:spPr>
          <a:xfrm>
            <a:off x="9677554" y="27472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2" name="Shape 3070"/>
          <p:cNvSpPr/>
          <p:nvPr/>
        </p:nvSpPr>
        <p:spPr>
          <a:xfrm>
            <a:off x="10083213" y="33188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3" name="Shape 3071"/>
          <p:cNvSpPr/>
          <p:nvPr/>
        </p:nvSpPr>
        <p:spPr>
          <a:xfrm>
            <a:off x="9811085" y="34103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4" name="Shape 3072"/>
          <p:cNvSpPr/>
          <p:nvPr/>
        </p:nvSpPr>
        <p:spPr>
          <a:xfrm>
            <a:off x="9857450" y="30913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5" name="Shape 3073"/>
          <p:cNvSpPr/>
          <p:nvPr/>
        </p:nvSpPr>
        <p:spPr>
          <a:xfrm>
            <a:off x="9943536" y="27594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6" name="Shape 3074"/>
          <p:cNvSpPr/>
          <p:nvPr/>
        </p:nvSpPr>
        <p:spPr>
          <a:xfrm>
            <a:off x="9841589" y="31845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7" name="Shape 3075"/>
          <p:cNvSpPr/>
          <p:nvPr/>
        </p:nvSpPr>
        <p:spPr>
          <a:xfrm>
            <a:off x="9707981" y="3348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8" name="Shape 3076"/>
          <p:cNvSpPr/>
          <p:nvPr/>
        </p:nvSpPr>
        <p:spPr>
          <a:xfrm>
            <a:off x="10013586" y="34066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79" name="Shape 3077"/>
          <p:cNvSpPr/>
          <p:nvPr/>
        </p:nvSpPr>
        <p:spPr>
          <a:xfrm>
            <a:off x="10080163" y="2850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0" name="Shape 3078"/>
          <p:cNvSpPr/>
          <p:nvPr/>
        </p:nvSpPr>
        <p:spPr>
          <a:xfrm>
            <a:off x="9709983" y="3464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1" name="Shape 3079"/>
          <p:cNvSpPr/>
          <p:nvPr/>
        </p:nvSpPr>
        <p:spPr>
          <a:xfrm>
            <a:off x="9844809" y="3058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2" name="Shape 3080"/>
          <p:cNvSpPr/>
          <p:nvPr/>
        </p:nvSpPr>
        <p:spPr>
          <a:xfrm>
            <a:off x="10021402" y="2932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3" name="Shape 3081"/>
          <p:cNvSpPr/>
          <p:nvPr/>
        </p:nvSpPr>
        <p:spPr>
          <a:xfrm>
            <a:off x="10065172" y="24852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4" name="Shape 3082"/>
          <p:cNvSpPr/>
          <p:nvPr/>
        </p:nvSpPr>
        <p:spPr>
          <a:xfrm>
            <a:off x="9836997" y="24836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5" name="Shape 3083"/>
          <p:cNvSpPr/>
          <p:nvPr/>
        </p:nvSpPr>
        <p:spPr>
          <a:xfrm>
            <a:off x="9853326" y="34621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6" name="Shape 3084"/>
          <p:cNvSpPr/>
          <p:nvPr/>
        </p:nvSpPr>
        <p:spPr>
          <a:xfrm>
            <a:off x="9799999" y="3579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7" name="Shape 3085"/>
          <p:cNvSpPr/>
          <p:nvPr/>
        </p:nvSpPr>
        <p:spPr>
          <a:xfrm>
            <a:off x="9734588" y="3512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8" name="Shape 3086"/>
          <p:cNvSpPr/>
          <p:nvPr/>
        </p:nvSpPr>
        <p:spPr>
          <a:xfrm>
            <a:off x="9820487" y="3586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89" name="Shape 3087"/>
          <p:cNvSpPr/>
          <p:nvPr/>
        </p:nvSpPr>
        <p:spPr>
          <a:xfrm>
            <a:off x="9898023" y="3575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0" name="Shape 3088"/>
          <p:cNvSpPr/>
          <p:nvPr/>
        </p:nvSpPr>
        <p:spPr>
          <a:xfrm>
            <a:off x="9894180" y="38756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1" name="Shape 3089"/>
          <p:cNvSpPr/>
          <p:nvPr/>
        </p:nvSpPr>
        <p:spPr>
          <a:xfrm>
            <a:off x="9941289" y="37233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2" name="Shape 3090"/>
          <p:cNvSpPr/>
          <p:nvPr/>
        </p:nvSpPr>
        <p:spPr>
          <a:xfrm>
            <a:off x="9714949" y="3768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3" name="Shape 3091"/>
          <p:cNvSpPr/>
          <p:nvPr/>
        </p:nvSpPr>
        <p:spPr>
          <a:xfrm>
            <a:off x="9902658" y="3752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4" name="Shape 3092"/>
          <p:cNvSpPr/>
          <p:nvPr/>
        </p:nvSpPr>
        <p:spPr>
          <a:xfrm>
            <a:off x="9983156" y="3538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5" name="Shape 3093"/>
          <p:cNvSpPr/>
          <p:nvPr/>
        </p:nvSpPr>
        <p:spPr>
          <a:xfrm>
            <a:off x="9695543" y="34577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6" name="Shape 3094"/>
          <p:cNvSpPr/>
          <p:nvPr/>
        </p:nvSpPr>
        <p:spPr>
          <a:xfrm>
            <a:off x="9997333" y="31135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7" name="Shape 3095"/>
          <p:cNvSpPr/>
          <p:nvPr/>
        </p:nvSpPr>
        <p:spPr>
          <a:xfrm>
            <a:off x="10039112" y="30678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8" name="Shape 3096"/>
          <p:cNvSpPr/>
          <p:nvPr/>
        </p:nvSpPr>
        <p:spPr>
          <a:xfrm>
            <a:off x="9871882" y="30846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099" name="Shape 3097"/>
          <p:cNvSpPr/>
          <p:nvPr/>
        </p:nvSpPr>
        <p:spPr>
          <a:xfrm>
            <a:off x="9725231" y="33259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0" name="Shape 3098"/>
          <p:cNvSpPr/>
          <p:nvPr/>
        </p:nvSpPr>
        <p:spPr>
          <a:xfrm>
            <a:off x="10056757" y="33636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1" name="Shape 3099"/>
          <p:cNvSpPr/>
          <p:nvPr/>
        </p:nvSpPr>
        <p:spPr>
          <a:xfrm>
            <a:off x="9964149" y="33972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2" name="Shape 3100"/>
          <p:cNvSpPr/>
          <p:nvPr/>
        </p:nvSpPr>
        <p:spPr>
          <a:xfrm>
            <a:off x="9922284" y="33838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3" name="Shape 3101"/>
          <p:cNvSpPr/>
          <p:nvPr/>
        </p:nvSpPr>
        <p:spPr>
          <a:xfrm>
            <a:off x="9973655" y="35802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4" name="Shape 3102"/>
          <p:cNvSpPr/>
          <p:nvPr/>
        </p:nvSpPr>
        <p:spPr>
          <a:xfrm>
            <a:off x="9872790" y="2950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5" name="Shape 3103"/>
          <p:cNvSpPr/>
          <p:nvPr/>
        </p:nvSpPr>
        <p:spPr>
          <a:xfrm>
            <a:off x="9936166" y="35433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6" name="Shape 3104"/>
          <p:cNvSpPr/>
          <p:nvPr/>
        </p:nvSpPr>
        <p:spPr>
          <a:xfrm>
            <a:off x="9727116" y="2994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7" name="Shape 3105"/>
          <p:cNvSpPr/>
          <p:nvPr/>
        </p:nvSpPr>
        <p:spPr>
          <a:xfrm>
            <a:off x="9800294" y="35552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8" name="Shape 3106"/>
          <p:cNvSpPr/>
          <p:nvPr/>
        </p:nvSpPr>
        <p:spPr>
          <a:xfrm>
            <a:off x="9690914" y="26614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09" name="Shape 3107"/>
          <p:cNvSpPr/>
          <p:nvPr/>
        </p:nvSpPr>
        <p:spPr>
          <a:xfrm>
            <a:off x="9971339" y="3505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0" name="Shape 3108"/>
          <p:cNvSpPr/>
          <p:nvPr/>
        </p:nvSpPr>
        <p:spPr>
          <a:xfrm>
            <a:off x="10044581" y="35845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1" name="Shape 3109"/>
          <p:cNvSpPr/>
          <p:nvPr/>
        </p:nvSpPr>
        <p:spPr>
          <a:xfrm>
            <a:off x="10028789" y="30629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2" name="Shape 3110"/>
          <p:cNvSpPr/>
          <p:nvPr/>
        </p:nvSpPr>
        <p:spPr>
          <a:xfrm>
            <a:off x="9738359" y="2827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3" name="Shape 3111"/>
          <p:cNvSpPr/>
          <p:nvPr/>
        </p:nvSpPr>
        <p:spPr>
          <a:xfrm>
            <a:off x="9804510" y="3059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4" name="Shape 3112"/>
          <p:cNvSpPr/>
          <p:nvPr/>
        </p:nvSpPr>
        <p:spPr>
          <a:xfrm>
            <a:off x="9796059" y="31037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5" name="Shape 3113"/>
          <p:cNvSpPr/>
          <p:nvPr/>
        </p:nvSpPr>
        <p:spPr>
          <a:xfrm>
            <a:off x="9790167" y="2912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6" name="Shape 3114"/>
          <p:cNvSpPr/>
          <p:nvPr/>
        </p:nvSpPr>
        <p:spPr>
          <a:xfrm>
            <a:off x="9991689" y="3163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7" name="Shape 3115"/>
          <p:cNvSpPr/>
          <p:nvPr/>
        </p:nvSpPr>
        <p:spPr>
          <a:xfrm>
            <a:off x="9978610" y="27868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8" name="Shape 3116"/>
          <p:cNvSpPr/>
          <p:nvPr/>
        </p:nvSpPr>
        <p:spPr>
          <a:xfrm>
            <a:off x="10058660" y="29694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19" name="Shape 3117"/>
          <p:cNvSpPr/>
          <p:nvPr/>
        </p:nvSpPr>
        <p:spPr>
          <a:xfrm>
            <a:off x="9916386" y="2647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0" name="Shape 3118"/>
          <p:cNvSpPr/>
          <p:nvPr/>
        </p:nvSpPr>
        <p:spPr>
          <a:xfrm>
            <a:off x="10077473" y="2721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1" name="Shape 3119"/>
          <p:cNvSpPr/>
          <p:nvPr/>
        </p:nvSpPr>
        <p:spPr>
          <a:xfrm>
            <a:off x="9829743" y="25374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2" name="Shape 3120"/>
          <p:cNvSpPr/>
          <p:nvPr/>
        </p:nvSpPr>
        <p:spPr>
          <a:xfrm>
            <a:off x="9854813" y="28187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3" name="Shape 3121"/>
          <p:cNvSpPr/>
          <p:nvPr/>
        </p:nvSpPr>
        <p:spPr>
          <a:xfrm>
            <a:off x="9863192" y="27208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4" name="Shape 3122"/>
          <p:cNvSpPr/>
          <p:nvPr/>
        </p:nvSpPr>
        <p:spPr>
          <a:xfrm>
            <a:off x="9867234" y="2771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5" name="Shape 3123"/>
          <p:cNvSpPr/>
          <p:nvPr/>
        </p:nvSpPr>
        <p:spPr>
          <a:xfrm>
            <a:off x="9815500" y="25275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6" name="Shape 3124"/>
          <p:cNvSpPr/>
          <p:nvPr/>
        </p:nvSpPr>
        <p:spPr>
          <a:xfrm>
            <a:off x="9757496" y="2836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7" name="Shape 3125"/>
          <p:cNvSpPr/>
          <p:nvPr/>
        </p:nvSpPr>
        <p:spPr>
          <a:xfrm>
            <a:off x="9847574" y="2646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8" name="Shape 3126"/>
          <p:cNvSpPr/>
          <p:nvPr/>
        </p:nvSpPr>
        <p:spPr>
          <a:xfrm>
            <a:off x="9995486" y="2760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29" name="Shape 3127"/>
          <p:cNvSpPr/>
          <p:nvPr/>
        </p:nvSpPr>
        <p:spPr>
          <a:xfrm>
            <a:off x="9775499" y="31657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0" name="Shape 3128"/>
          <p:cNvSpPr/>
          <p:nvPr/>
        </p:nvSpPr>
        <p:spPr>
          <a:xfrm>
            <a:off x="9993361" y="30739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1" name="Shape 3129"/>
          <p:cNvSpPr/>
          <p:nvPr/>
        </p:nvSpPr>
        <p:spPr>
          <a:xfrm>
            <a:off x="9877700" y="25571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2" name="Shape 3130"/>
          <p:cNvSpPr/>
          <p:nvPr/>
        </p:nvSpPr>
        <p:spPr>
          <a:xfrm>
            <a:off x="9907213" y="29666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3" name="Shape 3131"/>
          <p:cNvSpPr/>
          <p:nvPr/>
        </p:nvSpPr>
        <p:spPr>
          <a:xfrm>
            <a:off x="10099453" y="33072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4" name="Shape 3132"/>
          <p:cNvSpPr/>
          <p:nvPr/>
        </p:nvSpPr>
        <p:spPr>
          <a:xfrm>
            <a:off x="9955745" y="35768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5" name="Shape 3133"/>
          <p:cNvSpPr/>
          <p:nvPr/>
        </p:nvSpPr>
        <p:spPr>
          <a:xfrm>
            <a:off x="9935794" y="3242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6" name="Shape 3134"/>
          <p:cNvSpPr/>
          <p:nvPr/>
        </p:nvSpPr>
        <p:spPr>
          <a:xfrm>
            <a:off x="10023245" y="32367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7" name="Shape 3135"/>
          <p:cNvSpPr/>
          <p:nvPr/>
        </p:nvSpPr>
        <p:spPr>
          <a:xfrm>
            <a:off x="9842275" y="32029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8" name="Shape 3136"/>
          <p:cNvSpPr/>
          <p:nvPr/>
        </p:nvSpPr>
        <p:spPr>
          <a:xfrm>
            <a:off x="9918636" y="24635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39" name="Shape 3137"/>
          <p:cNvSpPr/>
          <p:nvPr/>
        </p:nvSpPr>
        <p:spPr>
          <a:xfrm>
            <a:off x="9708677" y="32486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0" name="Shape 3138"/>
          <p:cNvSpPr/>
          <p:nvPr/>
        </p:nvSpPr>
        <p:spPr>
          <a:xfrm>
            <a:off x="9930915" y="3255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1" name="Shape 3139"/>
          <p:cNvSpPr/>
          <p:nvPr/>
        </p:nvSpPr>
        <p:spPr>
          <a:xfrm>
            <a:off x="10028242" y="3807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2" name="Shape 3140"/>
          <p:cNvSpPr/>
          <p:nvPr/>
        </p:nvSpPr>
        <p:spPr>
          <a:xfrm>
            <a:off x="9975561" y="3711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3" name="Shape 3141"/>
          <p:cNvSpPr/>
          <p:nvPr/>
        </p:nvSpPr>
        <p:spPr>
          <a:xfrm>
            <a:off x="9988975" y="3613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4" name="Shape 3142"/>
          <p:cNvSpPr/>
          <p:nvPr/>
        </p:nvSpPr>
        <p:spPr>
          <a:xfrm>
            <a:off x="9981287" y="37278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5" name="Shape 3143"/>
          <p:cNvSpPr/>
          <p:nvPr/>
        </p:nvSpPr>
        <p:spPr>
          <a:xfrm>
            <a:off x="9693184" y="3285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6" name="Shape 3144"/>
          <p:cNvSpPr/>
          <p:nvPr/>
        </p:nvSpPr>
        <p:spPr>
          <a:xfrm>
            <a:off x="9796140" y="32608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7" name="Shape 3145"/>
          <p:cNvSpPr/>
          <p:nvPr/>
        </p:nvSpPr>
        <p:spPr>
          <a:xfrm>
            <a:off x="10068726" y="3337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8" name="Shape 3146"/>
          <p:cNvSpPr/>
          <p:nvPr/>
        </p:nvSpPr>
        <p:spPr>
          <a:xfrm>
            <a:off x="9914056" y="3302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49" name="Shape 3147"/>
          <p:cNvSpPr/>
          <p:nvPr/>
        </p:nvSpPr>
        <p:spPr>
          <a:xfrm>
            <a:off x="10020622" y="33359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0" name="Shape 3148"/>
          <p:cNvSpPr/>
          <p:nvPr/>
        </p:nvSpPr>
        <p:spPr>
          <a:xfrm>
            <a:off x="9796575" y="3332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1" name="Shape 3149"/>
          <p:cNvSpPr/>
          <p:nvPr/>
        </p:nvSpPr>
        <p:spPr>
          <a:xfrm>
            <a:off x="10036540" y="3251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2" name="Shape 3150"/>
          <p:cNvSpPr/>
          <p:nvPr/>
        </p:nvSpPr>
        <p:spPr>
          <a:xfrm>
            <a:off x="9997123" y="24290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3" name="Shape 3151"/>
          <p:cNvSpPr/>
          <p:nvPr/>
        </p:nvSpPr>
        <p:spPr>
          <a:xfrm>
            <a:off x="10062033" y="3384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4" name="Shape 3152"/>
          <p:cNvSpPr/>
          <p:nvPr/>
        </p:nvSpPr>
        <p:spPr>
          <a:xfrm>
            <a:off x="9733211" y="33372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5" name="Shape 3153"/>
          <p:cNvSpPr/>
          <p:nvPr/>
        </p:nvSpPr>
        <p:spPr>
          <a:xfrm>
            <a:off x="10099531" y="33862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6" name="Shape 3154"/>
          <p:cNvSpPr/>
          <p:nvPr/>
        </p:nvSpPr>
        <p:spPr>
          <a:xfrm>
            <a:off x="9935449" y="33155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7" name="Shape 3155"/>
          <p:cNvSpPr/>
          <p:nvPr/>
        </p:nvSpPr>
        <p:spPr>
          <a:xfrm>
            <a:off x="10079088" y="3337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8" name="Shape 3156"/>
          <p:cNvSpPr/>
          <p:nvPr/>
        </p:nvSpPr>
        <p:spPr>
          <a:xfrm>
            <a:off x="10024961" y="3335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59" name="Shape 3157"/>
          <p:cNvSpPr/>
          <p:nvPr/>
        </p:nvSpPr>
        <p:spPr>
          <a:xfrm>
            <a:off x="9711630" y="35372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0" name="Shape 3158"/>
          <p:cNvSpPr/>
          <p:nvPr/>
        </p:nvSpPr>
        <p:spPr>
          <a:xfrm>
            <a:off x="9924561" y="3549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1" name="Shape 3159"/>
          <p:cNvSpPr/>
          <p:nvPr/>
        </p:nvSpPr>
        <p:spPr>
          <a:xfrm>
            <a:off x="9756739" y="3446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2" name="Shape 3160"/>
          <p:cNvSpPr/>
          <p:nvPr/>
        </p:nvSpPr>
        <p:spPr>
          <a:xfrm>
            <a:off x="9791952" y="34636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3" name="Shape 3161"/>
          <p:cNvSpPr/>
          <p:nvPr/>
        </p:nvSpPr>
        <p:spPr>
          <a:xfrm>
            <a:off x="10069865" y="3507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4" name="Shape 3162"/>
          <p:cNvSpPr/>
          <p:nvPr/>
        </p:nvSpPr>
        <p:spPr>
          <a:xfrm>
            <a:off x="9715017" y="3524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5" name="Shape 3163"/>
          <p:cNvSpPr/>
          <p:nvPr/>
        </p:nvSpPr>
        <p:spPr>
          <a:xfrm>
            <a:off x="10087682" y="31610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6" name="Shape 3164"/>
          <p:cNvSpPr/>
          <p:nvPr/>
        </p:nvSpPr>
        <p:spPr>
          <a:xfrm>
            <a:off x="9731638" y="3156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7" name="Shape 3165"/>
          <p:cNvSpPr/>
          <p:nvPr/>
        </p:nvSpPr>
        <p:spPr>
          <a:xfrm>
            <a:off x="9859531" y="30573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8" name="Shape 3166"/>
          <p:cNvSpPr/>
          <p:nvPr/>
        </p:nvSpPr>
        <p:spPr>
          <a:xfrm>
            <a:off x="9967472" y="29609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69" name="Shape 3167"/>
          <p:cNvSpPr/>
          <p:nvPr/>
        </p:nvSpPr>
        <p:spPr>
          <a:xfrm>
            <a:off x="9974726" y="36049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0" name="Shape 3168"/>
          <p:cNvSpPr/>
          <p:nvPr/>
        </p:nvSpPr>
        <p:spPr>
          <a:xfrm>
            <a:off x="9681204" y="34287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1" name="Shape 3169"/>
          <p:cNvSpPr/>
          <p:nvPr/>
        </p:nvSpPr>
        <p:spPr>
          <a:xfrm>
            <a:off x="9845176" y="34773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2" name="Shape 3170"/>
          <p:cNvSpPr/>
          <p:nvPr/>
        </p:nvSpPr>
        <p:spPr>
          <a:xfrm>
            <a:off x="10009212" y="3433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3" name="Shape 3171"/>
          <p:cNvSpPr/>
          <p:nvPr/>
        </p:nvSpPr>
        <p:spPr>
          <a:xfrm>
            <a:off x="9686256" y="34418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4" name="Shape 3172"/>
          <p:cNvSpPr/>
          <p:nvPr/>
        </p:nvSpPr>
        <p:spPr>
          <a:xfrm>
            <a:off x="10053460" y="3668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5" name="Shape 3173"/>
          <p:cNvSpPr/>
          <p:nvPr/>
        </p:nvSpPr>
        <p:spPr>
          <a:xfrm>
            <a:off x="9967684" y="3660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6" name="Shape 3174"/>
          <p:cNvSpPr/>
          <p:nvPr/>
        </p:nvSpPr>
        <p:spPr>
          <a:xfrm>
            <a:off x="9761695" y="3721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7" name="Shape 3175"/>
          <p:cNvSpPr/>
          <p:nvPr/>
        </p:nvSpPr>
        <p:spPr>
          <a:xfrm>
            <a:off x="9861132" y="36069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8" name="Shape 3176"/>
          <p:cNvSpPr/>
          <p:nvPr/>
        </p:nvSpPr>
        <p:spPr>
          <a:xfrm>
            <a:off x="9780693" y="28742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79" name="Shape 3177"/>
          <p:cNvSpPr/>
          <p:nvPr/>
        </p:nvSpPr>
        <p:spPr>
          <a:xfrm>
            <a:off x="9994737" y="28821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0" name="Shape 3178"/>
          <p:cNvSpPr/>
          <p:nvPr/>
        </p:nvSpPr>
        <p:spPr>
          <a:xfrm>
            <a:off x="9973680" y="35309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1" name="Shape 3179"/>
          <p:cNvSpPr/>
          <p:nvPr/>
        </p:nvSpPr>
        <p:spPr>
          <a:xfrm>
            <a:off x="9734652" y="3648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2" name="Shape 3180"/>
          <p:cNvSpPr/>
          <p:nvPr/>
        </p:nvSpPr>
        <p:spPr>
          <a:xfrm>
            <a:off x="9759653" y="30582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3" name="Shape 3181"/>
          <p:cNvSpPr/>
          <p:nvPr/>
        </p:nvSpPr>
        <p:spPr>
          <a:xfrm>
            <a:off x="9880940" y="35800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4" name="Shape 3182"/>
          <p:cNvSpPr/>
          <p:nvPr/>
        </p:nvSpPr>
        <p:spPr>
          <a:xfrm>
            <a:off x="9879158" y="32247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5" name="Shape 3183"/>
          <p:cNvSpPr/>
          <p:nvPr/>
        </p:nvSpPr>
        <p:spPr>
          <a:xfrm>
            <a:off x="9904673" y="32072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6" name="Shape 3184"/>
          <p:cNvSpPr/>
          <p:nvPr/>
        </p:nvSpPr>
        <p:spPr>
          <a:xfrm>
            <a:off x="9706678" y="3233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7" name="Shape 3185"/>
          <p:cNvSpPr/>
          <p:nvPr/>
        </p:nvSpPr>
        <p:spPr>
          <a:xfrm>
            <a:off x="9678847" y="32887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8" name="Shape 3186"/>
          <p:cNvSpPr/>
          <p:nvPr/>
        </p:nvSpPr>
        <p:spPr>
          <a:xfrm>
            <a:off x="9794823" y="33132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89" name="Shape 3187"/>
          <p:cNvSpPr/>
          <p:nvPr/>
        </p:nvSpPr>
        <p:spPr>
          <a:xfrm>
            <a:off x="9837874" y="32450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90" name="Shape 3188"/>
          <p:cNvSpPr/>
          <p:nvPr/>
        </p:nvSpPr>
        <p:spPr>
          <a:xfrm>
            <a:off x="9886889" y="3219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91" name="Shape 3189"/>
          <p:cNvSpPr/>
          <p:nvPr/>
        </p:nvSpPr>
        <p:spPr>
          <a:xfrm>
            <a:off x="9998237" y="32679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92" name="Shape 3190"/>
          <p:cNvSpPr/>
          <p:nvPr/>
        </p:nvSpPr>
        <p:spPr>
          <a:xfrm>
            <a:off x="9906000" y="2507582"/>
            <a:ext cx="0" cy="1147075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3193" name="Shape 3191"/>
          <p:cNvSpPr/>
          <p:nvPr/>
        </p:nvSpPr>
        <p:spPr>
          <a:xfrm>
            <a:off x="9791700" y="3654658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3194" name="Shape 3192"/>
          <p:cNvSpPr/>
          <p:nvPr/>
        </p:nvSpPr>
        <p:spPr>
          <a:xfrm>
            <a:off x="9791700" y="2507582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3195" name="Shape 3193"/>
          <p:cNvSpPr/>
          <p:nvPr/>
        </p:nvSpPr>
        <p:spPr>
          <a:xfrm>
            <a:off x="9740900" y="3147352"/>
            <a:ext cx="330200" cy="352082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3196" name="Shape 3194"/>
          <p:cNvSpPr/>
          <p:nvPr/>
        </p:nvSpPr>
        <p:spPr>
          <a:xfrm>
            <a:off x="9740900" y="3338695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3197" name="Shape 3195"/>
          <p:cNvSpPr/>
          <p:nvPr/>
        </p:nvSpPr>
        <p:spPr>
          <a:xfrm>
            <a:off x="10755392" y="34291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98" name="Shape 3196"/>
          <p:cNvSpPr/>
          <p:nvPr/>
        </p:nvSpPr>
        <p:spPr>
          <a:xfrm>
            <a:off x="10712444" y="34483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99" name="Shape 3197"/>
          <p:cNvSpPr/>
          <p:nvPr/>
        </p:nvSpPr>
        <p:spPr>
          <a:xfrm>
            <a:off x="10464458" y="3460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0" name="Shape 3198"/>
          <p:cNvSpPr/>
          <p:nvPr/>
        </p:nvSpPr>
        <p:spPr>
          <a:xfrm>
            <a:off x="10682374" y="31724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1" name="Shape 3199"/>
          <p:cNvSpPr/>
          <p:nvPr/>
        </p:nvSpPr>
        <p:spPr>
          <a:xfrm>
            <a:off x="10347240" y="3387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2" name="Shape 3200"/>
          <p:cNvSpPr/>
          <p:nvPr/>
        </p:nvSpPr>
        <p:spPr>
          <a:xfrm>
            <a:off x="10546056" y="3453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3" name="Shape 3201"/>
          <p:cNvSpPr/>
          <p:nvPr/>
        </p:nvSpPr>
        <p:spPr>
          <a:xfrm>
            <a:off x="10515948" y="32592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4" name="Shape 3202"/>
          <p:cNvSpPr/>
          <p:nvPr/>
        </p:nvSpPr>
        <p:spPr>
          <a:xfrm>
            <a:off x="10570925" y="33020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5" name="Shape 3203"/>
          <p:cNvSpPr/>
          <p:nvPr/>
        </p:nvSpPr>
        <p:spPr>
          <a:xfrm>
            <a:off x="10550088" y="3453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6" name="Shape 3204"/>
          <p:cNvSpPr/>
          <p:nvPr/>
        </p:nvSpPr>
        <p:spPr>
          <a:xfrm>
            <a:off x="10759966" y="35109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7" name="Shape 3205"/>
          <p:cNvSpPr/>
          <p:nvPr/>
        </p:nvSpPr>
        <p:spPr>
          <a:xfrm>
            <a:off x="10561070" y="3459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8" name="Shape 3206"/>
          <p:cNvSpPr/>
          <p:nvPr/>
        </p:nvSpPr>
        <p:spPr>
          <a:xfrm>
            <a:off x="10705617" y="34192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9" name="Shape 3207"/>
          <p:cNvSpPr/>
          <p:nvPr/>
        </p:nvSpPr>
        <p:spPr>
          <a:xfrm>
            <a:off x="10547013" y="3231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0" name="Shape 3208"/>
          <p:cNvSpPr/>
          <p:nvPr/>
        </p:nvSpPr>
        <p:spPr>
          <a:xfrm>
            <a:off x="10748736" y="35211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1" name="Shape 3209"/>
          <p:cNvSpPr/>
          <p:nvPr/>
        </p:nvSpPr>
        <p:spPr>
          <a:xfrm>
            <a:off x="10387328" y="33577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2" name="Shape 3210"/>
          <p:cNvSpPr/>
          <p:nvPr/>
        </p:nvSpPr>
        <p:spPr>
          <a:xfrm>
            <a:off x="10378981" y="33394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3" name="Shape 3211"/>
          <p:cNvSpPr/>
          <p:nvPr/>
        </p:nvSpPr>
        <p:spPr>
          <a:xfrm>
            <a:off x="10404688" y="33564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4" name="Shape 3212"/>
          <p:cNvSpPr/>
          <p:nvPr/>
        </p:nvSpPr>
        <p:spPr>
          <a:xfrm>
            <a:off x="10494488" y="36451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5" name="Shape 3213"/>
          <p:cNvSpPr/>
          <p:nvPr/>
        </p:nvSpPr>
        <p:spPr>
          <a:xfrm>
            <a:off x="10396061" y="32023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6" name="Shape 3214"/>
          <p:cNvSpPr/>
          <p:nvPr/>
        </p:nvSpPr>
        <p:spPr>
          <a:xfrm>
            <a:off x="10705863" y="3331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7" name="Shape 3215"/>
          <p:cNvSpPr/>
          <p:nvPr/>
        </p:nvSpPr>
        <p:spPr>
          <a:xfrm>
            <a:off x="10718845" y="33934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8" name="Shape 3216"/>
          <p:cNvSpPr/>
          <p:nvPr/>
        </p:nvSpPr>
        <p:spPr>
          <a:xfrm>
            <a:off x="10404752" y="32979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9" name="Shape 3217"/>
          <p:cNvSpPr/>
          <p:nvPr/>
        </p:nvSpPr>
        <p:spPr>
          <a:xfrm>
            <a:off x="10509615" y="31700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0" name="Shape 3218"/>
          <p:cNvSpPr/>
          <p:nvPr/>
        </p:nvSpPr>
        <p:spPr>
          <a:xfrm>
            <a:off x="10379380" y="31774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1" name="Shape 3219"/>
          <p:cNvSpPr/>
          <p:nvPr/>
        </p:nvSpPr>
        <p:spPr>
          <a:xfrm>
            <a:off x="10364175" y="34984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2" name="Shape 3220"/>
          <p:cNvSpPr/>
          <p:nvPr/>
        </p:nvSpPr>
        <p:spPr>
          <a:xfrm>
            <a:off x="10532417" y="34572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3" name="Shape 3221"/>
          <p:cNvSpPr/>
          <p:nvPr/>
        </p:nvSpPr>
        <p:spPr>
          <a:xfrm>
            <a:off x="10411753" y="34227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4" name="Shape 3222"/>
          <p:cNvSpPr/>
          <p:nvPr/>
        </p:nvSpPr>
        <p:spPr>
          <a:xfrm>
            <a:off x="10728952" y="3493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5" name="Shape 3223"/>
          <p:cNvSpPr/>
          <p:nvPr/>
        </p:nvSpPr>
        <p:spPr>
          <a:xfrm>
            <a:off x="10484026" y="34593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6" name="Shape 3224"/>
          <p:cNvSpPr/>
          <p:nvPr/>
        </p:nvSpPr>
        <p:spPr>
          <a:xfrm>
            <a:off x="10449304" y="34618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7" name="Shape 3225"/>
          <p:cNvSpPr/>
          <p:nvPr/>
        </p:nvSpPr>
        <p:spPr>
          <a:xfrm>
            <a:off x="10337244" y="34457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8" name="Shape 3226"/>
          <p:cNvSpPr/>
          <p:nvPr/>
        </p:nvSpPr>
        <p:spPr>
          <a:xfrm>
            <a:off x="10756153" y="3359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9" name="Shape 3227"/>
          <p:cNvSpPr/>
          <p:nvPr/>
        </p:nvSpPr>
        <p:spPr>
          <a:xfrm>
            <a:off x="10516629" y="31924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0" name="Shape 3228"/>
          <p:cNvSpPr/>
          <p:nvPr/>
        </p:nvSpPr>
        <p:spPr>
          <a:xfrm>
            <a:off x="10483287" y="3483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1" name="Shape 3229"/>
          <p:cNvSpPr/>
          <p:nvPr/>
        </p:nvSpPr>
        <p:spPr>
          <a:xfrm>
            <a:off x="10732355" y="34271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2" name="Shape 3230"/>
          <p:cNvSpPr/>
          <p:nvPr/>
        </p:nvSpPr>
        <p:spPr>
          <a:xfrm>
            <a:off x="10683294" y="33570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3" name="Shape 3231"/>
          <p:cNvSpPr/>
          <p:nvPr/>
        </p:nvSpPr>
        <p:spPr>
          <a:xfrm>
            <a:off x="10376230" y="3240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4" name="Shape 3232"/>
          <p:cNvSpPr/>
          <p:nvPr/>
        </p:nvSpPr>
        <p:spPr>
          <a:xfrm>
            <a:off x="10453011" y="34593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5" name="Shape 3233"/>
          <p:cNvSpPr/>
          <p:nvPr/>
        </p:nvSpPr>
        <p:spPr>
          <a:xfrm>
            <a:off x="10497277" y="3258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6" name="Shape 3234"/>
          <p:cNvSpPr/>
          <p:nvPr/>
        </p:nvSpPr>
        <p:spPr>
          <a:xfrm>
            <a:off x="10460329" y="3372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7" name="Shape 3235"/>
          <p:cNvSpPr/>
          <p:nvPr/>
        </p:nvSpPr>
        <p:spPr>
          <a:xfrm>
            <a:off x="10617029" y="3395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8" name="Shape 3236"/>
          <p:cNvSpPr/>
          <p:nvPr/>
        </p:nvSpPr>
        <p:spPr>
          <a:xfrm>
            <a:off x="10496278" y="33879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9" name="Shape 3237"/>
          <p:cNvSpPr/>
          <p:nvPr/>
        </p:nvSpPr>
        <p:spPr>
          <a:xfrm>
            <a:off x="10393911" y="31879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0" name="Shape 3238"/>
          <p:cNvSpPr/>
          <p:nvPr/>
        </p:nvSpPr>
        <p:spPr>
          <a:xfrm>
            <a:off x="10417443" y="34296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1" name="Shape 3239"/>
          <p:cNvSpPr/>
          <p:nvPr/>
        </p:nvSpPr>
        <p:spPr>
          <a:xfrm>
            <a:off x="10336408" y="34276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2" name="Shape 3240"/>
          <p:cNvSpPr/>
          <p:nvPr/>
        </p:nvSpPr>
        <p:spPr>
          <a:xfrm>
            <a:off x="10542429" y="3209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3" name="Shape 3241"/>
          <p:cNvSpPr/>
          <p:nvPr/>
        </p:nvSpPr>
        <p:spPr>
          <a:xfrm>
            <a:off x="10478249" y="3415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4" name="Shape 3242"/>
          <p:cNvSpPr/>
          <p:nvPr/>
        </p:nvSpPr>
        <p:spPr>
          <a:xfrm>
            <a:off x="10332999" y="3369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5" name="Shape 3243"/>
          <p:cNvSpPr/>
          <p:nvPr/>
        </p:nvSpPr>
        <p:spPr>
          <a:xfrm>
            <a:off x="10541615" y="35283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6" name="Shape 3244"/>
          <p:cNvSpPr/>
          <p:nvPr/>
        </p:nvSpPr>
        <p:spPr>
          <a:xfrm>
            <a:off x="10552803" y="3364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7" name="Shape 3245"/>
          <p:cNvSpPr/>
          <p:nvPr/>
        </p:nvSpPr>
        <p:spPr>
          <a:xfrm>
            <a:off x="10460903" y="34263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8" name="Shape 3246"/>
          <p:cNvSpPr/>
          <p:nvPr/>
        </p:nvSpPr>
        <p:spPr>
          <a:xfrm>
            <a:off x="10446733" y="34209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9" name="Shape 3247"/>
          <p:cNvSpPr/>
          <p:nvPr/>
        </p:nvSpPr>
        <p:spPr>
          <a:xfrm>
            <a:off x="10603126" y="3211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0" name="Shape 3248"/>
          <p:cNvSpPr/>
          <p:nvPr/>
        </p:nvSpPr>
        <p:spPr>
          <a:xfrm>
            <a:off x="10362696" y="34708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1" name="Shape 3249"/>
          <p:cNvSpPr/>
          <p:nvPr/>
        </p:nvSpPr>
        <p:spPr>
          <a:xfrm>
            <a:off x="10477001" y="34079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2" name="Shape 3250"/>
          <p:cNvSpPr/>
          <p:nvPr/>
        </p:nvSpPr>
        <p:spPr>
          <a:xfrm>
            <a:off x="10689447" y="3423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3" name="Shape 3251"/>
          <p:cNvSpPr/>
          <p:nvPr/>
        </p:nvSpPr>
        <p:spPr>
          <a:xfrm>
            <a:off x="10574988" y="33659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4" name="Shape 3252"/>
          <p:cNvSpPr/>
          <p:nvPr/>
        </p:nvSpPr>
        <p:spPr>
          <a:xfrm>
            <a:off x="10637184" y="3422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5" name="Shape 3253"/>
          <p:cNvSpPr/>
          <p:nvPr/>
        </p:nvSpPr>
        <p:spPr>
          <a:xfrm>
            <a:off x="10515255" y="3361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6" name="Shape 3254"/>
          <p:cNvSpPr/>
          <p:nvPr/>
        </p:nvSpPr>
        <p:spPr>
          <a:xfrm>
            <a:off x="10715113" y="3294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7" name="Shape 3255"/>
          <p:cNvSpPr/>
          <p:nvPr/>
        </p:nvSpPr>
        <p:spPr>
          <a:xfrm>
            <a:off x="10396033" y="3400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8" name="Shape 3256"/>
          <p:cNvSpPr/>
          <p:nvPr/>
        </p:nvSpPr>
        <p:spPr>
          <a:xfrm>
            <a:off x="10542831" y="3344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9" name="Shape 3257"/>
          <p:cNvSpPr/>
          <p:nvPr/>
        </p:nvSpPr>
        <p:spPr>
          <a:xfrm>
            <a:off x="10609808" y="3312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0" name="Shape 3258"/>
          <p:cNvSpPr/>
          <p:nvPr/>
        </p:nvSpPr>
        <p:spPr>
          <a:xfrm>
            <a:off x="10362342" y="3459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1" name="Shape 3259"/>
          <p:cNvSpPr/>
          <p:nvPr/>
        </p:nvSpPr>
        <p:spPr>
          <a:xfrm>
            <a:off x="10539617" y="33752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2" name="Shape 3260"/>
          <p:cNvSpPr/>
          <p:nvPr/>
        </p:nvSpPr>
        <p:spPr>
          <a:xfrm>
            <a:off x="10467820" y="3171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3" name="Shape 3261"/>
          <p:cNvSpPr/>
          <p:nvPr/>
        </p:nvSpPr>
        <p:spPr>
          <a:xfrm>
            <a:off x="10339391" y="33365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4" name="Shape 3262"/>
          <p:cNvSpPr/>
          <p:nvPr/>
        </p:nvSpPr>
        <p:spPr>
          <a:xfrm>
            <a:off x="10607820" y="3375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5" name="Shape 3263"/>
          <p:cNvSpPr/>
          <p:nvPr/>
        </p:nvSpPr>
        <p:spPr>
          <a:xfrm>
            <a:off x="10617241" y="3515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6" name="Shape 3264"/>
          <p:cNvSpPr/>
          <p:nvPr/>
        </p:nvSpPr>
        <p:spPr>
          <a:xfrm>
            <a:off x="10445731" y="31733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7" name="Shape 3265"/>
          <p:cNvSpPr/>
          <p:nvPr/>
        </p:nvSpPr>
        <p:spPr>
          <a:xfrm>
            <a:off x="10544013" y="34145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8" name="Shape 3266"/>
          <p:cNvSpPr/>
          <p:nvPr/>
        </p:nvSpPr>
        <p:spPr>
          <a:xfrm>
            <a:off x="10707227" y="3359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9" name="Shape 3267"/>
          <p:cNvSpPr/>
          <p:nvPr/>
        </p:nvSpPr>
        <p:spPr>
          <a:xfrm>
            <a:off x="10573758" y="3368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0" name="Shape 3268"/>
          <p:cNvSpPr/>
          <p:nvPr/>
        </p:nvSpPr>
        <p:spPr>
          <a:xfrm>
            <a:off x="10524556" y="33916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1" name="Shape 3269"/>
          <p:cNvSpPr/>
          <p:nvPr/>
        </p:nvSpPr>
        <p:spPr>
          <a:xfrm>
            <a:off x="10387395" y="34733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2" name="Shape 3270"/>
          <p:cNvSpPr/>
          <p:nvPr/>
        </p:nvSpPr>
        <p:spPr>
          <a:xfrm>
            <a:off x="10554204" y="32505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3" name="Shape 3271"/>
          <p:cNvSpPr/>
          <p:nvPr/>
        </p:nvSpPr>
        <p:spPr>
          <a:xfrm>
            <a:off x="10652258" y="35027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4" name="Shape 3272"/>
          <p:cNvSpPr/>
          <p:nvPr/>
        </p:nvSpPr>
        <p:spPr>
          <a:xfrm>
            <a:off x="10499506" y="34155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5" name="Shape 3273"/>
          <p:cNvSpPr/>
          <p:nvPr/>
        </p:nvSpPr>
        <p:spPr>
          <a:xfrm>
            <a:off x="10728336" y="32163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6" name="Shape 3274"/>
          <p:cNvSpPr/>
          <p:nvPr/>
        </p:nvSpPr>
        <p:spPr>
          <a:xfrm>
            <a:off x="10567977" y="34594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7" name="Shape 3275"/>
          <p:cNvSpPr/>
          <p:nvPr/>
        </p:nvSpPr>
        <p:spPr>
          <a:xfrm>
            <a:off x="10360141" y="34231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8" name="Shape 3276"/>
          <p:cNvSpPr/>
          <p:nvPr/>
        </p:nvSpPr>
        <p:spPr>
          <a:xfrm>
            <a:off x="10494568" y="3340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9" name="Shape 3277"/>
          <p:cNvSpPr/>
          <p:nvPr/>
        </p:nvSpPr>
        <p:spPr>
          <a:xfrm>
            <a:off x="10641522" y="33892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0" name="Shape 3278"/>
          <p:cNvSpPr/>
          <p:nvPr/>
        </p:nvSpPr>
        <p:spPr>
          <a:xfrm>
            <a:off x="10722449" y="34923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1" name="Shape 3279"/>
          <p:cNvSpPr/>
          <p:nvPr/>
        </p:nvSpPr>
        <p:spPr>
          <a:xfrm>
            <a:off x="10471553" y="3447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2" name="Shape 3280"/>
          <p:cNvSpPr/>
          <p:nvPr/>
        </p:nvSpPr>
        <p:spPr>
          <a:xfrm>
            <a:off x="10717606" y="3320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3" name="Shape 3281"/>
          <p:cNvSpPr/>
          <p:nvPr/>
        </p:nvSpPr>
        <p:spPr>
          <a:xfrm>
            <a:off x="10474537" y="34567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4" name="Shape 3282"/>
          <p:cNvSpPr/>
          <p:nvPr/>
        </p:nvSpPr>
        <p:spPr>
          <a:xfrm>
            <a:off x="10590985" y="35316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5" name="Shape 3283"/>
          <p:cNvSpPr/>
          <p:nvPr/>
        </p:nvSpPr>
        <p:spPr>
          <a:xfrm>
            <a:off x="10743459" y="34693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6" name="Shape 3284"/>
          <p:cNvSpPr/>
          <p:nvPr/>
        </p:nvSpPr>
        <p:spPr>
          <a:xfrm>
            <a:off x="10351817" y="35952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7" name="Shape 3285"/>
          <p:cNvSpPr/>
          <p:nvPr/>
        </p:nvSpPr>
        <p:spPr>
          <a:xfrm>
            <a:off x="10352011" y="3784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8" name="Shape 3286"/>
          <p:cNvSpPr/>
          <p:nvPr/>
        </p:nvSpPr>
        <p:spPr>
          <a:xfrm>
            <a:off x="10739508" y="36155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9" name="Shape 3287"/>
          <p:cNvSpPr/>
          <p:nvPr/>
        </p:nvSpPr>
        <p:spPr>
          <a:xfrm>
            <a:off x="10441121" y="3716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0" name="Shape 3288"/>
          <p:cNvSpPr/>
          <p:nvPr/>
        </p:nvSpPr>
        <p:spPr>
          <a:xfrm>
            <a:off x="10577771" y="36143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1" name="Shape 3289"/>
          <p:cNvSpPr/>
          <p:nvPr/>
        </p:nvSpPr>
        <p:spPr>
          <a:xfrm>
            <a:off x="10332053" y="3708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2" name="Shape 3290"/>
          <p:cNvSpPr/>
          <p:nvPr/>
        </p:nvSpPr>
        <p:spPr>
          <a:xfrm>
            <a:off x="10566507" y="37462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3" name="Shape 3291"/>
          <p:cNvSpPr/>
          <p:nvPr/>
        </p:nvSpPr>
        <p:spPr>
          <a:xfrm>
            <a:off x="10526400" y="3563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4" name="Shape 3292"/>
          <p:cNvSpPr/>
          <p:nvPr/>
        </p:nvSpPr>
        <p:spPr>
          <a:xfrm>
            <a:off x="10686726" y="33855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5" name="Shape 3293"/>
          <p:cNvSpPr/>
          <p:nvPr/>
        </p:nvSpPr>
        <p:spPr>
          <a:xfrm>
            <a:off x="10667028" y="34015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6" name="Shape 3294"/>
          <p:cNvSpPr/>
          <p:nvPr/>
        </p:nvSpPr>
        <p:spPr>
          <a:xfrm>
            <a:off x="10356989" y="32940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7" name="Shape 3295"/>
          <p:cNvSpPr/>
          <p:nvPr/>
        </p:nvSpPr>
        <p:spPr>
          <a:xfrm>
            <a:off x="10454913" y="28658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8" name="Shape 3296"/>
          <p:cNvSpPr/>
          <p:nvPr/>
        </p:nvSpPr>
        <p:spPr>
          <a:xfrm>
            <a:off x="10519940" y="3230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9" name="Shape 3297"/>
          <p:cNvSpPr/>
          <p:nvPr/>
        </p:nvSpPr>
        <p:spPr>
          <a:xfrm>
            <a:off x="10712830" y="3226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0" name="Shape 3298"/>
          <p:cNvSpPr/>
          <p:nvPr/>
        </p:nvSpPr>
        <p:spPr>
          <a:xfrm>
            <a:off x="10712819" y="31340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1" name="Shape 3299"/>
          <p:cNvSpPr/>
          <p:nvPr/>
        </p:nvSpPr>
        <p:spPr>
          <a:xfrm>
            <a:off x="10365426" y="3595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2" name="Shape 3300"/>
          <p:cNvSpPr/>
          <p:nvPr/>
        </p:nvSpPr>
        <p:spPr>
          <a:xfrm>
            <a:off x="10524570" y="31551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3" name="Shape 3301"/>
          <p:cNvSpPr/>
          <p:nvPr/>
        </p:nvSpPr>
        <p:spPr>
          <a:xfrm>
            <a:off x="10594272" y="28563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4" name="Shape 3302"/>
          <p:cNvSpPr/>
          <p:nvPr/>
        </p:nvSpPr>
        <p:spPr>
          <a:xfrm>
            <a:off x="10640728" y="30879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5" name="Shape 3303"/>
          <p:cNvSpPr/>
          <p:nvPr/>
        </p:nvSpPr>
        <p:spPr>
          <a:xfrm>
            <a:off x="10546967" y="30357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6" name="Shape 3304"/>
          <p:cNvSpPr/>
          <p:nvPr/>
        </p:nvSpPr>
        <p:spPr>
          <a:xfrm>
            <a:off x="10474824" y="3043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7" name="Shape 3305"/>
          <p:cNvSpPr/>
          <p:nvPr/>
        </p:nvSpPr>
        <p:spPr>
          <a:xfrm>
            <a:off x="10743094" y="34598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8" name="Shape 3306"/>
          <p:cNvSpPr/>
          <p:nvPr/>
        </p:nvSpPr>
        <p:spPr>
          <a:xfrm>
            <a:off x="10635998" y="32248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9" name="Shape 3307"/>
          <p:cNvSpPr/>
          <p:nvPr/>
        </p:nvSpPr>
        <p:spPr>
          <a:xfrm>
            <a:off x="10646228" y="26340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0" name="Shape 3308"/>
          <p:cNvSpPr/>
          <p:nvPr/>
        </p:nvSpPr>
        <p:spPr>
          <a:xfrm>
            <a:off x="10662651" y="34441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1" name="Shape 3309"/>
          <p:cNvSpPr/>
          <p:nvPr/>
        </p:nvSpPr>
        <p:spPr>
          <a:xfrm>
            <a:off x="10350432" y="3131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2" name="Shape 3310"/>
          <p:cNvSpPr/>
          <p:nvPr/>
        </p:nvSpPr>
        <p:spPr>
          <a:xfrm>
            <a:off x="10661564" y="3031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3" name="Shape 3311"/>
          <p:cNvSpPr/>
          <p:nvPr/>
        </p:nvSpPr>
        <p:spPr>
          <a:xfrm>
            <a:off x="10616646" y="32121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4" name="Shape 3312"/>
          <p:cNvSpPr/>
          <p:nvPr/>
        </p:nvSpPr>
        <p:spPr>
          <a:xfrm>
            <a:off x="10568945" y="34512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5" name="Shape 3313"/>
          <p:cNvSpPr/>
          <p:nvPr/>
        </p:nvSpPr>
        <p:spPr>
          <a:xfrm>
            <a:off x="10754000" y="3040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6" name="Shape 3314"/>
          <p:cNvSpPr/>
          <p:nvPr/>
        </p:nvSpPr>
        <p:spPr>
          <a:xfrm>
            <a:off x="10354577" y="30082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7" name="Shape 3315"/>
          <p:cNvSpPr/>
          <p:nvPr/>
        </p:nvSpPr>
        <p:spPr>
          <a:xfrm>
            <a:off x="10754361" y="30123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8" name="Shape 3316"/>
          <p:cNvSpPr/>
          <p:nvPr/>
        </p:nvSpPr>
        <p:spPr>
          <a:xfrm>
            <a:off x="10497466" y="30944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9" name="Shape 3317"/>
          <p:cNvSpPr/>
          <p:nvPr/>
        </p:nvSpPr>
        <p:spPr>
          <a:xfrm>
            <a:off x="10494970" y="31405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0" name="Shape 3318"/>
          <p:cNvSpPr/>
          <p:nvPr/>
        </p:nvSpPr>
        <p:spPr>
          <a:xfrm>
            <a:off x="10610666" y="30245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1" name="Shape 3319"/>
          <p:cNvSpPr/>
          <p:nvPr/>
        </p:nvSpPr>
        <p:spPr>
          <a:xfrm>
            <a:off x="10544729" y="32599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2" name="Shape 3320"/>
          <p:cNvSpPr/>
          <p:nvPr/>
        </p:nvSpPr>
        <p:spPr>
          <a:xfrm>
            <a:off x="10672466" y="3018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3" name="Shape 3321"/>
          <p:cNvSpPr/>
          <p:nvPr/>
        </p:nvSpPr>
        <p:spPr>
          <a:xfrm>
            <a:off x="10703614" y="3515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4" name="Shape 3322"/>
          <p:cNvSpPr/>
          <p:nvPr/>
        </p:nvSpPr>
        <p:spPr>
          <a:xfrm>
            <a:off x="10469334" y="2945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5" name="Shape 3323"/>
          <p:cNvSpPr/>
          <p:nvPr/>
        </p:nvSpPr>
        <p:spPr>
          <a:xfrm>
            <a:off x="10414694" y="23792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6" name="Shape 3324"/>
          <p:cNvSpPr/>
          <p:nvPr/>
        </p:nvSpPr>
        <p:spPr>
          <a:xfrm>
            <a:off x="10518898" y="23855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7" name="Shape 3325"/>
          <p:cNvSpPr/>
          <p:nvPr/>
        </p:nvSpPr>
        <p:spPr>
          <a:xfrm>
            <a:off x="10540773" y="31119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8" name="Shape 3326"/>
          <p:cNvSpPr/>
          <p:nvPr/>
        </p:nvSpPr>
        <p:spPr>
          <a:xfrm>
            <a:off x="10622918" y="31214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9" name="Shape 3327"/>
          <p:cNvSpPr/>
          <p:nvPr/>
        </p:nvSpPr>
        <p:spPr>
          <a:xfrm>
            <a:off x="10344668" y="32859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0" name="Shape 3328"/>
          <p:cNvSpPr/>
          <p:nvPr/>
        </p:nvSpPr>
        <p:spPr>
          <a:xfrm>
            <a:off x="10646610" y="33089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1" name="Shape 3329"/>
          <p:cNvSpPr/>
          <p:nvPr/>
        </p:nvSpPr>
        <p:spPr>
          <a:xfrm>
            <a:off x="10642930" y="30955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2" name="Shape 3330"/>
          <p:cNvSpPr/>
          <p:nvPr/>
        </p:nvSpPr>
        <p:spPr>
          <a:xfrm>
            <a:off x="10590667" y="3336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3" name="Shape 3331"/>
          <p:cNvSpPr/>
          <p:nvPr/>
        </p:nvSpPr>
        <p:spPr>
          <a:xfrm>
            <a:off x="10735049" y="3390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4" name="Shape 3332"/>
          <p:cNvSpPr/>
          <p:nvPr/>
        </p:nvSpPr>
        <p:spPr>
          <a:xfrm>
            <a:off x="10395942" y="3244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5" name="Shape 3333"/>
          <p:cNvSpPr/>
          <p:nvPr/>
        </p:nvSpPr>
        <p:spPr>
          <a:xfrm>
            <a:off x="10543606" y="33517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6" name="Shape 3334"/>
          <p:cNvSpPr/>
          <p:nvPr/>
        </p:nvSpPr>
        <p:spPr>
          <a:xfrm>
            <a:off x="10361475" y="3523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7" name="Shape 3335"/>
          <p:cNvSpPr/>
          <p:nvPr/>
        </p:nvSpPr>
        <p:spPr>
          <a:xfrm>
            <a:off x="10648192" y="3585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8" name="Shape 3336"/>
          <p:cNvSpPr/>
          <p:nvPr/>
        </p:nvSpPr>
        <p:spPr>
          <a:xfrm>
            <a:off x="10706412" y="35858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9" name="Shape 3337"/>
          <p:cNvSpPr/>
          <p:nvPr/>
        </p:nvSpPr>
        <p:spPr>
          <a:xfrm>
            <a:off x="10477739" y="3588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0" name="Shape 3338"/>
          <p:cNvSpPr/>
          <p:nvPr/>
        </p:nvSpPr>
        <p:spPr>
          <a:xfrm>
            <a:off x="10448949" y="3447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1" name="Shape 3339"/>
          <p:cNvSpPr/>
          <p:nvPr/>
        </p:nvSpPr>
        <p:spPr>
          <a:xfrm>
            <a:off x="10464219" y="3572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2" name="Shape 3340"/>
          <p:cNvSpPr/>
          <p:nvPr/>
        </p:nvSpPr>
        <p:spPr>
          <a:xfrm>
            <a:off x="10484405" y="3084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3" name="Shape 3341"/>
          <p:cNvSpPr/>
          <p:nvPr/>
        </p:nvSpPr>
        <p:spPr>
          <a:xfrm>
            <a:off x="10518068" y="3504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4" name="Shape 3342"/>
          <p:cNvSpPr/>
          <p:nvPr/>
        </p:nvSpPr>
        <p:spPr>
          <a:xfrm>
            <a:off x="10398812" y="35242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5" name="Shape 3343"/>
          <p:cNvSpPr/>
          <p:nvPr/>
        </p:nvSpPr>
        <p:spPr>
          <a:xfrm>
            <a:off x="10495533" y="34637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6" name="Shape 3344"/>
          <p:cNvSpPr/>
          <p:nvPr/>
        </p:nvSpPr>
        <p:spPr>
          <a:xfrm>
            <a:off x="10469149" y="31946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7" name="Shape 3345"/>
          <p:cNvSpPr/>
          <p:nvPr/>
        </p:nvSpPr>
        <p:spPr>
          <a:xfrm>
            <a:off x="10629849" y="27479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8" name="Shape 3346"/>
          <p:cNvSpPr/>
          <p:nvPr/>
        </p:nvSpPr>
        <p:spPr>
          <a:xfrm>
            <a:off x="10412172" y="30473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9" name="Shape 3347"/>
          <p:cNvSpPr/>
          <p:nvPr/>
        </p:nvSpPr>
        <p:spPr>
          <a:xfrm>
            <a:off x="10524139" y="31754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0" name="Shape 3348"/>
          <p:cNvSpPr/>
          <p:nvPr/>
        </p:nvSpPr>
        <p:spPr>
          <a:xfrm>
            <a:off x="10679173" y="3267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1" name="Shape 3349"/>
          <p:cNvSpPr/>
          <p:nvPr/>
        </p:nvSpPr>
        <p:spPr>
          <a:xfrm>
            <a:off x="10609683" y="34591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2" name="Shape 3350"/>
          <p:cNvSpPr/>
          <p:nvPr/>
        </p:nvSpPr>
        <p:spPr>
          <a:xfrm>
            <a:off x="10702584" y="3314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3" name="Shape 3351"/>
          <p:cNvSpPr/>
          <p:nvPr/>
        </p:nvSpPr>
        <p:spPr>
          <a:xfrm>
            <a:off x="10394536" y="35045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4" name="Shape 3352"/>
          <p:cNvSpPr/>
          <p:nvPr/>
        </p:nvSpPr>
        <p:spPr>
          <a:xfrm>
            <a:off x="10524387" y="31710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5" name="Shape 3353"/>
          <p:cNvSpPr/>
          <p:nvPr/>
        </p:nvSpPr>
        <p:spPr>
          <a:xfrm>
            <a:off x="10454534" y="3485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6" name="Shape 3354"/>
          <p:cNvSpPr/>
          <p:nvPr/>
        </p:nvSpPr>
        <p:spPr>
          <a:xfrm>
            <a:off x="10586697" y="3127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7" name="Shape 3355"/>
          <p:cNvSpPr/>
          <p:nvPr/>
        </p:nvSpPr>
        <p:spPr>
          <a:xfrm>
            <a:off x="10754338" y="31162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8" name="Shape 3356"/>
          <p:cNvSpPr/>
          <p:nvPr/>
        </p:nvSpPr>
        <p:spPr>
          <a:xfrm>
            <a:off x="10738907" y="35785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9" name="Shape 3357"/>
          <p:cNvSpPr/>
          <p:nvPr/>
        </p:nvSpPr>
        <p:spPr>
          <a:xfrm>
            <a:off x="10473609" y="24810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0" name="Shape 3358"/>
          <p:cNvSpPr/>
          <p:nvPr/>
        </p:nvSpPr>
        <p:spPr>
          <a:xfrm>
            <a:off x="10408043" y="3102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1" name="Shape 3359"/>
          <p:cNvSpPr/>
          <p:nvPr/>
        </p:nvSpPr>
        <p:spPr>
          <a:xfrm>
            <a:off x="10443602" y="34535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2" name="Shape 3360"/>
          <p:cNvSpPr/>
          <p:nvPr/>
        </p:nvSpPr>
        <p:spPr>
          <a:xfrm>
            <a:off x="10441993" y="3137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3" name="Shape 3361"/>
          <p:cNvSpPr/>
          <p:nvPr/>
        </p:nvSpPr>
        <p:spPr>
          <a:xfrm>
            <a:off x="10453045" y="31638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4" name="Shape 3362"/>
          <p:cNvSpPr/>
          <p:nvPr/>
        </p:nvSpPr>
        <p:spPr>
          <a:xfrm>
            <a:off x="10503937" y="3148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5" name="Shape 3363"/>
          <p:cNvSpPr/>
          <p:nvPr/>
        </p:nvSpPr>
        <p:spPr>
          <a:xfrm>
            <a:off x="10426916" y="30971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6" name="Shape 3364"/>
          <p:cNvSpPr/>
          <p:nvPr/>
        </p:nvSpPr>
        <p:spPr>
          <a:xfrm>
            <a:off x="10562978" y="2969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7" name="Shape 3365"/>
          <p:cNvSpPr/>
          <p:nvPr/>
        </p:nvSpPr>
        <p:spPr>
          <a:xfrm>
            <a:off x="10522027" y="3422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8" name="Shape 3366"/>
          <p:cNvSpPr/>
          <p:nvPr/>
        </p:nvSpPr>
        <p:spPr>
          <a:xfrm>
            <a:off x="10725230" y="24853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9" name="Shape 3367"/>
          <p:cNvSpPr/>
          <p:nvPr/>
        </p:nvSpPr>
        <p:spPr>
          <a:xfrm>
            <a:off x="10713947" y="24454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0" name="Shape 3368"/>
          <p:cNvSpPr/>
          <p:nvPr/>
        </p:nvSpPr>
        <p:spPr>
          <a:xfrm>
            <a:off x="10606992" y="33515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1" name="Shape 3369"/>
          <p:cNvSpPr/>
          <p:nvPr/>
        </p:nvSpPr>
        <p:spPr>
          <a:xfrm>
            <a:off x="10543396" y="3339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2" name="Shape 3370"/>
          <p:cNvSpPr/>
          <p:nvPr/>
        </p:nvSpPr>
        <p:spPr>
          <a:xfrm>
            <a:off x="10673289" y="32920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3" name="Shape 3371"/>
          <p:cNvSpPr/>
          <p:nvPr/>
        </p:nvSpPr>
        <p:spPr>
          <a:xfrm>
            <a:off x="10645148" y="2455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4" name="Shape 3372"/>
          <p:cNvSpPr/>
          <p:nvPr/>
        </p:nvSpPr>
        <p:spPr>
          <a:xfrm>
            <a:off x="10472686" y="2480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5" name="Shape 3373"/>
          <p:cNvSpPr/>
          <p:nvPr/>
        </p:nvSpPr>
        <p:spPr>
          <a:xfrm>
            <a:off x="10760806" y="2481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6" name="Shape 3374"/>
          <p:cNvSpPr/>
          <p:nvPr/>
        </p:nvSpPr>
        <p:spPr>
          <a:xfrm>
            <a:off x="10535474" y="34043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7" name="Shape 3375"/>
          <p:cNvSpPr/>
          <p:nvPr/>
        </p:nvSpPr>
        <p:spPr>
          <a:xfrm>
            <a:off x="10399291" y="31593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8" name="Shape 3376"/>
          <p:cNvSpPr/>
          <p:nvPr/>
        </p:nvSpPr>
        <p:spPr>
          <a:xfrm>
            <a:off x="10543248" y="32663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9" name="Shape 3377"/>
          <p:cNvSpPr/>
          <p:nvPr/>
        </p:nvSpPr>
        <p:spPr>
          <a:xfrm>
            <a:off x="10646043" y="2502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0" name="Shape 3378"/>
          <p:cNvSpPr/>
          <p:nvPr/>
        </p:nvSpPr>
        <p:spPr>
          <a:xfrm>
            <a:off x="10751924" y="28842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1" name="Shape 3379"/>
          <p:cNvSpPr/>
          <p:nvPr/>
        </p:nvSpPr>
        <p:spPr>
          <a:xfrm>
            <a:off x="10438746" y="24855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2" name="Shape 3380"/>
          <p:cNvSpPr/>
          <p:nvPr/>
        </p:nvSpPr>
        <p:spPr>
          <a:xfrm>
            <a:off x="10366976" y="30882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3" name="Shape 3381"/>
          <p:cNvSpPr/>
          <p:nvPr/>
        </p:nvSpPr>
        <p:spPr>
          <a:xfrm>
            <a:off x="10523960" y="3314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4" name="Shape 3382"/>
          <p:cNvSpPr/>
          <p:nvPr/>
        </p:nvSpPr>
        <p:spPr>
          <a:xfrm>
            <a:off x="10678718" y="29397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5" name="Shape 3383"/>
          <p:cNvSpPr/>
          <p:nvPr/>
        </p:nvSpPr>
        <p:spPr>
          <a:xfrm>
            <a:off x="10426048" y="3289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6" name="Shape 3384"/>
          <p:cNvSpPr/>
          <p:nvPr/>
        </p:nvSpPr>
        <p:spPr>
          <a:xfrm>
            <a:off x="10508454" y="30013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7" name="Shape 3385"/>
          <p:cNvSpPr/>
          <p:nvPr/>
        </p:nvSpPr>
        <p:spPr>
          <a:xfrm>
            <a:off x="10336646" y="29578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8" name="Shape 3386"/>
          <p:cNvSpPr/>
          <p:nvPr/>
        </p:nvSpPr>
        <p:spPr>
          <a:xfrm>
            <a:off x="10622641" y="3327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9" name="Shape 3387"/>
          <p:cNvSpPr/>
          <p:nvPr/>
        </p:nvSpPr>
        <p:spPr>
          <a:xfrm>
            <a:off x="10613275" y="30069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0" name="Shape 3388"/>
          <p:cNvSpPr/>
          <p:nvPr/>
        </p:nvSpPr>
        <p:spPr>
          <a:xfrm>
            <a:off x="10664024" y="2509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1" name="Shape 3389"/>
          <p:cNvSpPr/>
          <p:nvPr/>
        </p:nvSpPr>
        <p:spPr>
          <a:xfrm>
            <a:off x="10471706" y="24889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2" name="Shape 3390"/>
          <p:cNvSpPr/>
          <p:nvPr/>
        </p:nvSpPr>
        <p:spPr>
          <a:xfrm>
            <a:off x="10570852" y="2480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3" name="Shape 3391"/>
          <p:cNvSpPr/>
          <p:nvPr/>
        </p:nvSpPr>
        <p:spPr>
          <a:xfrm>
            <a:off x="10566493" y="3142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4" name="Shape 3392"/>
          <p:cNvSpPr/>
          <p:nvPr/>
        </p:nvSpPr>
        <p:spPr>
          <a:xfrm>
            <a:off x="10759385" y="3220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5" name="Shape 3393"/>
          <p:cNvSpPr/>
          <p:nvPr/>
        </p:nvSpPr>
        <p:spPr>
          <a:xfrm>
            <a:off x="10752355" y="31024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6" name="Shape 3394"/>
          <p:cNvSpPr/>
          <p:nvPr/>
        </p:nvSpPr>
        <p:spPr>
          <a:xfrm>
            <a:off x="10506567" y="23748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7" name="Shape 3395"/>
          <p:cNvSpPr/>
          <p:nvPr/>
        </p:nvSpPr>
        <p:spPr>
          <a:xfrm>
            <a:off x="10707173" y="3327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8" name="Shape 3396"/>
          <p:cNvSpPr/>
          <p:nvPr/>
        </p:nvSpPr>
        <p:spPr>
          <a:xfrm>
            <a:off x="10637853" y="2390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9" name="Shape 3397"/>
          <p:cNvSpPr/>
          <p:nvPr/>
        </p:nvSpPr>
        <p:spPr>
          <a:xfrm>
            <a:off x="10543662" y="2410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0" name="Shape 3398"/>
          <p:cNvSpPr/>
          <p:nvPr/>
        </p:nvSpPr>
        <p:spPr>
          <a:xfrm>
            <a:off x="10453717" y="29334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1" name="Shape 3399"/>
          <p:cNvSpPr/>
          <p:nvPr/>
        </p:nvSpPr>
        <p:spPr>
          <a:xfrm>
            <a:off x="10601129" y="2992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2" name="Shape 3400"/>
          <p:cNvSpPr/>
          <p:nvPr/>
        </p:nvSpPr>
        <p:spPr>
          <a:xfrm>
            <a:off x="10596171" y="3085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3" name="Shape 3401"/>
          <p:cNvSpPr/>
          <p:nvPr/>
        </p:nvSpPr>
        <p:spPr>
          <a:xfrm>
            <a:off x="10554957" y="3256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4" name="Shape 3402"/>
          <p:cNvSpPr/>
          <p:nvPr/>
        </p:nvSpPr>
        <p:spPr>
          <a:xfrm>
            <a:off x="10489968" y="24070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5" name="Shape 3403"/>
          <p:cNvSpPr/>
          <p:nvPr/>
        </p:nvSpPr>
        <p:spPr>
          <a:xfrm>
            <a:off x="10747818" y="2374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6" name="Shape 3404"/>
          <p:cNvSpPr/>
          <p:nvPr/>
        </p:nvSpPr>
        <p:spPr>
          <a:xfrm>
            <a:off x="10757168" y="23602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7" name="Shape 3405"/>
          <p:cNvSpPr/>
          <p:nvPr/>
        </p:nvSpPr>
        <p:spPr>
          <a:xfrm>
            <a:off x="10393586" y="3123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8" name="Shape 3406"/>
          <p:cNvSpPr/>
          <p:nvPr/>
        </p:nvSpPr>
        <p:spPr>
          <a:xfrm>
            <a:off x="10675926" y="2948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9" name="Shape 3407"/>
          <p:cNvSpPr/>
          <p:nvPr/>
        </p:nvSpPr>
        <p:spPr>
          <a:xfrm>
            <a:off x="10582329" y="3598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0" name="Shape 3408"/>
          <p:cNvSpPr/>
          <p:nvPr/>
        </p:nvSpPr>
        <p:spPr>
          <a:xfrm>
            <a:off x="10386143" y="32812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1" name="Shape 3409"/>
          <p:cNvSpPr/>
          <p:nvPr/>
        </p:nvSpPr>
        <p:spPr>
          <a:xfrm>
            <a:off x="10335804" y="3320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2" name="Shape 3410"/>
          <p:cNvSpPr/>
          <p:nvPr/>
        </p:nvSpPr>
        <p:spPr>
          <a:xfrm>
            <a:off x="10737563" y="31172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3" name="Shape 3411"/>
          <p:cNvSpPr/>
          <p:nvPr/>
        </p:nvSpPr>
        <p:spPr>
          <a:xfrm>
            <a:off x="10444936" y="31427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4" name="Shape 3412"/>
          <p:cNvSpPr/>
          <p:nvPr/>
        </p:nvSpPr>
        <p:spPr>
          <a:xfrm>
            <a:off x="10719557" y="31048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5" name="Shape 3413"/>
          <p:cNvSpPr/>
          <p:nvPr/>
        </p:nvSpPr>
        <p:spPr>
          <a:xfrm>
            <a:off x="10435386" y="30714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6" name="Shape 3414"/>
          <p:cNvSpPr/>
          <p:nvPr/>
        </p:nvSpPr>
        <p:spPr>
          <a:xfrm>
            <a:off x="10647629" y="30949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7" name="Shape 3415"/>
          <p:cNvSpPr/>
          <p:nvPr/>
        </p:nvSpPr>
        <p:spPr>
          <a:xfrm>
            <a:off x="10695649" y="3092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8" name="Shape 3416"/>
          <p:cNvSpPr/>
          <p:nvPr/>
        </p:nvSpPr>
        <p:spPr>
          <a:xfrm>
            <a:off x="10737375" y="31339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9" name="Shape 3417"/>
          <p:cNvSpPr/>
          <p:nvPr/>
        </p:nvSpPr>
        <p:spPr>
          <a:xfrm>
            <a:off x="10380507" y="31302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0" name="Shape 3418"/>
          <p:cNvSpPr/>
          <p:nvPr/>
        </p:nvSpPr>
        <p:spPr>
          <a:xfrm>
            <a:off x="10593474" y="31086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1" name="Shape 3419"/>
          <p:cNvSpPr/>
          <p:nvPr/>
        </p:nvSpPr>
        <p:spPr>
          <a:xfrm>
            <a:off x="10470786" y="30882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2" name="Shape 3420"/>
          <p:cNvSpPr/>
          <p:nvPr/>
        </p:nvSpPr>
        <p:spPr>
          <a:xfrm>
            <a:off x="10492613" y="30101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3" name="Shape 3421"/>
          <p:cNvSpPr/>
          <p:nvPr/>
        </p:nvSpPr>
        <p:spPr>
          <a:xfrm>
            <a:off x="10463092" y="3091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4" name="Shape 3422"/>
          <p:cNvSpPr/>
          <p:nvPr/>
        </p:nvSpPr>
        <p:spPr>
          <a:xfrm>
            <a:off x="10609317" y="3293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5" name="Shape 3423"/>
          <p:cNvSpPr/>
          <p:nvPr/>
        </p:nvSpPr>
        <p:spPr>
          <a:xfrm>
            <a:off x="10685945" y="3243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6" name="Shape 3424"/>
          <p:cNvSpPr/>
          <p:nvPr/>
        </p:nvSpPr>
        <p:spPr>
          <a:xfrm>
            <a:off x="10473990" y="33556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7" name="Shape 3425"/>
          <p:cNvSpPr/>
          <p:nvPr/>
        </p:nvSpPr>
        <p:spPr>
          <a:xfrm>
            <a:off x="10722253" y="33327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8" name="Shape 3426"/>
          <p:cNvSpPr/>
          <p:nvPr/>
        </p:nvSpPr>
        <p:spPr>
          <a:xfrm>
            <a:off x="10342124" y="33760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9" name="Shape 3427"/>
          <p:cNvSpPr/>
          <p:nvPr/>
        </p:nvSpPr>
        <p:spPr>
          <a:xfrm>
            <a:off x="10743392" y="24488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0" name="Shape 3428"/>
          <p:cNvSpPr/>
          <p:nvPr/>
        </p:nvSpPr>
        <p:spPr>
          <a:xfrm>
            <a:off x="10392523" y="3496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1" name="Shape 3429"/>
          <p:cNvSpPr/>
          <p:nvPr/>
        </p:nvSpPr>
        <p:spPr>
          <a:xfrm>
            <a:off x="10594155" y="3508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2" name="Shape 3430"/>
          <p:cNvSpPr/>
          <p:nvPr/>
        </p:nvSpPr>
        <p:spPr>
          <a:xfrm>
            <a:off x="10336170" y="35475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3" name="Shape 3431"/>
          <p:cNvSpPr/>
          <p:nvPr/>
        </p:nvSpPr>
        <p:spPr>
          <a:xfrm>
            <a:off x="10439407" y="3515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4" name="Shape 3432"/>
          <p:cNvSpPr/>
          <p:nvPr/>
        </p:nvSpPr>
        <p:spPr>
          <a:xfrm>
            <a:off x="10590505" y="3530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5" name="Shape 3433"/>
          <p:cNvSpPr/>
          <p:nvPr/>
        </p:nvSpPr>
        <p:spPr>
          <a:xfrm>
            <a:off x="10429814" y="3657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6" name="Shape 3434"/>
          <p:cNvSpPr/>
          <p:nvPr/>
        </p:nvSpPr>
        <p:spPr>
          <a:xfrm>
            <a:off x="10636668" y="36350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7" name="Shape 3435"/>
          <p:cNvSpPr/>
          <p:nvPr/>
        </p:nvSpPr>
        <p:spPr>
          <a:xfrm>
            <a:off x="10555588" y="35971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8" name="Shape 3436"/>
          <p:cNvSpPr/>
          <p:nvPr/>
        </p:nvSpPr>
        <p:spPr>
          <a:xfrm>
            <a:off x="10616480" y="34928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9" name="Shape 3437"/>
          <p:cNvSpPr/>
          <p:nvPr/>
        </p:nvSpPr>
        <p:spPr>
          <a:xfrm>
            <a:off x="10419919" y="36168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0" name="Shape 3438"/>
          <p:cNvSpPr/>
          <p:nvPr/>
        </p:nvSpPr>
        <p:spPr>
          <a:xfrm>
            <a:off x="10463128" y="34505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1" name="Shape 3439"/>
          <p:cNvSpPr/>
          <p:nvPr/>
        </p:nvSpPr>
        <p:spPr>
          <a:xfrm>
            <a:off x="10547471" y="3581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2" name="Shape 3440"/>
          <p:cNvSpPr/>
          <p:nvPr/>
        </p:nvSpPr>
        <p:spPr>
          <a:xfrm>
            <a:off x="10443525" y="25555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3" name="Shape 3441"/>
          <p:cNvSpPr/>
          <p:nvPr/>
        </p:nvSpPr>
        <p:spPr>
          <a:xfrm>
            <a:off x="10499616" y="30981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4" name="Shape 3442"/>
          <p:cNvSpPr/>
          <p:nvPr/>
        </p:nvSpPr>
        <p:spPr>
          <a:xfrm>
            <a:off x="10691467" y="34190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5" name="Shape 3443"/>
          <p:cNvSpPr/>
          <p:nvPr/>
        </p:nvSpPr>
        <p:spPr>
          <a:xfrm>
            <a:off x="10612335" y="3342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6" name="Shape 3444"/>
          <p:cNvSpPr/>
          <p:nvPr/>
        </p:nvSpPr>
        <p:spPr>
          <a:xfrm>
            <a:off x="10606185" y="3268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7" name="Shape 3445"/>
          <p:cNvSpPr/>
          <p:nvPr/>
        </p:nvSpPr>
        <p:spPr>
          <a:xfrm>
            <a:off x="10706267" y="24785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8" name="Shape 3446"/>
          <p:cNvSpPr/>
          <p:nvPr/>
        </p:nvSpPr>
        <p:spPr>
          <a:xfrm>
            <a:off x="10608548" y="34061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9" name="Shape 3447"/>
          <p:cNvSpPr/>
          <p:nvPr/>
        </p:nvSpPr>
        <p:spPr>
          <a:xfrm>
            <a:off x="10528943" y="32984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0" name="Shape 3448"/>
          <p:cNvSpPr/>
          <p:nvPr/>
        </p:nvSpPr>
        <p:spPr>
          <a:xfrm>
            <a:off x="10724530" y="24735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1" name="Shape 3449"/>
          <p:cNvSpPr/>
          <p:nvPr/>
        </p:nvSpPr>
        <p:spPr>
          <a:xfrm>
            <a:off x="10388052" y="2521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2" name="Shape 3450"/>
          <p:cNvSpPr/>
          <p:nvPr/>
        </p:nvSpPr>
        <p:spPr>
          <a:xfrm>
            <a:off x="10697274" y="25171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3" name="Shape 3451"/>
          <p:cNvSpPr/>
          <p:nvPr/>
        </p:nvSpPr>
        <p:spPr>
          <a:xfrm>
            <a:off x="10589521" y="32711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4" name="Shape 3452"/>
          <p:cNvSpPr/>
          <p:nvPr/>
        </p:nvSpPr>
        <p:spPr>
          <a:xfrm>
            <a:off x="10557531" y="3359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5" name="Shape 3453"/>
          <p:cNvSpPr/>
          <p:nvPr/>
        </p:nvSpPr>
        <p:spPr>
          <a:xfrm>
            <a:off x="10434317" y="31551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6" name="Shape 3454"/>
          <p:cNvSpPr/>
          <p:nvPr/>
        </p:nvSpPr>
        <p:spPr>
          <a:xfrm>
            <a:off x="10360261" y="31315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7" name="Shape 3455"/>
          <p:cNvSpPr/>
          <p:nvPr/>
        </p:nvSpPr>
        <p:spPr>
          <a:xfrm>
            <a:off x="10712347" y="3151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8" name="Shape 3456"/>
          <p:cNvSpPr/>
          <p:nvPr/>
        </p:nvSpPr>
        <p:spPr>
          <a:xfrm>
            <a:off x="10684415" y="3143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9" name="Shape 3457"/>
          <p:cNvSpPr/>
          <p:nvPr/>
        </p:nvSpPr>
        <p:spPr>
          <a:xfrm>
            <a:off x="10406640" y="3169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0" name="Shape 3458"/>
          <p:cNvSpPr/>
          <p:nvPr/>
        </p:nvSpPr>
        <p:spPr>
          <a:xfrm>
            <a:off x="10379372" y="31602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1" name="Shape 3459"/>
          <p:cNvSpPr/>
          <p:nvPr/>
        </p:nvSpPr>
        <p:spPr>
          <a:xfrm>
            <a:off x="10516343" y="3401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2" name="Shape 3460"/>
          <p:cNvSpPr/>
          <p:nvPr/>
        </p:nvSpPr>
        <p:spPr>
          <a:xfrm>
            <a:off x="10688713" y="34361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3" name="Shape 3461"/>
          <p:cNvSpPr/>
          <p:nvPr/>
        </p:nvSpPr>
        <p:spPr>
          <a:xfrm>
            <a:off x="10366112" y="33873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4" name="Shape 3462"/>
          <p:cNvSpPr/>
          <p:nvPr/>
        </p:nvSpPr>
        <p:spPr>
          <a:xfrm>
            <a:off x="10747113" y="32838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5" name="Shape 3463"/>
          <p:cNvSpPr/>
          <p:nvPr/>
        </p:nvSpPr>
        <p:spPr>
          <a:xfrm>
            <a:off x="10596279" y="31783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6" name="Shape 3464"/>
          <p:cNvSpPr/>
          <p:nvPr/>
        </p:nvSpPr>
        <p:spPr>
          <a:xfrm>
            <a:off x="10592356" y="34385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7" name="Shape 3465"/>
          <p:cNvSpPr/>
          <p:nvPr/>
        </p:nvSpPr>
        <p:spPr>
          <a:xfrm>
            <a:off x="10331747" y="34347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8" name="Shape 3466"/>
          <p:cNvSpPr/>
          <p:nvPr/>
        </p:nvSpPr>
        <p:spPr>
          <a:xfrm>
            <a:off x="10442938" y="33908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9" name="Shape 3467"/>
          <p:cNvSpPr/>
          <p:nvPr/>
        </p:nvSpPr>
        <p:spPr>
          <a:xfrm>
            <a:off x="10500459" y="34438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0" name="Shape 3468"/>
          <p:cNvSpPr/>
          <p:nvPr/>
        </p:nvSpPr>
        <p:spPr>
          <a:xfrm>
            <a:off x="10387818" y="2642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1" name="Shape 3469"/>
          <p:cNvSpPr/>
          <p:nvPr/>
        </p:nvSpPr>
        <p:spPr>
          <a:xfrm>
            <a:off x="10396558" y="3258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2" name="Shape 3470"/>
          <p:cNvSpPr/>
          <p:nvPr/>
        </p:nvSpPr>
        <p:spPr>
          <a:xfrm>
            <a:off x="10414929" y="3472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3" name="Shape 3471"/>
          <p:cNvSpPr/>
          <p:nvPr/>
        </p:nvSpPr>
        <p:spPr>
          <a:xfrm>
            <a:off x="10569682" y="34629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4" name="Shape 3472"/>
          <p:cNvSpPr/>
          <p:nvPr/>
        </p:nvSpPr>
        <p:spPr>
          <a:xfrm>
            <a:off x="10688390" y="35323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5" name="Shape 3473"/>
          <p:cNvSpPr/>
          <p:nvPr/>
        </p:nvSpPr>
        <p:spPr>
          <a:xfrm>
            <a:off x="10513301" y="36489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6" name="Shape 3474"/>
          <p:cNvSpPr/>
          <p:nvPr/>
        </p:nvSpPr>
        <p:spPr>
          <a:xfrm>
            <a:off x="10753299" y="34717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7" name="Shape 3475"/>
          <p:cNvSpPr/>
          <p:nvPr/>
        </p:nvSpPr>
        <p:spPr>
          <a:xfrm>
            <a:off x="10488921" y="28969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8" name="Shape 3476"/>
          <p:cNvSpPr/>
          <p:nvPr/>
        </p:nvSpPr>
        <p:spPr>
          <a:xfrm>
            <a:off x="10622357" y="2926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9" name="Shape 3477"/>
          <p:cNvSpPr/>
          <p:nvPr/>
        </p:nvSpPr>
        <p:spPr>
          <a:xfrm>
            <a:off x="10455201" y="3329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0" name="Shape 3478"/>
          <p:cNvSpPr/>
          <p:nvPr/>
        </p:nvSpPr>
        <p:spPr>
          <a:xfrm>
            <a:off x="10530690" y="34463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1" name="Shape 3479"/>
          <p:cNvSpPr/>
          <p:nvPr/>
        </p:nvSpPr>
        <p:spPr>
          <a:xfrm>
            <a:off x="10428728" y="35811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2" name="Shape 3480"/>
          <p:cNvSpPr/>
          <p:nvPr/>
        </p:nvSpPr>
        <p:spPr>
          <a:xfrm>
            <a:off x="10331243" y="24265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3" name="Shape 3481"/>
          <p:cNvSpPr/>
          <p:nvPr/>
        </p:nvSpPr>
        <p:spPr>
          <a:xfrm>
            <a:off x="10694628" y="32114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4" name="Shape 3482"/>
          <p:cNvSpPr/>
          <p:nvPr/>
        </p:nvSpPr>
        <p:spPr>
          <a:xfrm>
            <a:off x="10449673" y="3220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5" name="Shape 3483"/>
          <p:cNvSpPr/>
          <p:nvPr/>
        </p:nvSpPr>
        <p:spPr>
          <a:xfrm>
            <a:off x="10497514" y="33797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6" name="Shape 3484"/>
          <p:cNvSpPr/>
          <p:nvPr/>
        </p:nvSpPr>
        <p:spPr>
          <a:xfrm>
            <a:off x="10757139" y="27203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7" name="Shape 3485"/>
          <p:cNvSpPr/>
          <p:nvPr/>
        </p:nvSpPr>
        <p:spPr>
          <a:xfrm>
            <a:off x="10606209" y="2870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8" name="Shape 3486"/>
          <p:cNvSpPr/>
          <p:nvPr/>
        </p:nvSpPr>
        <p:spPr>
          <a:xfrm>
            <a:off x="10677967" y="29760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9" name="Shape 3487"/>
          <p:cNvSpPr/>
          <p:nvPr/>
        </p:nvSpPr>
        <p:spPr>
          <a:xfrm>
            <a:off x="10607140" y="2796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0" name="Shape 3488"/>
          <p:cNvSpPr/>
          <p:nvPr/>
        </p:nvSpPr>
        <p:spPr>
          <a:xfrm>
            <a:off x="10396316" y="3346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1" name="Shape 3489"/>
          <p:cNvSpPr/>
          <p:nvPr/>
        </p:nvSpPr>
        <p:spPr>
          <a:xfrm>
            <a:off x="10617578" y="27221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2" name="Shape 3490"/>
          <p:cNvSpPr/>
          <p:nvPr/>
        </p:nvSpPr>
        <p:spPr>
          <a:xfrm>
            <a:off x="10485504" y="3011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3" name="Shape 3491"/>
          <p:cNvSpPr/>
          <p:nvPr/>
        </p:nvSpPr>
        <p:spPr>
          <a:xfrm>
            <a:off x="10441949" y="27073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4" name="Shape 3492"/>
          <p:cNvSpPr/>
          <p:nvPr/>
        </p:nvSpPr>
        <p:spPr>
          <a:xfrm>
            <a:off x="10634067" y="3396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5" name="Shape 3493"/>
          <p:cNvSpPr/>
          <p:nvPr/>
        </p:nvSpPr>
        <p:spPr>
          <a:xfrm>
            <a:off x="10592483" y="3790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6" name="Shape 3494"/>
          <p:cNvSpPr/>
          <p:nvPr/>
        </p:nvSpPr>
        <p:spPr>
          <a:xfrm>
            <a:off x="10387811" y="31428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7" name="Shape 3495"/>
          <p:cNvSpPr/>
          <p:nvPr/>
        </p:nvSpPr>
        <p:spPr>
          <a:xfrm>
            <a:off x="10457025" y="30984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8" name="Shape 3496"/>
          <p:cNvSpPr/>
          <p:nvPr/>
        </p:nvSpPr>
        <p:spPr>
          <a:xfrm>
            <a:off x="10416303" y="32383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9" name="Shape 3497"/>
          <p:cNvSpPr/>
          <p:nvPr/>
        </p:nvSpPr>
        <p:spPr>
          <a:xfrm>
            <a:off x="10634473" y="3151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0" name="Shape 3498"/>
          <p:cNvSpPr/>
          <p:nvPr/>
        </p:nvSpPr>
        <p:spPr>
          <a:xfrm>
            <a:off x="10552091" y="31686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1" name="Shape 3499"/>
          <p:cNvSpPr/>
          <p:nvPr/>
        </p:nvSpPr>
        <p:spPr>
          <a:xfrm>
            <a:off x="10426958" y="32473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2" name="Shape 3500"/>
          <p:cNvSpPr/>
          <p:nvPr/>
        </p:nvSpPr>
        <p:spPr>
          <a:xfrm>
            <a:off x="10584173" y="3547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3" name="Shape 3501"/>
          <p:cNvSpPr/>
          <p:nvPr/>
        </p:nvSpPr>
        <p:spPr>
          <a:xfrm>
            <a:off x="10389103" y="34683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4" name="Shape 3502"/>
          <p:cNvSpPr/>
          <p:nvPr/>
        </p:nvSpPr>
        <p:spPr>
          <a:xfrm>
            <a:off x="10580093" y="35331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5" name="Shape 3503"/>
          <p:cNvSpPr/>
          <p:nvPr/>
        </p:nvSpPr>
        <p:spPr>
          <a:xfrm>
            <a:off x="10558738" y="34841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6" name="Shape 3504"/>
          <p:cNvSpPr/>
          <p:nvPr/>
        </p:nvSpPr>
        <p:spPr>
          <a:xfrm>
            <a:off x="10555502" y="3156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7" name="Shape 3505"/>
          <p:cNvSpPr/>
          <p:nvPr/>
        </p:nvSpPr>
        <p:spPr>
          <a:xfrm>
            <a:off x="10381943" y="30665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8" name="Shape 3506"/>
          <p:cNvSpPr/>
          <p:nvPr/>
        </p:nvSpPr>
        <p:spPr>
          <a:xfrm>
            <a:off x="10612570" y="33206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9" name="Shape 3507"/>
          <p:cNvSpPr/>
          <p:nvPr/>
        </p:nvSpPr>
        <p:spPr>
          <a:xfrm>
            <a:off x="10406850" y="3149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0" name="Shape 3508"/>
          <p:cNvSpPr/>
          <p:nvPr/>
        </p:nvSpPr>
        <p:spPr>
          <a:xfrm>
            <a:off x="10740351" y="2998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1" name="Shape 3509"/>
          <p:cNvSpPr/>
          <p:nvPr/>
        </p:nvSpPr>
        <p:spPr>
          <a:xfrm>
            <a:off x="10411088" y="3042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2" name="Shape 3510"/>
          <p:cNvSpPr/>
          <p:nvPr/>
        </p:nvSpPr>
        <p:spPr>
          <a:xfrm>
            <a:off x="10650666" y="30914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3" name="Shape 3511"/>
          <p:cNvSpPr/>
          <p:nvPr/>
        </p:nvSpPr>
        <p:spPr>
          <a:xfrm>
            <a:off x="10661435" y="30320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4" name="Shape 3512"/>
          <p:cNvSpPr/>
          <p:nvPr/>
        </p:nvSpPr>
        <p:spPr>
          <a:xfrm>
            <a:off x="10632719" y="2953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5" name="Shape 3513"/>
          <p:cNvSpPr/>
          <p:nvPr/>
        </p:nvSpPr>
        <p:spPr>
          <a:xfrm>
            <a:off x="10350823" y="35096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6" name="Shape 3514"/>
          <p:cNvSpPr/>
          <p:nvPr/>
        </p:nvSpPr>
        <p:spPr>
          <a:xfrm>
            <a:off x="10507111" y="32457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7" name="Shape 3515"/>
          <p:cNvSpPr/>
          <p:nvPr/>
        </p:nvSpPr>
        <p:spPr>
          <a:xfrm>
            <a:off x="10591143" y="32340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8" name="Shape 3516"/>
          <p:cNvSpPr/>
          <p:nvPr/>
        </p:nvSpPr>
        <p:spPr>
          <a:xfrm>
            <a:off x="10578452" y="3239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9" name="Shape 3517"/>
          <p:cNvSpPr/>
          <p:nvPr/>
        </p:nvSpPr>
        <p:spPr>
          <a:xfrm>
            <a:off x="10646835" y="3268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0" name="Shape 3518"/>
          <p:cNvSpPr/>
          <p:nvPr/>
        </p:nvSpPr>
        <p:spPr>
          <a:xfrm>
            <a:off x="10383817" y="3498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1" name="Shape 3519"/>
          <p:cNvSpPr/>
          <p:nvPr/>
        </p:nvSpPr>
        <p:spPr>
          <a:xfrm>
            <a:off x="10564585" y="32718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2" name="Shape 3520"/>
          <p:cNvSpPr/>
          <p:nvPr/>
        </p:nvSpPr>
        <p:spPr>
          <a:xfrm>
            <a:off x="10337954" y="27618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3" name="Shape 3521"/>
          <p:cNvSpPr/>
          <p:nvPr/>
        </p:nvSpPr>
        <p:spPr>
          <a:xfrm>
            <a:off x="10743613" y="33105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4" name="Shape 3522"/>
          <p:cNvSpPr/>
          <p:nvPr/>
        </p:nvSpPr>
        <p:spPr>
          <a:xfrm>
            <a:off x="10471485" y="33542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5" name="Shape 3523"/>
          <p:cNvSpPr/>
          <p:nvPr/>
        </p:nvSpPr>
        <p:spPr>
          <a:xfrm>
            <a:off x="10517850" y="31489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6" name="Shape 3524"/>
          <p:cNvSpPr/>
          <p:nvPr/>
        </p:nvSpPr>
        <p:spPr>
          <a:xfrm>
            <a:off x="10603936" y="27634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7" name="Shape 3525"/>
          <p:cNvSpPr/>
          <p:nvPr/>
        </p:nvSpPr>
        <p:spPr>
          <a:xfrm>
            <a:off x="10501989" y="29643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8" name="Shape 3526"/>
          <p:cNvSpPr/>
          <p:nvPr/>
        </p:nvSpPr>
        <p:spPr>
          <a:xfrm>
            <a:off x="10368381" y="33618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9" name="Shape 3527"/>
          <p:cNvSpPr/>
          <p:nvPr/>
        </p:nvSpPr>
        <p:spPr>
          <a:xfrm>
            <a:off x="10673986" y="3422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0" name="Shape 3528"/>
          <p:cNvSpPr/>
          <p:nvPr/>
        </p:nvSpPr>
        <p:spPr>
          <a:xfrm>
            <a:off x="10740563" y="33144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1" name="Shape 3529"/>
          <p:cNvSpPr/>
          <p:nvPr/>
        </p:nvSpPr>
        <p:spPr>
          <a:xfrm>
            <a:off x="10370383" y="3459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2" name="Shape 3530"/>
          <p:cNvSpPr/>
          <p:nvPr/>
        </p:nvSpPr>
        <p:spPr>
          <a:xfrm>
            <a:off x="10505209" y="27458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3" name="Shape 3531"/>
          <p:cNvSpPr/>
          <p:nvPr/>
        </p:nvSpPr>
        <p:spPr>
          <a:xfrm>
            <a:off x="10681802" y="24916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4" name="Shape 3532"/>
          <p:cNvSpPr/>
          <p:nvPr/>
        </p:nvSpPr>
        <p:spPr>
          <a:xfrm>
            <a:off x="10725572" y="32981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5" name="Shape 3533"/>
          <p:cNvSpPr/>
          <p:nvPr/>
        </p:nvSpPr>
        <p:spPr>
          <a:xfrm>
            <a:off x="10497397" y="2480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6" name="Shape 3534"/>
          <p:cNvSpPr/>
          <p:nvPr/>
        </p:nvSpPr>
        <p:spPr>
          <a:xfrm>
            <a:off x="10513726" y="34896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7" name="Shape 3535"/>
          <p:cNvSpPr/>
          <p:nvPr/>
        </p:nvSpPr>
        <p:spPr>
          <a:xfrm>
            <a:off x="10460399" y="3495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8" name="Shape 3536"/>
          <p:cNvSpPr/>
          <p:nvPr/>
        </p:nvSpPr>
        <p:spPr>
          <a:xfrm>
            <a:off x="10394988" y="35165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9" name="Shape 3537"/>
          <p:cNvSpPr/>
          <p:nvPr/>
        </p:nvSpPr>
        <p:spPr>
          <a:xfrm>
            <a:off x="10480887" y="3575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0" name="Shape 3538"/>
          <p:cNvSpPr/>
          <p:nvPr/>
        </p:nvSpPr>
        <p:spPr>
          <a:xfrm>
            <a:off x="10558423" y="3533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1" name="Shape 3539"/>
          <p:cNvSpPr/>
          <p:nvPr/>
        </p:nvSpPr>
        <p:spPr>
          <a:xfrm>
            <a:off x="10554580" y="35334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2" name="Shape 3540"/>
          <p:cNvSpPr/>
          <p:nvPr/>
        </p:nvSpPr>
        <p:spPr>
          <a:xfrm>
            <a:off x="10601689" y="35591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3" name="Shape 3541"/>
          <p:cNvSpPr/>
          <p:nvPr/>
        </p:nvSpPr>
        <p:spPr>
          <a:xfrm>
            <a:off x="10375349" y="3568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4" name="Shape 3542"/>
          <p:cNvSpPr/>
          <p:nvPr/>
        </p:nvSpPr>
        <p:spPr>
          <a:xfrm>
            <a:off x="10563058" y="36659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5" name="Shape 3543"/>
          <p:cNvSpPr/>
          <p:nvPr/>
        </p:nvSpPr>
        <p:spPr>
          <a:xfrm>
            <a:off x="10643556" y="3520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6" name="Shape 3544"/>
          <p:cNvSpPr/>
          <p:nvPr/>
        </p:nvSpPr>
        <p:spPr>
          <a:xfrm>
            <a:off x="10355943" y="34497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7" name="Shape 3545"/>
          <p:cNvSpPr/>
          <p:nvPr/>
        </p:nvSpPr>
        <p:spPr>
          <a:xfrm>
            <a:off x="10657733" y="2964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8" name="Shape 3546"/>
          <p:cNvSpPr/>
          <p:nvPr/>
        </p:nvSpPr>
        <p:spPr>
          <a:xfrm>
            <a:off x="10699512" y="3071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9" name="Shape 3547"/>
          <p:cNvSpPr/>
          <p:nvPr/>
        </p:nvSpPr>
        <p:spPr>
          <a:xfrm>
            <a:off x="10532282" y="30996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0" name="Shape 3548"/>
          <p:cNvSpPr/>
          <p:nvPr/>
        </p:nvSpPr>
        <p:spPr>
          <a:xfrm>
            <a:off x="10385631" y="32514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1" name="Shape 3549"/>
          <p:cNvSpPr/>
          <p:nvPr/>
        </p:nvSpPr>
        <p:spPr>
          <a:xfrm>
            <a:off x="10717157" y="3269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2" name="Shape 3550"/>
          <p:cNvSpPr/>
          <p:nvPr/>
        </p:nvSpPr>
        <p:spPr>
          <a:xfrm>
            <a:off x="10624549" y="34297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3" name="Shape 3551"/>
          <p:cNvSpPr/>
          <p:nvPr/>
        </p:nvSpPr>
        <p:spPr>
          <a:xfrm>
            <a:off x="10582684" y="29739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4" name="Shape 3552"/>
          <p:cNvSpPr/>
          <p:nvPr/>
        </p:nvSpPr>
        <p:spPr>
          <a:xfrm>
            <a:off x="10634055" y="3500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5" name="Shape 3553"/>
          <p:cNvSpPr/>
          <p:nvPr/>
        </p:nvSpPr>
        <p:spPr>
          <a:xfrm>
            <a:off x="10533190" y="29725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6" name="Shape 3554"/>
          <p:cNvSpPr/>
          <p:nvPr/>
        </p:nvSpPr>
        <p:spPr>
          <a:xfrm>
            <a:off x="10596566" y="35337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7" name="Shape 3555"/>
          <p:cNvSpPr/>
          <p:nvPr/>
        </p:nvSpPr>
        <p:spPr>
          <a:xfrm>
            <a:off x="10387516" y="2963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8" name="Shape 3556"/>
          <p:cNvSpPr/>
          <p:nvPr/>
        </p:nvSpPr>
        <p:spPr>
          <a:xfrm>
            <a:off x="10460694" y="3526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9" name="Shape 3557"/>
          <p:cNvSpPr/>
          <p:nvPr/>
        </p:nvSpPr>
        <p:spPr>
          <a:xfrm>
            <a:off x="10351314" y="27773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0" name="Shape 3558"/>
          <p:cNvSpPr/>
          <p:nvPr/>
        </p:nvSpPr>
        <p:spPr>
          <a:xfrm>
            <a:off x="10631739" y="35796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1" name="Shape 3559"/>
          <p:cNvSpPr/>
          <p:nvPr/>
        </p:nvSpPr>
        <p:spPr>
          <a:xfrm>
            <a:off x="10704981" y="35099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2" name="Shape 3560"/>
          <p:cNvSpPr/>
          <p:nvPr/>
        </p:nvSpPr>
        <p:spPr>
          <a:xfrm>
            <a:off x="10689189" y="3157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3" name="Shape 3561"/>
          <p:cNvSpPr/>
          <p:nvPr/>
        </p:nvSpPr>
        <p:spPr>
          <a:xfrm>
            <a:off x="10398759" y="28247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4" name="Shape 3562"/>
          <p:cNvSpPr/>
          <p:nvPr/>
        </p:nvSpPr>
        <p:spPr>
          <a:xfrm>
            <a:off x="10464910" y="30672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5" name="Shape 3563"/>
          <p:cNvSpPr/>
          <p:nvPr/>
        </p:nvSpPr>
        <p:spPr>
          <a:xfrm>
            <a:off x="10456459" y="28783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6" name="Shape 3564"/>
          <p:cNvSpPr/>
          <p:nvPr/>
        </p:nvSpPr>
        <p:spPr>
          <a:xfrm>
            <a:off x="10450567" y="26439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7" name="Shape 3565"/>
          <p:cNvSpPr/>
          <p:nvPr/>
        </p:nvSpPr>
        <p:spPr>
          <a:xfrm>
            <a:off x="10652089" y="26987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8" name="Shape 3566"/>
          <p:cNvSpPr/>
          <p:nvPr/>
        </p:nvSpPr>
        <p:spPr>
          <a:xfrm>
            <a:off x="10639010" y="3052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9" name="Shape 3567"/>
          <p:cNvSpPr/>
          <p:nvPr/>
        </p:nvSpPr>
        <p:spPr>
          <a:xfrm>
            <a:off x="10719060" y="25096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0" name="Shape 3568"/>
          <p:cNvSpPr/>
          <p:nvPr/>
        </p:nvSpPr>
        <p:spPr>
          <a:xfrm>
            <a:off x="10576786" y="2669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1" name="Shape 3569"/>
          <p:cNvSpPr/>
          <p:nvPr/>
        </p:nvSpPr>
        <p:spPr>
          <a:xfrm>
            <a:off x="10737873" y="25443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2" name="Shape 3570"/>
          <p:cNvSpPr/>
          <p:nvPr/>
        </p:nvSpPr>
        <p:spPr>
          <a:xfrm>
            <a:off x="10490143" y="2851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3" name="Shape 3571"/>
          <p:cNvSpPr/>
          <p:nvPr/>
        </p:nvSpPr>
        <p:spPr>
          <a:xfrm>
            <a:off x="10515213" y="29656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4" name="Shape 3572"/>
          <p:cNvSpPr/>
          <p:nvPr/>
        </p:nvSpPr>
        <p:spPr>
          <a:xfrm>
            <a:off x="10523592" y="27042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5" name="Shape 3573"/>
          <p:cNvSpPr/>
          <p:nvPr/>
        </p:nvSpPr>
        <p:spPr>
          <a:xfrm>
            <a:off x="10527634" y="26755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6" name="Shape 3574"/>
          <p:cNvSpPr/>
          <p:nvPr/>
        </p:nvSpPr>
        <p:spPr>
          <a:xfrm>
            <a:off x="10475900" y="3104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7" name="Shape 3575"/>
          <p:cNvSpPr/>
          <p:nvPr/>
        </p:nvSpPr>
        <p:spPr>
          <a:xfrm>
            <a:off x="10417896" y="28546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8" name="Shape 3576"/>
          <p:cNvSpPr/>
          <p:nvPr/>
        </p:nvSpPr>
        <p:spPr>
          <a:xfrm>
            <a:off x="10507974" y="27804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9" name="Shape 3577"/>
          <p:cNvSpPr/>
          <p:nvPr/>
        </p:nvSpPr>
        <p:spPr>
          <a:xfrm>
            <a:off x="10655886" y="2972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0" name="Shape 3578"/>
          <p:cNvSpPr/>
          <p:nvPr/>
        </p:nvSpPr>
        <p:spPr>
          <a:xfrm>
            <a:off x="10435899" y="31712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1" name="Shape 3579"/>
          <p:cNvSpPr/>
          <p:nvPr/>
        </p:nvSpPr>
        <p:spPr>
          <a:xfrm>
            <a:off x="10653761" y="26793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2" name="Shape 3580"/>
          <p:cNvSpPr/>
          <p:nvPr/>
        </p:nvSpPr>
        <p:spPr>
          <a:xfrm>
            <a:off x="10538100" y="25449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3" name="Shape 3581"/>
          <p:cNvSpPr/>
          <p:nvPr/>
        </p:nvSpPr>
        <p:spPr>
          <a:xfrm>
            <a:off x="10567613" y="2856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4" name="Shape 3582"/>
          <p:cNvSpPr/>
          <p:nvPr/>
        </p:nvSpPr>
        <p:spPr>
          <a:xfrm>
            <a:off x="10759853" y="32630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5" name="Shape 3583"/>
          <p:cNvSpPr/>
          <p:nvPr/>
        </p:nvSpPr>
        <p:spPr>
          <a:xfrm>
            <a:off x="10616145" y="36011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6" name="Shape 3584"/>
          <p:cNvSpPr/>
          <p:nvPr/>
        </p:nvSpPr>
        <p:spPr>
          <a:xfrm>
            <a:off x="10596194" y="3243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7" name="Shape 3585"/>
          <p:cNvSpPr/>
          <p:nvPr/>
        </p:nvSpPr>
        <p:spPr>
          <a:xfrm>
            <a:off x="10683645" y="3240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8" name="Shape 3586"/>
          <p:cNvSpPr/>
          <p:nvPr/>
        </p:nvSpPr>
        <p:spPr>
          <a:xfrm>
            <a:off x="10502675" y="35321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9" name="Shape 3587"/>
          <p:cNvSpPr/>
          <p:nvPr/>
        </p:nvSpPr>
        <p:spPr>
          <a:xfrm>
            <a:off x="10579036" y="32405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0" name="Shape 3588"/>
          <p:cNvSpPr/>
          <p:nvPr/>
        </p:nvSpPr>
        <p:spPr>
          <a:xfrm>
            <a:off x="10369077" y="32637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1" name="Shape 3589"/>
          <p:cNvSpPr/>
          <p:nvPr/>
        </p:nvSpPr>
        <p:spPr>
          <a:xfrm>
            <a:off x="10591315" y="32468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2" name="Shape 3590"/>
          <p:cNvSpPr/>
          <p:nvPr/>
        </p:nvSpPr>
        <p:spPr>
          <a:xfrm>
            <a:off x="10688642" y="37071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3" name="Shape 3591"/>
          <p:cNvSpPr/>
          <p:nvPr/>
        </p:nvSpPr>
        <p:spPr>
          <a:xfrm>
            <a:off x="10635961" y="36665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4" name="Shape 3592"/>
          <p:cNvSpPr/>
          <p:nvPr/>
        </p:nvSpPr>
        <p:spPr>
          <a:xfrm>
            <a:off x="10649375" y="3621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5" name="Shape 3593"/>
          <p:cNvSpPr/>
          <p:nvPr/>
        </p:nvSpPr>
        <p:spPr>
          <a:xfrm>
            <a:off x="10641687" y="36537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6" name="Shape 3594"/>
          <p:cNvSpPr/>
          <p:nvPr/>
        </p:nvSpPr>
        <p:spPr>
          <a:xfrm>
            <a:off x="10353584" y="33544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7" name="Shape 3595"/>
          <p:cNvSpPr/>
          <p:nvPr/>
        </p:nvSpPr>
        <p:spPr>
          <a:xfrm>
            <a:off x="10456540" y="32601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8" name="Shape 3596"/>
          <p:cNvSpPr/>
          <p:nvPr/>
        </p:nvSpPr>
        <p:spPr>
          <a:xfrm>
            <a:off x="10729126" y="3316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9" name="Shape 3597"/>
          <p:cNvSpPr/>
          <p:nvPr/>
        </p:nvSpPr>
        <p:spPr>
          <a:xfrm>
            <a:off x="10574456" y="33842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0" name="Shape 3598"/>
          <p:cNvSpPr/>
          <p:nvPr/>
        </p:nvSpPr>
        <p:spPr>
          <a:xfrm>
            <a:off x="10681022" y="24305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1" name="Shape 3599"/>
          <p:cNvSpPr/>
          <p:nvPr/>
        </p:nvSpPr>
        <p:spPr>
          <a:xfrm>
            <a:off x="10456975" y="32984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2" name="Shape 3600"/>
          <p:cNvSpPr/>
          <p:nvPr/>
        </p:nvSpPr>
        <p:spPr>
          <a:xfrm>
            <a:off x="10696940" y="32771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3" name="Shape 3601"/>
          <p:cNvSpPr/>
          <p:nvPr/>
        </p:nvSpPr>
        <p:spPr>
          <a:xfrm>
            <a:off x="10657523" y="3395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4" name="Shape 3602"/>
          <p:cNvSpPr/>
          <p:nvPr/>
        </p:nvSpPr>
        <p:spPr>
          <a:xfrm>
            <a:off x="10722433" y="3347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5" name="Shape 3603"/>
          <p:cNvSpPr/>
          <p:nvPr/>
        </p:nvSpPr>
        <p:spPr>
          <a:xfrm>
            <a:off x="10393611" y="3351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6" name="Shape 3604"/>
          <p:cNvSpPr/>
          <p:nvPr/>
        </p:nvSpPr>
        <p:spPr>
          <a:xfrm>
            <a:off x="10759931" y="34007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7" name="Shape 3605"/>
          <p:cNvSpPr/>
          <p:nvPr/>
        </p:nvSpPr>
        <p:spPr>
          <a:xfrm>
            <a:off x="10595849" y="33151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8" name="Shape 3606"/>
          <p:cNvSpPr/>
          <p:nvPr/>
        </p:nvSpPr>
        <p:spPr>
          <a:xfrm>
            <a:off x="10739488" y="32985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9" name="Shape 3607"/>
          <p:cNvSpPr/>
          <p:nvPr/>
        </p:nvSpPr>
        <p:spPr>
          <a:xfrm>
            <a:off x="10685361" y="33508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0" name="Shape 3608"/>
          <p:cNvSpPr/>
          <p:nvPr/>
        </p:nvSpPr>
        <p:spPr>
          <a:xfrm>
            <a:off x="10372030" y="3484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1" name="Shape 3609"/>
          <p:cNvSpPr/>
          <p:nvPr/>
        </p:nvSpPr>
        <p:spPr>
          <a:xfrm>
            <a:off x="10584961" y="35459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2" name="Shape 3610"/>
          <p:cNvSpPr/>
          <p:nvPr/>
        </p:nvSpPr>
        <p:spPr>
          <a:xfrm>
            <a:off x="10417139" y="33556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3" name="Shape 3611"/>
          <p:cNvSpPr/>
          <p:nvPr/>
        </p:nvSpPr>
        <p:spPr>
          <a:xfrm>
            <a:off x="10452352" y="34483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4" name="Shape 3612"/>
          <p:cNvSpPr/>
          <p:nvPr/>
        </p:nvSpPr>
        <p:spPr>
          <a:xfrm>
            <a:off x="10730265" y="34786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5" name="Shape 3613"/>
          <p:cNvSpPr/>
          <p:nvPr/>
        </p:nvSpPr>
        <p:spPr>
          <a:xfrm>
            <a:off x="10375417" y="34485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6" name="Shape 3614"/>
          <p:cNvSpPr/>
          <p:nvPr/>
        </p:nvSpPr>
        <p:spPr>
          <a:xfrm>
            <a:off x="10748082" y="3123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7" name="Shape 3615"/>
          <p:cNvSpPr/>
          <p:nvPr/>
        </p:nvSpPr>
        <p:spPr>
          <a:xfrm>
            <a:off x="10392038" y="31773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8" name="Shape 3616"/>
          <p:cNvSpPr/>
          <p:nvPr/>
        </p:nvSpPr>
        <p:spPr>
          <a:xfrm>
            <a:off x="10519931" y="30054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9" name="Shape 3617"/>
          <p:cNvSpPr/>
          <p:nvPr/>
        </p:nvSpPr>
        <p:spPr>
          <a:xfrm>
            <a:off x="10627872" y="26330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0" name="Shape 3618"/>
          <p:cNvSpPr/>
          <p:nvPr/>
        </p:nvSpPr>
        <p:spPr>
          <a:xfrm>
            <a:off x="10635126" y="3693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1" name="Shape 3619"/>
          <p:cNvSpPr/>
          <p:nvPr/>
        </p:nvSpPr>
        <p:spPr>
          <a:xfrm>
            <a:off x="10341604" y="3436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2" name="Shape 3620"/>
          <p:cNvSpPr/>
          <p:nvPr/>
        </p:nvSpPr>
        <p:spPr>
          <a:xfrm>
            <a:off x="10505576" y="3550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3" name="Shape 3621"/>
          <p:cNvSpPr/>
          <p:nvPr/>
        </p:nvSpPr>
        <p:spPr>
          <a:xfrm>
            <a:off x="10669612" y="35563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4" name="Shape 3622"/>
          <p:cNvSpPr/>
          <p:nvPr/>
        </p:nvSpPr>
        <p:spPr>
          <a:xfrm>
            <a:off x="10346656" y="34845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5" name="Shape 3623"/>
          <p:cNvSpPr/>
          <p:nvPr/>
        </p:nvSpPr>
        <p:spPr>
          <a:xfrm>
            <a:off x="10713860" y="3687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6" name="Shape 3624"/>
          <p:cNvSpPr/>
          <p:nvPr/>
        </p:nvSpPr>
        <p:spPr>
          <a:xfrm>
            <a:off x="10628084" y="36198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7" name="Shape 3625"/>
          <p:cNvSpPr/>
          <p:nvPr/>
        </p:nvSpPr>
        <p:spPr>
          <a:xfrm>
            <a:off x="10422095" y="3461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8" name="Shape 3626"/>
          <p:cNvSpPr/>
          <p:nvPr/>
        </p:nvSpPr>
        <p:spPr>
          <a:xfrm>
            <a:off x="10521532" y="36048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9" name="Shape 3627"/>
          <p:cNvSpPr/>
          <p:nvPr/>
        </p:nvSpPr>
        <p:spPr>
          <a:xfrm>
            <a:off x="10441093" y="27036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0" name="Shape 3628"/>
          <p:cNvSpPr/>
          <p:nvPr/>
        </p:nvSpPr>
        <p:spPr>
          <a:xfrm>
            <a:off x="10655137" y="28938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1" name="Shape 3629"/>
          <p:cNvSpPr/>
          <p:nvPr/>
        </p:nvSpPr>
        <p:spPr>
          <a:xfrm>
            <a:off x="10634080" y="35213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2" name="Shape 3630"/>
          <p:cNvSpPr/>
          <p:nvPr/>
        </p:nvSpPr>
        <p:spPr>
          <a:xfrm>
            <a:off x="10395052" y="3620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3" name="Shape 3631"/>
          <p:cNvSpPr/>
          <p:nvPr/>
        </p:nvSpPr>
        <p:spPr>
          <a:xfrm>
            <a:off x="10420053" y="2918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4" name="Shape 3632"/>
          <p:cNvSpPr/>
          <p:nvPr/>
        </p:nvSpPr>
        <p:spPr>
          <a:xfrm>
            <a:off x="10541340" y="34503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5" name="Shape 3633"/>
          <p:cNvSpPr/>
          <p:nvPr/>
        </p:nvSpPr>
        <p:spPr>
          <a:xfrm>
            <a:off x="10539558" y="32093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6" name="Shape 3634"/>
          <p:cNvSpPr/>
          <p:nvPr/>
        </p:nvSpPr>
        <p:spPr>
          <a:xfrm>
            <a:off x="10565073" y="3216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7" name="Shape 3635"/>
          <p:cNvSpPr/>
          <p:nvPr/>
        </p:nvSpPr>
        <p:spPr>
          <a:xfrm>
            <a:off x="10367078" y="32281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8" name="Shape 3636"/>
          <p:cNvSpPr/>
          <p:nvPr/>
        </p:nvSpPr>
        <p:spPr>
          <a:xfrm>
            <a:off x="10339247" y="3298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9" name="Shape 3637"/>
          <p:cNvSpPr/>
          <p:nvPr/>
        </p:nvSpPr>
        <p:spPr>
          <a:xfrm>
            <a:off x="10455223" y="3247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40" name="Shape 3638"/>
          <p:cNvSpPr/>
          <p:nvPr/>
        </p:nvSpPr>
        <p:spPr>
          <a:xfrm>
            <a:off x="10498274" y="3274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41" name="Shape 3639"/>
          <p:cNvSpPr/>
          <p:nvPr/>
        </p:nvSpPr>
        <p:spPr>
          <a:xfrm>
            <a:off x="10547289" y="3230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42" name="Shape 3640"/>
          <p:cNvSpPr/>
          <p:nvPr/>
        </p:nvSpPr>
        <p:spPr>
          <a:xfrm>
            <a:off x="10658637" y="3205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43" name="Shape 3641"/>
          <p:cNvSpPr/>
          <p:nvPr/>
        </p:nvSpPr>
        <p:spPr>
          <a:xfrm>
            <a:off x="10566400" y="2509309"/>
            <a:ext cx="0" cy="1110757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3644" name="Shape 3642"/>
          <p:cNvSpPr/>
          <p:nvPr/>
        </p:nvSpPr>
        <p:spPr>
          <a:xfrm>
            <a:off x="10452100" y="3620066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3645" name="Shape 3643"/>
          <p:cNvSpPr/>
          <p:nvPr/>
        </p:nvSpPr>
        <p:spPr>
          <a:xfrm>
            <a:off x="10452100" y="2509309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3646" name="Shape 3644"/>
          <p:cNvSpPr/>
          <p:nvPr/>
        </p:nvSpPr>
        <p:spPr>
          <a:xfrm>
            <a:off x="10401300" y="3114231"/>
            <a:ext cx="330200" cy="355678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3647" name="Shape 3645"/>
          <p:cNvSpPr/>
          <p:nvPr/>
        </p:nvSpPr>
        <p:spPr>
          <a:xfrm>
            <a:off x="10401300" y="3313289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3648" name="Shape 3646"/>
          <p:cNvSpPr/>
          <p:nvPr/>
        </p:nvSpPr>
        <p:spPr>
          <a:xfrm>
            <a:off x="10236200" y="41402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49" name="Text 3647"/>
          <p:cNvSpPr/>
          <p:nvPr/>
        </p:nvSpPr>
        <p:spPr>
          <a:xfrm>
            <a:off x="9156700" y="42481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3650" name="Text 3648"/>
          <p:cNvSpPr/>
          <p:nvPr/>
        </p:nvSpPr>
        <p:spPr>
          <a:xfrm>
            <a:off x="838200" y="4876800"/>
            <a:ext cx="444500" cy="431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300" dirty="0"/>
          </a:p>
        </p:txBody>
      </p:sp>
      <p:sp>
        <p:nvSpPr>
          <p:cNvPr id="3651" name="Text 3649"/>
          <p:cNvSpPr/>
          <p:nvPr/>
        </p:nvSpPr>
        <p:spPr>
          <a:xfrm>
            <a:off x="1308100" y="4876800"/>
            <a:ext cx="2413000" cy="393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</a:t>
            </a:r>
            <a:r>
              <a:rPr lang="en-US" altLang="zh-CN" sz="19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900" dirty="0"/>
          </a:p>
        </p:txBody>
      </p:sp>
      <p:sp>
        <p:nvSpPr>
          <p:cNvPr id="3652" name="Text 3650"/>
          <p:cNvSpPr/>
          <p:nvPr/>
        </p:nvSpPr>
        <p:spPr>
          <a:xfrm>
            <a:off x="2032000" y="5257800"/>
            <a:ext cx="407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pocket</a:t>
            </a:r>
            <a:endParaRPr lang="en-US" sz="1500" dirty="0"/>
          </a:p>
        </p:txBody>
      </p:sp>
      <p:sp>
        <p:nvSpPr>
          <p:cNvPr id="3653" name="Text 3651"/>
          <p:cNvSpPr/>
          <p:nvPr/>
        </p:nvSpPr>
        <p:spPr>
          <a:xfrm>
            <a:off x="6985000" y="5257800"/>
            <a:ext cx="407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pocket</a:t>
            </a:r>
            <a:endParaRPr lang="en-US" sz="1500" dirty="0"/>
          </a:p>
        </p:txBody>
      </p:sp>
      <p:sp>
        <p:nvSpPr>
          <p:cNvPr id="3654" name="Shape 3652"/>
          <p:cNvSpPr/>
          <p:nvPr/>
        </p:nvSpPr>
        <p:spPr>
          <a:xfrm>
            <a:off x="1638300" y="5613400"/>
            <a:ext cx="0" cy="261620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3655" name="Shape 3653"/>
          <p:cNvSpPr/>
          <p:nvPr/>
        </p:nvSpPr>
        <p:spPr>
          <a:xfrm>
            <a:off x="1638300" y="8229600"/>
            <a:ext cx="9893300" cy="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3656" name="Shape 3654"/>
          <p:cNvSpPr/>
          <p:nvPr/>
        </p:nvSpPr>
        <p:spPr>
          <a:xfrm>
            <a:off x="1574800" y="811576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57" name="Text 3655"/>
          <p:cNvSpPr/>
          <p:nvPr/>
        </p:nvSpPr>
        <p:spPr>
          <a:xfrm>
            <a:off x="1003300" y="800146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3658" name="Shape 3656"/>
          <p:cNvSpPr/>
          <p:nvPr/>
        </p:nvSpPr>
        <p:spPr>
          <a:xfrm>
            <a:off x="1574800" y="775318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59" name="Text 3657"/>
          <p:cNvSpPr/>
          <p:nvPr/>
        </p:nvSpPr>
        <p:spPr>
          <a:xfrm>
            <a:off x="1003300" y="763888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3660" name="Shape 3658"/>
          <p:cNvSpPr/>
          <p:nvPr/>
        </p:nvSpPr>
        <p:spPr>
          <a:xfrm>
            <a:off x="1574800" y="747890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61" name="Text 3659"/>
          <p:cNvSpPr/>
          <p:nvPr/>
        </p:nvSpPr>
        <p:spPr>
          <a:xfrm>
            <a:off x="1003300" y="736460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62" name="Shape 3660"/>
          <p:cNvSpPr/>
          <p:nvPr/>
        </p:nvSpPr>
        <p:spPr>
          <a:xfrm>
            <a:off x="1574800" y="7204621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63" name="Text 3661"/>
          <p:cNvSpPr/>
          <p:nvPr/>
        </p:nvSpPr>
        <p:spPr>
          <a:xfrm>
            <a:off x="1003300" y="7090321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664" name="Shape 3662"/>
          <p:cNvSpPr/>
          <p:nvPr/>
        </p:nvSpPr>
        <p:spPr>
          <a:xfrm>
            <a:off x="1574800" y="7044177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65" name="Text 3663"/>
          <p:cNvSpPr/>
          <p:nvPr/>
        </p:nvSpPr>
        <p:spPr>
          <a:xfrm>
            <a:off x="1003300" y="6929877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66" name="Shape 3664"/>
          <p:cNvSpPr/>
          <p:nvPr/>
        </p:nvSpPr>
        <p:spPr>
          <a:xfrm>
            <a:off x="1574800" y="684204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67" name="Text 3665"/>
          <p:cNvSpPr/>
          <p:nvPr/>
        </p:nvSpPr>
        <p:spPr>
          <a:xfrm>
            <a:off x="1003300" y="672774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68" name="Shape 3666"/>
          <p:cNvSpPr/>
          <p:nvPr/>
        </p:nvSpPr>
        <p:spPr>
          <a:xfrm>
            <a:off x="1574800" y="6567761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69" name="Text 3667"/>
          <p:cNvSpPr/>
          <p:nvPr/>
        </p:nvSpPr>
        <p:spPr>
          <a:xfrm>
            <a:off x="1003300" y="6453461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670" name="Shape 3668"/>
          <p:cNvSpPr/>
          <p:nvPr/>
        </p:nvSpPr>
        <p:spPr>
          <a:xfrm>
            <a:off x="1574800" y="5930900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71" name="Text 3669"/>
          <p:cNvSpPr/>
          <p:nvPr/>
        </p:nvSpPr>
        <p:spPr>
          <a:xfrm>
            <a:off x="1003300" y="5816600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3672" name="Shape 3670"/>
          <p:cNvSpPr/>
          <p:nvPr/>
        </p:nvSpPr>
        <p:spPr>
          <a:xfrm>
            <a:off x="1574800" y="5664200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3673" name="Text 3671"/>
          <p:cNvSpPr/>
          <p:nvPr/>
        </p:nvSpPr>
        <p:spPr>
          <a:xfrm>
            <a:off x="927100" y="5537200"/>
            <a:ext cx="584200" cy="241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300" dirty="0"/>
          </a:p>
        </p:txBody>
      </p:sp>
      <p:sp>
        <p:nvSpPr>
          <p:cNvPr id="3674" name="Shape 3672"/>
          <p:cNvSpPr/>
          <p:nvPr/>
        </p:nvSpPr>
        <p:spPr>
          <a:xfrm>
            <a:off x="1574800" y="5791200"/>
            <a:ext cx="88900" cy="63500"/>
          </a:xfrm>
          <a:prstGeom prst="line">
            <a:avLst/>
          </a:prstGeom>
          <a:noFill/>
          <a:ln w="11430">
            <a:solidFill>
              <a:srgbClr val="25323B"/>
            </a:solidFill>
            <a:prstDash val="solid"/>
          </a:ln>
        </p:spPr>
      </p:sp>
      <p:sp>
        <p:nvSpPr>
          <p:cNvPr id="3675" name="Shape 3673"/>
          <p:cNvSpPr/>
          <p:nvPr/>
        </p:nvSpPr>
        <p:spPr>
          <a:xfrm>
            <a:off x="1574800" y="5854700"/>
            <a:ext cx="88900" cy="63500"/>
          </a:xfrm>
          <a:prstGeom prst="line">
            <a:avLst/>
          </a:prstGeom>
          <a:noFill/>
          <a:ln w="11430">
            <a:solidFill>
              <a:srgbClr val="25323B"/>
            </a:solidFill>
            <a:prstDash val="solid"/>
          </a:ln>
        </p:spPr>
      </p:sp>
      <p:sp>
        <p:nvSpPr>
          <p:cNvPr id="3676" name="Shape 3674"/>
          <p:cNvSpPr/>
          <p:nvPr/>
        </p:nvSpPr>
        <p:spPr>
          <a:xfrm>
            <a:off x="1638300" y="7204621"/>
            <a:ext cx="98933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3677" name="Shape 3675"/>
          <p:cNvSpPr/>
          <p:nvPr/>
        </p:nvSpPr>
        <p:spPr>
          <a:xfrm>
            <a:off x="1638300" y="7044177"/>
            <a:ext cx="98933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3678" name="Text 3676"/>
          <p:cNvSpPr/>
          <p:nvPr/>
        </p:nvSpPr>
        <p:spPr>
          <a:xfrm>
            <a:off x="806450" y="5321971"/>
            <a:ext cx="393700" cy="21590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RMSD (Å)</a:t>
            </a:r>
            <a:endParaRPr lang="en-US" sz="1600" dirty="0"/>
          </a:p>
        </p:txBody>
      </p:sp>
      <p:sp>
        <p:nvSpPr>
          <p:cNvPr id="3679" name="Shape 3677"/>
          <p:cNvSpPr/>
          <p:nvPr/>
        </p:nvSpPr>
        <p:spPr>
          <a:xfrm>
            <a:off x="6578600" y="5626100"/>
            <a:ext cx="0" cy="2603500"/>
          </a:xfrm>
          <a:prstGeom prst="line">
            <a:avLst/>
          </a:prstGeom>
          <a:noFill/>
          <a:ln w="10795">
            <a:solidFill>
              <a:srgbClr val="B8C2C8"/>
            </a:solidFill>
            <a:prstDash val="solid"/>
          </a:ln>
        </p:spPr>
      </p:sp>
      <p:sp>
        <p:nvSpPr>
          <p:cNvPr id="3680" name="Shape 3678"/>
          <p:cNvSpPr/>
          <p:nvPr/>
        </p:nvSpPr>
        <p:spPr>
          <a:xfrm>
            <a:off x="2792492" y="75815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1" name="Shape 3679"/>
          <p:cNvSpPr/>
          <p:nvPr/>
        </p:nvSpPr>
        <p:spPr>
          <a:xfrm>
            <a:off x="2749544" y="75680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2" name="Shape 3680"/>
          <p:cNvSpPr/>
          <p:nvPr/>
        </p:nvSpPr>
        <p:spPr>
          <a:xfrm>
            <a:off x="2501558" y="7611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3" name="Shape 3681"/>
          <p:cNvSpPr/>
          <p:nvPr/>
        </p:nvSpPr>
        <p:spPr>
          <a:xfrm>
            <a:off x="2719474" y="76299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4" name="Shape 3682"/>
          <p:cNvSpPr/>
          <p:nvPr/>
        </p:nvSpPr>
        <p:spPr>
          <a:xfrm>
            <a:off x="2384340" y="76663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5" name="Shape 3683"/>
          <p:cNvSpPr/>
          <p:nvPr/>
        </p:nvSpPr>
        <p:spPr>
          <a:xfrm>
            <a:off x="2583156" y="75652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6" name="Shape 3684"/>
          <p:cNvSpPr/>
          <p:nvPr/>
        </p:nvSpPr>
        <p:spPr>
          <a:xfrm>
            <a:off x="2553048" y="76478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7" name="Shape 3685"/>
          <p:cNvSpPr/>
          <p:nvPr/>
        </p:nvSpPr>
        <p:spPr>
          <a:xfrm>
            <a:off x="2608025" y="7631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8" name="Shape 3686"/>
          <p:cNvSpPr/>
          <p:nvPr/>
        </p:nvSpPr>
        <p:spPr>
          <a:xfrm>
            <a:off x="2587188" y="75804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89" name="Shape 3687"/>
          <p:cNvSpPr/>
          <p:nvPr/>
        </p:nvSpPr>
        <p:spPr>
          <a:xfrm>
            <a:off x="2797066" y="75767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0" name="Shape 3688"/>
          <p:cNvSpPr/>
          <p:nvPr/>
        </p:nvSpPr>
        <p:spPr>
          <a:xfrm>
            <a:off x="2598170" y="76432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1" name="Shape 3689"/>
          <p:cNvSpPr/>
          <p:nvPr/>
        </p:nvSpPr>
        <p:spPr>
          <a:xfrm>
            <a:off x="2742717" y="75847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2" name="Shape 3690"/>
          <p:cNvSpPr/>
          <p:nvPr/>
        </p:nvSpPr>
        <p:spPr>
          <a:xfrm>
            <a:off x="2584113" y="7624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3" name="Shape 3691"/>
          <p:cNvSpPr/>
          <p:nvPr/>
        </p:nvSpPr>
        <p:spPr>
          <a:xfrm>
            <a:off x="2785836" y="76030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4" name="Shape 3692"/>
          <p:cNvSpPr/>
          <p:nvPr/>
        </p:nvSpPr>
        <p:spPr>
          <a:xfrm>
            <a:off x="2424428" y="75952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5" name="Shape 3693"/>
          <p:cNvSpPr/>
          <p:nvPr/>
        </p:nvSpPr>
        <p:spPr>
          <a:xfrm>
            <a:off x="2416081" y="76432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6" name="Shape 3694"/>
          <p:cNvSpPr/>
          <p:nvPr/>
        </p:nvSpPr>
        <p:spPr>
          <a:xfrm>
            <a:off x="2441788" y="76260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7" name="Shape 3695"/>
          <p:cNvSpPr/>
          <p:nvPr/>
        </p:nvSpPr>
        <p:spPr>
          <a:xfrm>
            <a:off x="2531588" y="76205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8" name="Shape 3696"/>
          <p:cNvSpPr/>
          <p:nvPr/>
        </p:nvSpPr>
        <p:spPr>
          <a:xfrm>
            <a:off x="2433161" y="76371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99" name="Shape 3697"/>
          <p:cNvSpPr/>
          <p:nvPr/>
        </p:nvSpPr>
        <p:spPr>
          <a:xfrm>
            <a:off x="2742963" y="75777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0" name="Shape 3698"/>
          <p:cNvSpPr/>
          <p:nvPr/>
        </p:nvSpPr>
        <p:spPr>
          <a:xfrm>
            <a:off x="2755945" y="75756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1" name="Shape 3699"/>
          <p:cNvSpPr/>
          <p:nvPr/>
        </p:nvSpPr>
        <p:spPr>
          <a:xfrm>
            <a:off x="2441852" y="75428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2" name="Shape 3700"/>
          <p:cNvSpPr/>
          <p:nvPr/>
        </p:nvSpPr>
        <p:spPr>
          <a:xfrm>
            <a:off x="2546715" y="7514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3" name="Shape 3701"/>
          <p:cNvSpPr/>
          <p:nvPr/>
        </p:nvSpPr>
        <p:spPr>
          <a:xfrm>
            <a:off x="2416480" y="75462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4" name="Shape 3702"/>
          <p:cNvSpPr/>
          <p:nvPr/>
        </p:nvSpPr>
        <p:spPr>
          <a:xfrm>
            <a:off x="2401275" y="75755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5" name="Shape 3703"/>
          <p:cNvSpPr/>
          <p:nvPr/>
        </p:nvSpPr>
        <p:spPr>
          <a:xfrm>
            <a:off x="2569517" y="76597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6" name="Shape 3704"/>
          <p:cNvSpPr/>
          <p:nvPr/>
        </p:nvSpPr>
        <p:spPr>
          <a:xfrm>
            <a:off x="2448853" y="7557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7" name="Shape 3705"/>
          <p:cNvSpPr/>
          <p:nvPr/>
        </p:nvSpPr>
        <p:spPr>
          <a:xfrm>
            <a:off x="2766052" y="75670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8" name="Shape 3706"/>
          <p:cNvSpPr/>
          <p:nvPr/>
        </p:nvSpPr>
        <p:spPr>
          <a:xfrm>
            <a:off x="2521126" y="76077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09" name="Shape 3707"/>
          <p:cNvSpPr/>
          <p:nvPr/>
        </p:nvSpPr>
        <p:spPr>
          <a:xfrm>
            <a:off x="2486404" y="76028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0" name="Shape 3708"/>
          <p:cNvSpPr/>
          <p:nvPr/>
        </p:nvSpPr>
        <p:spPr>
          <a:xfrm>
            <a:off x="2374344" y="76313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1" name="Shape 3709"/>
          <p:cNvSpPr/>
          <p:nvPr/>
        </p:nvSpPr>
        <p:spPr>
          <a:xfrm>
            <a:off x="2793253" y="7631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2" name="Shape 3710"/>
          <p:cNvSpPr/>
          <p:nvPr/>
        </p:nvSpPr>
        <p:spPr>
          <a:xfrm>
            <a:off x="2553729" y="75652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3" name="Shape 3711"/>
          <p:cNvSpPr/>
          <p:nvPr/>
        </p:nvSpPr>
        <p:spPr>
          <a:xfrm>
            <a:off x="2520387" y="76041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4" name="Shape 3712"/>
          <p:cNvSpPr/>
          <p:nvPr/>
        </p:nvSpPr>
        <p:spPr>
          <a:xfrm>
            <a:off x="2769455" y="76224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5" name="Shape 3713"/>
          <p:cNvSpPr/>
          <p:nvPr/>
        </p:nvSpPr>
        <p:spPr>
          <a:xfrm>
            <a:off x="2720394" y="77036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6" name="Shape 3714"/>
          <p:cNvSpPr/>
          <p:nvPr/>
        </p:nvSpPr>
        <p:spPr>
          <a:xfrm>
            <a:off x="2413330" y="76348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7" name="Shape 3715"/>
          <p:cNvSpPr/>
          <p:nvPr/>
        </p:nvSpPr>
        <p:spPr>
          <a:xfrm>
            <a:off x="2490111" y="7646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8" name="Shape 3716"/>
          <p:cNvSpPr/>
          <p:nvPr/>
        </p:nvSpPr>
        <p:spPr>
          <a:xfrm>
            <a:off x="2534377" y="75821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19" name="Shape 3717"/>
          <p:cNvSpPr/>
          <p:nvPr/>
        </p:nvSpPr>
        <p:spPr>
          <a:xfrm>
            <a:off x="2497429" y="7559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0" name="Shape 3718"/>
          <p:cNvSpPr/>
          <p:nvPr/>
        </p:nvSpPr>
        <p:spPr>
          <a:xfrm>
            <a:off x="2654129" y="76088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1" name="Shape 3719"/>
          <p:cNvSpPr/>
          <p:nvPr/>
        </p:nvSpPr>
        <p:spPr>
          <a:xfrm>
            <a:off x="2533378" y="75785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2" name="Shape 3720"/>
          <p:cNvSpPr/>
          <p:nvPr/>
        </p:nvSpPr>
        <p:spPr>
          <a:xfrm>
            <a:off x="2431011" y="75918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3" name="Shape 3721"/>
          <p:cNvSpPr/>
          <p:nvPr/>
        </p:nvSpPr>
        <p:spPr>
          <a:xfrm>
            <a:off x="2454543" y="75727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4" name="Shape 3722"/>
          <p:cNvSpPr/>
          <p:nvPr/>
        </p:nvSpPr>
        <p:spPr>
          <a:xfrm>
            <a:off x="2373508" y="75931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5" name="Shape 3723"/>
          <p:cNvSpPr/>
          <p:nvPr/>
        </p:nvSpPr>
        <p:spPr>
          <a:xfrm>
            <a:off x="2579529" y="75740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6" name="Shape 3724"/>
          <p:cNvSpPr/>
          <p:nvPr/>
        </p:nvSpPr>
        <p:spPr>
          <a:xfrm>
            <a:off x="2515349" y="7656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7" name="Shape 3725"/>
          <p:cNvSpPr/>
          <p:nvPr/>
        </p:nvSpPr>
        <p:spPr>
          <a:xfrm>
            <a:off x="2370099" y="75856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8" name="Shape 3726"/>
          <p:cNvSpPr/>
          <p:nvPr/>
        </p:nvSpPr>
        <p:spPr>
          <a:xfrm>
            <a:off x="2578715" y="75947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29" name="Shape 3727"/>
          <p:cNvSpPr/>
          <p:nvPr/>
        </p:nvSpPr>
        <p:spPr>
          <a:xfrm>
            <a:off x="2589903" y="75702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0" name="Shape 3728"/>
          <p:cNvSpPr/>
          <p:nvPr/>
        </p:nvSpPr>
        <p:spPr>
          <a:xfrm>
            <a:off x="2498003" y="76082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1" name="Shape 3729"/>
          <p:cNvSpPr/>
          <p:nvPr/>
        </p:nvSpPr>
        <p:spPr>
          <a:xfrm>
            <a:off x="2483833" y="7560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2" name="Shape 3730"/>
          <p:cNvSpPr/>
          <p:nvPr/>
        </p:nvSpPr>
        <p:spPr>
          <a:xfrm>
            <a:off x="2640226" y="7644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3" name="Shape 3731"/>
          <p:cNvSpPr/>
          <p:nvPr/>
        </p:nvSpPr>
        <p:spPr>
          <a:xfrm>
            <a:off x="2399796" y="76863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4" name="Shape 3732"/>
          <p:cNvSpPr/>
          <p:nvPr/>
        </p:nvSpPr>
        <p:spPr>
          <a:xfrm>
            <a:off x="2514101" y="7668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5" name="Shape 3733"/>
          <p:cNvSpPr/>
          <p:nvPr/>
        </p:nvSpPr>
        <p:spPr>
          <a:xfrm>
            <a:off x="2726547" y="76148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6" name="Shape 3734"/>
          <p:cNvSpPr/>
          <p:nvPr/>
        </p:nvSpPr>
        <p:spPr>
          <a:xfrm>
            <a:off x="2612088" y="75848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7" name="Shape 3735"/>
          <p:cNvSpPr/>
          <p:nvPr/>
        </p:nvSpPr>
        <p:spPr>
          <a:xfrm>
            <a:off x="2674284" y="7649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8" name="Shape 3736"/>
          <p:cNvSpPr/>
          <p:nvPr/>
        </p:nvSpPr>
        <p:spPr>
          <a:xfrm>
            <a:off x="2552355" y="7576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39" name="Shape 3737"/>
          <p:cNvSpPr/>
          <p:nvPr/>
        </p:nvSpPr>
        <p:spPr>
          <a:xfrm>
            <a:off x="2752213" y="76396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0" name="Shape 3738"/>
          <p:cNvSpPr/>
          <p:nvPr/>
        </p:nvSpPr>
        <p:spPr>
          <a:xfrm>
            <a:off x="2433133" y="7575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1" name="Shape 3739"/>
          <p:cNvSpPr/>
          <p:nvPr/>
        </p:nvSpPr>
        <p:spPr>
          <a:xfrm>
            <a:off x="2579931" y="76474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2" name="Shape 3740"/>
          <p:cNvSpPr/>
          <p:nvPr/>
        </p:nvSpPr>
        <p:spPr>
          <a:xfrm>
            <a:off x="2646908" y="76206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3" name="Shape 3741"/>
          <p:cNvSpPr/>
          <p:nvPr/>
        </p:nvSpPr>
        <p:spPr>
          <a:xfrm>
            <a:off x="2399442" y="7597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4" name="Shape 3742"/>
          <p:cNvSpPr/>
          <p:nvPr/>
        </p:nvSpPr>
        <p:spPr>
          <a:xfrm>
            <a:off x="2576717" y="75795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5" name="Shape 3743"/>
          <p:cNvSpPr/>
          <p:nvPr/>
        </p:nvSpPr>
        <p:spPr>
          <a:xfrm>
            <a:off x="2504920" y="76324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6" name="Shape 3744"/>
          <p:cNvSpPr/>
          <p:nvPr/>
        </p:nvSpPr>
        <p:spPr>
          <a:xfrm>
            <a:off x="2376491" y="76447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7" name="Shape 3745"/>
          <p:cNvSpPr/>
          <p:nvPr/>
        </p:nvSpPr>
        <p:spPr>
          <a:xfrm>
            <a:off x="2644920" y="7589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8" name="Shape 3746"/>
          <p:cNvSpPr/>
          <p:nvPr/>
        </p:nvSpPr>
        <p:spPr>
          <a:xfrm>
            <a:off x="2654341" y="75941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49" name="Shape 3747"/>
          <p:cNvSpPr/>
          <p:nvPr/>
        </p:nvSpPr>
        <p:spPr>
          <a:xfrm>
            <a:off x="2482831" y="7667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0" name="Shape 3748"/>
          <p:cNvSpPr/>
          <p:nvPr/>
        </p:nvSpPr>
        <p:spPr>
          <a:xfrm>
            <a:off x="2581113" y="76145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1" name="Shape 3749"/>
          <p:cNvSpPr/>
          <p:nvPr/>
        </p:nvSpPr>
        <p:spPr>
          <a:xfrm>
            <a:off x="2744327" y="77214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2" name="Shape 3750"/>
          <p:cNvSpPr/>
          <p:nvPr/>
        </p:nvSpPr>
        <p:spPr>
          <a:xfrm>
            <a:off x="2610858" y="76235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3" name="Shape 3751"/>
          <p:cNvSpPr/>
          <p:nvPr/>
        </p:nvSpPr>
        <p:spPr>
          <a:xfrm>
            <a:off x="2561656" y="75604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4" name="Shape 3752"/>
          <p:cNvSpPr/>
          <p:nvPr/>
        </p:nvSpPr>
        <p:spPr>
          <a:xfrm>
            <a:off x="2424495" y="76441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5" name="Shape 3753"/>
          <p:cNvSpPr/>
          <p:nvPr/>
        </p:nvSpPr>
        <p:spPr>
          <a:xfrm>
            <a:off x="2591304" y="76883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6" name="Shape 3754"/>
          <p:cNvSpPr/>
          <p:nvPr/>
        </p:nvSpPr>
        <p:spPr>
          <a:xfrm>
            <a:off x="2689358" y="75757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7" name="Shape 3755"/>
          <p:cNvSpPr/>
          <p:nvPr/>
        </p:nvSpPr>
        <p:spPr>
          <a:xfrm>
            <a:off x="2536606" y="75099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8" name="Shape 3756"/>
          <p:cNvSpPr/>
          <p:nvPr/>
        </p:nvSpPr>
        <p:spPr>
          <a:xfrm>
            <a:off x="2765436" y="7136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59" name="Shape 3757"/>
          <p:cNvSpPr/>
          <p:nvPr/>
        </p:nvSpPr>
        <p:spPr>
          <a:xfrm>
            <a:off x="2605077" y="76131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0" name="Shape 3758"/>
          <p:cNvSpPr/>
          <p:nvPr/>
        </p:nvSpPr>
        <p:spPr>
          <a:xfrm>
            <a:off x="2397241" y="7273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1" name="Shape 3759"/>
          <p:cNvSpPr/>
          <p:nvPr/>
        </p:nvSpPr>
        <p:spPr>
          <a:xfrm>
            <a:off x="2531668" y="73480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2" name="Shape 3760"/>
          <p:cNvSpPr/>
          <p:nvPr/>
        </p:nvSpPr>
        <p:spPr>
          <a:xfrm>
            <a:off x="2678622" y="7573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3" name="Shape 3761"/>
          <p:cNvSpPr/>
          <p:nvPr/>
        </p:nvSpPr>
        <p:spPr>
          <a:xfrm>
            <a:off x="2759549" y="76464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4" name="Shape 3762"/>
          <p:cNvSpPr/>
          <p:nvPr/>
        </p:nvSpPr>
        <p:spPr>
          <a:xfrm>
            <a:off x="2508653" y="7736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5" name="Shape 3763"/>
          <p:cNvSpPr/>
          <p:nvPr/>
        </p:nvSpPr>
        <p:spPr>
          <a:xfrm>
            <a:off x="2754706" y="75558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6" name="Shape 3764"/>
          <p:cNvSpPr/>
          <p:nvPr/>
        </p:nvSpPr>
        <p:spPr>
          <a:xfrm>
            <a:off x="2511637" y="76041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7" name="Shape 3765"/>
          <p:cNvSpPr/>
          <p:nvPr/>
        </p:nvSpPr>
        <p:spPr>
          <a:xfrm>
            <a:off x="2628085" y="7666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8" name="Shape 3766"/>
          <p:cNvSpPr/>
          <p:nvPr/>
        </p:nvSpPr>
        <p:spPr>
          <a:xfrm>
            <a:off x="2780559" y="76785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69" name="Shape 3767"/>
          <p:cNvSpPr/>
          <p:nvPr/>
        </p:nvSpPr>
        <p:spPr>
          <a:xfrm>
            <a:off x="2388917" y="77465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0" name="Shape 3768"/>
          <p:cNvSpPr/>
          <p:nvPr/>
        </p:nvSpPr>
        <p:spPr>
          <a:xfrm>
            <a:off x="2389111" y="77525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1" name="Shape 3769"/>
          <p:cNvSpPr/>
          <p:nvPr/>
        </p:nvSpPr>
        <p:spPr>
          <a:xfrm>
            <a:off x="2776608" y="75887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2" name="Shape 3770"/>
          <p:cNvSpPr/>
          <p:nvPr/>
        </p:nvSpPr>
        <p:spPr>
          <a:xfrm>
            <a:off x="2478221" y="7704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3" name="Shape 3771"/>
          <p:cNvSpPr/>
          <p:nvPr/>
        </p:nvSpPr>
        <p:spPr>
          <a:xfrm>
            <a:off x="2614871" y="77960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4" name="Shape 3772"/>
          <p:cNvSpPr/>
          <p:nvPr/>
        </p:nvSpPr>
        <p:spPr>
          <a:xfrm>
            <a:off x="2369153" y="7637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5" name="Shape 3773"/>
          <p:cNvSpPr/>
          <p:nvPr/>
        </p:nvSpPr>
        <p:spPr>
          <a:xfrm>
            <a:off x="2603607" y="7517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6" name="Shape 3774"/>
          <p:cNvSpPr/>
          <p:nvPr/>
        </p:nvSpPr>
        <p:spPr>
          <a:xfrm>
            <a:off x="2563500" y="76250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7" name="Shape 3775"/>
          <p:cNvSpPr/>
          <p:nvPr/>
        </p:nvSpPr>
        <p:spPr>
          <a:xfrm>
            <a:off x="2723826" y="7585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8" name="Shape 3776"/>
          <p:cNvSpPr/>
          <p:nvPr/>
        </p:nvSpPr>
        <p:spPr>
          <a:xfrm>
            <a:off x="2704128" y="7334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79" name="Shape 3777"/>
          <p:cNvSpPr/>
          <p:nvPr/>
        </p:nvSpPr>
        <p:spPr>
          <a:xfrm>
            <a:off x="2394089" y="7589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0" name="Shape 3778"/>
          <p:cNvSpPr/>
          <p:nvPr/>
        </p:nvSpPr>
        <p:spPr>
          <a:xfrm>
            <a:off x="2492013" y="7267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1" name="Shape 3779"/>
          <p:cNvSpPr/>
          <p:nvPr/>
        </p:nvSpPr>
        <p:spPr>
          <a:xfrm>
            <a:off x="2557040" y="72948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2" name="Shape 3780"/>
          <p:cNvSpPr/>
          <p:nvPr/>
        </p:nvSpPr>
        <p:spPr>
          <a:xfrm>
            <a:off x="2749930" y="76874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3" name="Shape 3781"/>
          <p:cNvSpPr/>
          <p:nvPr/>
        </p:nvSpPr>
        <p:spPr>
          <a:xfrm>
            <a:off x="2749919" y="73959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4" name="Shape 3782"/>
          <p:cNvSpPr/>
          <p:nvPr/>
        </p:nvSpPr>
        <p:spPr>
          <a:xfrm>
            <a:off x="2402526" y="76566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5" name="Shape 3783"/>
          <p:cNvSpPr/>
          <p:nvPr/>
        </p:nvSpPr>
        <p:spPr>
          <a:xfrm>
            <a:off x="2561670" y="73383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6" name="Shape 3784"/>
          <p:cNvSpPr/>
          <p:nvPr/>
        </p:nvSpPr>
        <p:spPr>
          <a:xfrm>
            <a:off x="2631372" y="73651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7" name="Shape 3785"/>
          <p:cNvSpPr/>
          <p:nvPr/>
        </p:nvSpPr>
        <p:spPr>
          <a:xfrm>
            <a:off x="2677828" y="73060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8" name="Shape 3786"/>
          <p:cNvSpPr/>
          <p:nvPr/>
        </p:nvSpPr>
        <p:spPr>
          <a:xfrm>
            <a:off x="2584067" y="7369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89" name="Shape 3787"/>
          <p:cNvSpPr/>
          <p:nvPr/>
        </p:nvSpPr>
        <p:spPr>
          <a:xfrm>
            <a:off x="2511924" y="73033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0" name="Shape 3788"/>
          <p:cNvSpPr/>
          <p:nvPr/>
        </p:nvSpPr>
        <p:spPr>
          <a:xfrm>
            <a:off x="2780194" y="76811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1" name="Shape 3789"/>
          <p:cNvSpPr/>
          <p:nvPr/>
        </p:nvSpPr>
        <p:spPr>
          <a:xfrm>
            <a:off x="2673098" y="7303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2" name="Shape 3790"/>
          <p:cNvSpPr/>
          <p:nvPr/>
        </p:nvSpPr>
        <p:spPr>
          <a:xfrm>
            <a:off x="2683328" y="7443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3" name="Shape 3791"/>
          <p:cNvSpPr/>
          <p:nvPr/>
        </p:nvSpPr>
        <p:spPr>
          <a:xfrm>
            <a:off x="2699751" y="76886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4" name="Shape 3792"/>
          <p:cNvSpPr/>
          <p:nvPr/>
        </p:nvSpPr>
        <p:spPr>
          <a:xfrm>
            <a:off x="2387532" y="72583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5" name="Shape 3793"/>
          <p:cNvSpPr/>
          <p:nvPr/>
        </p:nvSpPr>
        <p:spPr>
          <a:xfrm>
            <a:off x="2698664" y="7283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6" name="Shape 3794"/>
          <p:cNvSpPr/>
          <p:nvPr/>
        </p:nvSpPr>
        <p:spPr>
          <a:xfrm>
            <a:off x="2653746" y="77442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7" name="Shape 3795"/>
          <p:cNvSpPr/>
          <p:nvPr/>
        </p:nvSpPr>
        <p:spPr>
          <a:xfrm>
            <a:off x="2606045" y="77681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8" name="Shape 3796"/>
          <p:cNvSpPr/>
          <p:nvPr/>
        </p:nvSpPr>
        <p:spPr>
          <a:xfrm>
            <a:off x="2791100" y="7337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99" name="Shape 3797"/>
          <p:cNvSpPr/>
          <p:nvPr/>
        </p:nvSpPr>
        <p:spPr>
          <a:xfrm>
            <a:off x="2391677" y="73234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0" name="Shape 3798"/>
          <p:cNvSpPr/>
          <p:nvPr/>
        </p:nvSpPr>
        <p:spPr>
          <a:xfrm>
            <a:off x="2791461" y="7420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1" name="Shape 3799"/>
          <p:cNvSpPr/>
          <p:nvPr/>
        </p:nvSpPr>
        <p:spPr>
          <a:xfrm>
            <a:off x="2534566" y="74033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2" name="Shape 3800"/>
          <p:cNvSpPr/>
          <p:nvPr/>
        </p:nvSpPr>
        <p:spPr>
          <a:xfrm>
            <a:off x="2532070" y="7244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3" name="Shape 3801"/>
          <p:cNvSpPr/>
          <p:nvPr/>
        </p:nvSpPr>
        <p:spPr>
          <a:xfrm>
            <a:off x="2647766" y="73140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4" name="Shape 3802"/>
          <p:cNvSpPr/>
          <p:nvPr/>
        </p:nvSpPr>
        <p:spPr>
          <a:xfrm>
            <a:off x="2581829" y="73719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5" name="Shape 3803"/>
          <p:cNvSpPr/>
          <p:nvPr/>
        </p:nvSpPr>
        <p:spPr>
          <a:xfrm>
            <a:off x="2709566" y="72207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6" name="Shape 3804"/>
          <p:cNvSpPr/>
          <p:nvPr/>
        </p:nvSpPr>
        <p:spPr>
          <a:xfrm>
            <a:off x="2740714" y="81847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7" name="Shape 3805"/>
          <p:cNvSpPr/>
          <p:nvPr/>
        </p:nvSpPr>
        <p:spPr>
          <a:xfrm>
            <a:off x="2506434" y="81196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8" name="Shape 3806"/>
          <p:cNvSpPr/>
          <p:nvPr/>
        </p:nvSpPr>
        <p:spPr>
          <a:xfrm>
            <a:off x="2451794" y="71247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09" name="Shape 3807"/>
          <p:cNvSpPr/>
          <p:nvPr/>
        </p:nvSpPr>
        <p:spPr>
          <a:xfrm>
            <a:off x="2555998" y="75095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0" name="Shape 3808"/>
          <p:cNvSpPr/>
          <p:nvPr/>
        </p:nvSpPr>
        <p:spPr>
          <a:xfrm>
            <a:off x="2577873" y="74323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1" name="Shape 3809"/>
          <p:cNvSpPr/>
          <p:nvPr/>
        </p:nvSpPr>
        <p:spPr>
          <a:xfrm>
            <a:off x="2660018" y="66785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2" name="Shape 3810"/>
          <p:cNvSpPr/>
          <p:nvPr/>
        </p:nvSpPr>
        <p:spPr>
          <a:xfrm>
            <a:off x="2381768" y="6812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3" name="Shape 3811"/>
          <p:cNvSpPr/>
          <p:nvPr/>
        </p:nvSpPr>
        <p:spPr>
          <a:xfrm>
            <a:off x="2683710" y="6820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4" name="Shape 3812"/>
          <p:cNvSpPr/>
          <p:nvPr/>
        </p:nvSpPr>
        <p:spPr>
          <a:xfrm>
            <a:off x="2680030" y="66863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5" name="Shape 3813"/>
          <p:cNvSpPr/>
          <p:nvPr/>
        </p:nvSpPr>
        <p:spPr>
          <a:xfrm>
            <a:off x="2627767" y="6737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6" name="Shape 3814"/>
          <p:cNvSpPr/>
          <p:nvPr/>
        </p:nvSpPr>
        <p:spPr>
          <a:xfrm>
            <a:off x="2772149" y="6816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7" name="Shape 3815"/>
          <p:cNvSpPr/>
          <p:nvPr/>
        </p:nvSpPr>
        <p:spPr>
          <a:xfrm>
            <a:off x="2433042" y="67486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8" name="Shape 3816"/>
          <p:cNvSpPr/>
          <p:nvPr/>
        </p:nvSpPr>
        <p:spPr>
          <a:xfrm>
            <a:off x="2580706" y="68996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19" name="Shape 3817"/>
          <p:cNvSpPr/>
          <p:nvPr/>
        </p:nvSpPr>
        <p:spPr>
          <a:xfrm>
            <a:off x="2398575" y="67959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0" name="Shape 3818"/>
          <p:cNvSpPr/>
          <p:nvPr/>
        </p:nvSpPr>
        <p:spPr>
          <a:xfrm>
            <a:off x="2685292" y="6883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1" name="Shape 3819"/>
          <p:cNvSpPr/>
          <p:nvPr/>
        </p:nvSpPr>
        <p:spPr>
          <a:xfrm>
            <a:off x="2743512" y="65948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2" name="Shape 3820"/>
          <p:cNvSpPr/>
          <p:nvPr/>
        </p:nvSpPr>
        <p:spPr>
          <a:xfrm>
            <a:off x="2514839" y="67260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3" name="Shape 3821"/>
          <p:cNvSpPr/>
          <p:nvPr/>
        </p:nvSpPr>
        <p:spPr>
          <a:xfrm>
            <a:off x="2486049" y="6952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4" name="Shape 3822"/>
          <p:cNvSpPr/>
          <p:nvPr/>
        </p:nvSpPr>
        <p:spPr>
          <a:xfrm>
            <a:off x="2501319" y="68338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5" name="Shape 3823"/>
          <p:cNvSpPr/>
          <p:nvPr/>
        </p:nvSpPr>
        <p:spPr>
          <a:xfrm>
            <a:off x="2521505" y="6666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6" name="Shape 3824"/>
          <p:cNvSpPr/>
          <p:nvPr/>
        </p:nvSpPr>
        <p:spPr>
          <a:xfrm>
            <a:off x="2555168" y="68666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7" name="Shape 3825"/>
          <p:cNvSpPr/>
          <p:nvPr/>
        </p:nvSpPr>
        <p:spPr>
          <a:xfrm>
            <a:off x="2435912" y="6812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8" name="Shape 3826"/>
          <p:cNvSpPr/>
          <p:nvPr/>
        </p:nvSpPr>
        <p:spPr>
          <a:xfrm>
            <a:off x="2532633" y="68605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29" name="Shape 3827"/>
          <p:cNvSpPr/>
          <p:nvPr/>
        </p:nvSpPr>
        <p:spPr>
          <a:xfrm>
            <a:off x="2506249" y="66754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0" name="Shape 3828"/>
          <p:cNvSpPr/>
          <p:nvPr/>
        </p:nvSpPr>
        <p:spPr>
          <a:xfrm>
            <a:off x="2666949" y="66880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1" name="Shape 3829"/>
          <p:cNvSpPr/>
          <p:nvPr/>
        </p:nvSpPr>
        <p:spPr>
          <a:xfrm>
            <a:off x="2449272" y="66505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2" name="Shape 3830"/>
          <p:cNvSpPr/>
          <p:nvPr/>
        </p:nvSpPr>
        <p:spPr>
          <a:xfrm>
            <a:off x="2561239" y="6745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3" name="Shape 3831"/>
          <p:cNvSpPr/>
          <p:nvPr/>
        </p:nvSpPr>
        <p:spPr>
          <a:xfrm>
            <a:off x="2716273" y="68877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4" name="Shape 3832"/>
          <p:cNvSpPr/>
          <p:nvPr/>
        </p:nvSpPr>
        <p:spPr>
          <a:xfrm>
            <a:off x="2646783" y="67088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5" name="Shape 3833"/>
          <p:cNvSpPr/>
          <p:nvPr/>
        </p:nvSpPr>
        <p:spPr>
          <a:xfrm>
            <a:off x="2739684" y="66499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6" name="Shape 3834"/>
          <p:cNvSpPr/>
          <p:nvPr/>
        </p:nvSpPr>
        <p:spPr>
          <a:xfrm>
            <a:off x="2431636" y="66573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7" name="Shape 3835"/>
          <p:cNvSpPr/>
          <p:nvPr/>
        </p:nvSpPr>
        <p:spPr>
          <a:xfrm>
            <a:off x="2561487" y="6751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8" name="Shape 3836"/>
          <p:cNvSpPr/>
          <p:nvPr/>
        </p:nvSpPr>
        <p:spPr>
          <a:xfrm>
            <a:off x="2491634" y="69332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39" name="Shape 3837"/>
          <p:cNvSpPr/>
          <p:nvPr/>
        </p:nvSpPr>
        <p:spPr>
          <a:xfrm>
            <a:off x="2623797" y="67199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0" name="Shape 3838"/>
          <p:cNvSpPr/>
          <p:nvPr/>
        </p:nvSpPr>
        <p:spPr>
          <a:xfrm>
            <a:off x="2791438" y="67553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1" name="Shape 3839"/>
          <p:cNvSpPr/>
          <p:nvPr/>
        </p:nvSpPr>
        <p:spPr>
          <a:xfrm>
            <a:off x="2776007" y="68279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2" name="Shape 3840"/>
          <p:cNvSpPr/>
          <p:nvPr/>
        </p:nvSpPr>
        <p:spPr>
          <a:xfrm>
            <a:off x="2510709" y="65363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3" name="Shape 3841"/>
          <p:cNvSpPr/>
          <p:nvPr/>
        </p:nvSpPr>
        <p:spPr>
          <a:xfrm>
            <a:off x="2445143" y="6759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4" name="Shape 3842"/>
          <p:cNvSpPr/>
          <p:nvPr/>
        </p:nvSpPr>
        <p:spPr>
          <a:xfrm>
            <a:off x="2480702" y="6740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5" name="Shape 3843"/>
          <p:cNvSpPr/>
          <p:nvPr/>
        </p:nvSpPr>
        <p:spPr>
          <a:xfrm>
            <a:off x="2479093" y="67838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6" name="Shape 3844"/>
          <p:cNvSpPr/>
          <p:nvPr/>
        </p:nvSpPr>
        <p:spPr>
          <a:xfrm>
            <a:off x="2490145" y="67271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7" name="Shape 3845"/>
          <p:cNvSpPr/>
          <p:nvPr/>
        </p:nvSpPr>
        <p:spPr>
          <a:xfrm>
            <a:off x="2541037" y="67593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8" name="Shape 3846"/>
          <p:cNvSpPr/>
          <p:nvPr/>
        </p:nvSpPr>
        <p:spPr>
          <a:xfrm>
            <a:off x="2464016" y="7111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49" name="Shape 3847"/>
          <p:cNvSpPr/>
          <p:nvPr/>
        </p:nvSpPr>
        <p:spPr>
          <a:xfrm>
            <a:off x="2600078" y="74659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0" name="Shape 3848"/>
          <p:cNvSpPr/>
          <p:nvPr/>
        </p:nvSpPr>
        <p:spPr>
          <a:xfrm>
            <a:off x="2559127" y="75094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1" name="Shape 3849"/>
          <p:cNvSpPr/>
          <p:nvPr/>
        </p:nvSpPr>
        <p:spPr>
          <a:xfrm>
            <a:off x="2762330" y="7166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2" name="Shape 3850"/>
          <p:cNvSpPr/>
          <p:nvPr/>
        </p:nvSpPr>
        <p:spPr>
          <a:xfrm>
            <a:off x="2751047" y="70768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3" name="Shape 3851"/>
          <p:cNvSpPr/>
          <p:nvPr/>
        </p:nvSpPr>
        <p:spPr>
          <a:xfrm>
            <a:off x="2644092" y="75226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4" name="Shape 3852"/>
          <p:cNvSpPr/>
          <p:nvPr/>
        </p:nvSpPr>
        <p:spPr>
          <a:xfrm>
            <a:off x="2580496" y="74485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5" name="Shape 3853"/>
          <p:cNvSpPr/>
          <p:nvPr/>
        </p:nvSpPr>
        <p:spPr>
          <a:xfrm>
            <a:off x="2710389" y="7346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6" name="Shape 3854"/>
          <p:cNvSpPr/>
          <p:nvPr/>
        </p:nvSpPr>
        <p:spPr>
          <a:xfrm>
            <a:off x="2682248" y="68401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7" name="Shape 3855"/>
          <p:cNvSpPr/>
          <p:nvPr/>
        </p:nvSpPr>
        <p:spPr>
          <a:xfrm>
            <a:off x="2509786" y="7007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8" name="Shape 3856"/>
          <p:cNvSpPr/>
          <p:nvPr/>
        </p:nvSpPr>
        <p:spPr>
          <a:xfrm>
            <a:off x="2797906" y="67589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59" name="Shape 3857"/>
          <p:cNvSpPr/>
          <p:nvPr/>
        </p:nvSpPr>
        <p:spPr>
          <a:xfrm>
            <a:off x="2572574" y="69027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0" name="Shape 3858"/>
          <p:cNvSpPr/>
          <p:nvPr/>
        </p:nvSpPr>
        <p:spPr>
          <a:xfrm>
            <a:off x="2436391" y="68926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1" name="Shape 3859"/>
          <p:cNvSpPr/>
          <p:nvPr/>
        </p:nvSpPr>
        <p:spPr>
          <a:xfrm>
            <a:off x="2580348" y="73355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2" name="Shape 3860"/>
          <p:cNvSpPr/>
          <p:nvPr/>
        </p:nvSpPr>
        <p:spPr>
          <a:xfrm>
            <a:off x="2683143" y="68178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3" name="Shape 3861"/>
          <p:cNvSpPr/>
          <p:nvPr/>
        </p:nvSpPr>
        <p:spPr>
          <a:xfrm>
            <a:off x="2789024" y="70295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4" name="Shape 3862"/>
          <p:cNvSpPr/>
          <p:nvPr/>
        </p:nvSpPr>
        <p:spPr>
          <a:xfrm>
            <a:off x="2475846" y="71672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5" name="Shape 3863"/>
          <p:cNvSpPr/>
          <p:nvPr/>
        </p:nvSpPr>
        <p:spPr>
          <a:xfrm>
            <a:off x="2404076" y="68705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6" name="Shape 3864"/>
          <p:cNvSpPr/>
          <p:nvPr/>
        </p:nvSpPr>
        <p:spPr>
          <a:xfrm>
            <a:off x="2561060" y="69937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7" name="Shape 3865"/>
          <p:cNvSpPr/>
          <p:nvPr/>
        </p:nvSpPr>
        <p:spPr>
          <a:xfrm>
            <a:off x="2715818" y="7046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8" name="Shape 3866"/>
          <p:cNvSpPr/>
          <p:nvPr/>
        </p:nvSpPr>
        <p:spPr>
          <a:xfrm>
            <a:off x="2463148" y="71983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69" name="Shape 3867"/>
          <p:cNvSpPr/>
          <p:nvPr/>
        </p:nvSpPr>
        <p:spPr>
          <a:xfrm>
            <a:off x="2545554" y="6977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0" name="Shape 3868"/>
          <p:cNvSpPr/>
          <p:nvPr/>
        </p:nvSpPr>
        <p:spPr>
          <a:xfrm>
            <a:off x="2373746" y="67574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1" name="Shape 3869"/>
          <p:cNvSpPr/>
          <p:nvPr/>
        </p:nvSpPr>
        <p:spPr>
          <a:xfrm>
            <a:off x="2659741" y="68852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2" name="Shape 3870"/>
          <p:cNvSpPr/>
          <p:nvPr/>
        </p:nvSpPr>
        <p:spPr>
          <a:xfrm>
            <a:off x="2650375" y="7328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3" name="Shape 3871"/>
          <p:cNvSpPr/>
          <p:nvPr/>
        </p:nvSpPr>
        <p:spPr>
          <a:xfrm>
            <a:off x="2701124" y="6845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4" name="Shape 3872"/>
          <p:cNvSpPr/>
          <p:nvPr/>
        </p:nvSpPr>
        <p:spPr>
          <a:xfrm>
            <a:off x="2508806" y="72198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5" name="Shape 3873"/>
          <p:cNvSpPr/>
          <p:nvPr/>
        </p:nvSpPr>
        <p:spPr>
          <a:xfrm>
            <a:off x="2607952" y="71206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6" name="Shape 3874"/>
          <p:cNvSpPr/>
          <p:nvPr/>
        </p:nvSpPr>
        <p:spPr>
          <a:xfrm>
            <a:off x="2603593" y="68170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7" name="Shape 3875"/>
          <p:cNvSpPr/>
          <p:nvPr/>
        </p:nvSpPr>
        <p:spPr>
          <a:xfrm>
            <a:off x="2796485" y="68731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8" name="Shape 3876"/>
          <p:cNvSpPr/>
          <p:nvPr/>
        </p:nvSpPr>
        <p:spPr>
          <a:xfrm>
            <a:off x="2789455" y="69945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79" name="Shape 3877"/>
          <p:cNvSpPr/>
          <p:nvPr/>
        </p:nvSpPr>
        <p:spPr>
          <a:xfrm>
            <a:off x="2543667" y="72356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0" name="Shape 3878"/>
          <p:cNvSpPr/>
          <p:nvPr/>
        </p:nvSpPr>
        <p:spPr>
          <a:xfrm>
            <a:off x="2744273" y="69997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1" name="Shape 3879"/>
          <p:cNvSpPr/>
          <p:nvPr/>
        </p:nvSpPr>
        <p:spPr>
          <a:xfrm>
            <a:off x="2674953" y="67968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2" name="Shape 3880"/>
          <p:cNvSpPr/>
          <p:nvPr/>
        </p:nvSpPr>
        <p:spPr>
          <a:xfrm>
            <a:off x="2580762" y="6749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3" name="Shape 3881"/>
          <p:cNvSpPr/>
          <p:nvPr/>
        </p:nvSpPr>
        <p:spPr>
          <a:xfrm>
            <a:off x="2490817" y="7387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4" name="Shape 3882"/>
          <p:cNvSpPr/>
          <p:nvPr/>
        </p:nvSpPr>
        <p:spPr>
          <a:xfrm>
            <a:off x="2638229" y="70320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5" name="Shape 3883"/>
          <p:cNvSpPr/>
          <p:nvPr/>
        </p:nvSpPr>
        <p:spPr>
          <a:xfrm>
            <a:off x="2633271" y="68193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6" name="Shape 3884"/>
          <p:cNvSpPr/>
          <p:nvPr/>
        </p:nvSpPr>
        <p:spPr>
          <a:xfrm>
            <a:off x="2592057" y="6885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7" name="Shape 3885"/>
          <p:cNvSpPr/>
          <p:nvPr/>
        </p:nvSpPr>
        <p:spPr>
          <a:xfrm>
            <a:off x="2527068" y="70211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8" name="Shape 3886"/>
          <p:cNvSpPr/>
          <p:nvPr/>
        </p:nvSpPr>
        <p:spPr>
          <a:xfrm>
            <a:off x="2784918" y="7215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89" name="Shape 3887"/>
          <p:cNvSpPr/>
          <p:nvPr/>
        </p:nvSpPr>
        <p:spPr>
          <a:xfrm>
            <a:off x="2794268" y="70001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0" name="Shape 3888"/>
          <p:cNvSpPr/>
          <p:nvPr/>
        </p:nvSpPr>
        <p:spPr>
          <a:xfrm>
            <a:off x="2430686" y="67942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1" name="Shape 3889"/>
          <p:cNvSpPr/>
          <p:nvPr/>
        </p:nvSpPr>
        <p:spPr>
          <a:xfrm>
            <a:off x="2713026" y="6764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2" name="Shape 3890"/>
          <p:cNvSpPr/>
          <p:nvPr/>
        </p:nvSpPr>
        <p:spPr>
          <a:xfrm>
            <a:off x="2619429" y="74998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3" name="Shape 3891"/>
          <p:cNvSpPr/>
          <p:nvPr/>
        </p:nvSpPr>
        <p:spPr>
          <a:xfrm>
            <a:off x="2423243" y="7547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4" name="Shape 3892"/>
          <p:cNvSpPr/>
          <p:nvPr/>
        </p:nvSpPr>
        <p:spPr>
          <a:xfrm>
            <a:off x="2372904" y="75666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5" name="Shape 3893"/>
          <p:cNvSpPr/>
          <p:nvPr/>
        </p:nvSpPr>
        <p:spPr>
          <a:xfrm>
            <a:off x="2774663" y="73714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6" name="Shape 3894"/>
          <p:cNvSpPr/>
          <p:nvPr/>
        </p:nvSpPr>
        <p:spPr>
          <a:xfrm>
            <a:off x="2482036" y="72793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7" name="Shape 3895"/>
          <p:cNvSpPr/>
          <p:nvPr/>
        </p:nvSpPr>
        <p:spPr>
          <a:xfrm>
            <a:off x="2756657" y="7175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8" name="Shape 3896"/>
          <p:cNvSpPr/>
          <p:nvPr/>
        </p:nvSpPr>
        <p:spPr>
          <a:xfrm>
            <a:off x="2472486" y="7319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99" name="Shape 3897"/>
          <p:cNvSpPr/>
          <p:nvPr/>
        </p:nvSpPr>
        <p:spPr>
          <a:xfrm>
            <a:off x="2684729" y="71508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0" name="Shape 3898"/>
          <p:cNvSpPr/>
          <p:nvPr/>
        </p:nvSpPr>
        <p:spPr>
          <a:xfrm>
            <a:off x="2732749" y="72905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1" name="Shape 3899"/>
          <p:cNvSpPr/>
          <p:nvPr/>
        </p:nvSpPr>
        <p:spPr>
          <a:xfrm>
            <a:off x="2774475" y="71199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2" name="Shape 3900"/>
          <p:cNvSpPr/>
          <p:nvPr/>
        </p:nvSpPr>
        <p:spPr>
          <a:xfrm>
            <a:off x="2417607" y="71956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3" name="Shape 3901"/>
          <p:cNvSpPr/>
          <p:nvPr/>
        </p:nvSpPr>
        <p:spPr>
          <a:xfrm>
            <a:off x="2630574" y="7269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4" name="Shape 3902"/>
          <p:cNvSpPr/>
          <p:nvPr/>
        </p:nvSpPr>
        <p:spPr>
          <a:xfrm>
            <a:off x="2507886" y="71687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5" name="Shape 3903"/>
          <p:cNvSpPr/>
          <p:nvPr/>
        </p:nvSpPr>
        <p:spPr>
          <a:xfrm>
            <a:off x="2529713" y="7108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6" name="Shape 3904"/>
          <p:cNvSpPr/>
          <p:nvPr/>
        </p:nvSpPr>
        <p:spPr>
          <a:xfrm>
            <a:off x="2500192" y="7555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7" name="Shape 3905"/>
          <p:cNvSpPr/>
          <p:nvPr/>
        </p:nvSpPr>
        <p:spPr>
          <a:xfrm>
            <a:off x="2646417" y="75745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8" name="Shape 3906"/>
          <p:cNvSpPr/>
          <p:nvPr/>
        </p:nvSpPr>
        <p:spPr>
          <a:xfrm>
            <a:off x="2723045" y="7355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09" name="Shape 3907"/>
          <p:cNvSpPr/>
          <p:nvPr/>
        </p:nvSpPr>
        <p:spPr>
          <a:xfrm>
            <a:off x="2511090" y="71717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0" name="Shape 3908"/>
          <p:cNvSpPr/>
          <p:nvPr/>
        </p:nvSpPr>
        <p:spPr>
          <a:xfrm>
            <a:off x="2759353" y="7375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1" name="Shape 3909"/>
          <p:cNvSpPr/>
          <p:nvPr/>
        </p:nvSpPr>
        <p:spPr>
          <a:xfrm>
            <a:off x="2379224" y="73549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2" name="Shape 3910"/>
          <p:cNvSpPr/>
          <p:nvPr/>
        </p:nvSpPr>
        <p:spPr>
          <a:xfrm>
            <a:off x="2780492" y="7385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3" name="Shape 3911"/>
          <p:cNvSpPr/>
          <p:nvPr/>
        </p:nvSpPr>
        <p:spPr>
          <a:xfrm>
            <a:off x="2429623" y="7977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4" name="Shape 3912"/>
          <p:cNvSpPr/>
          <p:nvPr/>
        </p:nvSpPr>
        <p:spPr>
          <a:xfrm>
            <a:off x="2631255" y="79932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5" name="Shape 3913"/>
          <p:cNvSpPr/>
          <p:nvPr/>
        </p:nvSpPr>
        <p:spPr>
          <a:xfrm>
            <a:off x="2373270" y="79129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6" name="Shape 3914"/>
          <p:cNvSpPr/>
          <p:nvPr/>
        </p:nvSpPr>
        <p:spPr>
          <a:xfrm>
            <a:off x="2476507" y="76455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7" name="Shape 3915"/>
          <p:cNvSpPr/>
          <p:nvPr/>
        </p:nvSpPr>
        <p:spPr>
          <a:xfrm>
            <a:off x="2627605" y="8040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8" name="Shape 3916"/>
          <p:cNvSpPr/>
          <p:nvPr/>
        </p:nvSpPr>
        <p:spPr>
          <a:xfrm>
            <a:off x="2466914" y="7776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19" name="Shape 3917"/>
          <p:cNvSpPr/>
          <p:nvPr/>
        </p:nvSpPr>
        <p:spPr>
          <a:xfrm>
            <a:off x="2673768" y="7564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0" name="Shape 3918"/>
          <p:cNvSpPr/>
          <p:nvPr/>
        </p:nvSpPr>
        <p:spPr>
          <a:xfrm>
            <a:off x="2592688" y="78679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1" name="Shape 3919"/>
          <p:cNvSpPr/>
          <p:nvPr/>
        </p:nvSpPr>
        <p:spPr>
          <a:xfrm>
            <a:off x="2653580" y="7620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2" name="Shape 3920"/>
          <p:cNvSpPr/>
          <p:nvPr/>
        </p:nvSpPr>
        <p:spPr>
          <a:xfrm>
            <a:off x="2457019" y="7913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3" name="Shape 3921"/>
          <p:cNvSpPr/>
          <p:nvPr/>
        </p:nvSpPr>
        <p:spPr>
          <a:xfrm>
            <a:off x="2500228" y="76646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4" name="Shape 3922"/>
          <p:cNvSpPr/>
          <p:nvPr/>
        </p:nvSpPr>
        <p:spPr>
          <a:xfrm>
            <a:off x="2584571" y="78879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5" name="Shape 3923"/>
          <p:cNvSpPr/>
          <p:nvPr/>
        </p:nvSpPr>
        <p:spPr>
          <a:xfrm>
            <a:off x="2480625" y="72054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6" name="Shape 3924"/>
          <p:cNvSpPr/>
          <p:nvPr/>
        </p:nvSpPr>
        <p:spPr>
          <a:xfrm>
            <a:off x="2536716" y="7573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7" name="Shape 3925"/>
          <p:cNvSpPr/>
          <p:nvPr/>
        </p:nvSpPr>
        <p:spPr>
          <a:xfrm>
            <a:off x="2728567" y="73697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8" name="Shape 3926"/>
          <p:cNvSpPr/>
          <p:nvPr/>
        </p:nvSpPr>
        <p:spPr>
          <a:xfrm>
            <a:off x="2649435" y="73843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29" name="Shape 3927"/>
          <p:cNvSpPr/>
          <p:nvPr/>
        </p:nvSpPr>
        <p:spPr>
          <a:xfrm>
            <a:off x="2643285" y="6875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0" name="Shape 3928"/>
          <p:cNvSpPr/>
          <p:nvPr/>
        </p:nvSpPr>
        <p:spPr>
          <a:xfrm>
            <a:off x="2743367" y="69361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1" name="Shape 3929"/>
          <p:cNvSpPr/>
          <p:nvPr/>
        </p:nvSpPr>
        <p:spPr>
          <a:xfrm>
            <a:off x="2645648" y="71058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2" name="Shape 3930"/>
          <p:cNvSpPr/>
          <p:nvPr/>
        </p:nvSpPr>
        <p:spPr>
          <a:xfrm>
            <a:off x="2566043" y="69303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3" name="Shape 3931"/>
          <p:cNvSpPr/>
          <p:nvPr/>
        </p:nvSpPr>
        <p:spPr>
          <a:xfrm>
            <a:off x="2761630" y="6963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4" name="Shape 3932"/>
          <p:cNvSpPr/>
          <p:nvPr/>
        </p:nvSpPr>
        <p:spPr>
          <a:xfrm>
            <a:off x="2425152" y="72131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5" name="Shape 3933"/>
          <p:cNvSpPr/>
          <p:nvPr/>
        </p:nvSpPr>
        <p:spPr>
          <a:xfrm>
            <a:off x="2734374" y="71018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6" name="Shape 3934"/>
          <p:cNvSpPr/>
          <p:nvPr/>
        </p:nvSpPr>
        <p:spPr>
          <a:xfrm>
            <a:off x="2626621" y="68755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7" name="Shape 3935"/>
          <p:cNvSpPr/>
          <p:nvPr/>
        </p:nvSpPr>
        <p:spPr>
          <a:xfrm>
            <a:off x="2594631" y="69780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8" name="Shape 3936"/>
          <p:cNvSpPr/>
          <p:nvPr/>
        </p:nvSpPr>
        <p:spPr>
          <a:xfrm>
            <a:off x="2471417" y="72782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39" name="Shape 3937"/>
          <p:cNvSpPr/>
          <p:nvPr/>
        </p:nvSpPr>
        <p:spPr>
          <a:xfrm>
            <a:off x="2397361" y="72657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0" name="Shape 3938"/>
          <p:cNvSpPr/>
          <p:nvPr/>
        </p:nvSpPr>
        <p:spPr>
          <a:xfrm>
            <a:off x="2749447" y="72483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1" name="Shape 3939"/>
          <p:cNvSpPr/>
          <p:nvPr/>
        </p:nvSpPr>
        <p:spPr>
          <a:xfrm>
            <a:off x="2721515" y="72467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2" name="Shape 3940"/>
          <p:cNvSpPr/>
          <p:nvPr/>
        </p:nvSpPr>
        <p:spPr>
          <a:xfrm>
            <a:off x="2443740" y="7271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3" name="Shape 3941"/>
          <p:cNvSpPr/>
          <p:nvPr/>
        </p:nvSpPr>
        <p:spPr>
          <a:xfrm>
            <a:off x="2416472" y="72607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4" name="Shape 3942"/>
          <p:cNvSpPr/>
          <p:nvPr/>
        </p:nvSpPr>
        <p:spPr>
          <a:xfrm>
            <a:off x="2553443" y="74785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5" name="Shape 3943"/>
          <p:cNvSpPr/>
          <p:nvPr/>
        </p:nvSpPr>
        <p:spPr>
          <a:xfrm>
            <a:off x="2725813" y="76558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6" name="Shape 3944"/>
          <p:cNvSpPr/>
          <p:nvPr/>
        </p:nvSpPr>
        <p:spPr>
          <a:xfrm>
            <a:off x="2403212" y="7195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7" name="Shape 3945"/>
          <p:cNvSpPr/>
          <p:nvPr/>
        </p:nvSpPr>
        <p:spPr>
          <a:xfrm>
            <a:off x="2784213" y="74281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8" name="Shape 3946"/>
          <p:cNvSpPr/>
          <p:nvPr/>
        </p:nvSpPr>
        <p:spPr>
          <a:xfrm>
            <a:off x="2633379" y="72464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49" name="Shape 3947"/>
          <p:cNvSpPr/>
          <p:nvPr/>
        </p:nvSpPr>
        <p:spPr>
          <a:xfrm>
            <a:off x="2629456" y="75739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0" name="Shape 3948"/>
          <p:cNvSpPr/>
          <p:nvPr/>
        </p:nvSpPr>
        <p:spPr>
          <a:xfrm>
            <a:off x="2368847" y="76330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1" name="Shape 3949"/>
          <p:cNvSpPr/>
          <p:nvPr/>
        </p:nvSpPr>
        <p:spPr>
          <a:xfrm>
            <a:off x="2480038" y="76782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2" name="Shape 3950"/>
          <p:cNvSpPr/>
          <p:nvPr/>
        </p:nvSpPr>
        <p:spPr>
          <a:xfrm>
            <a:off x="2537559" y="77212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3" name="Shape 3951"/>
          <p:cNvSpPr/>
          <p:nvPr/>
        </p:nvSpPr>
        <p:spPr>
          <a:xfrm>
            <a:off x="2424918" y="7120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4" name="Shape 3952"/>
          <p:cNvSpPr/>
          <p:nvPr/>
        </p:nvSpPr>
        <p:spPr>
          <a:xfrm>
            <a:off x="2433658" y="6782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5" name="Shape 3953"/>
          <p:cNvSpPr/>
          <p:nvPr/>
        </p:nvSpPr>
        <p:spPr>
          <a:xfrm>
            <a:off x="2452029" y="7680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6" name="Shape 3954"/>
          <p:cNvSpPr/>
          <p:nvPr/>
        </p:nvSpPr>
        <p:spPr>
          <a:xfrm>
            <a:off x="2606782" y="7700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7" name="Shape 3955"/>
          <p:cNvSpPr/>
          <p:nvPr/>
        </p:nvSpPr>
        <p:spPr>
          <a:xfrm>
            <a:off x="2725490" y="7802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8" name="Shape 3956"/>
          <p:cNvSpPr/>
          <p:nvPr/>
        </p:nvSpPr>
        <p:spPr>
          <a:xfrm>
            <a:off x="2550401" y="76591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59" name="Shape 3957"/>
          <p:cNvSpPr/>
          <p:nvPr/>
        </p:nvSpPr>
        <p:spPr>
          <a:xfrm>
            <a:off x="2790399" y="76404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0" name="Shape 3958"/>
          <p:cNvSpPr/>
          <p:nvPr/>
        </p:nvSpPr>
        <p:spPr>
          <a:xfrm>
            <a:off x="2526021" y="6731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1" name="Shape 3959"/>
          <p:cNvSpPr/>
          <p:nvPr/>
        </p:nvSpPr>
        <p:spPr>
          <a:xfrm>
            <a:off x="2659457" y="6686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2" name="Shape 3960"/>
          <p:cNvSpPr/>
          <p:nvPr/>
        </p:nvSpPr>
        <p:spPr>
          <a:xfrm>
            <a:off x="2492301" y="7506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3" name="Shape 3961"/>
          <p:cNvSpPr/>
          <p:nvPr/>
        </p:nvSpPr>
        <p:spPr>
          <a:xfrm>
            <a:off x="2465828" y="72006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4" name="Shape 3962"/>
          <p:cNvSpPr/>
          <p:nvPr/>
        </p:nvSpPr>
        <p:spPr>
          <a:xfrm>
            <a:off x="2368343" y="6943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5" name="Shape 3963"/>
          <p:cNvSpPr/>
          <p:nvPr/>
        </p:nvSpPr>
        <p:spPr>
          <a:xfrm>
            <a:off x="2731728" y="67697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6" name="Shape 3964"/>
          <p:cNvSpPr/>
          <p:nvPr/>
        </p:nvSpPr>
        <p:spPr>
          <a:xfrm>
            <a:off x="2486773" y="66301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7" name="Shape 3965"/>
          <p:cNvSpPr/>
          <p:nvPr/>
        </p:nvSpPr>
        <p:spPr>
          <a:xfrm>
            <a:off x="2534614" y="68551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8" name="Shape 3966"/>
          <p:cNvSpPr/>
          <p:nvPr/>
        </p:nvSpPr>
        <p:spPr>
          <a:xfrm>
            <a:off x="2794239" y="71531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69" name="Shape 3967"/>
          <p:cNvSpPr/>
          <p:nvPr/>
        </p:nvSpPr>
        <p:spPr>
          <a:xfrm>
            <a:off x="2643309" y="72095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0" name="Shape 3968"/>
          <p:cNvSpPr/>
          <p:nvPr/>
        </p:nvSpPr>
        <p:spPr>
          <a:xfrm>
            <a:off x="2715067" y="7096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1" name="Shape 3969"/>
          <p:cNvSpPr/>
          <p:nvPr/>
        </p:nvSpPr>
        <p:spPr>
          <a:xfrm>
            <a:off x="2644240" y="7333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2" name="Shape 3970"/>
          <p:cNvSpPr/>
          <p:nvPr/>
        </p:nvSpPr>
        <p:spPr>
          <a:xfrm>
            <a:off x="2433416" y="7337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3" name="Shape 3971"/>
          <p:cNvSpPr/>
          <p:nvPr/>
        </p:nvSpPr>
        <p:spPr>
          <a:xfrm>
            <a:off x="2654678" y="72634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4" name="Shape 3972"/>
          <p:cNvSpPr/>
          <p:nvPr/>
        </p:nvSpPr>
        <p:spPr>
          <a:xfrm>
            <a:off x="2522604" y="7326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5" name="Shape 3973"/>
          <p:cNvSpPr/>
          <p:nvPr/>
        </p:nvSpPr>
        <p:spPr>
          <a:xfrm>
            <a:off x="2479049" y="73623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6" name="Shape 3974"/>
          <p:cNvSpPr/>
          <p:nvPr/>
        </p:nvSpPr>
        <p:spPr>
          <a:xfrm>
            <a:off x="2671167" y="76270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7" name="Shape 3975"/>
          <p:cNvSpPr/>
          <p:nvPr/>
        </p:nvSpPr>
        <p:spPr>
          <a:xfrm>
            <a:off x="2629583" y="6833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8" name="Shape 3976"/>
          <p:cNvSpPr/>
          <p:nvPr/>
        </p:nvSpPr>
        <p:spPr>
          <a:xfrm>
            <a:off x="2424911" y="76181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79" name="Shape 3977"/>
          <p:cNvSpPr/>
          <p:nvPr/>
        </p:nvSpPr>
        <p:spPr>
          <a:xfrm>
            <a:off x="2494125" y="7507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0" name="Shape 3978"/>
          <p:cNvSpPr/>
          <p:nvPr/>
        </p:nvSpPr>
        <p:spPr>
          <a:xfrm>
            <a:off x="2453403" y="75568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1" name="Shape 3979"/>
          <p:cNvSpPr/>
          <p:nvPr/>
        </p:nvSpPr>
        <p:spPr>
          <a:xfrm>
            <a:off x="2671573" y="75381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2" name="Shape 3980"/>
          <p:cNvSpPr/>
          <p:nvPr/>
        </p:nvSpPr>
        <p:spPr>
          <a:xfrm>
            <a:off x="2589191" y="7585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3" name="Shape 3981"/>
          <p:cNvSpPr/>
          <p:nvPr/>
        </p:nvSpPr>
        <p:spPr>
          <a:xfrm>
            <a:off x="2464058" y="7538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4" name="Shape 3982"/>
          <p:cNvSpPr/>
          <p:nvPr/>
        </p:nvSpPr>
        <p:spPr>
          <a:xfrm>
            <a:off x="2621273" y="7675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5" name="Shape 3983"/>
          <p:cNvSpPr/>
          <p:nvPr/>
        </p:nvSpPr>
        <p:spPr>
          <a:xfrm>
            <a:off x="2426203" y="7691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6" name="Shape 3984"/>
          <p:cNvSpPr/>
          <p:nvPr/>
        </p:nvSpPr>
        <p:spPr>
          <a:xfrm>
            <a:off x="2617193" y="76698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7" name="Shape 3985"/>
          <p:cNvSpPr/>
          <p:nvPr/>
        </p:nvSpPr>
        <p:spPr>
          <a:xfrm>
            <a:off x="2595838" y="7697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8" name="Shape 3986"/>
          <p:cNvSpPr/>
          <p:nvPr/>
        </p:nvSpPr>
        <p:spPr>
          <a:xfrm>
            <a:off x="2592602" y="7012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89" name="Shape 3987"/>
          <p:cNvSpPr/>
          <p:nvPr/>
        </p:nvSpPr>
        <p:spPr>
          <a:xfrm>
            <a:off x="2419043" y="7152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0" name="Shape 3988"/>
          <p:cNvSpPr/>
          <p:nvPr/>
        </p:nvSpPr>
        <p:spPr>
          <a:xfrm>
            <a:off x="2649670" y="69078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1" name="Shape 3989"/>
          <p:cNvSpPr/>
          <p:nvPr/>
        </p:nvSpPr>
        <p:spPr>
          <a:xfrm>
            <a:off x="2443950" y="7042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2" name="Shape 3990"/>
          <p:cNvSpPr/>
          <p:nvPr/>
        </p:nvSpPr>
        <p:spPr>
          <a:xfrm>
            <a:off x="2777451" y="70266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3" name="Shape 3991"/>
          <p:cNvSpPr/>
          <p:nvPr/>
        </p:nvSpPr>
        <p:spPr>
          <a:xfrm>
            <a:off x="2448188" y="70928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4" name="Shape 3992"/>
          <p:cNvSpPr/>
          <p:nvPr/>
        </p:nvSpPr>
        <p:spPr>
          <a:xfrm>
            <a:off x="2687766" y="70817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5" name="Shape 3993"/>
          <p:cNvSpPr/>
          <p:nvPr/>
        </p:nvSpPr>
        <p:spPr>
          <a:xfrm>
            <a:off x="2698535" y="7070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6" name="Shape 3994"/>
          <p:cNvSpPr/>
          <p:nvPr/>
        </p:nvSpPr>
        <p:spPr>
          <a:xfrm>
            <a:off x="2669819" y="68303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7" name="Shape 3995"/>
          <p:cNvSpPr/>
          <p:nvPr/>
        </p:nvSpPr>
        <p:spPr>
          <a:xfrm>
            <a:off x="2387923" y="7393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8" name="Shape 3996"/>
          <p:cNvSpPr/>
          <p:nvPr/>
        </p:nvSpPr>
        <p:spPr>
          <a:xfrm>
            <a:off x="2544211" y="73523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99" name="Shape 3997"/>
          <p:cNvSpPr/>
          <p:nvPr/>
        </p:nvSpPr>
        <p:spPr>
          <a:xfrm>
            <a:off x="2628243" y="73522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0" name="Shape 3998"/>
          <p:cNvSpPr/>
          <p:nvPr/>
        </p:nvSpPr>
        <p:spPr>
          <a:xfrm>
            <a:off x="2615552" y="7354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1" name="Shape 3999"/>
          <p:cNvSpPr/>
          <p:nvPr/>
        </p:nvSpPr>
        <p:spPr>
          <a:xfrm>
            <a:off x="2683935" y="74794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2" name="Shape 4000"/>
          <p:cNvSpPr/>
          <p:nvPr/>
        </p:nvSpPr>
        <p:spPr>
          <a:xfrm>
            <a:off x="2420917" y="74095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3" name="Shape 4001"/>
          <p:cNvSpPr/>
          <p:nvPr/>
        </p:nvSpPr>
        <p:spPr>
          <a:xfrm>
            <a:off x="2601685" y="6987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4" name="Shape 4002"/>
          <p:cNvSpPr/>
          <p:nvPr/>
        </p:nvSpPr>
        <p:spPr>
          <a:xfrm>
            <a:off x="2375054" y="70576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5" name="Shape 4003"/>
          <p:cNvSpPr/>
          <p:nvPr/>
        </p:nvSpPr>
        <p:spPr>
          <a:xfrm>
            <a:off x="2780713" y="69150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6" name="Shape 4004"/>
          <p:cNvSpPr/>
          <p:nvPr/>
        </p:nvSpPr>
        <p:spPr>
          <a:xfrm>
            <a:off x="2508585" y="74584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7" name="Shape 4005"/>
          <p:cNvSpPr/>
          <p:nvPr/>
        </p:nvSpPr>
        <p:spPr>
          <a:xfrm>
            <a:off x="2554950" y="7239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8" name="Shape 4006"/>
          <p:cNvSpPr/>
          <p:nvPr/>
        </p:nvSpPr>
        <p:spPr>
          <a:xfrm>
            <a:off x="2641036" y="72874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09" name="Shape 4007"/>
          <p:cNvSpPr/>
          <p:nvPr/>
        </p:nvSpPr>
        <p:spPr>
          <a:xfrm>
            <a:off x="2539089" y="73617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0" name="Shape 4008"/>
          <p:cNvSpPr/>
          <p:nvPr/>
        </p:nvSpPr>
        <p:spPr>
          <a:xfrm>
            <a:off x="2405481" y="68474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1" name="Shape 4009"/>
          <p:cNvSpPr/>
          <p:nvPr/>
        </p:nvSpPr>
        <p:spPr>
          <a:xfrm>
            <a:off x="2711086" y="72391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2" name="Shape 4010"/>
          <p:cNvSpPr/>
          <p:nvPr/>
        </p:nvSpPr>
        <p:spPr>
          <a:xfrm>
            <a:off x="2777663" y="7179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3" name="Shape 4011"/>
          <p:cNvSpPr/>
          <p:nvPr/>
        </p:nvSpPr>
        <p:spPr>
          <a:xfrm>
            <a:off x="2407483" y="71846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4" name="Shape 4012"/>
          <p:cNvSpPr/>
          <p:nvPr/>
        </p:nvSpPr>
        <p:spPr>
          <a:xfrm>
            <a:off x="2542309" y="68565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5" name="Shape 4013"/>
          <p:cNvSpPr/>
          <p:nvPr/>
        </p:nvSpPr>
        <p:spPr>
          <a:xfrm>
            <a:off x="2718902" y="71027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6" name="Shape 4014"/>
          <p:cNvSpPr/>
          <p:nvPr/>
        </p:nvSpPr>
        <p:spPr>
          <a:xfrm>
            <a:off x="2762672" y="6907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7" name="Shape 4015"/>
          <p:cNvSpPr/>
          <p:nvPr/>
        </p:nvSpPr>
        <p:spPr>
          <a:xfrm>
            <a:off x="2534497" y="7142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8" name="Shape 4016"/>
          <p:cNvSpPr/>
          <p:nvPr/>
        </p:nvSpPr>
        <p:spPr>
          <a:xfrm>
            <a:off x="2550826" y="7269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19" name="Shape 4017"/>
          <p:cNvSpPr/>
          <p:nvPr/>
        </p:nvSpPr>
        <p:spPr>
          <a:xfrm>
            <a:off x="2497499" y="70317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0" name="Shape 4018"/>
          <p:cNvSpPr/>
          <p:nvPr/>
        </p:nvSpPr>
        <p:spPr>
          <a:xfrm>
            <a:off x="2432088" y="77899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1" name="Shape 4019"/>
          <p:cNvSpPr/>
          <p:nvPr/>
        </p:nvSpPr>
        <p:spPr>
          <a:xfrm>
            <a:off x="2517987" y="72084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2" name="Shape 4020"/>
          <p:cNvSpPr/>
          <p:nvPr/>
        </p:nvSpPr>
        <p:spPr>
          <a:xfrm>
            <a:off x="2595523" y="75062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3" name="Shape 4021"/>
          <p:cNvSpPr/>
          <p:nvPr/>
        </p:nvSpPr>
        <p:spPr>
          <a:xfrm>
            <a:off x="2591680" y="70224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4" name="Shape 4022"/>
          <p:cNvSpPr/>
          <p:nvPr/>
        </p:nvSpPr>
        <p:spPr>
          <a:xfrm>
            <a:off x="2638789" y="7181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5" name="Shape 4023"/>
          <p:cNvSpPr/>
          <p:nvPr/>
        </p:nvSpPr>
        <p:spPr>
          <a:xfrm>
            <a:off x="2412449" y="74651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6" name="Shape 4024"/>
          <p:cNvSpPr/>
          <p:nvPr/>
        </p:nvSpPr>
        <p:spPr>
          <a:xfrm>
            <a:off x="2600158" y="75926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7" name="Shape 4025"/>
          <p:cNvSpPr/>
          <p:nvPr/>
        </p:nvSpPr>
        <p:spPr>
          <a:xfrm>
            <a:off x="2680656" y="71827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8" name="Shape 4026"/>
          <p:cNvSpPr/>
          <p:nvPr/>
        </p:nvSpPr>
        <p:spPr>
          <a:xfrm>
            <a:off x="2393043" y="74463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29" name="Shape 4027"/>
          <p:cNvSpPr/>
          <p:nvPr/>
        </p:nvSpPr>
        <p:spPr>
          <a:xfrm>
            <a:off x="2694833" y="69583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0" name="Shape 4028"/>
          <p:cNvSpPr/>
          <p:nvPr/>
        </p:nvSpPr>
        <p:spPr>
          <a:xfrm>
            <a:off x="2736612" y="7211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1" name="Shape 4029"/>
          <p:cNvSpPr/>
          <p:nvPr/>
        </p:nvSpPr>
        <p:spPr>
          <a:xfrm>
            <a:off x="2569382" y="7198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2" name="Shape 4030"/>
          <p:cNvSpPr/>
          <p:nvPr/>
        </p:nvSpPr>
        <p:spPr>
          <a:xfrm>
            <a:off x="2422731" y="72572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3" name="Shape 4031"/>
          <p:cNvSpPr/>
          <p:nvPr/>
        </p:nvSpPr>
        <p:spPr>
          <a:xfrm>
            <a:off x="2754257" y="7180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4" name="Shape 4032"/>
          <p:cNvSpPr/>
          <p:nvPr/>
        </p:nvSpPr>
        <p:spPr>
          <a:xfrm>
            <a:off x="2661649" y="7577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5" name="Shape 4033"/>
          <p:cNvSpPr/>
          <p:nvPr/>
        </p:nvSpPr>
        <p:spPr>
          <a:xfrm>
            <a:off x="2619784" y="72890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6" name="Shape 4034"/>
          <p:cNvSpPr/>
          <p:nvPr/>
        </p:nvSpPr>
        <p:spPr>
          <a:xfrm>
            <a:off x="2671155" y="72063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7" name="Shape 4035"/>
          <p:cNvSpPr/>
          <p:nvPr/>
        </p:nvSpPr>
        <p:spPr>
          <a:xfrm>
            <a:off x="2570290" y="7059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8" name="Shape 4036"/>
          <p:cNvSpPr/>
          <p:nvPr/>
        </p:nvSpPr>
        <p:spPr>
          <a:xfrm>
            <a:off x="2633666" y="7702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39" name="Shape 4037"/>
          <p:cNvSpPr/>
          <p:nvPr/>
        </p:nvSpPr>
        <p:spPr>
          <a:xfrm>
            <a:off x="2424616" y="70359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0" name="Shape 4038"/>
          <p:cNvSpPr/>
          <p:nvPr/>
        </p:nvSpPr>
        <p:spPr>
          <a:xfrm>
            <a:off x="2497794" y="75278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1" name="Shape 4039"/>
          <p:cNvSpPr/>
          <p:nvPr/>
        </p:nvSpPr>
        <p:spPr>
          <a:xfrm>
            <a:off x="2369999" y="5626100"/>
            <a:ext cx="76200" cy="63500"/>
          </a:xfrm>
          <a:prstGeom prst="triangle">
            <a:avLst/>
          </a:prstGeom>
          <a:solidFill>
            <a:srgbClr val="2D887E">
              <a:alpha val="82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2" name="Shape 4040"/>
          <p:cNvSpPr/>
          <p:nvPr/>
        </p:nvSpPr>
        <p:spPr>
          <a:xfrm>
            <a:off x="2668839" y="7374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3" name="Shape 4041"/>
          <p:cNvSpPr/>
          <p:nvPr/>
        </p:nvSpPr>
        <p:spPr>
          <a:xfrm>
            <a:off x="2742081" y="73376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4" name="Shape 4042"/>
          <p:cNvSpPr/>
          <p:nvPr/>
        </p:nvSpPr>
        <p:spPr>
          <a:xfrm>
            <a:off x="2726289" y="70243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5" name="Shape 4043"/>
          <p:cNvSpPr/>
          <p:nvPr/>
        </p:nvSpPr>
        <p:spPr>
          <a:xfrm>
            <a:off x="2435859" y="6804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6" name="Shape 4044"/>
          <p:cNvSpPr/>
          <p:nvPr/>
        </p:nvSpPr>
        <p:spPr>
          <a:xfrm>
            <a:off x="2502010" y="6801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7" name="Shape 4045"/>
          <p:cNvSpPr/>
          <p:nvPr/>
        </p:nvSpPr>
        <p:spPr>
          <a:xfrm>
            <a:off x="2493559" y="72631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8" name="Shape 4046"/>
          <p:cNvSpPr/>
          <p:nvPr/>
        </p:nvSpPr>
        <p:spPr>
          <a:xfrm>
            <a:off x="2487667" y="6719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49" name="Shape 4047"/>
          <p:cNvSpPr/>
          <p:nvPr/>
        </p:nvSpPr>
        <p:spPr>
          <a:xfrm>
            <a:off x="2689189" y="6914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0" name="Shape 4048"/>
          <p:cNvSpPr/>
          <p:nvPr/>
        </p:nvSpPr>
        <p:spPr>
          <a:xfrm>
            <a:off x="2676110" y="6796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1" name="Shape 4049"/>
          <p:cNvSpPr/>
          <p:nvPr/>
        </p:nvSpPr>
        <p:spPr>
          <a:xfrm>
            <a:off x="2756160" y="6745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2" name="Shape 4050"/>
          <p:cNvSpPr/>
          <p:nvPr/>
        </p:nvSpPr>
        <p:spPr>
          <a:xfrm>
            <a:off x="2613886" y="67364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3" name="Shape 4051"/>
          <p:cNvSpPr/>
          <p:nvPr/>
        </p:nvSpPr>
        <p:spPr>
          <a:xfrm>
            <a:off x="2774973" y="66551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4" name="Shape 4052"/>
          <p:cNvSpPr/>
          <p:nvPr/>
        </p:nvSpPr>
        <p:spPr>
          <a:xfrm>
            <a:off x="2527243" y="67339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5" name="Shape 4053"/>
          <p:cNvSpPr/>
          <p:nvPr/>
        </p:nvSpPr>
        <p:spPr>
          <a:xfrm>
            <a:off x="2552313" y="66066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6" name="Shape 4054"/>
          <p:cNvSpPr/>
          <p:nvPr/>
        </p:nvSpPr>
        <p:spPr>
          <a:xfrm>
            <a:off x="2560692" y="6910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7" name="Shape 4055"/>
          <p:cNvSpPr/>
          <p:nvPr/>
        </p:nvSpPr>
        <p:spPr>
          <a:xfrm>
            <a:off x="2564734" y="6737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8" name="Shape 4056"/>
          <p:cNvSpPr/>
          <p:nvPr/>
        </p:nvSpPr>
        <p:spPr>
          <a:xfrm>
            <a:off x="2513000" y="72712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59" name="Shape 4057"/>
          <p:cNvSpPr/>
          <p:nvPr/>
        </p:nvSpPr>
        <p:spPr>
          <a:xfrm>
            <a:off x="2454996" y="68331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0" name="Shape 4058"/>
          <p:cNvSpPr/>
          <p:nvPr/>
        </p:nvSpPr>
        <p:spPr>
          <a:xfrm>
            <a:off x="2545074" y="67477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1" name="Shape 4059"/>
          <p:cNvSpPr/>
          <p:nvPr/>
        </p:nvSpPr>
        <p:spPr>
          <a:xfrm>
            <a:off x="2692986" y="6691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2" name="Shape 4060"/>
          <p:cNvSpPr/>
          <p:nvPr/>
        </p:nvSpPr>
        <p:spPr>
          <a:xfrm>
            <a:off x="2472999" y="68257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3" name="Shape 4061"/>
          <p:cNvSpPr/>
          <p:nvPr/>
        </p:nvSpPr>
        <p:spPr>
          <a:xfrm>
            <a:off x="2690861" y="67568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4" name="Shape 4062"/>
          <p:cNvSpPr/>
          <p:nvPr/>
        </p:nvSpPr>
        <p:spPr>
          <a:xfrm>
            <a:off x="2575200" y="72813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5" name="Shape 4063"/>
          <p:cNvSpPr/>
          <p:nvPr/>
        </p:nvSpPr>
        <p:spPr>
          <a:xfrm>
            <a:off x="2604713" y="68463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6" name="Shape 4064"/>
          <p:cNvSpPr/>
          <p:nvPr/>
        </p:nvSpPr>
        <p:spPr>
          <a:xfrm>
            <a:off x="2796953" y="7446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7" name="Shape 4065"/>
          <p:cNvSpPr/>
          <p:nvPr/>
        </p:nvSpPr>
        <p:spPr>
          <a:xfrm>
            <a:off x="2653245" y="7688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8" name="Shape 4066"/>
          <p:cNvSpPr/>
          <p:nvPr/>
        </p:nvSpPr>
        <p:spPr>
          <a:xfrm>
            <a:off x="2633294" y="74693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69" name="Shape 4067"/>
          <p:cNvSpPr/>
          <p:nvPr/>
        </p:nvSpPr>
        <p:spPr>
          <a:xfrm>
            <a:off x="2720745" y="6983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0" name="Shape 4068"/>
          <p:cNvSpPr/>
          <p:nvPr/>
        </p:nvSpPr>
        <p:spPr>
          <a:xfrm>
            <a:off x="2539775" y="7452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1" name="Shape 4069"/>
          <p:cNvSpPr/>
          <p:nvPr/>
        </p:nvSpPr>
        <p:spPr>
          <a:xfrm>
            <a:off x="2616136" y="72876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2" name="Shape 4070"/>
          <p:cNvSpPr/>
          <p:nvPr/>
        </p:nvSpPr>
        <p:spPr>
          <a:xfrm>
            <a:off x="2406177" y="73202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3" name="Shape 4071"/>
          <p:cNvSpPr/>
          <p:nvPr/>
        </p:nvSpPr>
        <p:spPr>
          <a:xfrm>
            <a:off x="2628415" y="70252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4" name="Shape 4072"/>
          <p:cNvSpPr/>
          <p:nvPr/>
        </p:nvSpPr>
        <p:spPr>
          <a:xfrm>
            <a:off x="2725742" y="7856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5" name="Shape 4073"/>
          <p:cNvSpPr/>
          <p:nvPr/>
        </p:nvSpPr>
        <p:spPr>
          <a:xfrm>
            <a:off x="2673061" y="75184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6" name="Shape 4074"/>
          <p:cNvSpPr/>
          <p:nvPr/>
        </p:nvSpPr>
        <p:spPr>
          <a:xfrm>
            <a:off x="2686475" y="7398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7" name="Shape 4075"/>
          <p:cNvSpPr/>
          <p:nvPr/>
        </p:nvSpPr>
        <p:spPr>
          <a:xfrm>
            <a:off x="2678787" y="7915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8" name="Shape 4076"/>
          <p:cNvSpPr/>
          <p:nvPr/>
        </p:nvSpPr>
        <p:spPr>
          <a:xfrm>
            <a:off x="2390684" y="6965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79" name="Shape 4077"/>
          <p:cNvSpPr/>
          <p:nvPr/>
        </p:nvSpPr>
        <p:spPr>
          <a:xfrm>
            <a:off x="2493640" y="71156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0" name="Shape 4078"/>
          <p:cNvSpPr/>
          <p:nvPr/>
        </p:nvSpPr>
        <p:spPr>
          <a:xfrm>
            <a:off x="2766226" y="71639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1" name="Shape 4079"/>
          <p:cNvSpPr/>
          <p:nvPr/>
        </p:nvSpPr>
        <p:spPr>
          <a:xfrm>
            <a:off x="2611556" y="71069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2" name="Shape 4080"/>
          <p:cNvSpPr/>
          <p:nvPr/>
        </p:nvSpPr>
        <p:spPr>
          <a:xfrm>
            <a:off x="2718122" y="6972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3" name="Shape 4081"/>
          <p:cNvSpPr/>
          <p:nvPr/>
        </p:nvSpPr>
        <p:spPr>
          <a:xfrm>
            <a:off x="2494075" y="6976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4" name="Shape 4082"/>
          <p:cNvSpPr/>
          <p:nvPr/>
        </p:nvSpPr>
        <p:spPr>
          <a:xfrm>
            <a:off x="2734040" y="72063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5" name="Shape 4083"/>
          <p:cNvSpPr/>
          <p:nvPr/>
        </p:nvSpPr>
        <p:spPr>
          <a:xfrm>
            <a:off x="2694623" y="70720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6" name="Shape 4084"/>
          <p:cNvSpPr/>
          <p:nvPr/>
        </p:nvSpPr>
        <p:spPr>
          <a:xfrm>
            <a:off x="2759533" y="7073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7" name="Shape 4085"/>
          <p:cNvSpPr/>
          <p:nvPr/>
        </p:nvSpPr>
        <p:spPr>
          <a:xfrm>
            <a:off x="2430711" y="7182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8" name="Shape 4086"/>
          <p:cNvSpPr/>
          <p:nvPr/>
        </p:nvSpPr>
        <p:spPr>
          <a:xfrm>
            <a:off x="2797031" y="70681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89" name="Shape 4087"/>
          <p:cNvSpPr/>
          <p:nvPr/>
        </p:nvSpPr>
        <p:spPr>
          <a:xfrm>
            <a:off x="2632949" y="7071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0" name="Shape 4088"/>
          <p:cNvSpPr/>
          <p:nvPr/>
        </p:nvSpPr>
        <p:spPr>
          <a:xfrm>
            <a:off x="2776588" y="7096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1" name="Shape 4089"/>
          <p:cNvSpPr/>
          <p:nvPr/>
        </p:nvSpPr>
        <p:spPr>
          <a:xfrm>
            <a:off x="2722461" y="71136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2" name="Shape 4090"/>
          <p:cNvSpPr/>
          <p:nvPr/>
        </p:nvSpPr>
        <p:spPr>
          <a:xfrm>
            <a:off x="2409130" y="75790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3" name="Shape 4091"/>
          <p:cNvSpPr/>
          <p:nvPr/>
        </p:nvSpPr>
        <p:spPr>
          <a:xfrm>
            <a:off x="2622061" y="75458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4" name="Shape 4092"/>
          <p:cNvSpPr/>
          <p:nvPr/>
        </p:nvSpPr>
        <p:spPr>
          <a:xfrm>
            <a:off x="2454239" y="7253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5" name="Shape 4093"/>
          <p:cNvSpPr/>
          <p:nvPr/>
        </p:nvSpPr>
        <p:spPr>
          <a:xfrm>
            <a:off x="2489452" y="7550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6" name="Shape 4094"/>
          <p:cNvSpPr/>
          <p:nvPr/>
        </p:nvSpPr>
        <p:spPr>
          <a:xfrm>
            <a:off x="2767365" y="76410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7" name="Shape 4095"/>
          <p:cNvSpPr/>
          <p:nvPr/>
        </p:nvSpPr>
        <p:spPr>
          <a:xfrm>
            <a:off x="2412517" y="76920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8" name="Shape 4096"/>
          <p:cNvSpPr/>
          <p:nvPr/>
        </p:nvSpPr>
        <p:spPr>
          <a:xfrm>
            <a:off x="2785182" y="71412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99" name="Shape 4097"/>
          <p:cNvSpPr/>
          <p:nvPr/>
        </p:nvSpPr>
        <p:spPr>
          <a:xfrm>
            <a:off x="2429138" y="71213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0" name="Shape 4098"/>
          <p:cNvSpPr/>
          <p:nvPr/>
        </p:nvSpPr>
        <p:spPr>
          <a:xfrm>
            <a:off x="2557031" y="70497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1" name="Shape 4099"/>
          <p:cNvSpPr/>
          <p:nvPr/>
        </p:nvSpPr>
        <p:spPr>
          <a:xfrm>
            <a:off x="2664972" y="7236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2" name="Shape 4100"/>
          <p:cNvSpPr/>
          <p:nvPr/>
        </p:nvSpPr>
        <p:spPr>
          <a:xfrm>
            <a:off x="2672226" y="6982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3" name="Shape 4101"/>
          <p:cNvSpPr/>
          <p:nvPr/>
        </p:nvSpPr>
        <p:spPr>
          <a:xfrm>
            <a:off x="2378704" y="78618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4" name="Shape 4102"/>
          <p:cNvSpPr/>
          <p:nvPr/>
        </p:nvSpPr>
        <p:spPr>
          <a:xfrm>
            <a:off x="2542676" y="71414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5" name="Shape 4103"/>
          <p:cNvSpPr/>
          <p:nvPr/>
        </p:nvSpPr>
        <p:spPr>
          <a:xfrm>
            <a:off x="2706712" y="71034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6" name="Shape 4104"/>
          <p:cNvSpPr/>
          <p:nvPr/>
        </p:nvSpPr>
        <p:spPr>
          <a:xfrm>
            <a:off x="2383756" y="71579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7" name="Shape 4105"/>
          <p:cNvSpPr/>
          <p:nvPr/>
        </p:nvSpPr>
        <p:spPr>
          <a:xfrm>
            <a:off x="2750960" y="78596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8" name="Shape 4106"/>
          <p:cNvSpPr/>
          <p:nvPr/>
        </p:nvSpPr>
        <p:spPr>
          <a:xfrm>
            <a:off x="2665184" y="77648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09" name="Shape 4107"/>
          <p:cNvSpPr/>
          <p:nvPr/>
        </p:nvSpPr>
        <p:spPr>
          <a:xfrm>
            <a:off x="2459195" y="7836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0" name="Shape 4108"/>
          <p:cNvSpPr/>
          <p:nvPr/>
        </p:nvSpPr>
        <p:spPr>
          <a:xfrm>
            <a:off x="2558632" y="77862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1" name="Shape 4109"/>
          <p:cNvSpPr/>
          <p:nvPr/>
        </p:nvSpPr>
        <p:spPr>
          <a:xfrm>
            <a:off x="2478193" y="7847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2" name="Shape 4110"/>
          <p:cNvSpPr/>
          <p:nvPr/>
        </p:nvSpPr>
        <p:spPr>
          <a:xfrm>
            <a:off x="2692237" y="7784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3" name="Shape 4111"/>
          <p:cNvSpPr/>
          <p:nvPr/>
        </p:nvSpPr>
        <p:spPr>
          <a:xfrm>
            <a:off x="2671180" y="7841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4" name="Shape 4112"/>
          <p:cNvSpPr/>
          <p:nvPr/>
        </p:nvSpPr>
        <p:spPr>
          <a:xfrm>
            <a:off x="2432152" y="78724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5" name="Shape 4113"/>
          <p:cNvSpPr/>
          <p:nvPr/>
        </p:nvSpPr>
        <p:spPr>
          <a:xfrm>
            <a:off x="2457153" y="6953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6" name="Shape 4114"/>
          <p:cNvSpPr/>
          <p:nvPr/>
        </p:nvSpPr>
        <p:spPr>
          <a:xfrm>
            <a:off x="2578440" y="7632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7" name="Shape 4115"/>
          <p:cNvSpPr/>
          <p:nvPr/>
        </p:nvSpPr>
        <p:spPr>
          <a:xfrm>
            <a:off x="2576658" y="7198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8" name="Shape 4116"/>
          <p:cNvSpPr/>
          <p:nvPr/>
        </p:nvSpPr>
        <p:spPr>
          <a:xfrm>
            <a:off x="2602173" y="69179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19" name="Shape 4117"/>
          <p:cNvSpPr/>
          <p:nvPr/>
        </p:nvSpPr>
        <p:spPr>
          <a:xfrm>
            <a:off x="2404178" y="71869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0" name="Shape 4118"/>
          <p:cNvSpPr/>
          <p:nvPr/>
        </p:nvSpPr>
        <p:spPr>
          <a:xfrm>
            <a:off x="2376347" y="69017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1" name="Shape 4119"/>
          <p:cNvSpPr/>
          <p:nvPr/>
        </p:nvSpPr>
        <p:spPr>
          <a:xfrm>
            <a:off x="2492323" y="73174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2" name="Shape 4120"/>
          <p:cNvSpPr/>
          <p:nvPr/>
        </p:nvSpPr>
        <p:spPr>
          <a:xfrm>
            <a:off x="2535374" y="68161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3" name="Shape 4121"/>
          <p:cNvSpPr/>
          <p:nvPr/>
        </p:nvSpPr>
        <p:spPr>
          <a:xfrm>
            <a:off x="2584389" y="71335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4" name="Shape 4122"/>
          <p:cNvSpPr/>
          <p:nvPr/>
        </p:nvSpPr>
        <p:spPr>
          <a:xfrm>
            <a:off x="2695737" y="6895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25" name="Shape 4123"/>
          <p:cNvSpPr/>
          <p:nvPr/>
        </p:nvSpPr>
        <p:spPr>
          <a:xfrm>
            <a:off x="2603500" y="6754114"/>
            <a:ext cx="0" cy="1040089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126" name="Shape 4124"/>
          <p:cNvSpPr/>
          <p:nvPr/>
        </p:nvSpPr>
        <p:spPr>
          <a:xfrm>
            <a:off x="2489200" y="7794204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127" name="Shape 4125"/>
          <p:cNvSpPr/>
          <p:nvPr/>
        </p:nvSpPr>
        <p:spPr>
          <a:xfrm>
            <a:off x="2489200" y="6754114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4128" name="Shape 4126"/>
          <p:cNvSpPr/>
          <p:nvPr/>
        </p:nvSpPr>
        <p:spPr>
          <a:xfrm>
            <a:off x="2438400" y="7032593"/>
            <a:ext cx="330200" cy="576881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4129" name="Shape 4127"/>
          <p:cNvSpPr/>
          <p:nvPr/>
        </p:nvSpPr>
        <p:spPr>
          <a:xfrm>
            <a:off x="2438400" y="7337138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4130" name="Shape 4128"/>
          <p:cNvSpPr/>
          <p:nvPr/>
        </p:nvSpPr>
        <p:spPr>
          <a:xfrm>
            <a:off x="3452892" y="73649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1" name="Shape 4129"/>
          <p:cNvSpPr/>
          <p:nvPr/>
        </p:nvSpPr>
        <p:spPr>
          <a:xfrm>
            <a:off x="3409944" y="73882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2" name="Shape 4130"/>
          <p:cNvSpPr/>
          <p:nvPr/>
        </p:nvSpPr>
        <p:spPr>
          <a:xfrm>
            <a:off x="3161958" y="74728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3" name="Shape 4131"/>
          <p:cNvSpPr/>
          <p:nvPr/>
        </p:nvSpPr>
        <p:spPr>
          <a:xfrm>
            <a:off x="3379874" y="7456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4" name="Shape 4132"/>
          <p:cNvSpPr/>
          <p:nvPr/>
        </p:nvSpPr>
        <p:spPr>
          <a:xfrm>
            <a:off x="3044740" y="73854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5" name="Shape 4133"/>
          <p:cNvSpPr/>
          <p:nvPr/>
        </p:nvSpPr>
        <p:spPr>
          <a:xfrm>
            <a:off x="3243556" y="73911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6" name="Shape 4134"/>
          <p:cNvSpPr/>
          <p:nvPr/>
        </p:nvSpPr>
        <p:spPr>
          <a:xfrm>
            <a:off x="3213448" y="74507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7" name="Shape 4135"/>
          <p:cNvSpPr/>
          <p:nvPr/>
        </p:nvSpPr>
        <p:spPr>
          <a:xfrm>
            <a:off x="3268425" y="7493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8" name="Shape 4136"/>
          <p:cNvSpPr/>
          <p:nvPr/>
        </p:nvSpPr>
        <p:spPr>
          <a:xfrm>
            <a:off x="3247588" y="7359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9" name="Shape 4137"/>
          <p:cNvSpPr/>
          <p:nvPr/>
        </p:nvSpPr>
        <p:spPr>
          <a:xfrm>
            <a:off x="3457466" y="7394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0" name="Shape 4138"/>
          <p:cNvSpPr/>
          <p:nvPr/>
        </p:nvSpPr>
        <p:spPr>
          <a:xfrm>
            <a:off x="3258570" y="74607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1" name="Shape 4139"/>
          <p:cNvSpPr/>
          <p:nvPr/>
        </p:nvSpPr>
        <p:spPr>
          <a:xfrm>
            <a:off x="3403117" y="7370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2" name="Shape 4140"/>
          <p:cNvSpPr/>
          <p:nvPr/>
        </p:nvSpPr>
        <p:spPr>
          <a:xfrm>
            <a:off x="3244513" y="74843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3" name="Shape 4141"/>
          <p:cNvSpPr/>
          <p:nvPr/>
        </p:nvSpPr>
        <p:spPr>
          <a:xfrm>
            <a:off x="3446236" y="73959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4" name="Shape 4142"/>
          <p:cNvSpPr/>
          <p:nvPr/>
        </p:nvSpPr>
        <p:spPr>
          <a:xfrm>
            <a:off x="3084828" y="72688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5" name="Shape 4143"/>
          <p:cNvSpPr/>
          <p:nvPr/>
        </p:nvSpPr>
        <p:spPr>
          <a:xfrm>
            <a:off x="3076481" y="7461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6" name="Shape 4144"/>
          <p:cNvSpPr/>
          <p:nvPr/>
        </p:nvSpPr>
        <p:spPr>
          <a:xfrm>
            <a:off x="3102188" y="7371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7" name="Shape 4145"/>
          <p:cNvSpPr/>
          <p:nvPr/>
        </p:nvSpPr>
        <p:spPr>
          <a:xfrm>
            <a:off x="3191988" y="74662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8" name="Shape 4146"/>
          <p:cNvSpPr/>
          <p:nvPr/>
        </p:nvSpPr>
        <p:spPr>
          <a:xfrm>
            <a:off x="3093561" y="74579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9" name="Shape 4147"/>
          <p:cNvSpPr/>
          <p:nvPr/>
        </p:nvSpPr>
        <p:spPr>
          <a:xfrm>
            <a:off x="3403363" y="7392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0" name="Shape 4148"/>
          <p:cNvSpPr/>
          <p:nvPr/>
        </p:nvSpPr>
        <p:spPr>
          <a:xfrm>
            <a:off x="3416345" y="7424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1" name="Shape 4149"/>
          <p:cNvSpPr/>
          <p:nvPr/>
        </p:nvSpPr>
        <p:spPr>
          <a:xfrm>
            <a:off x="3102252" y="74112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2" name="Shape 4150"/>
          <p:cNvSpPr/>
          <p:nvPr/>
        </p:nvSpPr>
        <p:spPr>
          <a:xfrm>
            <a:off x="3207115" y="74934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3" name="Shape 4151"/>
          <p:cNvSpPr/>
          <p:nvPr/>
        </p:nvSpPr>
        <p:spPr>
          <a:xfrm>
            <a:off x="3076880" y="73856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4" name="Shape 4152"/>
          <p:cNvSpPr/>
          <p:nvPr/>
        </p:nvSpPr>
        <p:spPr>
          <a:xfrm>
            <a:off x="3061675" y="74217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5" name="Shape 4153"/>
          <p:cNvSpPr/>
          <p:nvPr/>
        </p:nvSpPr>
        <p:spPr>
          <a:xfrm>
            <a:off x="3229917" y="7591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6" name="Shape 4154"/>
          <p:cNvSpPr/>
          <p:nvPr/>
        </p:nvSpPr>
        <p:spPr>
          <a:xfrm>
            <a:off x="3109253" y="7409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7" name="Shape 4155"/>
          <p:cNvSpPr/>
          <p:nvPr/>
        </p:nvSpPr>
        <p:spPr>
          <a:xfrm>
            <a:off x="3426452" y="74339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8" name="Shape 4156"/>
          <p:cNvSpPr/>
          <p:nvPr/>
        </p:nvSpPr>
        <p:spPr>
          <a:xfrm>
            <a:off x="3181526" y="74271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9" name="Shape 4157"/>
          <p:cNvSpPr/>
          <p:nvPr/>
        </p:nvSpPr>
        <p:spPr>
          <a:xfrm>
            <a:off x="3146804" y="75090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0" name="Shape 4158"/>
          <p:cNvSpPr/>
          <p:nvPr/>
        </p:nvSpPr>
        <p:spPr>
          <a:xfrm>
            <a:off x="3034744" y="74211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1" name="Shape 4159"/>
          <p:cNvSpPr/>
          <p:nvPr/>
        </p:nvSpPr>
        <p:spPr>
          <a:xfrm>
            <a:off x="3453653" y="74134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2" name="Shape 4160"/>
          <p:cNvSpPr/>
          <p:nvPr/>
        </p:nvSpPr>
        <p:spPr>
          <a:xfrm>
            <a:off x="3214129" y="74260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3" name="Shape 4161"/>
          <p:cNvSpPr/>
          <p:nvPr/>
        </p:nvSpPr>
        <p:spPr>
          <a:xfrm>
            <a:off x="3180787" y="73800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4" name="Shape 4162"/>
          <p:cNvSpPr/>
          <p:nvPr/>
        </p:nvSpPr>
        <p:spPr>
          <a:xfrm>
            <a:off x="3429855" y="73973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5" name="Shape 4163"/>
          <p:cNvSpPr/>
          <p:nvPr/>
        </p:nvSpPr>
        <p:spPr>
          <a:xfrm>
            <a:off x="3380794" y="7479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6" name="Shape 4164"/>
          <p:cNvSpPr/>
          <p:nvPr/>
        </p:nvSpPr>
        <p:spPr>
          <a:xfrm>
            <a:off x="3073730" y="73584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7" name="Shape 4165"/>
          <p:cNvSpPr/>
          <p:nvPr/>
        </p:nvSpPr>
        <p:spPr>
          <a:xfrm>
            <a:off x="3150511" y="73685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8" name="Shape 4166"/>
          <p:cNvSpPr/>
          <p:nvPr/>
        </p:nvSpPr>
        <p:spPr>
          <a:xfrm>
            <a:off x="3194777" y="7483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9" name="Shape 4167"/>
          <p:cNvSpPr/>
          <p:nvPr/>
        </p:nvSpPr>
        <p:spPr>
          <a:xfrm>
            <a:off x="3157829" y="74505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0" name="Shape 4168"/>
          <p:cNvSpPr/>
          <p:nvPr/>
        </p:nvSpPr>
        <p:spPr>
          <a:xfrm>
            <a:off x="3314529" y="74045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1" name="Shape 4169"/>
          <p:cNvSpPr/>
          <p:nvPr/>
        </p:nvSpPr>
        <p:spPr>
          <a:xfrm>
            <a:off x="3193778" y="73522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2" name="Shape 4170"/>
          <p:cNvSpPr/>
          <p:nvPr/>
        </p:nvSpPr>
        <p:spPr>
          <a:xfrm>
            <a:off x="3091411" y="7444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3" name="Shape 4171"/>
          <p:cNvSpPr/>
          <p:nvPr/>
        </p:nvSpPr>
        <p:spPr>
          <a:xfrm>
            <a:off x="3114943" y="74710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4" name="Shape 4172"/>
          <p:cNvSpPr/>
          <p:nvPr/>
        </p:nvSpPr>
        <p:spPr>
          <a:xfrm>
            <a:off x="3033908" y="7424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5" name="Shape 4173"/>
          <p:cNvSpPr/>
          <p:nvPr/>
        </p:nvSpPr>
        <p:spPr>
          <a:xfrm>
            <a:off x="3239929" y="74140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6" name="Shape 4174"/>
          <p:cNvSpPr/>
          <p:nvPr/>
        </p:nvSpPr>
        <p:spPr>
          <a:xfrm>
            <a:off x="3175749" y="73889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7" name="Shape 4175"/>
          <p:cNvSpPr/>
          <p:nvPr/>
        </p:nvSpPr>
        <p:spPr>
          <a:xfrm>
            <a:off x="3030499" y="7480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8" name="Shape 4176"/>
          <p:cNvSpPr/>
          <p:nvPr/>
        </p:nvSpPr>
        <p:spPr>
          <a:xfrm>
            <a:off x="3239115" y="73842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9" name="Shape 4177"/>
          <p:cNvSpPr/>
          <p:nvPr/>
        </p:nvSpPr>
        <p:spPr>
          <a:xfrm>
            <a:off x="3250303" y="73735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0" name="Shape 4178"/>
          <p:cNvSpPr/>
          <p:nvPr/>
        </p:nvSpPr>
        <p:spPr>
          <a:xfrm>
            <a:off x="3158403" y="7516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1" name="Shape 4179"/>
          <p:cNvSpPr/>
          <p:nvPr/>
        </p:nvSpPr>
        <p:spPr>
          <a:xfrm>
            <a:off x="3144233" y="74773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2" name="Shape 4180"/>
          <p:cNvSpPr/>
          <p:nvPr/>
        </p:nvSpPr>
        <p:spPr>
          <a:xfrm>
            <a:off x="3300626" y="75752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3" name="Shape 4181"/>
          <p:cNvSpPr/>
          <p:nvPr/>
        </p:nvSpPr>
        <p:spPr>
          <a:xfrm>
            <a:off x="3060196" y="7405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4" name="Shape 4182"/>
          <p:cNvSpPr/>
          <p:nvPr/>
        </p:nvSpPr>
        <p:spPr>
          <a:xfrm>
            <a:off x="3174501" y="7466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5" name="Shape 4183"/>
          <p:cNvSpPr/>
          <p:nvPr/>
        </p:nvSpPr>
        <p:spPr>
          <a:xfrm>
            <a:off x="3386947" y="74443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6" name="Shape 4184"/>
          <p:cNvSpPr/>
          <p:nvPr/>
        </p:nvSpPr>
        <p:spPr>
          <a:xfrm>
            <a:off x="3272488" y="74266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7" name="Shape 4185"/>
          <p:cNvSpPr/>
          <p:nvPr/>
        </p:nvSpPr>
        <p:spPr>
          <a:xfrm>
            <a:off x="3334684" y="74731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8" name="Shape 4186"/>
          <p:cNvSpPr/>
          <p:nvPr/>
        </p:nvSpPr>
        <p:spPr>
          <a:xfrm>
            <a:off x="3212755" y="73898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9" name="Shape 4187"/>
          <p:cNvSpPr/>
          <p:nvPr/>
        </p:nvSpPr>
        <p:spPr>
          <a:xfrm>
            <a:off x="3412613" y="74242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0" name="Shape 4188"/>
          <p:cNvSpPr/>
          <p:nvPr/>
        </p:nvSpPr>
        <p:spPr>
          <a:xfrm>
            <a:off x="3093533" y="74070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1" name="Shape 4189"/>
          <p:cNvSpPr/>
          <p:nvPr/>
        </p:nvSpPr>
        <p:spPr>
          <a:xfrm>
            <a:off x="3240331" y="74150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2" name="Shape 4190"/>
          <p:cNvSpPr/>
          <p:nvPr/>
        </p:nvSpPr>
        <p:spPr>
          <a:xfrm>
            <a:off x="3307308" y="75317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3" name="Shape 4191"/>
          <p:cNvSpPr/>
          <p:nvPr/>
        </p:nvSpPr>
        <p:spPr>
          <a:xfrm>
            <a:off x="3059842" y="73826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4" name="Shape 4192"/>
          <p:cNvSpPr/>
          <p:nvPr/>
        </p:nvSpPr>
        <p:spPr>
          <a:xfrm>
            <a:off x="3237117" y="7400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5" name="Shape 4193"/>
          <p:cNvSpPr/>
          <p:nvPr/>
        </p:nvSpPr>
        <p:spPr>
          <a:xfrm>
            <a:off x="3165320" y="74850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6" name="Shape 4194"/>
          <p:cNvSpPr/>
          <p:nvPr/>
        </p:nvSpPr>
        <p:spPr>
          <a:xfrm>
            <a:off x="3036891" y="74159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7" name="Shape 4195"/>
          <p:cNvSpPr/>
          <p:nvPr/>
        </p:nvSpPr>
        <p:spPr>
          <a:xfrm>
            <a:off x="3305320" y="74292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8" name="Shape 4196"/>
          <p:cNvSpPr/>
          <p:nvPr/>
        </p:nvSpPr>
        <p:spPr>
          <a:xfrm>
            <a:off x="3314741" y="73843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9" name="Shape 4197"/>
          <p:cNvSpPr/>
          <p:nvPr/>
        </p:nvSpPr>
        <p:spPr>
          <a:xfrm>
            <a:off x="3143231" y="74467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0" name="Shape 4198"/>
          <p:cNvSpPr/>
          <p:nvPr/>
        </p:nvSpPr>
        <p:spPr>
          <a:xfrm>
            <a:off x="3241513" y="7454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1" name="Shape 4199"/>
          <p:cNvSpPr/>
          <p:nvPr/>
        </p:nvSpPr>
        <p:spPr>
          <a:xfrm>
            <a:off x="3404727" y="73544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2" name="Shape 4200"/>
          <p:cNvSpPr/>
          <p:nvPr/>
        </p:nvSpPr>
        <p:spPr>
          <a:xfrm>
            <a:off x="3271258" y="7466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3" name="Shape 4201"/>
          <p:cNvSpPr/>
          <p:nvPr/>
        </p:nvSpPr>
        <p:spPr>
          <a:xfrm>
            <a:off x="3222056" y="7363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4" name="Shape 4202"/>
          <p:cNvSpPr/>
          <p:nvPr/>
        </p:nvSpPr>
        <p:spPr>
          <a:xfrm>
            <a:off x="3084895" y="74192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5" name="Shape 4203"/>
          <p:cNvSpPr/>
          <p:nvPr/>
        </p:nvSpPr>
        <p:spPr>
          <a:xfrm>
            <a:off x="3251704" y="74981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6" name="Shape 4204"/>
          <p:cNvSpPr/>
          <p:nvPr/>
        </p:nvSpPr>
        <p:spPr>
          <a:xfrm>
            <a:off x="3349758" y="7437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7" name="Shape 4205"/>
          <p:cNvSpPr/>
          <p:nvPr/>
        </p:nvSpPr>
        <p:spPr>
          <a:xfrm>
            <a:off x="3197006" y="7443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8" name="Shape 4206"/>
          <p:cNvSpPr/>
          <p:nvPr/>
        </p:nvSpPr>
        <p:spPr>
          <a:xfrm>
            <a:off x="3425836" y="7180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9" name="Shape 4207"/>
          <p:cNvSpPr/>
          <p:nvPr/>
        </p:nvSpPr>
        <p:spPr>
          <a:xfrm>
            <a:off x="3265477" y="75242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0" name="Shape 4208"/>
          <p:cNvSpPr/>
          <p:nvPr/>
        </p:nvSpPr>
        <p:spPr>
          <a:xfrm>
            <a:off x="3057641" y="73747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1" name="Shape 4209"/>
          <p:cNvSpPr/>
          <p:nvPr/>
        </p:nvSpPr>
        <p:spPr>
          <a:xfrm>
            <a:off x="3192068" y="7533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2" name="Shape 4210"/>
          <p:cNvSpPr/>
          <p:nvPr/>
        </p:nvSpPr>
        <p:spPr>
          <a:xfrm>
            <a:off x="3339022" y="74957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3" name="Shape 4211"/>
          <p:cNvSpPr/>
          <p:nvPr/>
        </p:nvSpPr>
        <p:spPr>
          <a:xfrm>
            <a:off x="3419949" y="75254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4" name="Shape 4212"/>
          <p:cNvSpPr/>
          <p:nvPr/>
        </p:nvSpPr>
        <p:spPr>
          <a:xfrm>
            <a:off x="3169053" y="75489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5" name="Shape 4213"/>
          <p:cNvSpPr/>
          <p:nvPr/>
        </p:nvSpPr>
        <p:spPr>
          <a:xfrm>
            <a:off x="3415106" y="75033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6" name="Shape 4214"/>
          <p:cNvSpPr/>
          <p:nvPr/>
        </p:nvSpPr>
        <p:spPr>
          <a:xfrm>
            <a:off x="3172037" y="75810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7" name="Shape 4215"/>
          <p:cNvSpPr/>
          <p:nvPr/>
        </p:nvSpPr>
        <p:spPr>
          <a:xfrm>
            <a:off x="3288485" y="7668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8" name="Shape 4216"/>
          <p:cNvSpPr/>
          <p:nvPr/>
        </p:nvSpPr>
        <p:spPr>
          <a:xfrm>
            <a:off x="3440959" y="75868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9" name="Shape 4217"/>
          <p:cNvSpPr/>
          <p:nvPr/>
        </p:nvSpPr>
        <p:spPr>
          <a:xfrm>
            <a:off x="3049317" y="7770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0" name="Shape 4218"/>
          <p:cNvSpPr/>
          <p:nvPr/>
        </p:nvSpPr>
        <p:spPr>
          <a:xfrm>
            <a:off x="3049511" y="76858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1" name="Shape 4219"/>
          <p:cNvSpPr/>
          <p:nvPr/>
        </p:nvSpPr>
        <p:spPr>
          <a:xfrm>
            <a:off x="3437008" y="76599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2" name="Shape 4220"/>
          <p:cNvSpPr/>
          <p:nvPr/>
        </p:nvSpPr>
        <p:spPr>
          <a:xfrm>
            <a:off x="3138621" y="76273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3" name="Shape 4221"/>
          <p:cNvSpPr/>
          <p:nvPr/>
        </p:nvSpPr>
        <p:spPr>
          <a:xfrm>
            <a:off x="3275271" y="77984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4" name="Shape 4222"/>
          <p:cNvSpPr/>
          <p:nvPr/>
        </p:nvSpPr>
        <p:spPr>
          <a:xfrm>
            <a:off x="3029553" y="7601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5" name="Shape 4223"/>
          <p:cNvSpPr/>
          <p:nvPr/>
        </p:nvSpPr>
        <p:spPr>
          <a:xfrm>
            <a:off x="3264007" y="76331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6" name="Shape 4224"/>
          <p:cNvSpPr/>
          <p:nvPr/>
        </p:nvSpPr>
        <p:spPr>
          <a:xfrm>
            <a:off x="3223900" y="75751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7" name="Shape 4225"/>
          <p:cNvSpPr/>
          <p:nvPr/>
        </p:nvSpPr>
        <p:spPr>
          <a:xfrm>
            <a:off x="3384226" y="7456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8" name="Shape 4226"/>
          <p:cNvSpPr/>
          <p:nvPr/>
        </p:nvSpPr>
        <p:spPr>
          <a:xfrm>
            <a:off x="3364528" y="74164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9" name="Shape 4227"/>
          <p:cNvSpPr/>
          <p:nvPr/>
        </p:nvSpPr>
        <p:spPr>
          <a:xfrm>
            <a:off x="3054489" y="7383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0" name="Shape 4228"/>
          <p:cNvSpPr/>
          <p:nvPr/>
        </p:nvSpPr>
        <p:spPr>
          <a:xfrm>
            <a:off x="3152413" y="68459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1" name="Shape 4229"/>
          <p:cNvSpPr/>
          <p:nvPr/>
        </p:nvSpPr>
        <p:spPr>
          <a:xfrm>
            <a:off x="3217440" y="69727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2" name="Shape 4230"/>
          <p:cNvSpPr/>
          <p:nvPr/>
        </p:nvSpPr>
        <p:spPr>
          <a:xfrm>
            <a:off x="3410330" y="75085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3" name="Shape 4231"/>
          <p:cNvSpPr/>
          <p:nvPr/>
        </p:nvSpPr>
        <p:spPr>
          <a:xfrm>
            <a:off x="3410319" y="7121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4" name="Shape 4232"/>
          <p:cNvSpPr/>
          <p:nvPr/>
        </p:nvSpPr>
        <p:spPr>
          <a:xfrm>
            <a:off x="3062926" y="75914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5" name="Shape 4233"/>
          <p:cNvSpPr/>
          <p:nvPr/>
        </p:nvSpPr>
        <p:spPr>
          <a:xfrm>
            <a:off x="3222070" y="70770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6" name="Shape 4234"/>
          <p:cNvSpPr/>
          <p:nvPr/>
        </p:nvSpPr>
        <p:spPr>
          <a:xfrm>
            <a:off x="3291772" y="68737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7" name="Shape 4235"/>
          <p:cNvSpPr/>
          <p:nvPr/>
        </p:nvSpPr>
        <p:spPr>
          <a:xfrm>
            <a:off x="3338228" y="7005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8" name="Shape 4236"/>
          <p:cNvSpPr/>
          <p:nvPr/>
        </p:nvSpPr>
        <p:spPr>
          <a:xfrm>
            <a:off x="3244467" y="68970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9" name="Shape 4237"/>
          <p:cNvSpPr/>
          <p:nvPr/>
        </p:nvSpPr>
        <p:spPr>
          <a:xfrm>
            <a:off x="3172324" y="7095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0" name="Shape 4238"/>
          <p:cNvSpPr/>
          <p:nvPr/>
        </p:nvSpPr>
        <p:spPr>
          <a:xfrm>
            <a:off x="3440594" y="74924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1" name="Shape 4239"/>
          <p:cNvSpPr/>
          <p:nvPr/>
        </p:nvSpPr>
        <p:spPr>
          <a:xfrm>
            <a:off x="3333498" y="7153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2" name="Shape 4240"/>
          <p:cNvSpPr/>
          <p:nvPr/>
        </p:nvSpPr>
        <p:spPr>
          <a:xfrm>
            <a:off x="3343728" y="67732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3" name="Shape 4241"/>
          <p:cNvSpPr/>
          <p:nvPr/>
        </p:nvSpPr>
        <p:spPr>
          <a:xfrm>
            <a:off x="3360151" y="74923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4" name="Shape 4242"/>
          <p:cNvSpPr/>
          <p:nvPr/>
        </p:nvSpPr>
        <p:spPr>
          <a:xfrm>
            <a:off x="3047932" y="72193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5" name="Shape 4243"/>
          <p:cNvSpPr/>
          <p:nvPr/>
        </p:nvSpPr>
        <p:spPr>
          <a:xfrm>
            <a:off x="3359064" y="71531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6" name="Shape 4244"/>
          <p:cNvSpPr/>
          <p:nvPr/>
        </p:nvSpPr>
        <p:spPr>
          <a:xfrm>
            <a:off x="3314146" y="76154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7" name="Shape 4245"/>
          <p:cNvSpPr/>
          <p:nvPr/>
        </p:nvSpPr>
        <p:spPr>
          <a:xfrm>
            <a:off x="3266445" y="75396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8" name="Shape 4246"/>
          <p:cNvSpPr/>
          <p:nvPr/>
        </p:nvSpPr>
        <p:spPr>
          <a:xfrm>
            <a:off x="3451500" y="70387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9" name="Shape 4247"/>
          <p:cNvSpPr/>
          <p:nvPr/>
        </p:nvSpPr>
        <p:spPr>
          <a:xfrm>
            <a:off x="3052077" y="69634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0" name="Shape 4248"/>
          <p:cNvSpPr/>
          <p:nvPr/>
        </p:nvSpPr>
        <p:spPr>
          <a:xfrm>
            <a:off x="3451861" y="71798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1" name="Shape 4249"/>
          <p:cNvSpPr/>
          <p:nvPr/>
        </p:nvSpPr>
        <p:spPr>
          <a:xfrm>
            <a:off x="3194966" y="70156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2" name="Shape 4250"/>
          <p:cNvSpPr/>
          <p:nvPr/>
        </p:nvSpPr>
        <p:spPr>
          <a:xfrm>
            <a:off x="3192470" y="71145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3" name="Shape 4251"/>
          <p:cNvSpPr/>
          <p:nvPr/>
        </p:nvSpPr>
        <p:spPr>
          <a:xfrm>
            <a:off x="3308166" y="7134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4" name="Shape 4252"/>
          <p:cNvSpPr/>
          <p:nvPr/>
        </p:nvSpPr>
        <p:spPr>
          <a:xfrm>
            <a:off x="3242229" y="74591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5" name="Shape 4253"/>
          <p:cNvSpPr/>
          <p:nvPr/>
        </p:nvSpPr>
        <p:spPr>
          <a:xfrm>
            <a:off x="3369966" y="71037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6" name="Shape 4254"/>
          <p:cNvSpPr/>
          <p:nvPr/>
        </p:nvSpPr>
        <p:spPr>
          <a:xfrm>
            <a:off x="3401114" y="74970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7" name="Shape 4255"/>
          <p:cNvSpPr/>
          <p:nvPr/>
        </p:nvSpPr>
        <p:spPr>
          <a:xfrm>
            <a:off x="3166834" y="7619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8" name="Shape 4256"/>
          <p:cNvSpPr/>
          <p:nvPr/>
        </p:nvSpPr>
        <p:spPr>
          <a:xfrm>
            <a:off x="3112194" y="69177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9" name="Shape 4257"/>
          <p:cNvSpPr/>
          <p:nvPr/>
        </p:nvSpPr>
        <p:spPr>
          <a:xfrm>
            <a:off x="3216398" y="6868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0" name="Shape 4258"/>
          <p:cNvSpPr/>
          <p:nvPr/>
        </p:nvSpPr>
        <p:spPr>
          <a:xfrm>
            <a:off x="3238273" y="7076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1" name="Shape 4259"/>
          <p:cNvSpPr/>
          <p:nvPr/>
        </p:nvSpPr>
        <p:spPr>
          <a:xfrm>
            <a:off x="3320418" y="66671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2" name="Shape 4260"/>
          <p:cNvSpPr/>
          <p:nvPr/>
        </p:nvSpPr>
        <p:spPr>
          <a:xfrm>
            <a:off x="3042168" y="6872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3" name="Shape 4261"/>
          <p:cNvSpPr/>
          <p:nvPr/>
        </p:nvSpPr>
        <p:spPr>
          <a:xfrm>
            <a:off x="3344110" y="68575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4" name="Shape 4262"/>
          <p:cNvSpPr/>
          <p:nvPr/>
        </p:nvSpPr>
        <p:spPr>
          <a:xfrm>
            <a:off x="3340430" y="6649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5" name="Shape 4263"/>
          <p:cNvSpPr/>
          <p:nvPr/>
        </p:nvSpPr>
        <p:spPr>
          <a:xfrm>
            <a:off x="3288167" y="6786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6" name="Shape 4264"/>
          <p:cNvSpPr/>
          <p:nvPr/>
        </p:nvSpPr>
        <p:spPr>
          <a:xfrm>
            <a:off x="3432549" y="6859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7" name="Shape 4265"/>
          <p:cNvSpPr/>
          <p:nvPr/>
        </p:nvSpPr>
        <p:spPr>
          <a:xfrm>
            <a:off x="3093442" y="6766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8" name="Shape 4266"/>
          <p:cNvSpPr/>
          <p:nvPr/>
        </p:nvSpPr>
        <p:spPr>
          <a:xfrm>
            <a:off x="3241106" y="69370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9" name="Shape 4267"/>
          <p:cNvSpPr/>
          <p:nvPr/>
        </p:nvSpPr>
        <p:spPr>
          <a:xfrm>
            <a:off x="3058975" y="67503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0" name="Shape 4268"/>
          <p:cNvSpPr/>
          <p:nvPr/>
        </p:nvSpPr>
        <p:spPr>
          <a:xfrm>
            <a:off x="3345692" y="69102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1" name="Shape 4269"/>
          <p:cNvSpPr/>
          <p:nvPr/>
        </p:nvSpPr>
        <p:spPr>
          <a:xfrm>
            <a:off x="3403912" y="65981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2" name="Shape 4270"/>
          <p:cNvSpPr/>
          <p:nvPr/>
        </p:nvSpPr>
        <p:spPr>
          <a:xfrm>
            <a:off x="3175239" y="66965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3" name="Shape 4271"/>
          <p:cNvSpPr/>
          <p:nvPr/>
        </p:nvSpPr>
        <p:spPr>
          <a:xfrm>
            <a:off x="3146449" y="6982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4" name="Shape 4272"/>
          <p:cNvSpPr/>
          <p:nvPr/>
        </p:nvSpPr>
        <p:spPr>
          <a:xfrm>
            <a:off x="3161719" y="68595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5" name="Shape 4273"/>
          <p:cNvSpPr/>
          <p:nvPr/>
        </p:nvSpPr>
        <p:spPr>
          <a:xfrm>
            <a:off x="3181905" y="6607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6" name="Shape 4274"/>
          <p:cNvSpPr/>
          <p:nvPr/>
        </p:nvSpPr>
        <p:spPr>
          <a:xfrm>
            <a:off x="3215568" y="6843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7" name="Shape 4275"/>
          <p:cNvSpPr/>
          <p:nvPr/>
        </p:nvSpPr>
        <p:spPr>
          <a:xfrm>
            <a:off x="3096312" y="6739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8" name="Shape 4276"/>
          <p:cNvSpPr/>
          <p:nvPr/>
        </p:nvSpPr>
        <p:spPr>
          <a:xfrm>
            <a:off x="3193033" y="6864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9" name="Shape 4277"/>
          <p:cNvSpPr/>
          <p:nvPr/>
        </p:nvSpPr>
        <p:spPr>
          <a:xfrm>
            <a:off x="3166649" y="66580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0" name="Shape 4278"/>
          <p:cNvSpPr/>
          <p:nvPr/>
        </p:nvSpPr>
        <p:spPr>
          <a:xfrm>
            <a:off x="3327349" y="6658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1" name="Shape 4279"/>
          <p:cNvSpPr/>
          <p:nvPr/>
        </p:nvSpPr>
        <p:spPr>
          <a:xfrm>
            <a:off x="3109672" y="66320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2" name="Shape 4280"/>
          <p:cNvSpPr/>
          <p:nvPr/>
        </p:nvSpPr>
        <p:spPr>
          <a:xfrm>
            <a:off x="3221639" y="6746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3" name="Shape 4281"/>
          <p:cNvSpPr/>
          <p:nvPr/>
        </p:nvSpPr>
        <p:spPr>
          <a:xfrm>
            <a:off x="3376673" y="6876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4" name="Shape 4282"/>
          <p:cNvSpPr/>
          <p:nvPr/>
        </p:nvSpPr>
        <p:spPr>
          <a:xfrm>
            <a:off x="3307183" y="6671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5" name="Shape 4283"/>
          <p:cNvSpPr/>
          <p:nvPr/>
        </p:nvSpPr>
        <p:spPr>
          <a:xfrm>
            <a:off x="3400084" y="66578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6" name="Shape 4284"/>
          <p:cNvSpPr/>
          <p:nvPr/>
        </p:nvSpPr>
        <p:spPr>
          <a:xfrm>
            <a:off x="3092036" y="6636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7" name="Shape 4285"/>
          <p:cNvSpPr/>
          <p:nvPr/>
        </p:nvSpPr>
        <p:spPr>
          <a:xfrm>
            <a:off x="3221887" y="67006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8" name="Shape 4286"/>
          <p:cNvSpPr/>
          <p:nvPr/>
        </p:nvSpPr>
        <p:spPr>
          <a:xfrm>
            <a:off x="3152034" y="69375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9" name="Shape 4287"/>
          <p:cNvSpPr/>
          <p:nvPr/>
        </p:nvSpPr>
        <p:spPr>
          <a:xfrm>
            <a:off x="3284197" y="66679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0" name="Shape 4288"/>
          <p:cNvSpPr/>
          <p:nvPr/>
        </p:nvSpPr>
        <p:spPr>
          <a:xfrm>
            <a:off x="3451838" y="6724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1" name="Shape 4289"/>
          <p:cNvSpPr/>
          <p:nvPr/>
        </p:nvSpPr>
        <p:spPr>
          <a:xfrm>
            <a:off x="3436407" y="67971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2" name="Shape 4290"/>
          <p:cNvSpPr/>
          <p:nvPr/>
        </p:nvSpPr>
        <p:spPr>
          <a:xfrm>
            <a:off x="3171109" y="6821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3" name="Shape 4291"/>
          <p:cNvSpPr/>
          <p:nvPr/>
        </p:nvSpPr>
        <p:spPr>
          <a:xfrm>
            <a:off x="3105543" y="67257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4" name="Shape 4292"/>
          <p:cNvSpPr/>
          <p:nvPr/>
        </p:nvSpPr>
        <p:spPr>
          <a:xfrm>
            <a:off x="3141102" y="6791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5" name="Shape 4293"/>
          <p:cNvSpPr/>
          <p:nvPr/>
        </p:nvSpPr>
        <p:spPr>
          <a:xfrm>
            <a:off x="3139493" y="67280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6" name="Shape 4294"/>
          <p:cNvSpPr/>
          <p:nvPr/>
        </p:nvSpPr>
        <p:spPr>
          <a:xfrm>
            <a:off x="3150545" y="6663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7" name="Shape 4295"/>
          <p:cNvSpPr/>
          <p:nvPr/>
        </p:nvSpPr>
        <p:spPr>
          <a:xfrm>
            <a:off x="3201437" y="68104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8" name="Shape 4296"/>
          <p:cNvSpPr/>
          <p:nvPr/>
        </p:nvSpPr>
        <p:spPr>
          <a:xfrm>
            <a:off x="3124416" y="70814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9" name="Shape 4297"/>
          <p:cNvSpPr/>
          <p:nvPr/>
        </p:nvSpPr>
        <p:spPr>
          <a:xfrm>
            <a:off x="3260478" y="7168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0" name="Shape 4298"/>
          <p:cNvSpPr/>
          <p:nvPr/>
        </p:nvSpPr>
        <p:spPr>
          <a:xfrm>
            <a:off x="3219527" y="76517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1" name="Shape 4299"/>
          <p:cNvSpPr/>
          <p:nvPr/>
        </p:nvSpPr>
        <p:spPr>
          <a:xfrm>
            <a:off x="3422730" y="68678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2" name="Shape 4300"/>
          <p:cNvSpPr/>
          <p:nvPr/>
        </p:nvSpPr>
        <p:spPr>
          <a:xfrm>
            <a:off x="3411447" y="71255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3" name="Shape 4301"/>
          <p:cNvSpPr/>
          <p:nvPr/>
        </p:nvSpPr>
        <p:spPr>
          <a:xfrm>
            <a:off x="3304492" y="7505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4" name="Shape 4302"/>
          <p:cNvSpPr/>
          <p:nvPr/>
        </p:nvSpPr>
        <p:spPr>
          <a:xfrm>
            <a:off x="3240896" y="73539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5" name="Shape 4303"/>
          <p:cNvSpPr/>
          <p:nvPr/>
        </p:nvSpPr>
        <p:spPr>
          <a:xfrm>
            <a:off x="3370789" y="7388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6" name="Shape 4304"/>
          <p:cNvSpPr/>
          <p:nvPr/>
        </p:nvSpPr>
        <p:spPr>
          <a:xfrm>
            <a:off x="3342648" y="68481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7" name="Shape 4305"/>
          <p:cNvSpPr/>
          <p:nvPr/>
        </p:nvSpPr>
        <p:spPr>
          <a:xfrm>
            <a:off x="3170186" y="6976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8" name="Shape 4306"/>
          <p:cNvSpPr/>
          <p:nvPr/>
        </p:nvSpPr>
        <p:spPr>
          <a:xfrm>
            <a:off x="3458306" y="67745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9" name="Shape 4307"/>
          <p:cNvSpPr/>
          <p:nvPr/>
        </p:nvSpPr>
        <p:spPr>
          <a:xfrm>
            <a:off x="3232974" y="70552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0" name="Shape 4308"/>
          <p:cNvSpPr/>
          <p:nvPr/>
        </p:nvSpPr>
        <p:spPr>
          <a:xfrm>
            <a:off x="3096791" y="69929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1" name="Shape 4309"/>
          <p:cNvSpPr/>
          <p:nvPr/>
        </p:nvSpPr>
        <p:spPr>
          <a:xfrm>
            <a:off x="3240748" y="7320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2" name="Shape 4310"/>
          <p:cNvSpPr/>
          <p:nvPr/>
        </p:nvSpPr>
        <p:spPr>
          <a:xfrm>
            <a:off x="3343543" y="7000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3" name="Shape 4311"/>
          <p:cNvSpPr/>
          <p:nvPr/>
        </p:nvSpPr>
        <p:spPr>
          <a:xfrm>
            <a:off x="3449424" y="70458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4" name="Shape 4312"/>
          <p:cNvSpPr/>
          <p:nvPr/>
        </p:nvSpPr>
        <p:spPr>
          <a:xfrm>
            <a:off x="3136246" y="72004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5" name="Shape 4313"/>
          <p:cNvSpPr/>
          <p:nvPr/>
        </p:nvSpPr>
        <p:spPr>
          <a:xfrm>
            <a:off x="3064476" y="68608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6" name="Shape 4314"/>
          <p:cNvSpPr/>
          <p:nvPr/>
        </p:nvSpPr>
        <p:spPr>
          <a:xfrm>
            <a:off x="3221460" y="68790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7" name="Shape 4315"/>
          <p:cNvSpPr/>
          <p:nvPr/>
        </p:nvSpPr>
        <p:spPr>
          <a:xfrm>
            <a:off x="3376218" y="70525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8" name="Shape 4316"/>
          <p:cNvSpPr/>
          <p:nvPr/>
        </p:nvSpPr>
        <p:spPr>
          <a:xfrm>
            <a:off x="3123548" y="7212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9" name="Shape 4317"/>
          <p:cNvSpPr/>
          <p:nvPr/>
        </p:nvSpPr>
        <p:spPr>
          <a:xfrm>
            <a:off x="3205954" y="7011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0" name="Shape 4318"/>
          <p:cNvSpPr/>
          <p:nvPr/>
        </p:nvSpPr>
        <p:spPr>
          <a:xfrm>
            <a:off x="3034146" y="67668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1" name="Shape 4319"/>
          <p:cNvSpPr/>
          <p:nvPr/>
        </p:nvSpPr>
        <p:spPr>
          <a:xfrm>
            <a:off x="3320141" y="7023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2" name="Shape 4320"/>
          <p:cNvSpPr/>
          <p:nvPr/>
        </p:nvSpPr>
        <p:spPr>
          <a:xfrm>
            <a:off x="3310775" y="72118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3" name="Shape 4321"/>
          <p:cNvSpPr/>
          <p:nvPr/>
        </p:nvSpPr>
        <p:spPr>
          <a:xfrm>
            <a:off x="3361524" y="6912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4" name="Shape 4322"/>
          <p:cNvSpPr/>
          <p:nvPr/>
        </p:nvSpPr>
        <p:spPr>
          <a:xfrm>
            <a:off x="3169206" y="7257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5" name="Shape 4323"/>
          <p:cNvSpPr/>
          <p:nvPr/>
        </p:nvSpPr>
        <p:spPr>
          <a:xfrm>
            <a:off x="3268352" y="6959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6" name="Shape 4324"/>
          <p:cNvSpPr/>
          <p:nvPr/>
        </p:nvSpPr>
        <p:spPr>
          <a:xfrm>
            <a:off x="3263993" y="6860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7" name="Shape 4325"/>
          <p:cNvSpPr/>
          <p:nvPr/>
        </p:nvSpPr>
        <p:spPr>
          <a:xfrm>
            <a:off x="3456885" y="6884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8" name="Shape 4326"/>
          <p:cNvSpPr/>
          <p:nvPr/>
        </p:nvSpPr>
        <p:spPr>
          <a:xfrm>
            <a:off x="3449855" y="70212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9" name="Shape 4327"/>
          <p:cNvSpPr/>
          <p:nvPr/>
        </p:nvSpPr>
        <p:spPr>
          <a:xfrm>
            <a:off x="3204067" y="7096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0" name="Shape 4328"/>
          <p:cNvSpPr/>
          <p:nvPr/>
        </p:nvSpPr>
        <p:spPr>
          <a:xfrm>
            <a:off x="3404673" y="7028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1" name="Shape 4329"/>
          <p:cNvSpPr/>
          <p:nvPr/>
        </p:nvSpPr>
        <p:spPr>
          <a:xfrm>
            <a:off x="3335353" y="6786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2" name="Shape 4330"/>
          <p:cNvSpPr/>
          <p:nvPr/>
        </p:nvSpPr>
        <p:spPr>
          <a:xfrm>
            <a:off x="3241162" y="67578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3" name="Shape 4331"/>
          <p:cNvSpPr/>
          <p:nvPr/>
        </p:nvSpPr>
        <p:spPr>
          <a:xfrm>
            <a:off x="3151217" y="72295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4" name="Shape 4332"/>
          <p:cNvSpPr/>
          <p:nvPr/>
        </p:nvSpPr>
        <p:spPr>
          <a:xfrm>
            <a:off x="3298629" y="69713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5" name="Shape 4333"/>
          <p:cNvSpPr/>
          <p:nvPr/>
        </p:nvSpPr>
        <p:spPr>
          <a:xfrm>
            <a:off x="3293671" y="68403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6" name="Shape 4334"/>
          <p:cNvSpPr/>
          <p:nvPr/>
        </p:nvSpPr>
        <p:spPr>
          <a:xfrm>
            <a:off x="3252457" y="69195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7" name="Shape 4335"/>
          <p:cNvSpPr/>
          <p:nvPr/>
        </p:nvSpPr>
        <p:spPr>
          <a:xfrm>
            <a:off x="3187468" y="70511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8" name="Shape 4336"/>
          <p:cNvSpPr/>
          <p:nvPr/>
        </p:nvSpPr>
        <p:spPr>
          <a:xfrm>
            <a:off x="3445318" y="71915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9" name="Shape 4337"/>
          <p:cNvSpPr/>
          <p:nvPr/>
        </p:nvSpPr>
        <p:spPr>
          <a:xfrm>
            <a:off x="3454668" y="70378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0" name="Shape 4338"/>
          <p:cNvSpPr/>
          <p:nvPr/>
        </p:nvSpPr>
        <p:spPr>
          <a:xfrm>
            <a:off x="3091086" y="68059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1" name="Shape 4339"/>
          <p:cNvSpPr/>
          <p:nvPr/>
        </p:nvSpPr>
        <p:spPr>
          <a:xfrm>
            <a:off x="3373426" y="67657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2" name="Shape 4340"/>
          <p:cNvSpPr/>
          <p:nvPr/>
        </p:nvSpPr>
        <p:spPr>
          <a:xfrm>
            <a:off x="3279829" y="75614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3" name="Shape 4341"/>
          <p:cNvSpPr/>
          <p:nvPr/>
        </p:nvSpPr>
        <p:spPr>
          <a:xfrm>
            <a:off x="3083643" y="7521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4" name="Shape 4342"/>
          <p:cNvSpPr/>
          <p:nvPr/>
        </p:nvSpPr>
        <p:spPr>
          <a:xfrm>
            <a:off x="3033304" y="74597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5" name="Shape 4343"/>
          <p:cNvSpPr/>
          <p:nvPr/>
        </p:nvSpPr>
        <p:spPr>
          <a:xfrm>
            <a:off x="3435063" y="7212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6" name="Shape 4344"/>
          <p:cNvSpPr/>
          <p:nvPr/>
        </p:nvSpPr>
        <p:spPr>
          <a:xfrm>
            <a:off x="3142436" y="71356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7" name="Shape 4345"/>
          <p:cNvSpPr/>
          <p:nvPr/>
        </p:nvSpPr>
        <p:spPr>
          <a:xfrm>
            <a:off x="3417057" y="72073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8" name="Shape 4346"/>
          <p:cNvSpPr/>
          <p:nvPr/>
        </p:nvSpPr>
        <p:spPr>
          <a:xfrm>
            <a:off x="3132886" y="71815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9" name="Shape 4347"/>
          <p:cNvSpPr/>
          <p:nvPr/>
        </p:nvSpPr>
        <p:spPr>
          <a:xfrm>
            <a:off x="3345129" y="7241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0" name="Shape 4348"/>
          <p:cNvSpPr/>
          <p:nvPr/>
        </p:nvSpPr>
        <p:spPr>
          <a:xfrm>
            <a:off x="3393149" y="71858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1" name="Shape 4349"/>
          <p:cNvSpPr/>
          <p:nvPr/>
        </p:nvSpPr>
        <p:spPr>
          <a:xfrm>
            <a:off x="3434875" y="7136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2" name="Shape 4350"/>
          <p:cNvSpPr/>
          <p:nvPr/>
        </p:nvSpPr>
        <p:spPr>
          <a:xfrm>
            <a:off x="3078007" y="71605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3" name="Shape 4351"/>
          <p:cNvSpPr/>
          <p:nvPr/>
        </p:nvSpPr>
        <p:spPr>
          <a:xfrm>
            <a:off x="3290974" y="71915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4" name="Shape 4352"/>
          <p:cNvSpPr/>
          <p:nvPr/>
        </p:nvSpPr>
        <p:spPr>
          <a:xfrm>
            <a:off x="3168286" y="72767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5" name="Shape 4353"/>
          <p:cNvSpPr/>
          <p:nvPr/>
        </p:nvSpPr>
        <p:spPr>
          <a:xfrm>
            <a:off x="3190113" y="7103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6" name="Shape 4354"/>
          <p:cNvSpPr/>
          <p:nvPr/>
        </p:nvSpPr>
        <p:spPr>
          <a:xfrm>
            <a:off x="3160592" y="73832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7" name="Shape 4355"/>
          <p:cNvSpPr/>
          <p:nvPr/>
        </p:nvSpPr>
        <p:spPr>
          <a:xfrm>
            <a:off x="3306817" y="73405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8" name="Shape 4356"/>
          <p:cNvSpPr/>
          <p:nvPr/>
        </p:nvSpPr>
        <p:spPr>
          <a:xfrm>
            <a:off x="3383445" y="73636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9" name="Shape 4357"/>
          <p:cNvSpPr/>
          <p:nvPr/>
        </p:nvSpPr>
        <p:spPr>
          <a:xfrm>
            <a:off x="3171490" y="71657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0" name="Shape 4358"/>
          <p:cNvSpPr/>
          <p:nvPr/>
        </p:nvSpPr>
        <p:spPr>
          <a:xfrm>
            <a:off x="3419753" y="70116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1" name="Shape 4359"/>
          <p:cNvSpPr/>
          <p:nvPr/>
        </p:nvSpPr>
        <p:spPr>
          <a:xfrm>
            <a:off x="3039624" y="7365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2" name="Shape 4360"/>
          <p:cNvSpPr/>
          <p:nvPr/>
        </p:nvSpPr>
        <p:spPr>
          <a:xfrm>
            <a:off x="3440892" y="72657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3" name="Shape 4361"/>
          <p:cNvSpPr/>
          <p:nvPr/>
        </p:nvSpPr>
        <p:spPr>
          <a:xfrm>
            <a:off x="3090023" y="77685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4" name="Shape 4362"/>
          <p:cNvSpPr/>
          <p:nvPr/>
        </p:nvSpPr>
        <p:spPr>
          <a:xfrm>
            <a:off x="3291655" y="78414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5" name="Shape 4363"/>
          <p:cNvSpPr/>
          <p:nvPr/>
        </p:nvSpPr>
        <p:spPr>
          <a:xfrm>
            <a:off x="3033670" y="77299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6" name="Shape 4364"/>
          <p:cNvSpPr/>
          <p:nvPr/>
        </p:nvSpPr>
        <p:spPr>
          <a:xfrm>
            <a:off x="3136907" y="75772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7" name="Shape 4365"/>
          <p:cNvSpPr/>
          <p:nvPr/>
        </p:nvSpPr>
        <p:spPr>
          <a:xfrm>
            <a:off x="3288005" y="77705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8" name="Shape 4366"/>
          <p:cNvSpPr/>
          <p:nvPr/>
        </p:nvSpPr>
        <p:spPr>
          <a:xfrm>
            <a:off x="3127314" y="78976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9" name="Shape 4367"/>
          <p:cNvSpPr/>
          <p:nvPr/>
        </p:nvSpPr>
        <p:spPr>
          <a:xfrm>
            <a:off x="3334168" y="7631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0" name="Shape 4368"/>
          <p:cNvSpPr/>
          <p:nvPr/>
        </p:nvSpPr>
        <p:spPr>
          <a:xfrm>
            <a:off x="3253088" y="79146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1" name="Shape 4369"/>
          <p:cNvSpPr/>
          <p:nvPr/>
        </p:nvSpPr>
        <p:spPr>
          <a:xfrm>
            <a:off x="3313980" y="75721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2" name="Shape 4370"/>
          <p:cNvSpPr/>
          <p:nvPr/>
        </p:nvSpPr>
        <p:spPr>
          <a:xfrm>
            <a:off x="3117419" y="79137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3" name="Shape 4371"/>
          <p:cNvSpPr/>
          <p:nvPr/>
        </p:nvSpPr>
        <p:spPr>
          <a:xfrm>
            <a:off x="3160628" y="7559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4" name="Shape 4372"/>
          <p:cNvSpPr/>
          <p:nvPr/>
        </p:nvSpPr>
        <p:spPr>
          <a:xfrm>
            <a:off x="3244971" y="79142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5" name="Shape 4373"/>
          <p:cNvSpPr/>
          <p:nvPr/>
        </p:nvSpPr>
        <p:spPr>
          <a:xfrm>
            <a:off x="3141025" y="70144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6" name="Shape 4374"/>
          <p:cNvSpPr/>
          <p:nvPr/>
        </p:nvSpPr>
        <p:spPr>
          <a:xfrm>
            <a:off x="3197116" y="7085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7" name="Shape 4375"/>
          <p:cNvSpPr/>
          <p:nvPr/>
        </p:nvSpPr>
        <p:spPr>
          <a:xfrm>
            <a:off x="3388967" y="74044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8" name="Shape 4376"/>
          <p:cNvSpPr/>
          <p:nvPr/>
        </p:nvSpPr>
        <p:spPr>
          <a:xfrm>
            <a:off x="3309835" y="74200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9" name="Shape 4377"/>
          <p:cNvSpPr/>
          <p:nvPr/>
        </p:nvSpPr>
        <p:spPr>
          <a:xfrm>
            <a:off x="3303685" y="69309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0" name="Shape 4378"/>
          <p:cNvSpPr/>
          <p:nvPr/>
        </p:nvSpPr>
        <p:spPr>
          <a:xfrm>
            <a:off x="3403767" y="70678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1" name="Shape 4379"/>
          <p:cNvSpPr/>
          <p:nvPr/>
        </p:nvSpPr>
        <p:spPr>
          <a:xfrm>
            <a:off x="3306048" y="72470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2" name="Shape 4380"/>
          <p:cNvSpPr/>
          <p:nvPr/>
        </p:nvSpPr>
        <p:spPr>
          <a:xfrm>
            <a:off x="3226443" y="69515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3" name="Shape 4381"/>
          <p:cNvSpPr/>
          <p:nvPr/>
        </p:nvSpPr>
        <p:spPr>
          <a:xfrm>
            <a:off x="3422030" y="7023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4" name="Shape 4382"/>
          <p:cNvSpPr/>
          <p:nvPr/>
        </p:nvSpPr>
        <p:spPr>
          <a:xfrm>
            <a:off x="3085552" y="72364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5" name="Shape 4383"/>
          <p:cNvSpPr/>
          <p:nvPr/>
        </p:nvSpPr>
        <p:spPr>
          <a:xfrm>
            <a:off x="3394774" y="72699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6" name="Shape 4384"/>
          <p:cNvSpPr/>
          <p:nvPr/>
        </p:nvSpPr>
        <p:spPr>
          <a:xfrm>
            <a:off x="3287021" y="6931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7" name="Shape 4385"/>
          <p:cNvSpPr/>
          <p:nvPr/>
        </p:nvSpPr>
        <p:spPr>
          <a:xfrm>
            <a:off x="3255031" y="69692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8" name="Shape 4386"/>
          <p:cNvSpPr/>
          <p:nvPr/>
        </p:nvSpPr>
        <p:spPr>
          <a:xfrm>
            <a:off x="3131817" y="72749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9" name="Shape 4387"/>
          <p:cNvSpPr/>
          <p:nvPr/>
        </p:nvSpPr>
        <p:spPr>
          <a:xfrm>
            <a:off x="3057761" y="7225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0" name="Shape 4388"/>
          <p:cNvSpPr/>
          <p:nvPr/>
        </p:nvSpPr>
        <p:spPr>
          <a:xfrm>
            <a:off x="3409847" y="72531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1" name="Shape 4389"/>
          <p:cNvSpPr/>
          <p:nvPr/>
        </p:nvSpPr>
        <p:spPr>
          <a:xfrm>
            <a:off x="3381915" y="7250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2" name="Shape 4390"/>
          <p:cNvSpPr/>
          <p:nvPr/>
        </p:nvSpPr>
        <p:spPr>
          <a:xfrm>
            <a:off x="3104140" y="72646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3" name="Shape 4391"/>
          <p:cNvSpPr/>
          <p:nvPr/>
        </p:nvSpPr>
        <p:spPr>
          <a:xfrm>
            <a:off x="3076872" y="7253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4" name="Shape 4392"/>
          <p:cNvSpPr/>
          <p:nvPr/>
        </p:nvSpPr>
        <p:spPr>
          <a:xfrm>
            <a:off x="3213843" y="70203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5" name="Shape 4393"/>
          <p:cNvSpPr/>
          <p:nvPr/>
        </p:nvSpPr>
        <p:spPr>
          <a:xfrm>
            <a:off x="3386213" y="73446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6" name="Shape 4394"/>
          <p:cNvSpPr/>
          <p:nvPr/>
        </p:nvSpPr>
        <p:spPr>
          <a:xfrm>
            <a:off x="3063612" y="7112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7" name="Shape 4395"/>
          <p:cNvSpPr/>
          <p:nvPr/>
        </p:nvSpPr>
        <p:spPr>
          <a:xfrm>
            <a:off x="3444613" y="7476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8" name="Shape 4396"/>
          <p:cNvSpPr/>
          <p:nvPr/>
        </p:nvSpPr>
        <p:spPr>
          <a:xfrm>
            <a:off x="3293779" y="71434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9" name="Shape 4397"/>
          <p:cNvSpPr/>
          <p:nvPr/>
        </p:nvSpPr>
        <p:spPr>
          <a:xfrm>
            <a:off x="3289856" y="75345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0" name="Shape 4398"/>
          <p:cNvSpPr/>
          <p:nvPr/>
        </p:nvSpPr>
        <p:spPr>
          <a:xfrm>
            <a:off x="3029247" y="7520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1" name="Shape 4399"/>
          <p:cNvSpPr/>
          <p:nvPr/>
        </p:nvSpPr>
        <p:spPr>
          <a:xfrm>
            <a:off x="3140438" y="7495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2" name="Shape 4400"/>
          <p:cNvSpPr/>
          <p:nvPr/>
        </p:nvSpPr>
        <p:spPr>
          <a:xfrm>
            <a:off x="3197959" y="75485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3" name="Shape 4401"/>
          <p:cNvSpPr/>
          <p:nvPr/>
        </p:nvSpPr>
        <p:spPr>
          <a:xfrm>
            <a:off x="3085318" y="70099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4" name="Shape 4402"/>
          <p:cNvSpPr/>
          <p:nvPr/>
        </p:nvSpPr>
        <p:spPr>
          <a:xfrm>
            <a:off x="3094058" y="6726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5" name="Shape 4403"/>
          <p:cNvSpPr/>
          <p:nvPr/>
        </p:nvSpPr>
        <p:spPr>
          <a:xfrm>
            <a:off x="3112429" y="7561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6" name="Shape 4404"/>
          <p:cNvSpPr/>
          <p:nvPr/>
        </p:nvSpPr>
        <p:spPr>
          <a:xfrm>
            <a:off x="3267182" y="77148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7" name="Shape 4405"/>
          <p:cNvSpPr/>
          <p:nvPr/>
        </p:nvSpPr>
        <p:spPr>
          <a:xfrm>
            <a:off x="3385890" y="7726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8" name="Shape 4406"/>
          <p:cNvSpPr/>
          <p:nvPr/>
        </p:nvSpPr>
        <p:spPr>
          <a:xfrm>
            <a:off x="3210801" y="7744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9" name="Shape 4407"/>
          <p:cNvSpPr/>
          <p:nvPr/>
        </p:nvSpPr>
        <p:spPr>
          <a:xfrm>
            <a:off x="3450799" y="76061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0" name="Shape 4408"/>
          <p:cNvSpPr/>
          <p:nvPr/>
        </p:nvSpPr>
        <p:spPr>
          <a:xfrm>
            <a:off x="3186421" y="67081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1" name="Shape 4409"/>
          <p:cNvSpPr/>
          <p:nvPr/>
        </p:nvSpPr>
        <p:spPr>
          <a:xfrm>
            <a:off x="3319857" y="66985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2" name="Shape 4410"/>
          <p:cNvSpPr/>
          <p:nvPr/>
        </p:nvSpPr>
        <p:spPr>
          <a:xfrm>
            <a:off x="3152701" y="72601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3" name="Shape 4411"/>
          <p:cNvSpPr/>
          <p:nvPr/>
        </p:nvSpPr>
        <p:spPr>
          <a:xfrm>
            <a:off x="3228190" y="7413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4" name="Shape 4412"/>
          <p:cNvSpPr/>
          <p:nvPr/>
        </p:nvSpPr>
        <p:spPr>
          <a:xfrm>
            <a:off x="3126228" y="71912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5" name="Shape 4413"/>
          <p:cNvSpPr/>
          <p:nvPr/>
        </p:nvSpPr>
        <p:spPr>
          <a:xfrm>
            <a:off x="3028743" y="68932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6" name="Shape 4414"/>
          <p:cNvSpPr/>
          <p:nvPr/>
        </p:nvSpPr>
        <p:spPr>
          <a:xfrm>
            <a:off x="3392128" y="66320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7" name="Shape 4415"/>
          <p:cNvSpPr/>
          <p:nvPr/>
        </p:nvSpPr>
        <p:spPr>
          <a:xfrm>
            <a:off x="3147173" y="6617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8" name="Shape 4416"/>
          <p:cNvSpPr/>
          <p:nvPr/>
        </p:nvSpPr>
        <p:spPr>
          <a:xfrm>
            <a:off x="3195014" y="70016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9" name="Shape 4417"/>
          <p:cNvSpPr/>
          <p:nvPr/>
        </p:nvSpPr>
        <p:spPr>
          <a:xfrm>
            <a:off x="3454639" y="73898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0" name="Shape 4418"/>
          <p:cNvSpPr/>
          <p:nvPr/>
        </p:nvSpPr>
        <p:spPr>
          <a:xfrm>
            <a:off x="3303709" y="70268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1" name="Shape 4419"/>
          <p:cNvSpPr/>
          <p:nvPr/>
        </p:nvSpPr>
        <p:spPr>
          <a:xfrm>
            <a:off x="3375467" y="70720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2" name="Shape 4420"/>
          <p:cNvSpPr/>
          <p:nvPr/>
        </p:nvSpPr>
        <p:spPr>
          <a:xfrm>
            <a:off x="3304640" y="72095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3" name="Shape 4421"/>
          <p:cNvSpPr/>
          <p:nvPr/>
        </p:nvSpPr>
        <p:spPr>
          <a:xfrm>
            <a:off x="3093816" y="7237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4" name="Shape 4422"/>
          <p:cNvSpPr/>
          <p:nvPr/>
        </p:nvSpPr>
        <p:spPr>
          <a:xfrm>
            <a:off x="3315078" y="71482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5" name="Shape 4423"/>
          <p:cNvSpPr/>
          <p:nvPr/>
        </p:nvSpPr>
        <p:spPr>
          <a:xfrm>
            <a:off x="3183004" y="70898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6" name="Shape 4424"/>
          <p:cNvSpPr/>
          <p:nvPr/>
        </p:nvSpPr>
        <p:spPr>
          <a:xfrm>
            <a:off x="3139449" y="71476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7" name="Shape 4425"/>
          <p:cNvSpPr/>
          <p:nvPr/>
        </p:nvSpPr>
        <p:spPr>
          <a:xfrm>
            <a:off x="3331567" y="75545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8" name="Shape 4426"/>
          <p:cNvSpPr/>
          <p:nvPr/>
        </p:nvSpPr>
        <p:spPr>
          <a:xfrm>
            <a:off x="3289983" y="6931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9" name="Shape 4427"/>
          <p:cNvSpPr/>
          <p:nvPr/>
        </p:nvSpPr>
        <p:spPr>
          <a:xfrm>
            <a:off x="3085311" y="72978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0" name="Shape 4428"/>
          <p:cNvSpPr/>
          <p:nvPr/>
        </p:nvSpPr>
        <p:spPr>
          <a:xfrm>
            <a:off x="3154525" y="69734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1" name="Shape 4429"/>
          <p:cNvSpPr/>
          <p:nvPr/>
        </p:nvSpPr>
        <p:spPr>
          <a:xfrm>
            <a:off x="3113803" y="72462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2" name="Shape 4430"/>
          <p:cNvSpPr/>
          <p:nvPr/>
        </p:nvSpPr>
        <p:spPr>
          <a:xfrm>
            <a:off x="3331973" y="70928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3" name="Shape 4431"/>
          <p:cNvSpPr/>
          <p:nvPr/>
        </p:nvSpPr>
        <p:spPr>
          <a:xfrm>
            <a:off x="3249591" y="70997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4" name="Shape 4432"/>
          <p:cNvSpPr/>
          <p:nvPr/>
        </p:nvSpPr>
        <p:spPr>
          <a:xfrm>
            <a:off x="3124458" y="71353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5" name="Shape 4433"/>
          <p:cNvSpPr/>
          <p:nvPr/>
        </p:nvSpPr>
        <p:spPr>
          <a:xfrm>
            <a:off x="3281673" y="76754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6" name="Shape 4434"/>
          <p:cNvSpPr/>
          <p:nvPr/>
        </p:nvSpPr>
        <p:spPr>
          <a:xfrm>
            <a:off x="3086603" y="76734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7" name="Shape 4435"/>
          <p:cNvSpPr/>
          <p:nvPr/>
        </p:nvSpPr>
        <p:spPr>
          <a:xfrm>
            <a:off x="3277593" y="76696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8" name="Shape 4436"/>
          <p:cNvSpPr/>
          <p:nvPr/>
        </p:nvSpPr>
        <p:spPr>
          <a:xfrm>
            <a:off x="3256238" y="76871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9" name="Shape 4437"/>
          <p:cNvSpPr/>
          <p:nvPr/>
        </p:nvSpPr>
        <p:spPr>
          <a:xfrm>
            <a:off x="3253002" y="69603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0" name="Shape 4438"/>
          <p:cNvSpPr/>
          <p:nvPr/>
        </p:nvSpPr>
        <p:spPr>
          <a:xfrm>
            <a:off x="3079443" y="7177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1" name="Shape 4439"/>
          <p:cNvSpPr/>
          <p:nvPr/>
        </p:nvSpPr>
        <p:spPr>
          <a:xfrm>
            <a:off x="3310070" y="6894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2" name="Shape 4440"/>
          <p:cNvSpPr/>
          <p:nvPr/>
        </p:nvSpPr>
        <p:spPr>
          <a:xfrm>
            <a:off x="3104350" y="70756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3" name="Shape 4441"/>
          <p:cNvSpPr/>
          <p:nvPr/>
        </p:nvSpPr>
        <p:spPr>
          <a:xfrm>
            <a:off x="3437851" y="70295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4" name="Shape 4442"/>
          <p:cNvSpPr/>
          <p:nvPr/>
        </p:nvSpPr>
        <p:spPr>
          <a:xfrm>
            <a:off x="3108588" y="71845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5" name="Shape 4443"/>
          <p:cNvSpPr/>
          <p:nvPr/>
        </p:nvSpPr>
        <p:spPr>
          <a:xfrm>
            <a:off x="3348166" y="7144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6" name="Shape 4444"/>
          <p:cNvSpPr/>
          <p:nvPr/>
        </p:nvSpPr>
        <p:spPr>
          <a:xfrm>
            <a:off x="3358935" y="71845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7" name="Shape 4445"/>
          <p:cNvSpPr/>
          <p:nvPr/>
        </p:nvSpPr>
        <p:spPr>
          <a:xfrm>
            <a:off x="3330219" y="6840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8" name="Shape 4446"/>
          <p:cNvSpPr/>
          <p:nvPr/>
        </p:nvSpPr>
        <p:spPr>
          <a:xfrm>
            <a:off x="3048323" y="7464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9" name="Shape 4447"/>
          <p:cNvSpPr/>
          <p:nvPr/>
        </p:nvSpPr>
        <p:spPr>
          <a:xfrm>
            <a:off x="3204611" y="75155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0" name="Shape 4448"/>
          <p:cNvSpPr/>
          <p:nvPr/>
        </p:nvSpPr>
        <p:spPr>
          <a:xfrm>
            <a:off x="3288643" y="75586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1" name="Shape 4449"/>
          <p:cNvSpPr/>
          <p:nvPr/>
        </p:nvSpPr>
        <p:spPr>
          <a:xfrm>
            <a:off x="3275952" y="7558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2" name="Shape 4450"/>
          <p:cNvSpPr/>
          <p:nvPr/>
        </p:nvSpPr>
        <p:spPr>
          <a:xfrm>
            <a:off x="3344335" y="7548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3" name="Shape 4451"/>
          <p:cNvSpPr/>
          <p:nvPr/>
        </p:nvSpPr>
        <p:spPr>
          <a:xfrm>
            <a:off x="3081317" y="7562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4" name="Shape 4452"/>
          <p:cNvSpPr/>
          <p:nvPr/>
        </p:nvSpPr>
        <p:spPr>
          <a:xfrm>
            <a:off x="3262085" y="68664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5" name="Shape 4453"/>
          <p:cNvSpPr/>
          <p:nvPr/>
        </p:nvSpPr>
        <p:spPr>
          <a:xfrm>
            <a:off x="3035454" y="70758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6" name="Shape 4454"/>
          <p:cNvSpPr/>
          <p:nvPr/>
        </p:nvSpPr>
        <p:spPr>
          <a:xfrm>
            <a:off x="3441113" y="6936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7" name="Shape 4455"/>
          <p:cNvSpPr/>
          <p:nvPr/>
        </p:nvSpPr>
        <p:spPr>
          <a:xfrm>
            <a:off x="3168985" y="7477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8" name="Shape 4456"/>
          <p:cNvSpPr/>
          <p:nvPr/>
        </p:nvSpPr>
        <p:spPr>
          <a:xfrm>
            <a:off x="3215350" y="72343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9" name="Shape 4457"/>
          <p:cNvSpPr/>
          <p:nvPr/>
        </p:nvSpPr>
        <p:spPr>
          <a:xfrm>
            <a:off x="3301436" y="70324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0" name="Shape 4458"/>
          <p:cNvSpPr/>
          <p:nvPr/>
        </p:nvSpPr>
        <p:spPr>
          <a:xfrm>
            <a:off x="3199489" y="73561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1" name="Shape 4459"/>
          <p:cNvSpPr/>
          <p:nvPr/>
        </p:nvSpPr>
        <p:spPr>
          <a:xfrm>
            <a:off x="3065881" y="6828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2" name="Shape 4460"/>
          <p:cNvSpPr/>
          <p:nvPr/>
        </p:nvSpPr>
        <p:spPr>
          <a:xfrm>
            <a:off x="3371486" y="7327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3" name="Shape 4461"/>
          <p:cNvSpPr/>
          <p:nvPr/>
        </p:nvSpPr>
        <p:spPr>
          <a:xfrm>
            <a:off x="3438063" y="7286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4" name="Shape 4462"/>
          <p:cNvSpPr/>
          <p:nvPr/>
        </p:nvSpPr>
        <p:spPr>
          <a:xfrm>
            <a:off x="3067883" y="72573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5" name="Shape 4463"/>
          <p:cNvSpPr/>
          <p:nvPr/>
        </p:nvSpPr>
        <p:spPr>
          <a:xfrm>
            <a:off x="3202709" y="69651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6" name="Shape 4464"/>
          <p:cNvSpPr/>
          <p:nvPr/>
        </p:nvSpPr>
        <p:spPr>
          <a:xfrm>
            <a:off x="3379302" y="7109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7" name="Shape 4465"/>
          <p:cNvSpPr/>
          <p:nvPr/>
        </p:nvSpPr>
        <p:spPr>
          <a:xfrm>
            <a:off x="3423072" y="6778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8" name="Shape 4466"/>
          <p:cNvSpPr/>
          <p:nvPr/>
        </p:nvSpPr>
        <p:spPr>
          <a:xfrm>
            <a:off x="3194897" y="71293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9" name="Shape 4467"/>
          <p:cNvSpPr/>
          <p:nvPr/>
        </p:nvSpPr>
        <p:spPr>
          <a:xfrm>
            <a:off x="3211226" y="70044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0" name="Shape 4468"/>
          <p:cNvSpPr/>
          <p:nvPr/>
        </p:nvSpPr>
        <p:spPr>
          <a:xfrm>
            <a:off x="3157899" y="70767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1" name="Shape 4469"/>
          <p:cNvSpPr/>
          <p:nvPr/>
        </p:nvSpPr>
        <p:spPr>
          <a:xfrm>
            <a:off x="3092488" y="76553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2" name="Shape 4470"/>
          <p:cNvSpPr/>
          <p:nvPr/>
        </p:nvSpPr>
        <p:spPr>
          <a:xfrm>
            <a:off x="3178387" y="70141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3" name="Shape 4471"/>
          <p:cNvSpPr/>
          <p:nvPr/>
        </p:nvSpPr>
        <p:spPr>
          <a:xfrm>
            <a:off x="3255923" y="7578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4" name="Shape 4472"/>
          <p:cNvSpPr/>
          <p:nvPr/>
        </p:nvSpPr>
        <p:spPr>
          <a:xfrm>
            <a:off x="3252080" y="7015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5" name="Shape 4473"/>
          <p:cNvSpPr/>
          <p:nvPr/>
        </p:nvSpPr>
        <p:spPr>
          <a:xfrm>
            <a:off x="3299189" y="7203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6" name="Shape 4474"/>
          <p:cNvSpPr/>
          <p:nvPr/>
        </p:nvSpPr>
        <p:spPr>
          <a:xfrm>
            <a:off x="3072849" y="7349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7" name="Shape 4475"/>
          <p:cNvSpPr/>
          <p:nvPr/>
        </p:nvSpPr>
        <p:spPr>
          <a:xfrm>
            <a:off x="3260558" y="76193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8" name="Shape 4476"/>
          <p:cNvSpPr/>
          <p:nvPr/>
        </p:nvSpPr>
        <p:spPr>
          <a:xfrm>
            <a:off x="3341056" y="7049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9" name="Shape 4477"/>
          <p:cNvSpPr/>
          <p:nvPr/>
        </p:nvSpPr>
        <p:spPr>
          <a:xfrm>
            <a:off x="3053443" y="74420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0" name="Shape 4478"/>
          <p:cNvSpPr/>
          <p:nvPr/>
        </p:nvSpPr>
        <p:spPr>
          <a:xfrm>
            <a:off x="3355233" y="7018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1" name="Shape 4479"/>
          <p:cNvSpPr/>
          <p:nvPr/>
        </p:nvSpPr>
        <p:spPr>
          <a:xfrm>
            <a:off x="3397012" y="7260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2" name="Shape 4480"/>
          <p:cNvSpPr/>
          <p:nvPr/>
        </p:nvSpPr>
        <p:spPr>
          <a:xfrm>
            <a:off x="3229782" y="72529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3" name="Shape 4481"/>
          <p:cNvSpPr/>
          <p:nvPr/>
        </p:nvSpPr>
        <p:spPr>
          <a:xfrm>
            <a:off x="3083131" y="71732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4" name="Shape 4482"/>
          <p:cNvSpPr/>
          <p:nvPr/>
        </p:nvSpPr>
        <p:spPr>
          <a:xfrm>
            <a:off x="3414657" y="7185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5" name="Shape 4483"/>
          <p:cNvSpPr/>
          <p:nvPr/>
        </p:nvSpPr>
        <p:spPr>
          <a:xfrm>
            <a:off x="3322049" y="7468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6" name="Shape 4484"/>
          <p:cNvSpPr/>
          <p:nvPr/>
        </p:nvSpPr>
        <p:spPr>
          <a:xfrm>
            <a:off x="3280184" y="71041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7" name="Shape 4485"/>
          <p:cNvSpPr/>
          <p:nvPr/>
        </p:nvSpPr>
        <p:spPr>
          <a:xfrm>
            <a:off x="3331555" y="7491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8" name="Shape 4486"/>
          <p:cNvSpPr/>
          <p:nvPr/>
        </p:nvSpPr>
        <p:spPr>
          <a:xfrm>
            <a:off x="3230690" y="7261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9" name="Shape 4487"/>
          <p:cNvSpPr/>
          <p:nvPr/>
        </p:nvSpPr>
        <p:spPr>
          <a:xfrm>
            <a:off x="3294066" y="7504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0" name="Shape 4488"/>
          <p:cNvSpPr/>
          <p:nvPr/>
        </p:nvSpPr>
        <p:spPr>
          <a:xfrm>
            <a:off x="3085016" y="6973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1" name="Shape 4489"/>
          <p:cNvSpPr/>
          <p:nvPr/>
        </p:nvSpPr>
        <p:spPr>
          <a:xfrm>
            <a:off x="3158194" y="75370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2" name="Shape 4490"/>
          <p:cNvSpPr/>
          <p:nvPr/>
        </p:nvSpPr>
        <p:spPr>
          <a:xfrm>
            <a:off x="3030399" y="5626100"/>
            <a:ext cx="76200" cy="63500"/>
          </a:xfrm>
          <a:prstGeom prst="triangle">
            <a:avLst/>
          </a:prstGeom>
          <a:solidFill>
            <a:srgbClr val="5879BD">
              <a:alpha val="82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3" name="Shape 4491"/>
          <p:cNvSpPr/>
          <p:nvPr/>
        </p:nvSpPr>
        <p:spPr>
          <a:xfrm>
            <a:off x="3329239" y="75967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4" name="Shape 4492"/>
          <p:cNvSpPr/>
          <p:nvPr/>
        </p:nvSpPr>
        <p:spPr>
          <a:xfrm>
            <a:off x="3402481" y="74107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5" name="Shape 4493"/>
          <p:cNvSpPr/>
          <p:nvPr/>
        </p:nvSpPr>
        <p:spPr>
          <a:xfrm>
            <a:off x="3386689" y="69851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6" name="Shape 4494"/>
          <p:cNvSpPr/>
          <p:nvPr/>
        </p:nvSpPr>
        <p:spPr>
          <a:xfrm>
            <a:off x="3096259" y="68591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7" name="Shape 4495"/>
          <p:cNvSpPr/>
          <p:nvPr/>
        </p:nvSpPr>
        <p:spPr>
          <a:xfrm>
            <a:off x="3162410" y="6841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8" name="Shape 4496"/>
          <p:cNvSpPr/>
          <p:nvPr/>
        </p:nvSpPr>
        <p:spPr>
          <a:xfrm>
            <a:off x="3153959" y="68776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9" name="Shape 4497"/>
          <p:cNvSpPr/>
          <p:nvPr/>
        </p:nvSpPr>
        <p:spPr>
          <a:xfrm>
            <a:off x="3148067" y="68151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0" name="Shape 4498"/>
          <p:cNvSpPr/>
          <p:nvPr/>
        </p:nvSpPr>
        <p:spPr>
          <a:xfrm>
            <a:off x="3349589" y="70269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1" name="Shape 4499"/>
          <p:cNvSpPr/>
          <p:nvPr/>
        </p:nvSpPr>
        <p:spPr>
          <a:xfrm>
            <a:off x="3336510" y="6727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2" name="Shape 4500"/>
          <p:cNvSpPr/>
          <p:nvPr/>
        </p:nvSpPr>
        <p:spPr>
          <a:xfrm>
            <a:off x="3416560" y="7088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3" name="Shape 4501"/>
          <p:cNvSpPr/>
          <p:nvPr/>
        </p:nvSpPr>
        <p:spPr>
          <a:xfrm>
            <a:off x="3274286" y="67421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4" name="Shape 4502"/>
          <p:cNvSpPr/>
          <p:nvPr/>
        </p:nvSpPr>
        <p:spPr>
          <a:xfrm>
            <a:off x="3435373" y="6744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5" name="Shape 4503"/>
          <p:cNvSpPr/>
          <p:nvPr/>
        </p:nvSpPr>
        <p:spPr>
          <a:xfrm>
            <a:off x="3187643" y="6824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6" name="Shape 4504"/>
          <p:cNvSpPr/>
          <p:nvPr/>
        </p:nvSpPr>
        <p:spPr>
          <a:xfrm>
            <a:off x="3212713" y="65936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7" name="Shape 4505"/>
          <p:cNvSpPr/>
          <p:nvPr/>
        </p:nvSpPr>
        <p:spPr>
          <a:xfrm>
            <a:off x="3221092" y="69731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8" name="Shape 4506"/>
          <p:cNvSpPr/>
          <p:nvPr/>
        </p:nvSpPr>
        <p:spPr>
          <a:xfrm>
            <a:off x="3225134" y="6574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9" name="Shape 4507"/>
          <p:cNvSpPr/>
          <p:nvPr/>
        </p:nvSpPr>
        <p:spPr>
          <a:xfrm>
            <a:off x="3173400" y="6715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0" name="Shape 4508"/>
          <p:cNvSpPr/>
          <p:nvPr/>
        </p:nvSpPr>
        <p:spPr>
          <a:xfrm>
            <a:off x="3115396" y="6792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1" name="Shape 4509"/>
          <p:cNvSpPr/>
          <p:nvPr/>
        </p:nvSpPr>
        <p:spPr>
          <a:xfrm>
            <a:off x="3205474" y="6709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2" name="Shape 4510"/>
          <p:cNvSpPr/>
          <p:nvPr/>
        </p:nvSpPr>
        <p:spPr>
          <a:xfrm>
            <a:off x="3353386" y="6670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3" name="Shape 4511"/>
          <p:cNvSpPr/>
          <p:nvPr/>
        </p:nvSpPr>
        <p:spPr>
          <a:xfrm>
            <a:off x="3133399" y="69716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4" name="Shape 4512"/>
          <p:cNvSpPr/>
          <p:nvPr/>
        </p:nvSpPr>
        <p:spPr>
          <a:xfrm>
            <a:off x="3351261" y="68013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5" name="Shape 4513"/>
          <p:cNvSpPr/>
          <p:nvPr/>
        </p:nvSpPr>
        <p:spPr>
          <a:xfrm>
            <a:off x="3235600" y="7237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6" name="Shape 4514"/>
          <p:cNvSpPr/>
          <p:nvPr/>
        </p:nvSpPr>
        <p:spPr>
          <a:xfrm>
            <a:off x="3265113" y="67342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7" name="Shape 4515"/>
          <p:cNvSpPr/>
          <p:nvPr/>
        </p:nvSpPr>
        <p:spPr>
          <a:xfrm>
            <a:off x="3457353" y="73336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8" name="Shape 4516"/>
          <p:cNvSpPr/>
          <p:nvPr/>
        </p:nvSpPr>
        <p:spPr>
          <a:xfrm>
            <a:off x="3313645" y="7724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9" name="Shape 4517"/>
          <p:cNvSpPr/>
          <p:nvPr/>
        </p:nvSpPr>
        <p:spPr>
          <a:xfrm>
            <a:off x="3293694" y="72777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0" name="Shape 4518"/>
          <p:cNvSpPr/>
          <p:nvPr/>
        </p:nvSpPr>
        <p:spPr>
          <a:xfrm>
            <a:off x="3381145" y="74310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1" name="Shape 4519"/>
          <p:cNvSpPr/>
          <p:nvPr/>
        </p:nvSpPr>
        <p:spPr>
          <a:xfrm>
            <a:off x="3200175" y="75058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2" name="Shape 4520"/>
          <p:cNvSpPr/>
          <p:nvPr/>
        </p:nvSpPr>
        <p:spPr>
          <a:xfrm>
            <a:off x="3276536" y="7125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3" name="Shape 4521"/>
          <p:cNvSpPr/>
          <p:nvPr/>
        </p:nvSpPr>
        <p:spPr>
          <a:xfrm>
            <a:off x="3066577" y="72842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4" name="Shape 4522"/>
          <p:cNvSpPr/>
          <p:nvPr/>
        </p:nvSpPr>
        <p:spPr>
          <a:xfrm>
            <a:off x="3288815" y="73044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5" name="Shape 4523"/>
          <p:cNvSpPr/>
          <p:nvPr/>
        </p:nvSpPr>
        <p:spPr>
          <a:xfrm>
            <a:off x="3386142" y="78485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6" name="Shape 4524"/>
          <p:cNvSpPr/>
          <p:nvPr/>
        </p:nvSpPr>
        <p:spPr>
          <a:xfrm>
            <a:off x="3333461" y="69565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7" name="Shape 4525"/>
          <p:cNvSpPr/>
          <p:nvPr/>
        </p:nvSpPr>
        <p:spPr>
          <a:xfrm>
            <a:off x="3346875" y="7187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8" name="Shape 4526"/>
          <p:cNvSpPr/>
          <p:nvPr/>
        </p:nvSpPr>
        <p:spPr>
          <a:xfrm>
            <a:off x="3339187" y="78607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9" name="Shape 4527"/>
          <p:cNvSpPr/>
          <p:nvPr/>
        </p:nvSpPr>
        <p:spPr>
          <a:xfrm>
            <a:off x="3051084" y="7185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0" name="Shape 4528"/>
          <p:cNvSpPr/>
          <p:nvPr/>
        </p:nvSpPr>
        <p:spPr>
          <a:xfrm>
            <a:off x="3154040" y="70026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1" name="Shape 4529"/>
          <p:cNvSpPr/>
          <p:nvPr/>
        </p:nvSpPr>
        <p:spPr>
          <a:xfrm>
            <a:off x="3426626" y="7305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2" name="Shape 4530"/>
          <p:cNvSpPr/>
          <p:nvPr/>
        </p:nvSpPr>
        <p:spPr>
          <a:xfrm>
            <a:off x="3271956" y="72563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3" name="Shape 4531"/>
          <p:cNvSpPr/>
          <p:nvPr/>
        </p:nvSpPr>
        <p:spPr>
          <a:xfrm>
            <a:off x="3378522" y="71490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4" name="Shape 4532"/>
          <p:cNvSpPr/>
          <p:nvPr/>
        </p:nvSpPr>
        <p:spPr>
          <a:xfrm>
            <a:off x="3154475" y="6955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5" name="Shape 4533"/>
          <p:cNvSpPr/>
          <p:nvPr/>
        </p:nvSpPr>
        <p:spPr>
          <a:xfrm>
            <a:off x="3394440" y="7148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6" name="Shape 4534"/>
          <p:cNvSpPr/>
          <p:nvPr/>
        </p:nvSpPr>
        <p:spPr>
          <a:xfrm>
            <a:off x="3355023" y="72484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7" name="Shape 4535"/>
          <p:cNvSpPr/>
          <p:nvPr/>
        </p:nvSpPr>
        <p:spPr>
          <a:xfrm>
            <a:off x="3419933" y="72409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8" name="Shape 4536"/>
          <p:cNvSpPr/>
          <p:nvPr/>
        </p:nvSpPr>
        <p:spPr>
          <a:xfrm>
            <a:off x="3091111" y="72192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9" name="Shape 4537"/>
          <p:cNvSpPr/>
          <p:nvPr/>
        </p:nvSpPr>
        <p:spPr>
          <a:xfrm>
            <a:off x="3457431" y="7349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0" name="Shape 4538"/>
          <p:cNvSpPr/>
          <p:nvPr/>
        </p:nvSpPr>
        <p:spPr>
          <a:xfrm>
            <a:off x="3293349" y="72491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1" name="Shape 4539"/>
          <p:cNvSpPr/>
          <p:nvPr/>
        </p:nvSpPr>
        <p:spPr>
          <a:xfrm>
            <a:off x="3436988" y="6982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2" name="Shape 4540"/>
          <p:cNvSpPr/>
          <p:nvPr/>
        </p:nvSpPr>
        <p:spPr>
          <a:xfrm>
            <a:off x="3382861" y="72475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3" name="Shape 4541"/>
          <p:cNvSpPr/>
          <p:nvPr/>
        </p:nvSpPr>
        <p:spPr>
          <a:xfrm>
            <a:off x="3069530" y="7593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4" name="Shape 4542"/>
          <p:cNvSpPr/>
          <p:nvPr/>
        </p:nvSpPr>
        <p:spPr>
          <a:xfrm>
            <a:off x="3282461" y="76312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5" name="Shape 4543"/>
          <p:cNvSpPr/>
          <p:nvPr/>
        </p:nvSpPr>
        <p:spPr>
          <a:xfrm>
            <a:off x="3114639" y="73129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6" name="Shape 4544"/>
          <p:cNvSpPr/>
          <p:nvPr/>
        </p:nvSpPr>
        <p:spPr>
          <a:xfrm>
            <a:off x="3149852" y="7511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7" name="Shape 4545"/>
          <p:cNvSpPr/>
          <p:nvPr/>
        </p:nvSpPr>
        <p:spPr>
          <a:xfrm>
            <a:off x="3427765" y="7653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8" name="Shape 4546"/>
          <p:cNvSpPr/>
          <p:nvPr/>
        </p:nvSpPr>
        <p:spPr>
          <a:xfrm>
            <a:off x="3072917" y="75223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9" name="Shape 4547"/>
          <p:cNvSpPr/>
          <p:nvPr/>
        </p:nvSpPr>
        <p:spPr>
          <a:xfrm>
            <a:off x="3445582" y="70154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0" name="Shape 4548"/>
          <p:cNvSpPr/>
          <p:nvPr/>
        </p:nvSpPr>
        <p:spPr>
          <a:xfrm>
            <a:off x="3089538" y="69080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1" name="Shape 4549"/>
          <p:cNvSpPr/>
          <p:nvPr/>
        </p:nvSpPr>
        <p:spPr>
          <a:xfrm>
            <a:off x="3217431" y="68906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2" name="Shape 4550"/>
          <p:cNvSpPr/>
          <p:nvPr/>
        </p:nvSpPr>
        <p:spPr>
          <a:xfrm>
            <a:off x="3325372" y="72170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3" name="Shape 4551"/>
          <p:cNvSpPr/>
          <p:nvPr/>
        </p:nvSpPr>
        <p:spPr>
          <a:xfrm>
            <a:off x="3332626" y="68635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4" name="Shape 4552"/>
          <p:cNvSpPr/>
          <p:nvPr/>
        </p:nvSpPr>
        <p:spPr>
          <a:xfrm>
            <a:off x="3039104" y="77013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5" name="Shape 4553"/>
          <p:cNvSpPr/>
          <p:nvPr/>
        </p:nvSpPr>
        <p:spPr>
          <a:xfrm>
            <a:off x="3203076" y="7180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6" name="Shape 4554"/>
          <p:cNvSpPr/>
          <p:nvPr/>
        </p:nvSpPr>
        <p:spPr>
          <a:xfrm>
            <a:off x="3367112" y="7128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7" name="Shape 4555"/>
          <p:cNvSpPr/>
          <p:nvPr/>
        </p:nvSpPr>
        <p:spPr>
          <a:xfrm>
            <a:off x="3044156" y="71620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8" name="Shape 4556"/>
          <p:cNvSpPr/>
          <p:nvPr/>
        </p:nvSpPr>
        <p:spPr>
          <a:xfrm>
            <a:off x="3411360" y="77458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9" name="Shape 4557"/>
          <p:cNvSpPr/>
          <p:nvPr/>
        </p:nvSpPr>
        <p:spPr>
          <a:xfrm>
            <a:off x="3325584" y="76994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0" name="Shape 4558"/>
          <p:cNvSpPr/>
          <p:nvPr/>
        </p:nvSpPr>
        <p:spPr>
          <a:xfrm>
            <a:off x="3119595" y="7693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1" name="Shape 4559"/>
          <p:cNvSpPr/>
          <p:nvPr/>
        </p:nvSpPr>
        <p:spPr>
          <a:xfrm>
            <a:off x="3219032" y="7717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2" name="Shape 4560"/>
          <p:cNvSpPr/>
          <p:nvPr/>
        </p:nvSpPr>
        <p:spPr>
          <a:xfrm>
            <a:off x="3138593" y="6892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3" name="Shape 4561"/>
          <p:cNvSpPr/>
          <p:nvPr/>
        </p:nvSpPr>
        <p:spPr>
          <a:xfrm>
            <a:off x="3352637" y="70079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4" name="Shape 4562"/>
          <p:cNvSpPr/>
          <p:nvPr/>
        </p:nvSpPr>
        <p:spPr>
          <a:xfrm>
            <a:off x="3331580" y="78802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5" name="Shape 4563"/>
          <p:cNvSpPr/>
          <p:nvPr/>
        </p:nvSpPr>
        <p:spPr>
          <a:xfrm>
            <a:off x="3092552" y="7843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6" name="Shape 4564"/>
          <p:cNvSpPr/>
          <p:nvPr/>
        </p:nvSpPr>
        <p:spPr>
          <a:xfrm>
            <a:off x="3117553" y="6921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7" name="Shape 4565"/>
          <p:cNvSpPr/>
          <p:nvPr/>
        </p:nvSpPr>
        <p:spPr>
          <a:xfrm>
            <a:off x="3238840" y="75700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8" name="Shape 4566"/>
          <p:cNvSpPr/>
          <p:nvPr/>
        </p:nvSpPr>
        <p:spPr>
          <a:xfrm>
            <a:off x="3237058" y="72351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9" name="Shape 4567"/>
          <p:cNvSpPr/>
          <p:nvPr/>
        </p:nvSpPr>
        <p:spPr>
          <a:xfrm>
            <a:off x="3262573" y="68530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0" name="Shape 4568"/>
          <p:cNvSpPr/>
          <p:nvPr/>
        </p:nvSpPr>
        <p:spPr>
          <a:xfrm>
            <a:off x="3064578" y="73438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1" name="Shape 4569"/>
          <p:cNvSpPr/>
          <p:nvPr/>
        </p:nvSpPr>
        <p:spPr>
          <a:xfrm>
            <a:off x="3036747" y="68453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2" name="Shape 4570"/>
          <p:cNvSpPr/>
          <p:nvPr/>
        </p:nvSpPr>
        <p:spPr>
          <a:xfrm>
            <a:off x="3152723" y="7325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3" name="Shape 4571"/>
          <p:cNvSpPr/>
          <p:nvPr/>
        </p:nvSpPr>
        <p:spPr>
          <a:xfrm>
            <a:off x="3195774" y="68811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4" name="Shape 4572"/>
          <p:cNvSpPr/>
          <p:nvPr/>
        </p:nvSpPr>
        <p:spPr>
          <a:xfrm>
            <a:off x="3244789" y="71696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5" name="Shape 4573"/>
          <p:cNvSpPr/>
          <p:nvPr/>
        </p:nvSpPr>
        <p:spPr>
          <a:xfrm>
            <a:off x="3356137" y="68354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6" name="Shape 4574"/>
          <p:cNvSpPr/>
          <p:nvPr/>
        </p:nvSpPr>
        <p:spPr>
          <a:xfrm>
            <a:off x="3263900" y="6730348"/>
            <a:ext cx="0" cy="981171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4577" name="Shape 4575"/>
          <p:cNvSpPr/>
          <p:nvPr/>
        </p:nvSpPr>
        <p:spPr>
          <a:xfrm>
            <a:off x="3149600" y="7711520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4578" name="Shape 4576"/>
          <p:cNvSpPr/>
          <p:nvPr/>
        </p:nvSpPr>
        <p:spPr>
          <a:xfrm>
            <a:off x="3149600" y="6730348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4579" name="Shape 4577"/>
          <p:cNvSpPr/>
          <p:nvPr/>
        </p:nvSpPr>
        <p:spPr>
          <a:xfrm>
            <a:off x="3098800" y="6993930"/>
            <a:ext cx="330200" cy="484606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4580" name="Shape 4578"/>
          <p:cNvSpPr/>
          <p:nvPr/>
        </p:nvSpPr>
        <p:spPr>
          <a:xfrm>
            <a:off x="3098800" y="7258785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4581" name="Shape 4579"/>
          <p:cNvSpPr/>
          <p:nvPr/>
        </p:nvSpPr>
        <p:spPr>
          <a:xfrm>
            <a:off x="2933700" y="82296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4582" name="Text 4580"/>
          <p:cNvSpPr/>
          <p:nvPr/>
        </p:nvSpPr>
        <p:spPr>
          <a:xfrm>
            <a:off x="1854200" y="83375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PocketXMol-official</a:t>
            </a:r>
          </a:p>
        </p:txBody>
      </p:sp>
      <p:sp>
        <p:nvSpPr>
          <p:cNvPr id="4583" name="Shape 4581"/>
          <p:cNvSpPr/>
          <p:nvPr/>
        </p:nvSpPr>
        <p:spPr>
          <a:xfrm>
            <a:off x="5014992" y="7625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4" name="Shape 4582"/>
          <p:cNvSpPr/>
          <p:nvPr/>
        </p:nvSpPr>
        <p:spPr>
          <a:xfrm>
            <a:off x="4972044" y="7690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5" name="Shape 4583"/>
          <p:cNvSpPr/>
          <p:nvPr/>
        </p:nvSpPr>
        <p:spPr>
          <a:xfrm>
            <a:off x="4724058" y="76333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6" name="Shape 4584"/>
          <p:cNvSpPr/>
          <p:nvPr/>
        </p:nvSpPr>
        <p:spPr>
          <a:xfrm>
            <a:off x="4941974" y="75867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7" name="Shape 4585"/>
          <p:cNvSpPr/>
          <p:nvPr/>
        </p:nvSpPr>
        <p:spPr>
          <a:xfrm>
            <a:off x="4606840" y="7614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8" name="Shape 4586"/>
          <p:cNvSpPr/>
          <p:nvPr/>
        </p:nvSpPr>
        <p:spPr>
          <a:xfrm>
            <a:off x="4805656" y="7630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89" name="Shape 4587"/>
          <p:cNvSpPr/>
          <p:nvPr/>
        </p:nvSpPr>
        <p:spPr>
          <a:xfrm>
            <a:off x="4775548" y="76258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0" name="Shape 4588"/>
          <p:cNvSpPr/>
          <p:nvPr/>
        </p:nvSpPr>
        <p:spPr>
          <a:xfrm>
            <a:off x="4830525" y="7618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1" name="Shape 4589"/>
          <p:cNvSpPr/>
          <p:nvPr/>
        </p:nvSpPr>
        <p:spPr>
          <a:xfrm>
            <a:off x="4809688" y="7618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2" name="Shape 4590"/>
          <p:cNvSpPr/>
          <p:nvPr/>
        </p:nvSpPr>
        <p:spPr>
          <a:xfrm>
            <a:off x="5019566" y="7626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3" name="Shape 4591"/>
          <p:cNvSpPr/>
          <p:nvPr/>
        </p:nvSpPr>
        <p:spPr>
          <a:xfrm>
            <a:off x="4820670" y="76609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4" name="Shape 4592"/>
          <p:cNvSpPr/>
          <p:nvPr/>
        </p:nvSpPr>
        <p:spPr>
          <a:xfrm>
            <a:off x="4965217" y="76215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5" name="Shape 4593"/>
          <p:cNvSpPr/>
          <p:nvPr/>
        </p:nvSpPr>
        <p:spPr>
          <a:xfrm>
            <a:off x="4806613" y="7627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6" name="Shape 4594"/>
          <p:cNvSpPr/>
          <p:nvPr/>
        </p:nvSpPr>
        <p:spPr>
          <a:xfrm>
            <a:off x="5008336" y="76721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7" name="Shape 4595"/>
          <p:cNvSpPr/>
          <p:nvPr/>
        </p:nvSpPr>
        <p:spPr>
          <a:xfrm>
            <a:off x="4646928" y="7668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8" name="Shape 4596"/>
          <p:cNvSpPr/>
          <p:nvPr/>
        </p:nvSpPr>
        <p:spPr>
          <a:xfrm>
            <a:off x="4638581" y="76710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99" name="Shape 4597"/>
          <p:cNvSpPr/>
          <p:nvPr/>
        </p:nvSpPr>
        <p:spPr>
          <a:xfrm>
            <a:off x="4664288" y="7585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0" name="Shape 4598"/>
          <p:cNvSpPr/>
          <p:nvPr/>
        </p:nvSpPr>
        <p:spPr>
          <a:xfrm>
            <a:off x="4754088" y="76860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1" name="Shape 4599"/>
          <p:cNvSpPr/>
          <p:nvPr/>
        </p:nvSpPr>
        <p:spPr>
          <a:xfrm>
            <a:off x="4655661" y="7646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2" name="Shape 4600"/>
          <p:cNvSpPr/>
          <p:nvPr/>
        </p:nvSpPr>
        <p:spPr>
          <a:xfrm>
            <a:off x="4965463" y="76211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3" name="Shape 4601"/>
          <p:cNvSpPr/>
          <p:nvPr/>
        </p:nvSpPr>
        <p:spPr>
          <a:xfrm>
            <a:off x="4978445" y="7629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4" name="Shape 4602"/>
          <p:cNvSpPr/>
          <p:nvPr/>
        </p:nvSpPr>
        <p:spPr>
          <a:xfrm>
            <a:off x="4664352" y="76261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5" name="Shape 4603"/>
          <p:cNvSpPr/>
          <p:nvPr/>
        </p:nvSpPr>
        <p:spPr>
          <a:xfrm>
            <a:off x="4769215" y="76231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6" name="Shape 4604"/>
          <p:cNvSpPr/>
          <p:nvPr/>
        </p:nvSpPr>
        <p:spPr>
          <a:xfrm>
            <a:off x="4638980" y="7638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7" name="Shape 4605"/>
          <p:cNvSpPr/>
          <p:nvPr/>
        </p:nvSpPr>
        <p:spPr>
          <a:xfrm>
            <a:off x="4623775" y="76252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8" name="Shape 4606"/>
          <p:cNvSpPr/>
          <p:nvPr/>
        </p:nvSpPr>
        <p:spPr>
          <a:xfrm>
            <a:off x="4792017" y="76266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09" name="Shape 4607"/>
          <p:cNvSpPr/>
          <p:nvPr/>
        </p:nvSpPr>
        <p:spPr>
          <a:xfrm>
            <a:off x="4671353" y="7606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0" name="Shape 4608"/>
          <p:cNvSpPr/>
          <p:nvPr/>
        </p:nvSpPr>
        <p:spPr>
          <a:xfrm>
            <a:off x="4988552" y="76358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1" name="Shape 4609"/>
          <p:cNvSpPr/>
          <p:nvPr/>
        </p:nvSpPr>
        <p:spPr>
          <a:xfrm>
            <a:off x="4743626" y="7660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2" name="Shape 4610"/>
          <p:cNvSpPr/>
          <p:nvPr/>
        </p:nvSpPr>
        <p:spPr>
          <a:xfrm>
            <a:off x="4708904" y="76066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3" name="Shape 4611"/>
          <p:cNvSpPr/>
          <p:nvPr/>
        </p:nvSpPr>
        <p:spPr>
          <a:xfrm>
            <a:off x="4596844" y="77042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4" name="Shape 4612"/>
          <p:cNvSpPr/>
          <p:nvPr/>
        </p:nvSpPr>
        <p:spPr>
          <a:xfrm>
            <a:off x="5015753" y="76317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5" name="Shape 4613"/>
          <p:cNvSpPr/>
          <p:nvPr/>
        </p:nvSpPr>
        <p:spPr>
          <a:xfrm>
            <a:off x="4776229" y="7631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6" name="Shape 4614"/>
          <p:cNvSpPr/>
          <p:nvPr/>
        </p:nvSpPr>
        <p:spPr>
          <a:xfrm>
            <a:off x="4742887" y="7663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7" name="Shape 4615"/>
          <p:cNvSpPr/>
          <p:nvPr/>
        </p:nvSpPr>
        <p:spPr>
          <a:xfrm>
            <a:off x="4991955" y="76779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8" name="Shape 4616"/>
          <p:cNvSpPr/>
          <p:nvPr/>
        </p:nvSpPr>
        <p:spPr>
          <a:xfrm>
            <a:off x="4942894" y="76694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19" name="Shape 4617"/>
          <p:cNvSpPr/>
          <p:nvPr/>
        </p:nvSpPr>
        <p:spPr>
          <a:xfrm>
            <a:off x="4635830" y="7624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0" name="Shape 4618"/>
          <p:cNvSpPr/>
          <p:nvPr/>
        </p:nvSpPr>
        <p:spPr>
          <a:xfrm>
            <a:off x="4712611" y="76102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1" name="Shape 4619"/>
          <p:cNvSpPr/>
          <p:nvPr/>
        </p:nvSpPr>
        <p:spPr>
          <a:xfrm>
            <a:off x="4756877" y="76463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2" name="Shape 4620"/>
          <p:cNvSpPr/>
          <p:nvPr/>
        </p:nvSpPr>
        <p:spPr>
          <a:xfrm>
            <a:off x="4719929" y="76860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3" name="Shape 4621"/>
          <p:cNvSpPr/>
          <p:nvPr/>
        </p:nvSpPr>
        <p:spPr>
          <a:xfrm>
            <a:off x="4876629" y="76716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4" name="Shape 4622"/>
          <p:cNvSpPr/>
          <p:nvPr/>
        </p:nvSpPr>
        <p:spPr>
          <a:xfrm>
            <a:off x="4755878" y="76158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5" name="Shape 4623"/>
          <p:cNvSpPr/>
          <p:nvPr/>
        </p:nvSpPr>
        <p:spPr>
          <a:xfrm>
            <a:off x="4653511" y="7660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6" name="Shape 4624"/>
          <p:cNvSpPr/>
          <p:nvPr/>
        </p:nvSpPr>
        <p:spPr>
          <a:xfrm>
            <a:off x="4677043" y="7645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7" name="Shape 4625"/>
          <p:cNvSpPr/>
          <p:nvPr/>
        </p:nvSpPr>
        <p:spPr>
          <a:xfrm>
            <a:off x="4596008" y="76880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8" name="Shape 4626"/>
          <p:cNvSpPr/>
          <p:nvPr/>
        </p:nvSpPr>
        <p:spPr>
          <a:xfrm>
            <a:off x="4802029" y="76684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29" name="Shape 4627"/>
          <p:cNvSpPr/>
          <p:nvPr/>
        </p:nvSpPr>
        <p:spPr>
          <a:xfrm>
            <a:off x="4737849" y="76132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0" name="Shape 4628"/>
          <p:cNvSpPr/>
          <p:nvPr/>
        </p:nvSpPr>
        <p:spPr>
          <a:xfrm>
            <a:off x="4592599" y="76121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1" name="Shape 4629"/>
          <p:cNvSpPr/>
          <p:nvPr/>
        </p:nvSpPr>
        <p:spPr>
          <a:xfrm>
            <a:off x="4801215" y="7684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2" name="Shape 4630"/>
          <p:cNvSpPr/>
          <p:nvPr/>
        </p:nvSpPr>
        <p:spPr>
          <a:xfrm>
            <a:off x="4812403" y="76201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3" name="Shape 4631"/>
          <p:cNvSpPr/>
          <p:nvPr/>
        </p:nvSpPr>
        <p:spPr>
          <a:xfrm>
            <a:off x="4720503" y="7614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4" name="Shape 4632"/>
          <p:cNvSpPr/>
          <p:nvPr/>
        </p:nvSpPr>
        <p:spPr>
          <a:xfrm>
            <a:off x="4706333" y="7712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5" name="Shape 4633"/>
          <p:cNvSpPr/>
          <p:nvPr/>
        </p:nvSpPr>
        <p:spPr>
          <a:xfrm>
            <a:off x="4862726" y="7660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6" name="Shape 4634"/>
          <p:cNvSpPr/>
          <p:nvPr/>
        </p:nvSpPr>
        <p:spPr>
          <a:xfrm>
            <a:off x="4622296" y="77034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7" name="Shape 4635"/>
          <p:cNvSpPr/>
          <p:nvPr/>
        </p:nvSpPr>
        <p:spPr>
          <a:xfrm>
            <a:off x="4736601" y="7727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8" name="Shape 4636"/>
          <p:cNvSpPr/>
          <p:nvPr/>
        </p:nvSpPr>
        <p:spPr>
          <a:xfrm>
            <a:off x="4949047" y="7642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39" name="Shape 4637"/>
          <p:cNvSpPr/>
          <p:nvPr/>
        </p:nvSpPr>
        <p:spPr>
          <a:xfrm>
            <a:off x="4834588" y="7648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0" name="Shape 4638"/>
          <p:cNvSpPr/>
          <p:nvPr/>
        </p:nvSpPr>
        <p:spPr>
          <a:xfrm>
            <a:off x="4896784" y="76883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1" name="Shape 4639"/>
          <p:cNvSpPr/>
          <p:nvPr/>
        </p:nvSpPr>
        <p:spPr>
          <a:xfrm>
            <a:off x="4774855" y="76021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2" name="Shape 4640"/>
          <p:cNvSpPr/>
          <p:nvPr/>
        </p:nvSpPr>
        <p:spPr>
          <a:xfrm>
            <a:off x="4974713" y="7681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3" name="Shape 4641"/>
          <p:cNvSpPr/>
          <p:nvPr/>
        </p:nvSpPr>
        <p:spPr>
          <a:xfrm>
            <a:off x="4655633" y="76308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4" name="Shape 4642"/>
          <p:cNvSpPr/>
          <p:nvPr/>
        </p:nvSpPr>
        <p:spPr>
          <a:xfrm>
            <a:off x="4802431" y="7640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5" name="Shape 4643"/>
          <p:cNvSpPr/>
          <p:nvPr/>
        </p:nvSpPr>
        <p:spPr>
          <a:xfrm>
            <a:off x="4869408" y="76284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6" name="Shape 4644"/>
          <p:cNvSpPr/>
          <p:nvPr/>
        </p:nvSpPr>
        <p:spPr>
          <a:xfrm>
            <a:off x="4621942" y="76289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7" name="Shape 4645"/>
          <p:cNvSpPr/>
          <p:nvPr/>
        </p:nvSpPr>
        <p:spPr>
          <a:xfrm>
            <a:off x="4799217" y="76211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8" name="Shape 4646"/>
          <p:cNvSpPr/>
          <p:nvPr/>
        </p:nvSpPr>
        <p:spPr>
          <a:xfrm>
            <a:off x="4727420" y="7706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49" name="Shape 4647"/>
          <p:cNvSpPr/>
          <p:nvPr/>
        </p:nvSpPr>
        <p:spPr>
          <a:xfrm>
            <a:off x="4598991" y="7624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0" name="Shape 4648"/>
          <p:cNvSpPr/>
          <p:nvPr/>
        </p:nvSpPr>
        <p:spPr>
          <a:xfrm>
            <a:off x="4867420" y="7653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1" name="Shape 4649"/>
          <p:cNvSpPr/>
          <p:nvPr/>
        </p:nvSpPr>
        <p:spPr>
          <a:xfrm>
            <a:off x="4876841" y="76530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2" name="Shape 4650"/>
          <p:cNvSpPr/>
          <p:nvPr/>
        </p:nvSpPr>
        <p:spPr>
          <a:xfrm>
            <a:off x="4705331" y="77046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3" name="Shape 4651"/>
          <p:cNvSpPr/>
          <p:nvPr/>
        </p:nvSpPr>
        <p:spPr>
          <a:xfrm>
            <a:off x="4803613" y="76411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4" name="Shape 4652"/>
          <p:cNvSpPr/>
          <p:nvPr/>
        </p:nvSpPr>
        <p:spPr>
          <a:xfrm>
            <a:off x="4966827" y="76083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5" name="Shape 4653"/>
          <p:cNvSpPr/>
          <p:nvPr/>
        </p:nvSpPr>
        <p:spPr>
          <a:xfrm>
            <a:off x="4833358" y="7716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6" name="Shape 4654"/>
          <p:cNvSpPr/>
          <p:nvPr/>
        </p:nvSpPr>
        <p:spPr>
          <a:xfrm>
            <a:off x="4784156" y="76247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7" name="Shape 4655"/>
          <p:cNvSpPr/>
          <p:nvPr/>
        </p:nvSpPr>
        <p:spPr>
          <a:xfrm>
            <a:off x="4646995" y="76212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8" name="Shape 4656"/>
          <p:cNvSpPr/>
          <p:nvPr/>
        </p:nvSpPr>
        <p:spPr>
          <a:xfrm>
            <a:off x="4813804" y="76195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59" name="Shape 4657"/>
          <p:cNvSpPr/>
          <p:nvPr/>
        </p:nvSpPr>
        <p:spPr>
          <a:xfrm>
            <a:off x="4911858" y="76779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0" name="Shape 4658"/>
          <p:cNvSpPr/>
          <p:nvPr/>
        </p:nvSpPr>
        <p:spPr>
          <a:xfrm>
            <a:off x="4759106" y="76354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1" name="Shape 4659"/>
          <p:cNvSpPr/>
          <p:nvPr/>
        </p:nvSpPr>
        <p:spPr>
          <a:xfrm>
            <a:off x="4987936" y="73344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2" name="Shape 4660"/>
          <p:cNvSpPr/>
          <p:nvPr/>
        </p:nvSpPr>
        <p:spPr>
          <a:xfrm>
            <a:off x="4827577" y="76679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3" name="Shape 4661"/>
          <p:cNvSpPr/>
          <p:nvPr/>
        </p:nvSpPr>
        <p:spPr>
          <a:xfrm>
            <a:off x="4619741" y="7691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4" name="Shape 4662"/>
          <p:cNvSpPr/>
          <p:nvPr/>
        </p:nvSpPr>
        <p:spPr>
          <a:xfrm>
            <a:off x="4754168" y="76626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5" name="Shape 4663"/>
          <p:cNvSpPr/>
          <p:nvPr/>
        </p:nvSpPr>
        <p:spPr>
          <a:xfrm>
            <a:off x="4901122" y="76666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6" name="Shape 4664"/>
          <p:cNvSpPr/>
          <p:nvPr/>
        </p:nvSpPr>
        <p:spPr>
          <a:xfrm>
            <a:off x="4982049" y="77964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7" name="Shape 4665"/>
          <p:cNvSpPr/>
          <p:nvPr/>
        </p:nvSpPr>
        <p:spPr>
          <a:xfrm>
            <a:off x="4731153" y="78537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8" name="Shape 4666"/>
          <p:cNvSpPr/>
          <p:nvPr/>
        </p:nvSpPr>
        <p:spPr>
          <a:xfrm>
            <a:off x="4977206" y="76365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69" name="Shape 4667"/>
          <p:cNvSpPr/>
          <p:nvPr/>
        </p:nvSpPr>
        <p:spPr>
          <a:xfrm>
            <a:off x="4734137" y="76914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0" name="Shape 4668"/>
          <p:cNvSpPr/>
          <p:nvPr/>
        </p:nvSpPr>
        <p:spPr>
          <a:xfrm>
            <a:off x="4850585" y="76940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1" name="Shape 4669"/>
          <p:cNvSpPr/>
          <p:nvPr/>
        </p:nvSpPr>
        <p:spPr>
          <a:xfrm>
            <a:off x="5003059" y="7848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2" name="Shape 4670"/>
          <p:cNvSpPr/>
          <p:nvPr/>
        </p:nvSpPr>
        <p:spPr>
          <a:xfrm>
            <a:off x="4611417" y="78188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3" name="Shape 4671"/>
          <p:cNvSpPr/>
          <p:nvPr/>
        </p:nvSpPr>
        <p:spPr>
          <a:xfrm>
            <a:off x="4611611" y="79383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4" name="Shape 4672"/>
          <p:cNvSpPr/>
          <p:nvPr/>
        </p:nvSpPr>
        <p:spPr>
          <a:xfrm>
            <a:off x="4999108" y="7681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5" name="Shape 4673"/>
          <p:cNvSpPr/>
          <p:nvPr/>
        </p:nvSpPr>
        <p:spPr>
          <a:xfrm>
            <a:off x="4700721" y="7835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6" name="Shape 4674"/>
          <p:cNvSpPr/>
          <p:nvPr/>
        </p:nvSpPr>
        <p:spPr>
          <a:xfrm>
            <a:off x="4837371" y="78988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7" name="Shape 4675"/>
          <p:cNvSpPr/>
          <p:nvPr/>
        </p:nvSpPr>
        <p:spPr>
          <a:xfrm>
            <a:off x="4591653" y="7875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8" name="Shape 4676"/>
          <p:cNvSpPr/>
          <p:nvPr/>
        </p:nvSpPr>
        <p:spPr>
          <a:xfrm>
            <a:off x="4826107" y="79874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79" name="Shape 4677"/>
          <p:cNvSpPr/>
          <p:nvPr/>
        </p:nvSpPr>
        <p:spPr>
          <a:xfrm>
            <a:off x="4786000" y="78288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0" name="Shape 4678"/>
          <p:cNvSpPr/>
          <p:nvPr/>
        </p:nvSpPr>
        <p:spPr>
          <a:xfrm>
            <a:off x="4946326" y="75959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1" name="Shape 4679"/>
          <p:cNvSpPr/>
          <p:nvPr/>
        </p:nvSpPr>
        <p:spPr>
          <a:xfrm>
            <a:off x="4926628" y="7531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2" name="Shape 4680"/>
          <p:cNvSpPr/>
          <p:nvPr/>
        </p:nvSpPr>
        <p:spPr>
          <a:xfrm>
            <a:off x="4616589" y="7510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3" name="Shape 4681"/>
          <p:cNvSpPr/>
          <p:nvPr/>
        </p:nvSpPr>
        <p:spPr>
          <a:xfrm>
            <a:off x="4714513" y="7461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4" name="Shape 4682"/>
          <p:cNvSpPr/>
          <p:nvPr/>
        </p:nvSpPr>
        <p:spPr>
          <a:xfrm>
            <a:off x="4779540" y="74787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5" name="Shape 4683"/>
          <p:cNvSpPr/>
          <p:nvPr/>
        </p:nvSpPr>
        <p:spPr>
          <a:xfrm>
            <a:off x="4972430" y="7652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6" name="Shape 4684"/>
          <p:cNvSpPr/>
          <p:nvPr/>
        </p:nvSpPr>
        <p:spPr>
          <a:xfrm>
            <a:off x="4972419" y="6901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7" name="Shape 4685"/>
          <p:cNvSpPr/>
          <p:nvPr/>
        </p:nvSpPr>
        <p:spPr>
          <a:xfrm>
            <a:off x="4625026" y="77115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8" name="Shape 4686"/>
          <p:cNvSpPr/>
          <p:nvPr/>
        </p:nvSpPr>
        <p:spPr>
          <a:xfrm>
            <a:off x="4784170" y="6911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89" name="Shape 4687"/>
          <p:cNvSpPr/>
          <p:nvPr/>
        </p:nvSpPr>
        <p:spPr>
          <a:xfrm>
            <a:off x="4853872" y="74218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0" name="Shape 4688"/>
          <p:cNvSpPr/>
          <p:nvPr/>
        </p:nvSpPr>
        <p:spPr>
          <a:xfrm>
            <a:off x="4900328" y="7412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1" name="Shape 4689"/>
          <p:cNvSpPr/>
          <p:nvPr/>
        </p:nvSpPr>
        <p:spPr>
          <a:xfrm>
            <a:off x="4806567" y="74536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2" name="Shape 4690"/>
          <p:cNvSpPr/>
          <p:nvPr/>
        </p:nvSpPr>
        <p:spPr>
          <a:xfrm>
            <a:off x="4734424" y="73600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3" name="Shape 4691"/>
          <p:cNvSpPr/>
          <p:nvPr/>
        </p:nvSpPr>
        <p:spPr>
          <a:xfrm>
            <a:off x="5002694" y="7746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4" name="Shape 4692"/>
          <p:cNvSpPr/>
          <p:nvPr/>
        </p:nvSpPr>
        <p:spPr>
          <a:xfrm>
            <a:off x="4895598" y="69216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5" name="Shape 4693"/>
          <p:cNvSpPr/>
          <p:nvPr/>
        </p:nvSpPr>
        <p:spPr>
          <a:xfrm>
            <a:off x="4905828" y="74323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6" name="Shape 4694"/>
          <p:cNvSpPr/>
          <p:nvPr/>
        </p:nvSpPr>
        <p:spPr>
          <a:xfrm>
            <a:off x="4922251" y="7669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7" name="Shape 4695"/>
          <p:cNvSpPr/>
          <p:nvPr/>
        </p:nvSpPr>
        <p:spPr>
          <a:xfrm>
            <a:off x="4610032" y="73001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8" name="Shape 4696"/>
          <p:cNvSpPr/>
          <p:nvPr/>
        </p:nvSpPr>
        <p:spPr>
          <a:xfrm>
            <a:off x="4921164" y="69108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99" name="Shape 4697"/>
          <p:cNvSpPr/>
          <p:nvPr/>
        </p:nvSpPr>
        <p:spPr>
          <a:xfrm>
            <a:off x="4876246" y="76929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0" name="Shape 4698"/>
          <p:cNvSpPr/>
          <p:nvPr/>
        </p:nvSpPr>
        <p:spPr>
          <a:xfrm>
            <a:off x="4828545" y="77095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1" name="Shape 4699"/>
          <p:cNvSpPr/>
          <p:nvPr/>
        </p:nvSpPr>
        <p:spPr>
          <a:xfrm>
            <a:off x="5013600" y="70276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2" name="Shape 4700"/>
          <p:cNvSpPr/>
          <p:nvPr/>
        </p:nvSpPr>
        <p:spPr>
          <a:xfrm>
            <a:off x="4614177" y="6937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3" name="Shape 4701"/>
          <p:cNvSpPr/>
          <p:nvPr/>
        </p:nvSpPr>
        <p:spPr>
          <a:xfrm>
            <a:off x="5013961" y="74372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4" name="Shape 4702"/>
          <p:cNvSpPr/>
          <p:nvPr/>
        </p:nvSpPr>
        <p:spPr>
          <a:xfrm>
            <a:off x="4757066" y="7502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5" name="Shape 4703"/>
          <p:cNvSpPr/>
          <p:nvPr/>
        </p:nvSpPr>
        <p:spPr>
          <a:xfrm>
            <a:off x="4754570" y="7343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6" name="Shape 4704"/>
          <p:cNvSpPr/>
          <p:nvPr/>
        </p:nvSpPr>
        <p:spPr>
          <a:xfrm>
            <a:off x="4870266" y="7359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7" name="Shape 4705"/>
          <p:cNvSpPr/>
          <p:nvPr/>
        </p:nvSpPr>
        <p:spPr>
          <a:xfrm>
            <a:off x="4804329" y="73742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8" name="Shape 4706"/>
          <p:cNvSpPr/>
          <p:nvPr/>
        </p:nvSpPr>
        <p:spPr>
          <a:xfrm>
            <a:off x="4932066" y="7292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09" name="Shape 4707"/>
          <p:cNvSpPr/>
          <p:nvPr/>
        </p:nvSpPr>
        <p:spPr>
          <a:xfrm>
            <a:off x="4963214" y="78779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0" name="Shape 4708"/>
          <p:cNvSpPr/>
          <p:nvPr/>
        </p:nvSpPr>
        <p:spPr>
          <a:xfrm>
            <a:off x="4728934" y="80297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1" name="Shape 4709"/>
          <p:cNvSpPr/>
          <p:nvPr/>
        </p:nvSpPr>
        <p:spPr>
          <a:xfrm>
            <a:off x="4674294" y="7675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2" name="Shape 4710"/>
          <p:cNvSpPr/>
          <p:nvPr/>
        </p:nvSpPr>
        <p:spPr>
          <a:xfrm>
            <a:off x="4778498" y="77459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3" name="Shape 4711"/>
          <p:cNvSpPr/>
          <p:nvPr/>
        </p:nvSpPr>
        <p:spPr>
          <a:xfrm>
            <a:off x="4800373" y="76980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4" name="Shape 4712"/>
          <p:cNvSpPr/>
          <p:nvPr/>
        </p:nvSpPr>
        <p:spPr>
          <a:xfrm>
            <a:off x="4882518" y="74906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5" name="Shape 4713"/>
          <p:cNvSpPr/>
          <p:nvPr/>
        </p:nvSpPr>
        <p:spPr>
          <a:xfrm>
            <a:off x="4604268" y="69027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6" name="Shape 4714"/>
          <p:cNvSpPr/>
          <p:nvPr/>
        </p:nvSpPr>
        <p:spPr>
          <a:xfrm>
            <a:off x="4906210" y="7525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7" name="Shape 4715"/>
          <p:cNvSpPr/>
          <p:nvPr/>
        </p:nvSpPr>
        <p:spPr>
          <a:xfrm>
            <a:off x="4902530" y="7317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8" name="Shape 4716"/>
          <p:cNvSpPr/>
          <p:nvPr/>
        </p:nvSpPr>
        <p:spPr>
          <a:xfrm>
            <a:off x="4850267" y="74176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19" name="Shape 4717"/>
          <p:cNvSpPr/>
          <p:nvPr/>
        </p:nvSpPr>
        <p:spPr>
          <a:xfrm>
            <a:off x="4994649" y="7552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0" name="Shape 4718"/>
          <p:cNvSpPr/>
          <p:nvPr/>
        </p:nvSpPr>
        <p:spPr>
          <a:xfrm>
            <a:off x="4655542" y="75947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1" name="Shape 4719"/>
          <p:cNvSpPr/>
          <p:nvPr/>
        </p:nvSpPr>
        <p:spPr>
          <a:xfrm>
            <a:off x="4803206" y="7297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2" name="Shape 4720"/>
          <p:cNvSpPr/>
          <p:nvPr/>
        </p:nvSpPr>
        <p:spPr>
          <a:xfrm>
            <a:off x="4621075" y="76574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3" name="Shape 4721"/>
          <p:cNvSpPr/>
          <p:nvPr/>
        </p:nvSpPr>
        <p:spPr>
          <a:xfrm>
            <a:off x="4907792" y="76936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4" name="Shape 4722"/>
          <p:cNvSpPr/>
          <p:nvPr/>
        </p:nvSpPr>
        <p:spPr>
          <a:xfrm>
            <a:off x="4966012" y="7644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5" name="Shape 4723"/>
          <p:cNvSpPr/>
          <p:nvPr/>
        </p:nvSpPr>
        <p:spPr>
          <a:xfrm>
            <a:off x="4737339" y="7744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6" name="Shape 4724"/>
          <p:cNvSpPr/>
          <p:nvPr/>
        </p:nvSpPr>
        <p:spPr>
          <a:xfrm>
            <a:off x="4708549" y="7676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7" name="Shape 4725"/>
          <p:cNvSpPr/>
          <p:nvPr/>
        </p:nvSpPr>
        <p:spPr>
          <a:xfrm>
            <a:off x="4723819" y="76602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8" name="Shape 4726"/>
          <p:cNvSpPr/>
          <p:nvPr/>
        </p:nvSpPr>
        <p:spPr>
          <a:xfrm>
            <a:off x="4744005" y="7285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29" name="Shape 4727"/>
          <p:cNvSpPr/>
          <p:nvPr/>
        </p:nvSpPr>
        <p:spPr>
          <a:xfrm>
            <a:off x="4777668" y="7751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0" name="Shape 4728"/>
          <p:cNvSpPr/>
          <p:nvPr/>
        </p:nvSpPr>
        <p:spPr>
          <a:xfrm>
            <a:off x="4658412" y="76801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1" name="Shape 4729"/>
          <p:cNvSpPr/>
          <p:nvPr/>
        </p:nvSpPr>
        <p:spPr>
          <a:xfrm>
            <a:off x="4755133" y="76528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2" name="Shape 4730"/>
          <p:cNvSpPr/>
          <p:nvPr/>
        </p:nvSpPr>
        <p:spPr>
          <a:xfrm>
            <a:off x="4728749" y="74552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3" name="Shape 4731"/>
          <p:cNvSpPr/>
          <p:nvPr/>
        </p:nvSpPr>
        <p:spPr>
          <a:xfrm>
            <a:off x="4889449" y="74079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4" name="Shape 4732"/>
          <p:cNvSpPr/>
          <p:nvPr/>
        </p:nvSpPr>
        <p:spPr>
          <a:xfrm>
            <a:off x="4671772" y="7201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5" name="Shape 4733"/>
          <p:cNvSpPr/>
          <p:nvPr/>
        </p:nvSpPr>
        <p:spPr>
          <a:xfrm>
            <a:off x="4783739" y="74259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6" name="Shape 4734"/>
          <p:cNvSpPr/>
          <p:nvPr/>
        </p:nvSpPr>
        <p:spPr>
          <a:xfrm>
            <a:off x="4938773" y="73546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7" name="Shape 4735"/>
          <p:cNvSpPr/>
          <p:nvPr/>
        </p:nvSpPr>
        <p:spPr>
          <a:xfrm>
            <a:off x="4869283" y="75073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8" name="Shape 4736"/>
          <p:cNvSpPr/>
          <p:nvPr/>
        </p:nvSpPr>
        <p:spPr>
          <a:xfrm>
            <a:off x="4962184" y="71901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39" name="Shape 4737"/>
          <p:cNvSpPr/>
          <p:nvPr/>
        </p:nvSpPr>
        <p:spPr>
          <a:xfrm>
            <a:off x="4654136" y="76805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0" name="Shape 4738"/>
          <p:cNvSpPr/>
          <p:nvPr/>
        </p:nvSpPr>
        <p:spPr>
          <a:xfrm>
            <a:off x="4783987" y="7633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1" name="Shape 4739"/>
          <p:cNvSpPr/>
          <p:nvPr/>
        </p:nvSpPr>
        <p:spPr>
          <a:xfrm>
            <a:off x="4714134" y="7674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2" name="Shape 4740"/>
          <p:cNvSpPr/>
          <p:nvPr/>
        </p:nvSpPr>
        <p:spPr>
          <a:xfrm>
            <a:off x="4846297" y="7455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3" name="Shape 4741"/>
          <p:cNvSpPr/>
          <p:nvPr/>
        </p:nvSpPr>
        <p:spPr>
          <a:xfrm>
            <a:off x="5013938" y="73395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4" name="Shape 4742"/>
          <p:cNvSpPr/>
          <p:nvPr/>
        </p:nvSpPr>
        <p:spPr>
          <a:xfrm>
            <a:off x="4998507" y="77739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5" name="Shape 4743"/>
          <p:cNvSpPr/>
          <p:nvPr/>
        </p:nvSpPr>
        <p:spPr>
          <a:xfrm>
            <a:off x="4733209" y="6652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6" name="Shape 4744"/>
          <p:cNvSpPr/>
          <p:nvPr/>
        </p:nvSpPr>
        <p:spPr>
          <a:xfrm>
            <a:off x="4667643" y="74853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7" name="Shape 4745"/>
          <p:cNvSpPr/>
          <p:nvPr/>
        </p:nvSpPr>
        <p:spPr>
          <a:xfrm>
            <a:off x="4703202" y="74914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8" name="Shape 4746"/>
          <p:cNvSpPr/>
          <p:nvPr/>
        </p:nvSpPr>
        <p:spPr>
          <a:xfrm>
            <a:off x="4701593" y="7515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49" name="Shape 4747"/>
          <p:cNvSpPr/>
          <p:nvPr/>
        </p:nvSpPr>
        <p:spPr>
          <a:xfrm>
            <a:off x="4712645" y="74284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0" name="Shape 4748"/>
          <p:cNvSpPr/>
          <p:nvPr/>
        </p:nvSpPr>
        <p:spPr>
          <a:xfrm>
            <a:off x="4763537" y="7192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1" name="Shape 4749"/>
          <p:cNvSpPr/>
          <p:nvPr/>
        </p:nvSpPr>
        <p:spPr>
          <a:xfrm>
            <a:off x="4686516" y="7556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2" name="Shape 4750"/>
          <p:cNvSpPr/>
          <p:nvPr/>
        </p:nvSpPr>
        <p:spPr>
          <a:xfrm>
            <a:off x="4822578" y="75797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3" name="Shape 4751"/>
          <p:cNvSpPr/>
          <p:nvPr/>
        </p:nvSpPr>
        <p:spPr>
          <a:xfrm>
            <a:off x="4781627" y="75422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4" name="Shape 4752"/>
          <p:cNvSpPr/>
          <p:nvPr/>
        </p:nvSpPr>
        <p:spPr>
          <a:xfrm>
            <a:off x="4984830" y="75133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5" name="Shape 4753"/>
          <p:cNvSpPr/>
          <p:nvPr/>
        </p:nvSpPr>
        <p:spPr>
          <a:xfrm>
            <a:off x="4973547" y="72605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6" name="Shape 4754"/>
          <p:cNvSpPr/>
          <p:nvPr/>
        </p:nvSpPr>
        <p:spPr>
          <a:xfrm>
            <a:off x="4866592" y="7693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7" name="Shape 4755"/>
          <p:cNvSpPr/>
          <p:nvPr/>
        </p:nvSpPr>
        <p:spPr>
          <a:xfrm>
            <a:off x="4802996" y="75120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8" name="Shape 4756"/>
          <p:cNvSpPr/>
          <p:nvPr/>
        </p:nvSpPr>
        <p:spPr>
          <a:xfrm>
            <a:off x="4932889" y="74889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59" name="Shape 4757"/>
          <p:cNvSpPr/>
          <p:nvPr/>
        </p:nvSpPr>
        <p:spPr>
          <a:xfrm>
            <a:off x="4904748" y="67949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0" name="Shape 4758"/>
          <p:cNvSpPr/>
          <p:nvPr/>
        </p:nvSpPr>
        <p:spPr>
          <a:xfrm>
            <a:off x="4732286" y="7380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1" name="Shape 4759"/>
          <p:cNvSpPr/>
          <p:nvPr/>
        </p:nvSpPr>
        <p:spPr>
          <a:xfrm>
            <a:off x="5020406" y="7212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2" name="Shape 4760"/>
          <p:cNvSpPr/>
          <p:nvPr/>
        </p:nvSpPr>
        <p:spPr>
          <a:xfrm>
            <a:off x="4795074" y="75172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3" name="Shape 4761"/>
          <p:cNvSpPr/>
          <p:nvPr/>
        </p:nvSpPr>
        <p:spPr>
          <a:xfrm>
            <a:off x="4658891" y="7332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4" name="Shape 4762"/>
          <p:cNvSpPr/>
          <p:nvPr/>
        </p:nvSpPr>
        <p:spPr>
          <a:xfrm>
            <a:off x="4802848" y="73917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5" name="Shape 4763"/>
          <p:cNvSpPr/>
          <p:nvPr/>
        </p:nvSpPr>
        <p:spPr>
          <a:xfrm>
            <a:off x="4905643" y="7260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6" name="Shape 4764"/>
          <p:cNvSpPr/>
          <p:nvPr/>
        </p:nvSpPr>
        <p:spPr>
          <a:xfrm>
            <a:off x="5011524" y="73108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7" name="Shape 4765"/>
          <p:cNvSpPr/>
          <p:nvPr/>
        </p:nvSpPr>
        <p:spPr>
          <a:xfrm>
            <a:off x="4698346" y="7360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8" name="Shape 4766"/>
          <p:cNvSpPr/>
          <p:nvPr/>
        </p:nvSpPr>
        <p:spPr>
          <a:xfrm>
            <a:off x="4626576" y="6791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69" name="Shape 4767"/>
          <p:cNvSpPr/>
          <p:nvPr/>
        </p:nvSpPr>
        <p:spPr>
          <a:xfrm>
            <a:off x="4783560" y="72690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0" name="Shape 4768"/>
          <p:cNvSpPr/>
          <p:nvPr/>
        </p:nvSpPr>
        <p:spPr>
          <a:xfrm>
            <a:off x="4938318" y="71100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1" name="Shape 4769"/>
          <p:cNvSpPr/>
          <p:nvPr/>
        </p:nvSpPr>
        <p:spPr>
          <a:xfrm>
            <a:off x="4685648" y="7472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2" name="Shape 4770"/>
          <p:cNvSpPr/>
          <p:nvPr/>
        </p:nvSpPr>
        <p:spPr>
          <a:xfrm>
            <a:off x="4768054" y="72951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3" name="Shape 4771"/>
          <p:cNvSpPr/>
          <p:nvPr/>
        </p:nvSpPr>
        <p:spPr>
          <a:xfrm>
            <a:off x="4596246" y="72350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4" name="Shape 4772"/>
          <p:cNvSpPr/>
          <p:nvPr/>
        </p:nvSpPr>
        <p:spPr>
          <a:xfrm>
            <a:off x="4882241" y="7440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5" name="Shape 4773"/>
          <p:cNvSpPr/>
          <p:nvPr/>
        </p:nvSpPr>
        <p:spPr>
          <a:xfrm>
            <a:off x="4872875" y="7331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6" name="Shape 4774"/>
          <p:cNvSpPr/>
          <p:nvPr/>
        </p:nvSpPr>
        <p:spPr>
          <a:xfrm>
            <a:off x="4923624" y="69982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7" name="Shape 4775"/>
          <p:cNvSpPr/>
          <p:nvPr/>
        </p:nvSpPr>
        <p:spPr>
          <a:xfrm>
            <a:off x="4731306" y="72603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8" name="Shape 4776"/>
          <p:cNvSpPr/>
          <p:nvPr/>
        </p:nvSpPr>
        <p:spPr>
          <a:xfrm>
            <a:off x="4830452" y="73719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79" name="Shape 4777"/>
          <p:cNvSpPr/>
          <p:nvPr/>
        </p:nvSpPr>
        <p:spPr>
          <a:xfrm>
            <a:off x="4826093" y="7295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0" name="Shape 4778"/>
          <p:cNvSpPr/>
          <p:nvPr/>
        </p:nvSpPr>
        <p:spPr>
          <a:xfrm>
            <a:off x="5018985" y="74413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1" name="Shape 4779"/>
          <p:cNvSpPr/>
          <p:nvPr/>
        </p:nvSpPr>
        <p:spPr>
          <a:xfrm>
            <a:off x="5011955" y="7260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2" name="Shape 4780"/>
          <p:cNvSpPr/>
          <p:nvPr/>
        </p:nvSpPr>
        <p:spPr>
          <a:xfrm>
            <a:off x="4766167" y="7403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3" name="Shape 4781"/>
          <p:cNvSpPr/>
          <p:nvPr/>
        </p:nvSpPr>
        <p:spPr>
          <a:xfrm>
            <a:off x="4966773" y="7070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4" name="Shape 4782"/>
          <p:cNvSpPr/>
          <p:nvPr/>
        </p:nvSpPr>
        <p:spPr>
          <a:xfrm>
            <a:off x="4897453" y="72356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5" name="Shape 4783"/>
          <p:cNvSpPr/>
          <p:nvPr/>
        </p:nvSpPr>
        <p:spPr>
          <a:xfrm>
            <a:off x="4803262" y="72586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6" name="Shape 4784"/>
          <p:cNvSpPr/>
          <p:nvPr/>
        </p:nvSpPr>
        <p:spPr>
          <a:xfrm>
            <a:off x="4713317" y="72777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7" name="Shape 4785"/>
          <p:cNvSpPr/>
          <p:nvPr/>
        </p:nvSpPr>
        <p:spPr>
          <a:xfrm>
            <a:off x="4860729" y="73820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8" name="Shape 4786"/>
          <p:cNvSpPr/>
          <p:nvPr/>
        </p:nvSpPr>
        <p:spPr>
          <a:xfrm>
            <a:off x="4855771" y="73089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89" name="Shape 4787"/>
          <p:cNvSpPr/>
          <p:nvPr/>
        </p:nvSpPr>
        <p:spPr>
          <a:xfrm>
            <a:off x="4814557" y="71109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0" name="Shape 4788"/>
          <p:cNvSpPr/>
          <p:nvPr/>
        </p:nvSpPr>
        <p:spPr>
          <a:xfrm>
            <a:off x="4749568" y="7276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1" name="Shape 4789"/>
          <p:cNvSpPr/>
          <p:nvPr/>
        </p:nvSpPr>
        <p:spPr>
          <a:xfrm>
            <a:off x="5007418" y="73770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2" name="Shape 4790"/>
          <p:cNvSpPr/>
          <p:nvPr/>
        </p:nvSpPr>
        <p:spPr>
          <a:xfrm>
            <a:off x="5016768" y="70545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3" name="Shape 4791"/>
          <p:cNvSpPr/>
          <p:nvPr/>
        </p:nvSpPr>
        <p:spPr>
          <a:xfrm>
            <a:off x="4653186" y="72097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4" name="Shape 4792"/>
          <p:cNvSpPr/>
          <p:nvPr/>
        </p:nvSpPr>
        <p:spPr>
          <a:xfrm>
            <a:off x="4935526" y="72548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5" name="Shape 4793"/>
          <p:cNvSpPr/>
          <p:nvPr/>
        </p:nvSpPr>
        <p:spPr>
          <a:xfrm>
            <a:off x="4841929" y="75906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6" name="Shape 4794"/>
          <p:cNvSpPr/>
          <p:nvPr/>
        </p:nvSpPr>
        <p:spPr>
          <a:xfrm>
            <a:off x="4645743" y="75275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7" name="Shape 4795"/>
          <p:cNvSpPr/>
          <p:nvPr/>
        </p:nvSpPr>
        <p:spPr>
          <a:xfrm>
            <a:off x="4595404" y="7551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8" name="Shape 4796"/>
          <p:cNvSpPr/>
          <p:nvPr/>
        </p:nvSpPr>
        <p:spPr>
          <a:xfrm>
            <a:off x="4997163" y="74539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99" name="Shape 4797"/>
          <p:cNvSpPr/>
          <p:nvPr/>
        </p:nvSpPr>
        <p:spPr>
          <a:xfrm>
            <a:off x="4704536" y="7502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0" name="Shape 4798"/>
          <p:cNvSpPr/>
          <p:nvPr/>
        </p:nvSpPr>
        <p:spPr>
          <a:xfrm>
            <a:off x="4979157" y="73631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1" name="Shape 4799"/>
          <p:cNvSpPr/>
          <p:nvPr/>
        </p:nvSpPr>
        <p:spPr>
          <a:xfrm>
            <a:off x="4694986" y="7475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2" name="Shape 4800"/>
          <p:cNvSpPr/>
          <p:nvPr/>
        </p:nvSpPr>
        <p:spPr>
          <a:xfrm>
            <a:off x="4907229" y="73886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3" name="Shape 4801"/>
          <p:cNvSpPr/>
          <p:nvPr/>
        </p:nvSpPr>
        <p:spPr>
          <a:xfrm>
            <a:off x="4955249" y="7232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4" name="Shape 4802"/>
          <p:cNvSpPr/>
          <p:nvPr/>
        </p:nvSpPr>
        <p:spPr>
          <a:xfrm>
            <a:off x="4996975" y="72410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5" name="Shape 4803"/>
          <p:cNvSpPr/>
          <p:nvPr/>
        </p:nvSpPr>
        <p:spPr>
          <a:xfrm>
            <a:off x="4640107" y="73724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6" name="Shape 4804"/>
          <p:cNvSpPr/>
          <p:nvPr/>
        </p:nvSpPr>
        <p:spPr>
          <a:xfrm>
            <a:off x="4853074" y="7231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7" name="Shape 4805"/>
          <p:cNvSpPr/>
          <p:nvPr/>
        </p:nvSpPr>
        <p:spPr>
          <a:xfrm>
            <a:off x="4730386" y="72339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8" name="Shape 4806"/>
          <p:cNvSpPr/>
          <p:nvPr/>
        </p:nvSpPr>
        <p:spPr>
          <a:xfrm>
            <a:off x="4752213" y="74259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09" name="Shape 4807"/>
          <p:cNvSpPr/>
          <p:nvPr/>
        </p:nvSpPr>
        <p:spPr>
          <a:xfrm>
            <a:off x="4722692" y="7814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0" name="Shape 4808"/>
          <p:cNvSpPr/>
          <p:nvPr/>
        </p:nvSpPr>
        <p:spPr>
          <a:xfrm>
            <a:off x="4868917" y="7698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1" name="Shape 4809"/>
          <p:cNvSpPr/>
          <p:nvPr/>
        </p:nvSpPr>
        <p:spPr>
          <a:xfrm>
            <a:off x="4945545" y="74954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2" name="Shape 4810"/>
          <p:cNvSpPr/>
          <p:nvPr/>
        </p:nvSpPr>
        <p:spPr>
          <a:xfrm>
            <a:off x="4733590" y="74579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3" name="Shape 4811"/>
          <p:cNvSpPr/>
          <p:nvPr/>
        </p:nvSpPr>
        <p:spPr>
          <a:xfrm>
            <a:off x="4981853" y="74959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4" name="Shape 4812"/>
          <p:cNvSpPr/>
          <p:nvPr/>
        </p:nvSpPr>
        <p:spPr>
          <a:xfrm>
            <a:off x="4601724" y="74484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5" name="Shape 4813"/>
          <p:cNvSpPr/>
          <p:nvPr/>
        </p:nvSpPr>
        <p:spPr>
          <a:xfrm>
            <a:off x="5002992" y="75818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6" name="Shape 4814"/>
          <p:cNvSpPr/>
          <p:nvPr/>
        </p:nvSpPr>
        <p:spPr>
          <a:xfrm>
            <a:off x="4652123" y="7807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7" name="Shape 4815"/>
          <p:cNvSpPr/>
          <p:nvPr/>
        </p:nvSpPr>
        <p:spPr>
          <a:xfrm>
            <a:off x="4853755" y="77680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8" name="Shape 4816"/>
          <p:cNvSpPr/>
          <p:nvPr/>
        </p:nvSpPr>
        <p:spPr>
          <a:xfrm>
            <a:off x="4595770" y="77949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19" name="Shape 4817"/>
          <p:cNvSpPr/>
          <p:nvPr/>
        </p:nvSpPr>
        <p:spPr>
          <a:xfrm>
            <a:off x="4699007" y="78752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0" name="Shape 4818"/>
          <p:cNvSpPr/>
          <p:nvPr/>
        </p:nvSpPr>
        <p:spPr>
          <a:xfrm>
            <a:off x="4850105" y="7795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1" name="Shape 4819"/>
          <p:cNvSpPr/>
          <p:nvPr/>
        </p:nvSpPr>
        <p:spPr>
          <a:xfrm>
            <a:off x="4689414" y="79811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2" name="Shape 4820"/>
          <p:cNvSpPr/>
          <p:nvPr/>
        </p:nvSpPr>
        <p:spPr>
          <a:xfrm>
            <a:off x="4896268" y="78019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3" name="Shape 4821"/>
          <p:cNvSpPr/>
          <p:nvPr/>
        </p:nvSpPr>
        <p:spPr>
          <a:xfrm>
            <a:off x="4815188" y="78161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4" name="Shape 4822"/>
          <p:cNvSpPr/>
          <p:nvPr/>
        </p:nvSpPr>
        <p:spPr>
          <a:xfrm>
            <a:off x="4876080" y="77993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5" name="Shape 4823"/>
          <p:cNvSpPr/>
          <p:nvPr/>
        </p:nvSpPr>
        <p:spPr>
          <a:xfrm>
            <a:off x="4679519" y="78057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6" name="Shape 4824"/>
          <p:cNvSpPr/>
          <p:nvPr/>
        </p:nvSpPr>
        <p:spPr>
          <a:xfrm>
            <a:off x="4722728" y="77691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7" name="Shape 4825"/>
          <p:cNvSpPr/>
          <p:nvPr/>
        </p:nvSpPr>
        <p:spPr>
          <a:xfrm>
            <a:off x="4807071" y="7880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8" name="Shape 4826"/>
          <p:cNvSpPr/>
          <p:nvPr/>
        </p:nvSpPr>
        <p:spPr>
          <a:xfrm>
            <a:off x="4703125" y="75225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29" name="Shape 4827"/>
          <p:cNvSpPr/>
          <p:nvPr/>
        </p:nvSpPr>
        <p:spPr>
          <a:xfrm>
            <a:off x="4759216" y="76509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0" name="Shape 4828"/>
          <p:cNvSpPr/>
          <p:nvPr/>
        </p:nvSpPr>
        <p:spPr>
          <a:xfrm>
            <a:off x="4951067" y="75561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1" name="Shape 4829"/>
          <p:cNvSpPr/>
          <p:nvPr/>
        </p:nvSpPr>
        <p:spPr>
          <a:xfrm>
            <a:off x="4871935" y="75621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2" name="Shape 4830"/>
          <p:cNvSpPr/>
          <p:nvPr/>
        </p:nvSpPr>
        <p:spPr>
          <a:xfrm>
            <a:off x="4865785" y="7307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3" name="Shape 4831"/>
          <p:cNvSpPr/>
          <p:nvPr/>
        </p:nvSpPr>
        <p:spPr>
          <a:xfrm>
            <a:off x="4965867" y="75271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4" name="Shape 4832"/>
          <p:cNvSpPr/>
          <p:nvPr/>
        </p:nvSpPr>
        <p:spPr>
          <a:xfrm>
            <a:off x="4868148" y="7465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5" name="Shape 4833"/>
          <p:cNvSpPr/>
          <p:nvPr/>
        </p:nvSpPr>
        <p:spPr>
          <a:xfrm>
            <a:off x="4788543" y="7473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6" name="Shape 4834"/>
          <p:cNvSpPr/>
          <p:nvPr/>
        </p:nvSpPr>
        <p:spPr>
          <a:xfrm>
            <a:off x="4984130" y="7562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7" name="Shape 4835"/>
          <p:cNvSpPr/>
          <p:nvPr/>
        </p:nvSpPr>
        <p:spPr>
          <a:xfrm>
            <a:off x="4647652" y="7549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8" name="Shape 4836"/>
          <p:cNvSpPr/>
          <p:nvPr/>
        </p:nvSpPr>
        <p:spPr>
          <a:xfrm>
            <a:off x="4956874" y="7489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39" name="Shape 4837"/>
          <p:cNvSpPr/>
          <p:nvPr/>
        </p:nvSpPr>
        <p:spPr>
          <a:xfrm>
            <a:off x="4849121" y="74831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0" name="Shape 4838"/>
          <p:cNvSpPr/>
          <p:nvPr/>
        </p:nvSpPr>
        <p:spPr>
          <a:xfrm>
            <a:off x="4817131" y="75904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1" name="Shape 4839"/>
          <p:cNvSpPr/>
          <p:nvPr/>
        </p:nvSpPr>
        <p:spPr>
          <a:xfrm>
            <a:off x="4693917" y="7287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2" name="Shape 4840"/>
          <p:cNvSpPr/>
          <p:nvPr/>
        </p:nvSpPr>
        <p:spPr>
          <a:xfrm>
            <a:off x="4619861" y="72691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3" name="Shape 4841"/>
          <p:cNvSpPr/>
          <p:nvPr/>
        </p:nvSpPr>
        <p:spPr>
          <a:xfrm>
            <a:off x="4971947" y="7280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4" name="Shape 4842"/>
          <p:cNvSpPr/>
          <p:nvPr/>
        </p:nvSpPr>
        <p:spPr>
          <a:xfrm>
            <a:off x="4944015" y="72672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5" name="Shape 4843"/>
          <p:cNvSpPr/>
          <p:nvPr/>
        </p:nvSpPr>
        <p:spPr>
          <a:xfrm>
            <a:off x="4666240" y="72853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6" name="Shape 4844"/>
          <p:cNvSpPr/>
          <p:nvPr/>
        </p:nvSpPr>
        <p:spPr>
          <a:xfrm>
            <a:off x="4638972" y="7277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7" name="Shape 4845"/>
          <p:cNvSpPr/>
          <p:nvPr/>
        </p:nvSpPr>
        <p:spPr>
          <a:xfrm>
            <a:off x="4775943" y="77238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8" name="Shape 4846"/>
          <p:cNvSpPr/>
          <p:nvPr/>
        </p:nvSpPr>
        <p:spPr>
          <a:xfrm>
            <a:off x="4948313" y="77616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49" name="Shape 4847"/>
          <p:cNvSpPr/>
          <p:nvPr/>
        </p:nvSpPr>
        <p:spPr>
          <a:xfrm>
            <a:off x="4625712" y="75411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0" name="Shape 4848"/>
          <p:cNvSpPr/>
          <p:nvPr/>
        </p:nvSpPr>
        <p:spPr>
          <a:xfrm>
            <a:off x="5006713" y="7419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1" name="Shape 4849"/>
          <p:cNvSpPr/>
          <p:nvPr/>
        </p:nvSpPr>
        <p:spPr>
          <a:xfrm>
            <a:off x="4855879" y="72847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2" name="Shape 4850"/>
          <p:cNvSpPr/>
          <p:nvPr/>
        </p:nvSpPr>
        <p:spPr>
          <a:xfrm>
            <a:off x="4851956" y="77058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3" name="Shape 4851"/>
          <p:cNvSpPr/>
          <p:nvPr/>
        </p:nvSpPr>
        <p:spPr>
          <a:xfrm>
            <a:off x="4591347" y="7623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4" name="Shape 4852"/>
          <p:cNvSpPr/>
          <p:nvPr/>
        </p:nvSpPr>
        <p:spPr>
          <a:xfrm>
            <a:off x="4702538" y="76061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5" name="Shape 4853"/>
          <p:cNvSpPr/>
          <p:nvPr/>
        </p:nvSpPr>
        <p:spPr>
          <a:xfrm>
            <a:off x="4760059" y="76401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6" name="Shape 4854"/>
          <p:cNvSpPr/>
          <p:nvPr/>
        </p:nvSpPr>
        <p:spPr>
          <a:xfrm>
            <a:off x="4647418" y="7718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7" name="Shape 4855"/>
          <p:cNvSpPr/>
          <p:nvPr/>
        </p:nvSpPr>
        <p:spPr>
          <a:xfrm>
            <a:off x="4656158" y="73811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8" name="Shape 4856"/>
          <p:cNvSpPr/>
          <p:nvPr/>
        </p:nvSpPr>
        <p:spPr>
          <a:xfrm>
            <a:off x="4674529" y="7778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59" name="Shape 4857"/>
          <p:cNvSpPr/>
          <p:nvPr/>
        </p:nvSpPr>
        <p:spPr>
          <a:xfrm>
            <a:off x="4829282" y="77209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0" name="Shape 4858"/>
          <p:cNvSpPr/>
          <p:nvPr/>
        </p:nvSpPr>
        <p:spPr>
          <a:xfrm>
            <a:off x="4947990" y="78009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1" name="Shape 4859"/>
          <p:cNvSpPr/>
          <p:nvPr/>
        </p:nvSpPr>
        <p:spPr>
          <a:xfrm>
            <a:off x="4772901" y="78079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2" name="Shape 4860"/>
          <p:cNvSpPr/>
          <p:nvPr/>
        </p:nvSpPr>
        <p:spPr>
          <a:xfrm>
            <a:off x="5012899" y="77699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3" name="Shape 4861"/>
          <p:cNvSpPr/>
          <p:nvPr/>
        </p:nvSpPr>
        <p:spPr>
          <a:xfrm>
            <a:off x="4748521" y="7198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4" name="Shape 4862"/>
          <p:cNvSpPr/>
          <p:nvPr/>
        </p:nvSpPr>
        <p:spPr>
          <a:xfrm>
            <a:off x="4881957" y="7091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5" name="Shape 4863"/>
          <p:cNvSpPr/>
          <p:nvPr/>
        </p:nvSpPr>
        <p:spPr>
          <a:xfrm>
            <a:off x="4714801" y="76489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6" name="Shape 4864"/>
          <p:cNvSpPr/>
          <p:nvPr/>
        </p:nvSpPr>
        <p:spPr>
          <a:xfrm>
            <a:off x="4790290" y="76507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7" name="Shape 4865"/>
          <p:cNvSpPr/>
          <p:nvPr/>
        </p:nvSpPr>
        <p:spPr>
          <a:xfrm>
            <a:off x="4688328" y="77186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8" name="Shape 4866"/>
          <p:cNvSpPr/>
          <p:nvPr/>
        </p:nvSpPr>
        <p:spPr>
          <a:xfrm>
            <a:off x="4590843" y="73050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69" name="Shape 4867"/>
          <p:cNvSpPr/>
          <p:nvPr/>
        </p:nvSpPr>
        <p:spPr>
          <a:xfrm>
            <a:off x="4954228" y="7264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0" name="Shape 4868"/>
          <p:cNvSpPr/>
          <p:nvPr/>
        </p:nvSpPr>
        <p:spPr>
          <a:xfrm>
            <a:off x="4709273" y="6842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1" name="Shape 4869"/>
          <p:cNvSpPr/>
          <p:nvPr/>
        </p:nvSpPr>
        <p:spPr>
          <a:xfrm>
            <a:off x="4757114" y="7466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2" name="Shape 4870"/>
          <p:cNvSpPr/>
          <p:nvPr/>
        </p:nvSpPr>
        <p:spPr>
          <a:xfrm>
            <a:off x="5016739" y="7511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3" name="Shape 4871"/>
          <p:cNvSpPr/>
          <p:nvPr/>
        </p:nvSpPr>
        <p:spPr>
          <a:xfrm>
            <a:off x="4865809" y="73686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4" name="Shape 4872"/>
          <p:cNvSpPr/>
          <p:nvPr/>
        </p:nvSpPr>
        <p:spPr>
          <a:xfrm>
            <a:off x="4937567" y="7278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5" name="Shape 4873"/>
          <p:cNvSpPr/>
          <p:nvPr/>
        </p:nvSpPr>
        <p:spPr>
          <a:xfrm>
            <a:off x="4866740" y="7520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6" name="Shape 4874"/>
          <p:cNvSpPr/>
          <p:nvPr/>
        </p:nvSpPr>
        <p:spPr>
          <a:xfrm>
            <a:off x="4655916" y="76230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7" name="Shape 4875"/>
          <p:cNvSpPr/>
          <p:nvPr/>
        </p:nvSpPr>
        <p:spPr>
          <a:xfrm>
            <a:off x="4877178" y="75524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8" name="Shape 4876"/>
          <p:cNvSpPr/>
          <p:nvPr/>
        </p:nvSpPr>
        <p:spPr>
          <a:xfrm>
            <a:off x="4745104" y="75317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79" name="Shape 4877"/>
          <p:cNvSpPr/>
          <p:nvPr/>
        </p:nvSpPr>
        <p:spPr>
          <a:xfrm>
            <a:off x="4701549" y="7564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0" name="Shape 4878"/>
          <p:cNvSpPr/>
          <p:nvPr/>
        </p:nvSpPr>
        <p:spPr>
          <a:xfrm>
            <a:off x="4893667" y="77179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1" name="Shape 4879"/>
          <p:cNvSpPr/>
          <p:nvPr/>
        </p:nvSpPr>
        <p:spPr>
          <a:xfrm>
            <a:off x="4852083" y="69141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2" name="Shape 4880"/>
          <p:cNvSpPr/>
          <p:nvPr/>
        </p:nvSpPr>
        <p:spPr>
          <a:xfrm>
            <a:off x="4647411" y="77017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3" name="Shape 4881"/>
          <p:cNvSpPr/>
          <p:nvPr/>
        </p:nvSpPr>
        <p:spPr>
          <a:xfrm>
            <a:off x="4716625" y="74324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4" name="Shape 4882"/>
          <p:cNvSpPr/>
          <p:nvPr/>
        </p:nvSpPr>
        <p:spPr>
          <a:xfrm>
            <a:off x="4675903" y="75038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5" name="Shape 4883"/>
          <p:cNvSpPr/>
          <p:nvPr/>
        </p:nvSpPr>
        <p:spPr>
          <a:xfrm>
            <a:off x="4894073" y="7680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6" name="Shape 4884"/>
          <p:cNvSpPr/>
          <p:nvPr/>
        </p:nvSpPr>
        <p:spPr>
          <a:xfrm>
            <a:off x="4811691" y="7572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7" name="Shape 4885"/>
          <p:cNvSpPr/>
          <p:nvPr/>
        </p:nvSpPr>
        <p:spPr>
          <a:xfrm>
            <a:off x="4686558" y="7700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8" name="Shape 4886"/>
          <p:cNvSpPr/>
          <p:nvPr/>
        </p:nvSpPr>
        <p:spPr>
          <a:xfrm>
            <a:off x="4843773" y="7719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89" name="Shape 4887"/>
          <p:cNvSpPr/>
          <p:nvPr/>
        </p:nvSpPr>
        <p:spPr>
          <a:xfrm>
            <a:off x="4648703" y="76709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0" name="Shape 4888"/>
          <p:cNvSpPr/>
          <p:nvPr/>
        </p:nvSpPr>
        <p:spPr>
          <a:xfrm>
            <a:off x="4839693" y="77109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1" name="Shape 4889"/>
          <p:cNvSpPr/>
          <p:nvPr/>
        </p:nvSpPr>
        <p:spPr>
          <a:xfrm>
            <a:off x="4818338" y="76630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2" name="Shape 4890"/>
          <p:cNvSpPr/>
          <p:nvPr/>
        </p:nvSpPr>
        <p:spPr>
          <a:xfrm>
            <a:off x="4815102" y="7388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3" name="Shape 4891"/>
          <p:cNvSpPr/>
          <p:nvPr/>
        </p:nvSpPr>
        <p:spPr>
          <a:xfrm>
            <a:off x="4641543" y="74813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4" name="Shape 4892"/>
          <p:cNvSpPr/>
          <p:nvPr/>
        </p:nvSpPr>
        <p:spPr>
          <a:xfrm>
            <a:off x="4872170" y="74221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5" name="Shape 4893"/>
          <p:cNvSpPr/>
          <p:nvPr/>
        </p:nvSpPr>
        <p:spPr>
          <a:xfrm>
            <a:off x="4666450" y="7356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6" name="Shape 4894"/>
          <p:cNvSpPr/>
          <p:nvPr/>
        </p:nvSpPr>
        <p:spPr>
          <a:xfrm>
            <a:off x="4999951" y="72708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7" name="Shape 4895"/>
          <p:cNvSpPr/>
          <p:nvPr/>
        </p:nvSpPr>
        <p:spPr>
          <a:xfrm>
            <a:off x="4670688" y="7605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8" name="Shape 4896"/>
          <p:cNvSpPr/>
          <p:nvPr/>
        </p:nvSpPr>
        <p:spPr>
          <a:xfrm>
            <a:off x="4910266" y="7731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99" name="Shape 4897"/>
          <p:cNvSpPr/>
          <p:nvPr/>
        </p:nvSpPr>
        <p:spPr>
          <a:xfrm>
            <a:off x="4921035" y="7363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0" name="Shape 4898"/>
          <p:cNvSpPr/>
          <p:nvPr/>
        </p:nvSpPr>
        <p:spPr>
          <a:xfrm>
            <a:off x="4892319" y="7531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1" name="Shape 4899"/>
          <p:cNvSpPr/>
          <p:nvPr/>
        </p:nvSpPr>
        <p:spPr>
          <a:xfrm>
            <a:off x="4610423" y="7638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2" name="Shape 4900"/>
          <p:cNvSpPr/>
          <p:nvPr/>
        </p:nvSpPr>
        <p:spPr>
          <a:xfrm>
            <a:off x="4766711" y="75313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3" name="Shape 4901"/>
          <p:cNvSpPr/>
          <p:nvPr/>
        </p:nvSpPr>
        <p:spPr>
          <a:xfrm>
            <a:off x="4850743" y="7556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4" name="Shape 4902"/>
          <p:cNvSpPr/>
          <p:nvPr/>
        </p:nvSpPr>
        <p:spPr>
          <a:xfrm>
            <a:off x="4838052" y="76530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5" name="Shape 4903"/>
          <p:cNvSpPr/>
          <p:nvPr/>
        </p:nvSpPr>
        <p:spPr>
          <a:xfrm>
            <a:off x="4906435" y="75523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6" name="Shape 4904"/>
          <p:cNvSpPr/>
          <p:nvPr/>
        </p:nvSpPr>
        <p:spPr>
          <a:xfrm>
            <a:off x="4643417" y="7659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7" name="Shape 4905"/>
          <p:cNvSpPr/>
          <p:nvPr/>
        </p:nvSpPr>
        <p:spPr>
          <a:xfrm>
            <a:off x="4824185" y="7453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8" name="Shape 4906"/>
          <p:cNvSpPr/>
          <p:nvPr/>
        </p:nvSpPr>
        <p:spPr>
          <a:xfrm>
            <a:off x="4597554" y="73708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09" name="Shape 4907"/>
          <p:cNvSpPr/>
          <p:nvPr/>
        </p:nvSpPr>
        <p:spPr>
          <a:xfrm>
            <a:off x="5003213" y="7536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0" name="Shape 4908"/>
          <p:cNvSpPr/>
          <p:nvPr/>
        </p:nvSpPr>
        <p:spPr>
          <a:xfrm>
            <a:off x="4731085" y="76294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1" name="Shape 4909"/>
          <p:cNvSpPr/>
          <p:nvPr/>
        </p:nvSpPr>
        <p:spPr>
          <a:xfrm>
            <a:off x="4777450" y="72642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2" name="Shape 4910"/>
          <p:cNvSpPr/>
          <p:nvPr/>
        </p:nvSpPr>
        <p:spPr>
          <a:xfrm>
            <a:off x="4863536" y="7167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3" name="Shape 4911"/>
          <p:cNvSpPr/>
          <p:nvPr/>
        </p:nvSpPr>
        <p:spPr>
          <a:xfrm>
            <a:off x="4761589" y="73941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4" name="Shape 4912"/>
          <p:cNvSpPr/>
          <p:nvPr/>
        </p:nvSpPr>
        <p:spPr>
          <a:xfrm>
            <a:off x="4627981" y="74469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5" name="Shape 4913"/>
          <p:cNvSpPr/>
          <p:nvPr/>
        </p:nvSpPr>
        <p:spPr>
          <a:xfrm>
            <a:off x="4933586" y="76501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6" name="Shape 4914"/>
          <p:cNvSpPr/>
          <p:nvPr/>
        </p:nvSpPr>
        <p:spPr>
          <a:xfrm>
            <a:off x="5000163" y="75813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7" name="Shape 4915"/>
          <p:cNvSpPr/>
          <p:nvPr/>
        </p:nvSpPr>
        <p:spPr>
          <a:xfrm>
            <a:off x="4629983" y="75753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8" name="Shape 4916"/>
          <p:cNvSpPr/>
          <p:nvPr/>
        </p:nvSpPr>
        <p:spPr>
          <a:xfrm>
            <a:off x="4764809" y="71977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19" name="Shape 4917"/>
          <p:cNvSpPr/>
          <p:nvPr/>
        </p:nvSpPr>
        <p:spPr>
          <a:xfrm>
            <a:off x="4941402" y="72374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0" name="Shape 4918"/>
          <p:cNvSpPr/>
          <p:nvPr/>
        </p:nvSpPr>
        <p:spPr>
          <a:xfrm>
            <a:off x="4985172" y="74888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1" name="Shape 4919"/>
          <p:cNvSpPr/>
          <p:nvPr/>
        </p:nvSpPr>
        <p:spPr>
          <a:xfrm>
            <a:off x="4756997" y="7207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2" name="Shape 4920"/>
          <p:cNvSpPr/>
          <p:nvPr/>
        </p:nvSpPr>
        <p:spPr>
          <a:xfrm>
            <a:off x="4773326" y="7457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3" name="Shape 4921"/>
          <p:cNvSpPr/>
          <p:nvPr/>
        </p:nvSpPr>
        <p:spPr>
          <a:xfrm>
            <a:off x="4719999" y="7927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4" name="Shape 4922"/>
          <p:cNvSpPr/>
          <p:nvPr/>
        </p:nvSpPr>
        <p:spPr>
          <a:xfrm>
            <a:off x="4654588" y="7863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5" name="Shape 4923"/>
          <p:cNvSpPr/>
          <p:nvPr/>
        </p:nvSpPr>
        <p:spPr>
          <a:xfrm>
            <a:off x="4740487" y="7938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6" name="Shape 4924"/>
          <p:cNvSpPr/>
          <p:nvPr/>
        </p:nvSpPr>
        <p:spPr>
          <a:xfrm>
            <a:off x="4818023" y="7807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7" name="Shape 4925"/>
          <p:cNvSpPr/>
          <p:nvPr/>
        </p:nvSpPr>
        <p:spPr>
          <a:xfrm>
            <a:off x="4814180" y="78957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8" name="Shape 4926"/>
          <p:cNvSpPr/>
          <p:nvPr/>
        </p:nvSpPr>
        <p:spPr>
          <a:xfrm>
            <a:off x="4861289" y="77747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29" name="Shape 4927"/>
          <p:cNvSpPr/>
          <p:nvPr/>
        </p:nvSpPr>
        <p:spPr>
          <a:xfrm>
            <a:off x="4634949" y="77396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0" name="Shape 4928"/>
          <p:cNvSpPr/>
          <p:nvPr/>
        </p:nvSpPr>
        <p:spPr>
          <a:xfrm>
            <a:off x="4822658" y="78169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1" name="Shape 4929"/>
          <p:cNvSpPr/>
          <p:nvPr/>
        </p:nvSpPr>
        <p:spPr>
          <a:xfrm>
            <a:off x="4903156" y="7816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2" name="Shape 4930"/>
          <p:cNvSpPr/>
          <p:nvPr/>
        </p:nvSpPr>
        <p:spPr>
          <a:xfrm>
            <a:off x="4615543" y="7853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3" name="Shape 4931"/>
          <p:cNvSpPr/>
          <p:nvPr/>
        </p:nvSpPr>
        <p:spPr>
          <a:xfrm>
            <a:off x="4917333" y="73975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4" name="Shape 4932"/>
          <p:cNvSpPr/>
          <p:nvPr/>
        </p:nvSpPr>
        <p:spPr>
          <a:xfrm>
            <a:off x="4959112" y="75874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5" name="Shape 4933"/>
          <p:cNvSpPr/>
          <p:nvPr/>
        </p:nvSpPr>
        <p:spPr>
          <a:xfrm>
            <a:off x="4791882" y="75973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6" name="Shape 4934"/>
          <p:cNvSpPr/>
          <p:nvPr/>
        </p:nvSpPr>
        <p:spPr>
          <a:xfrm>
            <a:off x="4645231" y="74759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7" name="Shape 4935"/>
          <p:cNvSpPr/>
          <p:nvPr/>
        </p:nvSpPr>
        <p:spPr>
          <a:xfrm>
            <a:off x="4976757" y="7567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8" name="Shape 4936"/>
          <p:cNvSpPr/>
          <p:nvPr/>
        </p:nvSpPr>
        <p:spPr>
          <a:xfrm>
            <a:off x="4884149" y="76205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39" name="Shape 4937"/>
          <p:cNvSpPr/>
          <p:nvPr/>
        </p:nvSpPr>
        <p:spPr>
          <a:xfrm>
            <a:off x="4842284" y="75045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0" name="Shape 4938"/>
          <p:cNvSpPr/>
          <p:nvPr/>
        </p:nvSpPr>
        <p:spPr>
          <a:xfrm>
            <a:off x="4893655" y="76805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1" name="Shape 4939"/>
          <p:cNvSpPr/>
          <p:nvPr/>
        </p:nvSpPr>
        <p:spPr>
          <a:xfrm>
            <a:off x="4792790" y="76447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2" name="Shape 4940"/>
          <p:cNvSpPr/>
          <p:nvPr/>
        </p:nvSpPr>
        <p:spPr>
          <a:xfrm>
            <a:off x="4856166" y="76225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3" name="Shape 4941"/>
          <p:cNvSpPr/>
          <p:nvPr/>
        </p:nvSpPr>
        <p:spPr>
          <a:xfrm>
            <a:off x="4647116" y="74579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4" name="Shape 4942"/>
          <p:cNvSpPr/>
          <p:nvPr/>
        </p:nvSpPr>
        <p:spPr>
          <a:xfrm>
            <a:off x="4720294" y="7766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5" name="Shape 4943"/>
          <p:cNvSpPr/>
          <p:nvPr/>
        </p:nvSpPr>
        <p:spPr>
          <a:xfrm>
            <a:off x="4610914" y="7152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6" name="Shape 4944"/>
          <p:cNvSpPr/>
          <p:nvPr/>
        </p:nvSpPr>
        <p:spPr>
          <a:xfrm>
            <a:off x="4891339" y="75962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7" name="Shape 4945"/>
          <p:cNvSpPr/>
          <p:nvPr/>
        </p:nvSpPr>
        <p:spPr>
          <a:xfrm>
            <a:off x="4964581" y="76182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8" name="Shape 4946"/>
          <p:cNvSpPr/>
          <p:nvPr/>
        </p:nvSpPr>
        <p:spPr>
          <a:xfrm>
            <a:off x="4948789" y="7259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49" name="Shape 4947"/>
          <p:cNvSpPr/>
          <p:nvPr/>
        </p:nvSpPr>
        <p:spPr>
          <a:xfrm>
            <a:off x="4658359" y="7245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0" name="Shape 4948"/>
          <p:cNvSpPr/>
          <p:nvPr/>
        </p:nvSpPr>
        <p:spPr>
          <a:xfrm>
            <a:off x="4724510" y="73784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1" name="Shape 4949"/>
          <p:cNvSpPr/>
          <p:nvPr/>
        </p:nvSpPr>
        <p:spPr>
          <a:xfrm>
            <a:off x="4716059" y="75126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2" name="Shape 4950"/>
          <p:cNvSpPr/>
          <p:nvPr/>
        </p:nvSpPr>
        <p:spPr>
          <a:xfrm>
            <a:off x="4710167" y="69706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3" name="Shape 4951"/>
          <p:cNvSpPr/>
          <p:nvPr/>
        </p:nvSpPr>
        <p:spPr>
          <a:xfrm>
            <a:off x="4911689" y="7258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4" name="Shape 4952"/>
          <p:cNvSpPr/>
          <p:nvPr/>
        </p:nvSpPr>
        <p:spPr>
          <a:xfrm>
            <a:off x="4898610" y="72266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5" name="Shape 4953"/>
          <p:cNvSpPr/>
          <p:nvPr/>
        </p:nvSpPr>
        <p:spPr>
          <a:xfrm>
            <a:off x="4978660" y="71344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6" name="Shape 4954"/>
          <p:cNvSpPr/>
          <p:nvPr/>
        </p:nvSpPr>
        <p:spPr>
          <a:xfrm>
            <a:off x="4836386" y="69535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7" name="Shape 4955"/>
          <p:cNvSpPr/>
          <p:nvPr/>
        </p:nvSpPr>
        <p:spPr>
          <a:xfrm>
            <a:off x="4997473" y="7019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8" name="Shape 4956"/>
          <p:cNvSpPr/>
          <p:nvPr/>
        </p:nvSpPr>
        <p:spPr>
          <a:xfrm>
            <a:off x="4749743" y="71613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59" name="Shape 4957"/>
          <p:cNvSpPr/>
          <p:nvPr/>
        </p:nvSpPr>
        <p:spPr>
          <a:xfrm>
            <a:off x="4774813" y="6918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0" name="Shape 4958"/>
          <p:cNvSpPr/>
          <p:nvPr/>
        </p:nvSpPr>
        <p:spPr>
          <a:xfrm>
            <a:off x="4783192" y="72452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1" name="Shape 4959"/>
          <p:cNvSpPr/>
          <p:nvPr/>
        </p:nvSpPr>
        <p:spPr>
          <a:xfrm>
            <a:off x="4787234" y="72212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2" name="Shape 4960"/>
          <p:cNvSpPr/>
          <p:nvPr/>
        </p:nvSpPr>
        <p:spPr>
          <a:xfrm>
            <a:off x="4735500" y="7258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3" name="Shape 4961"/>
          <p:cNvSpPr/>
          <p:nvPr/>
        </p:nvSpPr>
        <p:spPr>
          <a:xfrm>
            <a:off x="4677496" y="70466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4" name="Shape 4962"/>
          <p:cNvSpPr/>
          <p:nvPr/>
        </p:nvSpPr>
        <p:spPr>
          <a:xfrm>
            <a:off x="4767574" y="6993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5" name="Shape 4963"/>
          <p:cNvSpPr/>
          <p:nvPr/>
        </p:nvSpPr>
        <p:spPr>
          <a:xfrm>
            <a:off x="4915486" y="70228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6" name="Shape 4964"/>
          <p:cNvSpPr/>
          <p:nvPr/>
        </p:nvSpPr>
        <p:spPr>
          <a:xfrm>
            <a:off x="4695499" y="72252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7" name="Shape 4965"/>
          <p:cNvSpPr/>
          <p:nvPr/>
        </p:nvSpPr>
        <p:spPr>
          <a:xfrm>
            <a:off x="4913361" y="72910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8" name="Shape 4966"/>
          <p:cNvSpPr/>
          <p:nvPr/>
        </p:nvSpPr>
        <p:spPr>
          <a:xfrm>
            <a:off x="4797700" y="7285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69" name="Shape 4967"/>
          <p:cNvSpPr/>
          <p:nvPr/>
        </p:nvSpPr>
        <p:spPr>
          <a:xfrm>
            <a:off x="4827213" y="68028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0" name="Shape 4968"/>
          <p:cNvSpPr/>
          <p:nvPr/>
        </p:nvSpPr>
        <p:spPr>
          <a:xfrm>
            <a:off x="5019453" y="74578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1" name="Shape 4969"/>
          <p:cNvSpPr/>
          <p:nvPr/>
        </p:nvSpPr>
        <p:spPr>
          <a:xfrm>
            <a:off x="4875745" y="76969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2" name="Shape 4970"/>
          <p:cNvSpPr/>
          <p:nvPr/>
        </p:nvSpPr>
        <p:spPr>
          <a:xfrm>
            <a:off x="4855794" y="7328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3" name="Shape 4971"/>
          <p:cNvSpPr/>
          <p:nvPr/>
        </p:nvSpPr>
        <p:spPr>
          <a:xfrm>
            <a:off x="4943245" y="7479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4" name="Shape 4972"/>
          <p:cNvSpPr/>
          <p:nvPr/>
        </p:nvSpPr>
        <p:spPr>
          <a:xfrm>
            <a:off x="4762275" y="75001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5" name="Shape 4973"/>
          <p:cNvSpPr/>
          <p:nvPr/>
        </p:nvSpPr>
        <p:spPr>
          <a:xfrm>
            <a:off x="4838636" y="75144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6" name="Shape 4974"/>
          <p:cNvSpPr/>
          <p:nvPr/>
        </p:nvSpPr>
        <p:spPr>
          <a:xfrm>
            <a:off x="4628677" y="7550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7" name="Shape 4975"/>
          <p:cNvSpPr/>
          <p:nvPr/>
        </p:nvSpPr>
        <p:spPr>
          <a:xfrm>
            <a:off x="4850915" y="75482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8" name="Shape 4976"/>
          <p:cNvSpPr/>
          <p:nvPr/>
        </p:nvSpPr>
        <p:spPr>
          <a:xfrm>
            <a:off x="4948242" y="7958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79" name="Shape 4977"/>
          <p:cNvSpPr/>
          <p:nvPr/>
        </p:nvSpPr>
        <p:spPr>
          <a:xfrm>
            <a:off x="4895561" y="77186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0" name="Shape 4978"/>
          <p:cNvSpPr/>
          <p:nvPr/>
        </p:nvSpPr>
        <p:spPr>
          <a:xfrm>
            <a:off x="4908975" y="77572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1" name="Shape 4979"/>
          <p:cNvSpPr/>
          <p:nvPr/>
        </p:nvSpPr>
        <p:spPr>
          <a:xfrm>
            <a:off x="4901287" y="79068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2" name="Shape 4980"/>
          <p:cNvSpPr/>
          <p:nvPr/>
        </p:nvSpPr>
        <p:spPr>
          <a:xfrm>
            <a:off x="4613184" y="73928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3" name="Shape 4981"/>
          <p:cNvSpPr/>
          <p:nvPr/>
        </p:nvSpPr>
        <p:spPr>
          <a:xfrm>
            <a:off x="4716140" y="74527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4" name="Shape 4982"/>
          <p:cNvSpPr/>
          <p:nvPr/>
        </p:nvSpPr>
        <p:spPr>
          <a:xfrm>
            <a:off x="4988726" y="7431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5" name="Shape 4983"/>
          <p:cNvSpPr/>
          <p:nvPr/>
        </p:nvSpPr>
        <p:spPr>
          <a:xfrm>
            <a:off x="4834056" y="74345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6" name="Shape 4984"/>
          <p:cNvSpPr/>
          <p:nvPr/>
        </p:nvSpPr>
        <p:spPr>
          <a:xfrm>
            <a:off x="4940622" y="74524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7" name="Shape 4985"/>
          <p:cNvSpPr/>
          <p:nvPr/>
        </p:nvSpPr>
        <p:spPr>
          <a:xfrm>
            <a:off x="4716575" y="7463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8" name="Shape 4986"/>
          <p:cNvSpPr/>
          <p:nvPr/>
        </p:nvSpPr>
        <p:spPr>
          <a:xfrm>
            <a:off x="4956540" y="74061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89" name="Shape 4987"/>
          <p:cNvSpPr/>
          <p:nvPr/>
        </p:nvSpPr>
        <p:spPr>
          <a:xfrm>
            <a:off x="4917123" y="74205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0" name="Shape 4988"/>
          <p:cNvSpPr/>
          <p:nvPr/>
        </p:nvSpPr>
        <p:spPr>
          <a:xfrm>
            <a:off x="4982033" y="73816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1" name="Shape 4989"/>
          <p:cNvSpPr/>
          <p:nvPr/>
        </p:nvSpPr>
        <p:spPr>
          <a:xfrm>
            <a:off x="4653211" y="7431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2" name="Shape 4990"/>
          <p:cNvSpPr/>
          <p:nvPr/>
        </p:nvSpPr>
        <p:spPr>
          <a:xfrm>
            <a:off x="5019531" y="74017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3" name="Shape 4991"/>
          <p:cNvSpPr/>
          <p:nvPr/>
        </p:nvSpPr>
        <p:spPr>
          <a:xfrm>
            <a:off x="4855449" y="7465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4" name="Shape 4992"/>
          <p:cNvSpPr/>
          <p:nvPr/>
        </p:nvSpPr>
        <p:spPr>
          <a:xfrm>
            <a:off x="4999088" y="74075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5" name="Shape 4993"/>
          <p:cNvSpPr/>
          <p:nvPr/>
        </p:nvSpPr>
        <p:spPr>
          <a:xfrm>
            <a:off x="4944961" y="73979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6" name="Shape 4994"/>
          <p:cNvSpPr/>
          <p:nvPr/>
        </p:nvSpPr>
        <p:spPr>
          <a:xfrm>
            <a:off x="4631630" y="7706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7" name="Shape 4995"/>
          <p:cNvSpPr/>
          <p:nvPr/>
        </p:nvSpPr>
        <p:spPr>
          <a:xfrm>
            <a:off x="4844561" y="7805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8" name="Shape 4996"/>
          <p:cNvSpPr/>
          <p:nvPr/>
        </p:nvSpPr>
        <p:spPr>
          <a:xfrm>
            <a:off x="4676739" y="76283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99" name="Shape 4997"/>
          <p:cNvSpPr/>
          <p:nvPr/>
        </p:nvSpPr>
        <p:spPr>
          <a:xfrm>
            <a:off x="4711952" y="76167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0" name="Shape 4998"/>
          <p:cNvSpPr/>
          <p:nvPr/>
        </p:nvSpPr>
        <p:spPr>
          <a:xfrm>
            <a:off x="4989865" y="77649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1" name="Shape 4999"/>
          <p:cNvSpPr/>
          <p:nvPr/>
        </p:nvSpPr>
        <p:spPr>
          <a:xfrm>
            <a:off x="4635017" y="7713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2" name="Shape 5000"/>
          <p:cNvSpPr/>
          <p:nvPr/>
        </p:nvSpPr>
        <p:spPr>
          <a:xfrm>
            <a:off x="5007682" y="73548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3" name="Shape 5001"/>
          <p:cNvSpPr/>
          <p:nvPr/>
        </p:nvSpPr>
        <p:spPr>
          <a:xfrm>
            <a:off x="4651638" y="72800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4" name="Shape 5002"/>
          <p:cNvSpPr/>
          <p:nvPr/>
        </p:nvSpPr>
        <p:spPr>
          <a:xfrm>
            <a:off x="4779531" y="7522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5" name="Shape 5003"/>
          <p:cNvSpPr/>
          <p:nvPr/>
        </p:nvSpPr>
        <p:spPr>
          <a:xfrm>
            <a:off x="4887472" y="71768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6" name="Shape 5004"/>
          <p:cNvSpPr/>
          <p:nvPr/>
        </p:nvSpPr>
        <p:spPr>
          <a:xfrm>
            <a:off x="4894726" y="75880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7" name="Shape 5005"/>
          <p:cNvSpPr/>
          <p:nvPr/>
        </p:nvSpPr>
        <p:spPr>
          <a:xfrm>
            <a:off x="4601204" y="79557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8" name="Shape 5006"/>
          <p:cNvSpPr/>
          <p:nvPr/>
        </p:nvSpPr>
        <p:spPr>
          <a:xfrm>
            <a:off x="4765176" y="7635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09" name="Shape 5007"/>
          <p:cNvSpPr/>
          <p:nvPr/>
        </p:nvSpPr>
        <p:spPr>
          <a:xfrm>
            <a:off x="4929212" y="77530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0" name="Shape 5008"/>
          <p:cNvSpPr/>
          <p:nvPr/>
        </p:nvSpPr>
        <p:spPr>
          <a:xfrm>
            <a:off x="4606256" y="76827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1" name="Shape 5009"/>
          <p:cNvSpPr/>
          <p:nvPr/>
        </p:nvSpPr>
        <p:spPr>
          <a:xfrm>
            <a:off x="4973460" y="78580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2" name="Shape 5010"/>
          <p:cNvSpPr/>
          <p:nvPr/>
        </p:nvSpPr>
        <p:spPr>
          <a:xfrm>
            <a:off x="4887684" y="77969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3" name="Shape 5011"/>
          <p:cNvSpPr/>
          <p:nvPr/>
        </p:nvSpPr>
        <p:spPr>
          <a:xfrm>
            <a:off x="4681695" y="77677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4" name="Shape 5012"/>
          <p:cNvSpPr/>
          <p:nvPr/>
        </p:nvSpPr>
        <p:spPr>
          <a:xfrm>
            <a:off x="4781132" y="7760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5" name="Shape 5013"/>
          <p:cNvSpPr/>
          <p:nvPr/>
        </p:nvSpPr>
        <p:spPr>
          <a:xfrm>
            <a:off x="4700693" y="7703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6" name="Shape 5014"/>
          <p:cNvSpPr/>
          <p:nvPr/>
        </p:nvSpPr>
        <p:spPr>
          <a:xfrm>
            <a:off x="4914737" y="76777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7" name="Shape 5015"/>
          <p:cNvSpPr/>
          <p:nvPr/>
        </p:nvSpPr>
        <p:spPr>
          <a:xfrm>
            <a:off x="4893680" y="78665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8" name="Shape 5016"/>
          <p:cNvSpPr/>
          <p:nvPr/>
        </p:nvSpPr>
        <p:spPr>
          <a:xfrm>
            <a:off x="4654652" y="79052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19" name="Shape 5017"/>
          <p:cNvSpPr/>
          <p:nvPr/>
        </p:nvSpPr>
        <p:spPr>
          <a:xfrm>
            <a:off x="4679653" y="74074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0" name="Shape 5018"/>
          <p:cNvSpPr/>
          <p:nvPr/>
        </p:nvSpPr>
        <p:spPr>
          <a:xfrm>
            <a:off x="4800940" y="7844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1" name="Shape 5019"/>
          <p:cNvSpPr/>
          <p:nvPr/>
        </p:nvSpPr>
        <p:spPr>
          <a:xfrm>
            <a:off x="4799158" y="74383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2" name="Shape 5020"/>
          <p:cNvSpPr/>
          <p:nvPr/>
        </p:nvSpPr>
        <p:spPr>
          <a:xfrm>
            <a:off x="4824673" y="74412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3" name="Shape 5021"/>
          <p:cNvSpPr/>
          <p:nvPr/>
        </p:nvSpPr>
        <p:spPr>
          <a:xfrm>
            <a:off x="4626678" y="74041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4" name="Shape 5022"/>
          <p:cNvSpPr/>
          <p:nvPr/>
        </p:nvSpPr>
        <p:spPr>
          <a:xfrm>
            <a:off x="4598847" y="74311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5" name="Shape 5023"/>
          <p:cNvSpPr/>
          <p:nvPr/>
        </p:nvSpPr>
        <p:spPr>
          <a:xfrm>
            <a:off x="4714823" y="75035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6" name="Shape 5024"/>
          <p:cNvSpPr/>
          <p:nvPr/>
        </p:nvSpPr>
        <p:spPr>
          <a:xfrm>
            <a:off x="4757874" y="7450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7" name="Shape 5025"/>
          <p:cNvSpPr/>
          <p:nvPr/>
        </p:nvSpPr>
        <p:spPr>
          <a:xfrm>
            <a:off x="4806889" y="74551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8" name="Shape 5026"/>
          <p:cNvSpPr/>
          <p:nvPr/>
        </p:nvSpPr>
        <p:spPr>
          <a:xfrm>
            <a:off x="4918237" y="74039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29" name="Shape 5027"/>
          <p:cNvSpPr/>
          <p:nvPr/>
        </p:nvSpPr>
        <p:spPr>
          <a:xfrm>
            <a:off x="4826000" y="7095435"/>
            <a:ext cx="0" cy="766558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030" name="Shape 5028"/>
          <p:cNvSpPr/>
          <p:nvPr/>
        </p:nvSpPr>
        <p:spPr>
          <a:xfrm>
            <a:off x="4711700" y="7861994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031" name="Shape 5029"/>
          <p:cNvSpPr/>
          <p:nvPr/>
        </p:nvSpPr>
        <p:spPr>
          <a:xfrm>
            <a:off x="4711700" y="7095435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032" name="Shape 5030"/>
          <p:cNvSpPr/>
          <p:nvPr/>
        </p:nvSpPr>
        <p:spPr>
          <a:xfrm>
            <a:off x="4660900" y="7401416"/>
            <a:ext cx="330200" cy="292440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5033" name="Shape 5031"/>
          <p:cNvSpPr/>
          <p:nvPr/>
        </p:nvSpPr>
        <p:spPr>
          <a:xfrm>
            <a:off x="4660900" y="7581915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5034" name="Shape 5032"/>
          <p:cNvSpPr/>
          <p:nvPr/>
        </p:nvSpPr>
        <p:spPr>
          <a:xfrm>
            <a:off x="5675392" y="7594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5" name="Shape 5033"/>
          <p:cNvSpPr/>
          <p:nvPr/>
        </p:nvSpPr>
        <p:spPr>
          <a:xfrm>
            <a:off x="5632444" y="76261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6" name="Shape 5034"/>
          <p:cNvSpPr/>
          <p:nvPr/>
        </p:nvSpPr>
        <p:spPr>
          <a:xfrm>
            <a:off x="5384458" y="76015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7" name="Shape 5035"/>
          <p:cNvSpPr/>
          <p:nvPr/>
        </p:nvSpPr>
        <p:spPr>
          <a:xfrm>
            <a:off x="5602374" y="75513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8" name="Shape 5036"/>
          <p:cNvSpPr/>
          <p:nvPr/>
        </p:nvSpPr>
        <p:spPr>
          <a:xfrm>
            <a:off x="5267240" y="7601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9" name="Shape 5037"/>
          <p:cNvSpPr/>
          <p:nvPr/>
        </p:nvSpPr>
        <p:spPr>
          <a:xfrm>
            <a:off x="5466056" y="7612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0" name="Shape 5038"/>
          <p:cNvSpPr/>
          <p:nvPr/>
        </p:nvSpPr>
        <p:spPr>
          <a:xfrm>
            <a:off x="5435948" y="76477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1" name="Shape 5039"/>
          <p:cNvSpPr/>
          <p:nvPr/>
        </p:nvSpPr>
        <p:spPr>
          <a:xfrm>
            <a:off x="5490925" y="75857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2" name="Shape 5040"/>
          <p:cNvSpPr/>
          <p:nvPr/>
        </p:nvSpPr>
        <p:spPr>
          <a:xfrm>
            <a:off x="5470088" y="76140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3" name="Shape 5041"/>
          <p:cNvSpPr/>
          <p:nvPr/>
        </p:nvSpPr>
        <p:spPr>
          <a:xfrm>
            <a:off x="5679966" y="76089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4" name="Shape 5042"/>
          <p:cNvSpPr/>
          <p:nvPr/>
        </p:nvSpPr>
        <p:spPr>
          <a:xfrm>
            <a:off x="5481070" y="76778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5" name="Shape 5043"/>
          <p:cNvSpPr/>
          <p:nvPr/>
        </p:nvSpPr>
        <p:spPr>
          <a:xfrm>
            <a:off x="5625617" y="76213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6" name="Shape 5044"/>
          <p:cNvSpPr/>
          <p:nvPr/>
        </p:nvSpPr>
        <p:spPr>
          <a:xfrm>
            <a:off x="5467013" y="7599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7" name="Shape 5045"/>
          <p:cNvSpPr/>
          <p:nvPr/>
        </p:nvSpPr>
        <p:spPr>
          <a:xfrm>
            <a:off x="5668736" y="7608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8" name="Shape 5046"/>
          <p:cNvSpPr/>
          <p:nvPr/>
        </p:nvSpPr>
        <p:spPr>
          <a:xfrm>
            <a:off x="5307328" y="76101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9" name="Shape 5047"/>
          <p:cNvSpPr/>
          <p:nvPr/>
        </p:nvSpPr>
        <p:spPr>
          <a:xfrm>
            <a:off x="5298981" y="76464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0" name="Shape 5048"/>
          <p:cNvSpPr/>
          <p:nvPr/>
        </p:nvSpPr>
        <p:spPr>
          <a:xfrm>
            <a:off x="5324688" y="75738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1" name="Shape 5049"/>
          <p:cNvSpPr/>
          <p:nvPr/>
        </p:nvSpPr>
        <p:spPr>
          <a:xfrm>
            <a:off x="5414488" y="76990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2" name="Shape 5050"/>
          <p:cNvSpPr/>
          <p:nvPr/>
        </p:nvSpPr>
        <p:spPr>
          <a:xfrm>
            <a:off x="5316061" y="76182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3" name="Shape 5051"/>
          <p:cNvSpPr/>
          <p:nvPr/>
        </p:nvSpPr>
        <p:spPr>
          <a:xfrm>
            <a:off x="5625863" y="75661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4" name="Shape 5052"/>
          <p:cNvSpPr/>
          <p:nvPr/>
        </p:nvSpPr>
        <p:spPr>
          <a:xfrm>
            <a:off x="5638845" y="7558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5" name="Shape 5053"/>
          <p:cNvSpPr/>
          <p:nvPr/>
        </p:nvSpPr>
        <p:spPr>
          <a:xfrm>
            <a:off x="5324752" y="76096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6" name="Shape 5054"/>
          <p:cNvSpPr/>
          <p:nvPr/>
        </p:nvSpPr>
        <p:spPr>
          <a:xfrm>
            <a:off x="5429615" y="75844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7" name="Shape 5055"/>
          <p:cNvSpPr/>
          <p:nvPr/>
        </p:nvSpPr>
        <p:spPr>
          <a:xfrm>
            <a:off x="5299380" y="7591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8" name="Shape 5056"/>
          <p:cNvSpPr/>
          <p:nvPr/>
        </p:nvSpPr>
        <p:spPr>
          <a:xfrm>
            <a:off x="5284175" y="76155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9" name="Shape 5057"/>
          <p:cNvSpPr/>
          <p:nvPr/>
        </p:nvSpPr>
        <p:spPr>
          <a:xfrm>
            <a:off x="5452417" y="76073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0" name="Shape 5058"/>
          <p:cNvSpPr/>
          <p:nvPr/>
        </p:nvSpPr>
        <p:spPr>
          <a:xfrm>
            <a:off x="5331753" y="7616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1" name="Shape 5059"/>
          <p:cNvSpPr/>
          <p:nvPr/>
        </p:nvSpPr>
        <p:spPr>
          <a:xfrm>
            <a:off x="5648952" y="76370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2" name="Shape 5060"/>
          <p:cNvSpPr/>
          <p:nvPr/>
        </p:nvSpPr>
        <p:spPr>
          <a:xfrm>
            <a:off x="5404026" y="7696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3" name="Shape 5061"/>
          <p:cNvSpPr/>
          <p:nvPr/>
        </p:nvSpPr>
        <p:spPr>
          <a:xfrm>
            <a:off x="5369304" y="7591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4" name="Shape 5062"/>
          <p:cNvSpPr/>
          <p:nvPr/>
        </p:nvSpPr>
        <p:spPr>
          <a:xfrm>
            <a:off x="5257244" y="76094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5" name="Shape 5063"/>
          <p:cNvSpPr/>
          <p:nvPr/>
        </p:nvSpPr>
        <p:spPr>
          <a:xfrm>
            <a:off x="5676153" y="7580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6" name="Shape 5064"/>
          <p:cNvSpPr/>
          <p:nvPr/>
        </p:nvSpPr>
        <p:spPr>
          <a:xfrm>
            <a:off x="5436629" y="7565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7" name="Shape 5065"/>
          <p:cNvSpPr/>
          <p:nvPr/>
        </p:nvSpPr>
        <p:spPr>
          <a:xfrm>
            <a:off x="5403287" y="7625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8" name="Shape 5066"/>
          <p:cNvSpPr/>
          <p:nvPr/>
        </p:nvSpPr>
        <p:spPr>
          <a:xfrm>
            <a:off x="5652355" y="75581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9" name="Shape 5067"/>
          <p:cNvSpPr/>
          <p:nvPr/>
        </p:nvSpPr>
        <p:spPr>
          <a:xfrm>
            <a:off x="5603294" y="76079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0" name="Shape 5068"/>
          <p:cNvSpPr/>
          <p:nvPr/>
        </p:nvSpPr>
        <p:spPr>
          <a:xfrm>
            <a:off x="5296230" y="7656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1" name="Shape 5069"/>
          <p:cNvSpPr/>
          <p:nvPr/>
        </p:nvSpPr>
        <p:spPr>
          <a:xfrm>
            <a:off x="5373011" y="76078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2" name="Shape 5070"/>
          <p:cNvSpPr/>
          <p:nvPr/>
        </p:nvSpPr>
        <p:spPr>
          <a:xfrm>
            <a:off x="5417277" y="76350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3" name="Shape 5071"/>
          <p:cNvSpPr/>
          <p:nvPr/>
        </p:nvSpPr>
        <p:spPr>
          <a:xfrm>
            <a:off x="5380329" y="7613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4" name="Shape 5072"/>
          <p:cNvSpPr/>
          <p:nvPr/>
        </p:nvSpPr>
        <p:spPr>
          <a:xfrm>
            <a:off x="5537029" y="76134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5" name="Shape 5073"/>
          <p:cNvSpPr/>
          <p:nvPr/>
        </p:nvSpPr>
        <p:spPr>
          <a:xfrm>
            <a:off x="5416278" y="76333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6" name="Shape 5074"/>
          <p:cNvSpPr/>
          <p:nvPr/>
        </p:nvSpPr>
        <p:spPr>
          <a:xfrm>
            <a:off x="5313911" y="76136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7" name="Shape 5075"/>
          <p:cNvSpPr/>
          <p:nvPr/>
        </p:nvSpPr>
        <p:spPr>
          <a:xfrm>
            <a:off x="5337443" y="76221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8" name="Shape 5076"/>
          <p:cNvSpPr/>
          <p:nvPr/>
        </p:nvSpPr>
        <p:spPr>
          <a:xfrm>
            <a:off x="5256408" y="77377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9" name="Shape 5077"/>
          <p:cNvSpPr/>
          <p:nvPr/>
        </p:nvSpPr>
        <p:spPr>
          <a:xfrm>
            <a:off x="5462429" y="75734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0" name="Shape 5078"/>
          <p:cNvSpPr/>
          <p:nvPr/>
        </p:nvSpPr>
        <p:spPr>
          <a:xfrm>
            <a:off x="5398249" y="7566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1" name="Shape 5079"/>
          <p:cNvSpPr/>
          <p:nvPr/>
        </p:nvSpPr>
        <p:spPr>
          <a:xfrm>
            <a:off x="5252999" y="76614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2" name="Shape 5080"/>
          <p:cNvSpPr/>
          <p:nvPr/>
        </p:nvSpPr>
        <p:spPr>
          <a:xfrm>
            <a:off x="5461615" y="7564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3" name="Shape 5081"/>
          <p:cNvSpPr/>
          <p:nvPr/>
        </p:nvSpPr>
        <p:spPr>
          <a:xfrm>
            <a:off x="5472803" y="76311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4" name="Shape 5082"/>
          <p:cNvSpPr/>
          <p:nvPr/>
        </p:nvSpPr>
        <p:spPr>
          <a:xfrm>
            <a:off x="5380903" y="7591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5" name="Shape 5083"/>
          <p:cNvSpPr/>
          <p:nvPr/>
        </p:nvSpPr>
        <p:spPr>
          <a:xfrm>
            <a:off x="5366733" y="75869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6" name="Shape 5084"/>
          <p:cNvSpPr/>
          <p:nvPr/>
        </p:nvSpPr>
        <p:spPr>
          <a:xfrm>
            <a:off x="5523126" y="7639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7" name="Shape 5085"/>
          <p:cNvSpPr/>
          <p:nvPr/>
        </p:nvSpPr>
        <p:spPr>
          <a:xfrm>
            <a:off x="5282696" y="7690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8" name="Shape 5086"/>
          <p:cNvSpPr/>
          <p:nvPr/>
        </p:nvSpPr>
        <p:spPr>
          <a:xfrm>
            <a:off x="5397001" y="7617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9" name="Shape 5087"/>
          <p:cNvSpPr/>
          <p:nvPr/>
        </p:nvSpPr>
        <p:spPr>
          <a:xfrm>
            <a:off x="5609447" y="7598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0" name="Shape 5088"/>
          <p:cNvSpPr/>
          <p:nvPr/>
        </p:nvSpPr>
        <p:spPr>
          <a:xfrm>
            <a:off x="5494988" y="7623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1" name="Shape 5089"/>
          <p:cNvSpPr/>
          <p:nvPr/>
        </p:nvSpPr>
        <p:spPr>
          <a:xfrm>
            <a:off x="5557184" y="76264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2" name="Shape 5090"/>
          <p:cNvSpPr/>
          <p:nvPr/>
        </p:nvSpPr>
        <p:spPr>
          <a:xfrm>
            <a:off x="5435255" y="7570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3" name="Shape 5091"/>
          <p:cNvSpPr/>
          <p:nvPr/>
        </p:nvSpPr>
        <p:spPr>
          <a:xfrm>
            <a:off x="5635113" y="7622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4" name="Shape 5092"/>
          <p:cNvSpPr/>
          <p:nvPr/>
        </p:nvSpPr>
        <p:spPr>
          <a:xfrm>
            <a:off x="5316033" y="76549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5" name="Shape 5093"/>
          <p:cNvSpPr/>
          <p:nvPr/>
        </p:nvSpPr>
        <p:spPr>
          <a:xfrm>
            <a:off x="5462831" y="7632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6" name="Shape 5094"/>
          <p:cNvSpPr/>
          <p:nvPr/>
        </p:nvSpPr>
        <p:spPr>
          <a:xfrm>
            <a:off x="5529808" y="7650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7" name="Shape 5095"/>
          <p:cNvSpPr/>
          <p:nvPr/>
        </p:nvSpPr>
        <p:spPr>
          <a:xfrm>
            <a:off x="5282342" y="76146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8" name="Shape 5096"/>
          <p:cNvSpPr/>
          <p:nvPr/>
        </p:nvSpPr>
        <p:spPr>
          <a:xfrm>
            <a:off x="5459617" y="75898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9" name="Shape 5097"/>
          <p:cNvSpPr/>
          <p:nvPr/>
        </p:nvSpPr>
        <p:spPr>
          <a:xfrm>
            <a:off x="5387820" y="76598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0" name="Shape 5098"/>
          <p:cNvSpPr/>
          <p:nvPr/>
        </p:nvSpPr>
        <p:spPr>
          <a:xfrm>
            <a:off x="5259391" y="75912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1" name="Shape 5099"/>
          <p:cNvSpPr/>
          <p:nvPr/>
        </p:nvSpPr>
        <p:spPr>
          <a:xfrm>
            <a:off x="5527820" y="7646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2" name="Shape 5100"/>
          <p:cNvSpPr/>
          <p:nvPr/>
        </p:nvSpPr>
        <p:spPr>
          <a:xfrm>
            <a:off x="5537241" y="76017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3" name="Shape 5101"/>
          <p:cNvSpPr/>
          <p:nvPr/>
        </p:nvSpPr>
        <p:spPr>
          <a:xfrm>
            <a:off x="5365731" y="75286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4" name="Shape 5102"/>
          <p:cNvSpPr/>
          <p:nvPr/>
        </p:nvSpPr>
        <p:spPr>
          <a:xfrm>
            <a:off x="5464013" y="75959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5" name="Shape 5103"/>
          <p:cNvSpPr/>
          <p:nvPr/>
        </p:nvSpPr>
        <p:spPr>
          <a:xfrm>
            <a:off x="5627227" y="76606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6" name="Shape 5104"/>
          <p:cNvSpPr/>
          <p:nvPr/>
        </p:nvSpPr>
        <p:spPr>
          <a:xfrm>
            <a:off x="5493758" y="77176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7" name="Shape 5105"/>
          <p:cNvSpPr/>
          <p:nvPr/>
        </p:nvSpPr>
        <p:spPr>
          <a:xfrm>
            <a:off x="5444556" y="76565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8" name="Shape 5106"/>
          <p:cNvSpPr/>
          <p:nvPr/>
        </p:nvSpPr>
        <p:spPr>
          <a:xfrm>
            <a:off x="5307395" y="76094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9" name="Shape 5107"/>
          <p:cNvSpPr/>
          <p:nvPr/>
        </p:nvSpPr>
        <p:spPr>
          <a:xfrm>
            <a:off x="5474204" y="7571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0" name="Shape 5108"/>
          <p:cNvSpPr/>
          <p:nvPr/>
        </p:nvSpPr>
        <p:spPr>
          <a:xfrm>
            <a:off x="5572258" y="7579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1" name="Shape 5109"/>
          <p:cNvSpPr/>
          <p:nvPr/>
        </p:nvSpPr>
        <p:spPr>
          <a:xfrm>
            <a:off x="5419506" y="76758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2" name="Shape 5110"/>
          <p:cNvSpPr/>
          <p:nvPr/>
        </p:nvSpPr>
        <p:spPr>
          <a:xfrm>
            <a:off x="5648336" y="7424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3" name="Shape 5111"/>
          <p:cNvSpPr/>
          <p:nvPr/>
        </p:nvSpPr>
        <p:spPr>
          <a:xfrm>
            <a:off x="5487977" y="7572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4" name="Shape 5112"/>
          <p:cNvSpPr/>
          <p:nvPr/>
        </p:nvSpPr>
        <p:spPr>
          <a:xfrm>
            <a:off x="5280141" y="7692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5" name="Shape 5113"/>
          <p:cNvSpPr/>
          <p:nvPr/>
        </p:nvSpPr>
        <p:spPr>
          <a:xfrm>
            <a:off x="5414568" y="7644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6" name="Shape 5114"/>
          <p:cNvSpPr/>
          <p:nvPr/>
        </p:nvSpPr>
        <p:spPr>
          <a:xfrm>
            <a:off x="5561522" y="76001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7" name="Shape 5115"/>
          <p:cNvSpPr/>
          <p:nvPr/>
        </p:nvSpPr>
        <p:spPr>
          <a:xfrm>
            <a:off x="5642449" y="76701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8" name="Shape 5116"/>
          <p:cNvSpPr/>
          <p:nvPr/>
        </p:nvSpPr>
        <p:spPr>
          <a:xfrm>
            <a:off x="5391553" y="7719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9" name="Shape 5117"/>
          <p:cNvSpPr/>
          <p:nvPr/>
        </p:nvSpPr>
        <p:spPr>
          <a:xfrm>
            <a:off x="5637606" y="7547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0" name="Shape 5118"/>
          <p:cNvSpPr/>
          <p:nvPr/>
        </p:nvSpPr>
        <p:spPr>
          <a:xfrm>
            <a:off x="5394537" y="7693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1" name="Shape 5119"/>
          <p:cNvSpPr/>
          <p:nvPr/>
        </p:nvSpPr>
        <p:spPr>
          <a:xfrm>
            <a:off x="5510985" y="7642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2" name="Shape 5120"/>
          <p:cNvSpPr/>
          <p:nvPr/>
        </p:nvSpPr>
        <p:spPr>
          <a:xfrm>
            <a:off x="5663459" y="76286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3" name="Shape 5121"/>
          <p:cNvSpPr/>
          <p:nvPr/>
        </p:nvSpPr>
        <p:spPr>
          <a:xfrm>
            <a:off x="5271817" y="7771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4" name="Shape 5122"/>
          <p:cNvSpPr/>
          <p:nvPr/>
        </p:nvSpPr>
        <p:spPr>
          <a:xfrm>
            <a:off x="5272011" y="79168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5" name="Shape 5123"/>
          <p:cNvSpPr/>
          <p:nvPr/>
        </p:nvSpPr>
        <p:spPr>
          <a:xfrm>
            <a:off x="5659508" y="7642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6" name="Shape 5124"/>
          <p:cNvSpPr/>
          <p:nvPr/>
        </p:nvSpPr>
        <p:spPr>
          <a:xfrm>
            <a:off x="5361121" y="7836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7" name="Shape 5125"/>
          <p:cNvSpPr/>
          <p:nvPr/>
        </p:nvSpPr>
        <p:spPr>
          <a:xfrm>
            <a:off x="5497771" y="78315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8" name="Shape 5126"/>
          <p:cNvSpPr/>
          <p:nvPr/>
        </p:nvSpPr>
        <p:spPr>
          <a:xfrm>
            <a:off x="5252053" y="78834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29" name="Shape 5127"/>
          <p:cNvSpPr/>
          <p:nvPr/>
        </p:nvSpPr>
        <p:spPr>
          <a:xfrm>
            <a:off x="5486507" y="78913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0" name="Shape 5128"/>
          <p:cNvSpPr/>
          <p:nvPr/>
        </p:nvSpPr>
        <p:spPr>
          <a:xfrm>
            <a:off x="5446400" y="7721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1" name="Shape 5129"/>
          <p:cNvSpPr/>
          <p:nvPr/>
        </p:nvSpPr>
        <p:spPr>
          <a:xfrm>
            <a:off x="5606726" y="75201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2" name="Shape 5130"/>
          <p:cNvSpPr/>
          <p:nvPr/>
        </p:nvSpPr>
        <p:spPr>
          <a:xfrm>
            <a:off x="5587028" y="75872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3" name="Shape 5131"/>
          <p:cNvSpPr/>
          <p:nvPr/>
        </p:nvSpPr>
        <p:spPr>
          <a:xfrm>
            <a:off x="5276989" y="74027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4" name="Shape 5132"/>
          <p:cNvSpPr/>
          <p:nvPr/>
        </p:nvSpPr>
        <p:spPr>
          <a:xfrm>
            <a:off x="5374913" y="6956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5" name="Shape 5133"/>
          <p:cNvSpPr/>
          <p:nvPr/>
        </p:nvSpPr>
        <p:spPr>
          <a:xfrm>
            <a:off x="5439940" y="7314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6" name="Shape 5134"/>
          <p:cNvSpPr/>
          <p:nvPr/>
        </p:nvSpPr>
        <p:spPr>
          <a:xfrm>
            <a:off x="5632830" y="7560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7" name="Shape 5135"/>
          <p:cNvSpPr/>
          <p:nvPr/>
        </p:nvSpPr>
        <p:spPr>
          <a:xfrm>
            <a:off x="5632819" y="6911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8" name="Shape 5136"/>
          <p:cNvSpPr/>
          <p:nvPr/>
        </p:nvSpPr>
        <p:spPr>
          <a:xfrm>
            <a:off x="5285426" y="76005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39" name="Shape 5137"/>
          <p:cNvSpPr/>
          <p:nvPr/>
        </p:nvSpPr>
        <p:spPr>
          <a:xfrm>
            <a:off x="5444570" y="69545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0" name="Shape 5138"/>
          <p:cNvSpPr/>
          <p:nvPr/>
        </p:nvSpPr>
        <p:spPr>
          <a:xfrm>
            <a:off x="5514272" y="71369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1" name="Shape 5139"/>
          <p:cNvSpPr/>
          <p:nvPr/>
        </p:nvSpPr>
        <p:spPr>
          <a:xfrm>
            <a:off x="5560728" y="70968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2" name="Shape 5140"/>
          <p:cNvSpPr/>
          <p:nvPr/>
        </p:nvSpPr>
        <p:spPr>
          <a:xfrm>
            <a:off x="5466967" y="72270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3" name="Shape 5141"/>
          <p:cNvSpPr/>
          <p:nvPr/>
        </p:nvSpPr>
        <p:spPr>
          <a:xfrm>
            <a:off x="5394824" y="70596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4" name="Shape 5142"/>
          <p:cNvSpPr/>
          <p:nvPr/>
        </p:nvSpPr>
        <p:spPr>
          <a:xfrm>
            <a:off x="5663094" y="7730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5" name="Shape 5143"/>
          <p:cNvSpPr/>
          <p:nvPr/>
        </p:nvSpPr>
        <p:spPr>
          <a:xfrm>
            <a:off x="5555998" y="6909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6" name="Shape 5144"/>
          <p:cNvSpPr/>
          <p:nvPr/>
        </p:nvSpPr>
        <p:spPr>
          <a:xfrm>
            <a:off x="5566228" y="67559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7" name="Shape 5145"/>
          <p:cNvSpPr/>
          <p:nvPr/>
        </p:nvSpPr>
        <p:spPr>
          <a:xfrm>
            <a:off x="5582651" y="7541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8" name="Shape 5146"/>
          <p:cNvSpPr/>
          <p:nvPr/>
        </p:nvSpPr>
        <p:spPr>
          <a:xfrm>
            <a:off x="5270432" y="7256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49" name="Shape 5147"/>
          <p:cNvSpPr/>
          <p:nvPr/>
        </p:nvSpPr>
        <p:spPr>
          <a:xfrm>
            <a:off x="5581564" y="69167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0" name="Shape 5148"/>
          <p:cNvSpPr/>
          <p:nvPr/>
        </p:nvSpPr>
        <p:spPr>
          <a:xfrm>
            <a:off x="5536646" y="75941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1" name="Shape 5149"/>
          <p:cNvSpPr/>
          <p:nvPr/>
        </p:nvSpPr>
        <p:spPr>
          <a:xfrm>
            <a:off x="5488945" y="76685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2" name="Shape 5150"/>
          <p:cNvSpPr/>
          <p:nvPr/>
        </p:nvSpPr>
        <p:spPr>
          <a:xfrm>
            <a:off x="5674000" y="6942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3" name="Shape 5151"/>
          <p:cNvSpPr/>
          <p:nvPr/>
        </p:nvSpPr>
        <p:spPr>
          <a:xfrm>
            <a:off x="5274577" y="69099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4" name="Shape 5152"/>
          <p:cNvSpPr/>
          <p:nvPr/>
        </p:nvSpPr>
        <p:spPr>
          <a:xfrm>
            <a:off x="5674361" y="73674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5" name="Shape 5153"/>
          <p:cNvSpPr/>
          <p:nvPr/>
        </p:nvSpPr>
        <p:spPr>
          <a:xfrm>
            <a:off x="5417466" y="7298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6" name="Shape 5154"/>
          <p:cNvSpPr/>
          <p:nvPr/>
        </p:nvSpPr>
        <p:spPr>
          <a:xfrm>
            <a:off x="5414970" y="69739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7" name="Shape 5155"/>
          <p:cNvSpPr/>
          <p:nvPr/>
        </p:nvSpPr>
        <p:spPr>
          <a:xfrm>
            <a:off x="5530666" y="7151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8" name="Shape 5156"/>
          <p:cNvSpPr/>
          <p:nvPr/>
        </p:nvSpPr>
        <p:spPr>
          <a:xfrm>
            <a:off x="5464729" y="7332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59" name="Shape 5157"/>
          <p:cNvSpPr/>
          <p:nvPr/>
        </p:nvSpPr>
        <p:spPr>
          <a:xfrm>
            <a:off x="5592466" y="70319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0" name="Shape 5158"/>
          <p:cNvSpPr/>
          <p:nvPr/>
        </p:nvSpPr>
        <p:spPr>
          <a:xfrm>
            <a:off x="5623614" y="7678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1" name="Shape 5159"/>
          <p:cNvSpPr/>
          <p:nvPr/>
        </p:nvSpPr>
        <p:spPr>
          <a:xfrm>
            <a:off x="5389334" y="76816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2" name="Shape 5160"/>
          <p:cNvSpPr/>
          <p:nvPr/>
        </p:nvSpPr>
        <p:spPr>
          <a:xfrm>
            <a:off x="5334694" y="69483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3" name="Shape 5161"/>
          <p:cNvSpPr/>
          <p:nvPr/>
        </p:nvSpPr>
        <p:spPr>
          <a:xfrm>
            <a:off x="5438898" y="7192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4" name="Shape 5162"/>
          <p:cNvSpPr/>
          <p:nvPr/>
        </p:nvSpPr>
        <p:spPr>
          <a:xfrm>
            <a:off x="5460773" y="71002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5" name="Shape 5163"/>
          <p:cNvSpPr/>
          <p:nvPr/>
        </p:nvSpPr>
        <p:spPr>
          <a:xfrm>
            <a:off x="5542918" y="74061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6" name="Shape 5164"/>
          <p:cNvSpPr/>
          <p:nvPr/>
        </p:nvSpPr>
        <p:spPr>
          <a:xfrm>
            <a:off x="5264668" y="6969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7" name="Shape 5165"/>
          <p:cNvSpPr/>
          <p:nvPr/>
        </p:nvSpPr>
        <p:spPr>
          <a:xfrm>
            <a:off x="5566610" y="74787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8" name="Shape 5166"/>
          <p:cNvSpPr/>
          <p:nvPr/>
        </p:nvSpPr>
        <p:spPr>
          <a:xfrm>
            <a:off x="5562930" y="72760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69" name="Shape 5167"/>
          <p:cNvSpPr/>
          <p:nvPr/>
        </p:nvSpPr>
        <p:spPr>
          <a:xfrm>
            <a:off x="5510667" y="74022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0" name="Shape 5168"/>
          <p:cNvSpPr/>
          <p:nvPr/>
        </p:nvSpPr>
        <p:spPr>
          <a:xfrm>
            <a:off x="5655049" y="75487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1" name="Shape 5169"/>
          <p:cNvSpPr/>
          <p:nvPr/>
        </p:nvSpPr>
        <p:spPr>
          <a:xfrm>
            <a:off x="5315942" y="7548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2" name="Shape 5170"/>
          <p:cNvSpPr/>
          <p:nvPr/>
        </p:nvSpPr>
        <p:spPr>
          <a:xfrm>
            <a:off x="5463606" y="72901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3" name="Shape 5171"/>
          <p:cNvSpPr/>
          <p:nvPr/>
        </p:nvSpPr>
        <p:spPr>
          <a:xfrm>
            <a:off x="5281475" y="76429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4" name="Shape 5172"/>
          <p:cNvSpPr/>
          <p:nvPr/>
        </p:nvSpPr>
        <p:spPr>
          <a:xfrm>
            <a:off x="5568192" y="76753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5" name="Shape 5173"/>
          <p:cNvSpPr/>
          <p:nvPr/>
        </p:nvSpPr>
        <p:spPr>
          <a:xfrm>
            <a:off x="5626412" y="7636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6" name="Shape 5174"/>
          <p:cNvSpPr/>
          <p:nvPr/>
        </p:nvSpPr>
        <p:spPr>
          <a:xfrm>
            <a:off x="5397739" y="7710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7" name="Shape 5175"/>
          <p:cNvSpPr/>
          <p:nvPr/>
        </p:nvSpPr>
        <p:spPr>
          <a:xfrm>
            <a:off x="5368949" y="7648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8" name="Shape 5176"/>
          <p:cNvSpPr/>
          <p:nvPr/>
        </p:nvSpPr>
        <p:spPr>
          <a:xfrm>
            <a:off x="5384219" y="76593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79" name="Shape 5177"/>
          <p:cNvSpPr/>
          <p:nvPr/>
        </p:nvSpPr>
        <p:spPr>
          <a:xfrm>
            <a:off x="5404405" y="7192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0" name="Shape 5178"/>
          <p:cNvSpPr/>
          <p:nvPr/>
        </p:nvSpPr>
        <p:spPr>
          <a:xfrm>
            <a:off x="5438068" y="7723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1" name="Shape 5179"/>
          <p:cNvSpPr/>
          <p:nvPr/>
        </p:nvSpPr>
        <p:spPr>
          <a:xfrm>
            <a:off x="5318812" y="7662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2" name="Shape 5180"/>
          <p:cNvSpPr/>
          <p:nvPr/>
        </p:nvSpPr>
        <p:spPr>
          <a:xfrm>
            <a:off x="5415533" y="7638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3" name="Shape 5181"/>
          <p:cNvSpPr/>
          <p:nvPr/>
        </p:nvSpPr>
        <p:spPr>
          <a:xfrm>
            <a:off x="5389149" y="75913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4" name="Shape 5182"/>
          <p:cNvSpPr/>
          <p:nvPr/>
        </p:nvSpPr>
        <p:spPr>
          <a:xfrm>
            <a:off x="5549849" y="7532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5" name="Shape 5183"/>
          <p:cNvSpPr/>
          <p:nvPr/>
        </p:nvSpPr>
        <p:spPr>
          <a:xfrm>
            <a:off x="5332172" y="72108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6" name="Shape 5184"/>
          <p:cNvSpPr/>
          <p:nvPr/>
        </p:nvSpPr>
        <p:spPr>
          <a:xfrm>
            <a:off x="5444139" y="7433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7" name="Shape 5185"/>
          <p:cNvSpPr/>
          <p:nvPr/>
        </p:nvSpPr>
        <p:spPr>
          <a:xfrm>
            <a:off x="5599173" y="74407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8" name="Shape 5186"/>
          <p:cNvSpPr/>
          <p:nvPr/>
        </p:nvSpPr>
        <p:spPr>
          <a:xfrm>
            <a:off x="5529683" y="74921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89" name="Shape 5187"/>
          <p:cNvSpPr/>
          <p:nvPr/>
        </p:nvSpPr>
        <p:spPr>
          <a:xfrm>
            <a:off x="5622584" y="71296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0" name="Shape 5188"/>
          <p:cNvSpPr/>
          <p:nvPr/>
        </p:nvSpPr>
        <p:spPr>
          <a:xfrm>
            <a:off x="5314536" y="76202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1" name="Shape 5189"/>
          <p:cNvSpPr/>
          <p:nvPr/>
        </p:nvSpPr>
        <p:spPr>
          <a:xfrm>
            <a:off x="5444387" y="7620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2" name="Shape 5190"/>
          <p:cNvSpPr/>
          <p:nvPr/>
        </p:nvSpPr>
        <p:spPr>
          <a:xfrm>
            <a:off x="5374534" y="7674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3" name="Shape 5191"/>
          <p:cNvSpPr/>
          <p:nvPr/>
        </p:nvSpPr>
        <p:spPr>
          <a:xfrm>
            <a:off x="5506697" y="7430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4" name="Shape 5192"/>
          <p:cNvSpPr/>
          <p:nvPr/>
        </p:nvSpPr>
        <p:spPr>
          <a:xfrm>
            <a:off x="5674338" y="7383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5" name="Shape 5193"/>
          <p:cNvSpPr/>
          <p:nvPr/>
        </p:nvSpPr>
        <p:spPr>
          <a:xfrm>
            <a:off x="5658907" y="7762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6" name="Shape 5194"/>
          <p:cNvSpPr/>
          <p:nvPr/>
        </p:nvSpPr>
        <p:spPr>
          <a:xfrm>
            <a:off x="5393609" y="66706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7" name="Shape 5195"/>
          <p:cNvSpPr/>
          <p:nvPr/>
        </p:nvSpPr>
        <p:spPr>
          <a:xfrm>
            <a:off x="5328043" y="72804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8" name="Shape 5196"/>
          <p:cNvSpPr/>
          <p:nvPr/>
        </p:nvSpPr>
        <p:spPr>
          <a:xfrm>
            <a:off x="5363602" y="72797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99" name="Shape 5197"/>
          <p:cNvSpPr/>
          <p:nvPr/>
        </p:nvSpPr>
        <p:spPr>
          <a:xfrm>
            <a:off x="5361993" y="75163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0" name="Shape 5198"/>
          <p:cNvSpPr/>
          <p:nvPr/>
        </p:nvSpPr>
        <p:spPr>
          <a:xfrm>
            <a:off x="5373045" y="75089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1" name="Shape 5199"/>
          <p:cNvSpPr/>
          <p:nvPr/>
        </p:nvSpPr>
        <p:spPr>
          <a:xfrm>
            <a:off x="5423937" y="71714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2" name="Shape 5200"/>
          <p:cNvSpPr/>
          <p:nvPr/>
        </p:nvSpPr>
        <p:spPr>
          <a:xfrm>
            <a:off x="5346916" y="72707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3" name="Shape 5201"/>
          <p:cNvSpPr/>
          <p:nvPr/>
        </p:nvSpPr>
        <p:spPr>
          <a:xfrm>
            <a:off x="5482978" y="74182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4" name="Shape 5202"/>
          <p:cNvSpPr/>
          <p:nvPr/>
        </p:nvSpPr>
        <p:spPr>
          <a:xfrm>
            <a:off x="5442027" y="7603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5" name="Shape 5203"/>
          <p:cNvSpPr/>
          <p:nvPr/>
        </p:nvSpPr>
        <p:spPr>
          <a:xfrm>
            <a:off x="5645230" y="7473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6" name="Shape 5204"/>
          <p:cNvSpPr/>
          <p:nvPr/>
        </p:nvSpPr>
        <p:spPr>
          <a:xfrm>
            <a:off x="5633947" y="7235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7" name="Shape 5205"/>
          <p:cNvSpPr/>
          <p:nvPr/>
        </p:nvSpPr>
        <p:spPr>
          <a:xfrm>
            <a:off x="5526992" y="76446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8" name="Shape 5206"/>
          <p:cNvSpPr/>
          <p:nvPr/>
        </p:nvSpPr>
        <p:spPr>
          <a:xfrm>
            <a:off x="5463396" y="74885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09" name="Shape 5207"/>
          <p:cNvSpPr/>
          <p:nvPr/>
        </p:nvSpPr>
        <p:spPr>
          <a:xfrm>
            <a:off x="5593289" y="7434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0" name="Shape 5208"/>
          <p:cNvSpPr/>
          <p:nvPr/>
        </p:nvSpPr>
        <p:spPr>
          <a:xfrm>
            <a:off x="5565148" y="6771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1" name="Shape 5209"/>
          <p:cNvSpPr/>
          <p:nvPr/>
        </p:nvSpPr>
        <p:spPr>
          <a:xfrm>
            <a:off x="5392686" y="73308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2" name="Shape 5210"/>
          <p:cNvSpPr/>
          <p:nvPr/>
        </p:nvSpPr>
        <p:spPr>
          <a:xfrm>
            <a:off x="5680806" y="7272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3" name="Shape 5211"/>
          <p:cNvSpPr/>
          <p:nvPr/>
        </p:nvSpPr>
        <p:spPr>
          <a:xfrm>
            <a:off x="5455474" y="74231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4" name="Shape 5212"/>
          <p:cNvSpPr/>
          <p:nvPr/>
        </p:nvSpPr>
        <p:spPr>
          <a:xfrm>
            <a:off x="5319291" y="73702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5" name="Shape 5213"/>
          <p:cNvSpPr/>
          <p:nvPr/>
        </p:nvSpPr>
        <p:spPr>
          <a:xfrm>
            <a:off x="5463248" y="7386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6" name="Shape 5214"/>
          <p:cNvSpPr/>
          <p:nvPr/>
        </p:nvSpPr>
        <p:spPr>
          <a:xfrm>
            <a:off x="5566043" y="72368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7" name="Shape 5215"/>
          <p:cNvSpPr/>
          <p:nvPr/>
        </p:nvSpPr>
        <p:spPr>
          <a:xfrm>
            <a:off x="5671924" y="73166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8" name="Shape 5216"/>
          <p:cNvSpPr/>
          <p:nvPr/>
        </p:nvSpPr>
        <p:spPr>
          <a:xfrm>
            <a:off x="5358746" y="73411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19" name="Shape 5217"/>
          <p:cNvSpPr/>
          <p:nvPr/>
        </p:nvSpPr>
        <p:spPr>
          <a:xfrm>
            <a:off x="5286976" y="67976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0" name="Shape 5218"/>
          <p:cNvSpPr/>
          <p:nvPr/>
        </p:nvSpPr>
        <p:spPr>
          <a:xfrm>
            <a:off x="5443960" y="72810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1" name="Shape 5219"/>
          <p:cNvSpPr/>
          <p:nvPr/>
        </p:nvSpPr>
        <p:spPr>
          <a:xfrm>
            <a:off x="5598718" y="7404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2" name="Shape 5220"/>
          <p:cNvSpPr/>
          <p:nvPr/>
        </p:nvSpPr>
        <p:spPr>
          <a:xfrm>
            <a:off x="5346048" y="7438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3" name="Shape 5221"/>
          <p:cNvSpPr/>
          <p:nvPr/>
        </p:nvSpPr>
        <p:spPr>
          <a:xfrm>
            <a:off x="5428454" y="7271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4" name="Shape 5222"/>
          <p:cNvSpPr/>
          <p:nvPr/>
        </p:nvSpPr>
        <p:spPr>
          <a:xfrm>
            <a:off x="5256646" y="72522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5" name="Shape 5223"/>
          <p:cNvSpPr/>
          <p:nvPr/>
        </p:nvSpPr>
        <p:spPr>
          <a:xfrm>
            <a:off x="5542641" y="73946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6" name="Shape 5224"/>
          <p:cNvSpPr/>
          <p:nvPr/>
        </p:nvSpPr>
        <p:spPr>
          <a:xfrm>
            <a:off x="5533275" y="73389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7" name="Shape 5225"/>
          <p:cNvSpPr/>
          <p:nvPr/>
        </p:nvSpPr>
        <p:spPr>
          <a:xfrm>
            <a:off x="5584024" y="72018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8" name="Shape 5226"/>
          <p:cNvSpPr/>
          <p:nvPr/>
        </p:nvSpPr>
        <p:spPr>
          <a:xfrm>
            <a:off x="5391706" y="70847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29" name="Shape 5227"/>
          <p:cNvSpPr/>
          <p:nvPr/>
        </p:nvSpPr>
        <p:spPr>
          <a:xfrm>
            <a:off x="5490852" y="7352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0" name="Shape 5228"/>
          <p:cNvSpPr/>
          <p:nvPr/>
        </p:nvSpPr>
        <p:spPr>
          <a:xfrm>
            <a:off x="5486493" y="7458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1" name="Shape 5229"/>
          <p:cNvSpPr/>
          <p:nvPr/>
        </p:nvSpPr>
        <p:spPr>
          <a:xfrm>
            <a:off x="5679385" y="7282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2" name="Shape 5230"/>
          <p:cNvSpPr/>
          <p:nvPr/>
        </p:nvSpPr>
        <p:spPr>
          <a:xfrm>
            <a:off x="5672355" y="72439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3" name="Shape 5231"/>
          <p:cNvSpPr/>
          <p:nvPr/>
        </p:nvSpPr>
        <p:spPr>
          <a:xfrm>
            <a:off x="5426567" y="75463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4" name="Shape 5232"/>
          <p:cNvSpPr/>
          <p:nvPr/>
        </p:nvSpPr>
        <p:spPr>
          <a:xfrm>
            <a:off x="5627173" y="70577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5" name="Shape 5233"/>
          <p:cNvSpPr/>
          <p:nvPr/>
        </p:nvSpPr>
        <p:spPr>
          <a:xfrm>
            <a:off x="5557853" y="7255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6" name="Shape 5234"/>
          <p:cNvSpPr/>
          <p:nvPr/>
        </p:nvSpPr>
        <p:spPr>
          <a:xfrm>
            <a:off x="5463662" y="7315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7" name="Shape 5235"/>
          <p:cNvSpPr/>
          <p:nvPr/>
        </p:nvSpPr>
        <p:spPr>
          <a:xfrm>
            <a:off x="5373717" y="7081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8" name="Shape 5236"/>
          <p:cNvSpPr/>
          <p:nvPr/>
        </p:nvSpPr>
        <p:spPr>
          <a:xfrm>
            <a:off x="5521129" y="7393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39" name="Shape 5237"/>
          <p:cNvSpPr/>
          <p:nvPr/>
        </p:nvSpPr>
        <p:spPr>
          <a:xfrm>
            <a:off x="5516171" y="74986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0" name="Shape 5238"/>
          <p:cNvSpPr/>
          <p:nvPr/>
        </p:nvSpPr>
        <p:spPr>
          <a:xfrm>
            <a:off x="5474957" y="7177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1" name="Shape 5239"/>
          <p:cNvSpPr/>
          <p:nvPr/>
        </p:nvSpPr>
        <p:spPr>
          <a:xfrm>
            <a:off x="5409968" y="72596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2" name="Shape 5240"/>
          <p:cNvSpPr/>
          <p:nvPr/>
        </p:nvSpPr>
        <p:spPr>
          <a:xfrm>
            <a:off x="5667818" y="7446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3" name="Shape 5241"/>
          <p:cNvSpPr/>
          <p:nvPr/>
        </p:nvSpPr>
        <p:spPr>
          <a:xfrm>
            <a:off x="5677168" y="7057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4" name="Shape 5242"/>
          <p:cNvSpPr/>
          <p:nvPr/>
        </p:nvSpPr>
        <p:spPr>
          <a:xfrm>
            <a:off x="5313586" y="71950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5" name="Shape 5243"/>
          <p:cNvSpPr/>
          <p:nvPr/>
        </p:nvSpPr>
        <p:spPr>
          <a:xfrm>
            <a:off x="5595926" y="72189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6" name="Shape 5244"/>
          <p:cNvSpPr/>
          <p:nvPr/>
        </p:nvSpPr>
        <p:spPr>
          <a:xfrm>
            <a:off x="5502329" y="77943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7" name="Shape 5245"/>
          <p:cNvSpPr/>
          <p:nvPr/>
        </p:nvSpPr>
        <p:spPr>
          <a:xfrm>
            <a:off x="5306143" y="7461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8" name="Shape 5246"/>
          <p:cNvSpPr/>
          <p:nvPr/>
        </p:nvSpPr>
        <p:spPr>
          <a:xfrm>
            <a:off x="5255804" y="75092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49" name="Shape 5247"/>
          <p:cNvSpPr/>
          <p:nvPr/>
        </p:nvSpPr>
        <p:spPr>
          <a:xfrm>
            <a:off x="5657563" y="75739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0" name="Shape 5248"/>
          <p:cNvSpPr/>
          <p:nvPr/>
        </p:nvSpPr>
        <p:spPr>
          <a:xfrm>
            <a:off x="5364936" y="7424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1" name="Shape 5249"/>
          <p:cNvSpPr/>
          <p:nvPr/>
        </p:nvSpPr>
        <p:spPr>
          <a:xfrm>
            <a:off x="5639557" y="72331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2" name="Shape 5250"/>
          <p:cNvSpPr/>
          <p:nvPr/>
        </p:nvSpPr>
        <p:spPr>
          <a:xfrm>
            <a:off x="5355386" y="73448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3" name="Shape 5251"/>
          <p:cNvSpPr/>
          <p:nvPr/>
        </p:nvSpPr>
        <p:spPr>
          <a:xfrm>
            <a:off x="5567629" y="7448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4" name="Shape 5252"/>
          <p:cNvSpPr/>
          <p:nvPr/>
        </p:nvSpPr>
        <p:spPr>
          <a:xfrm>
            <a:off x="5615649" y="72235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5" name="Shape 5253"/>
          <p:cNvSpPr/>
          <p:nvPr/>
        </p:nvSpPr>
        <p:spPr>
          <a:xfrm>
            <a:off x="5657375" y="72417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6" name="Shape 5254"/>
          <p:cNvSpPr/>
          <p:nvPr/>
        </p:nvSpPr>
        <p:spPr>
          <a:xfrm>
            <a:off x="5300507" y="72246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7" name="Shape 5255"/>
          <p:cNvSpPr/>
          <p:nvPr/>
        </p:nvSpPr>
        <p:spPr>
          <a:xfrm>
            <a:off x="5513474" y="7220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8" name="Shape 5256"/>
          <p:cNvSpPr/>
          <p:nvPr/>
        </p:nvSpPr>
        <p:spPr>
          <a:xfrm>
            <a:off x="5390786" y="7516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59" name="Shape 5257"/>
          <p:cNvSpPr/>
          <p:nvPr/>
        </p:nvSpPr>
        <p:spPr>
          <a:xfrm>
            <a:off x="5412613" y="74823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0" name="Shape 5258"/>
          <p:cNvSpPr/>
          <p:nvPr/>
        </p:nvSpPr>
        <p:spPr>
          <a:xfrm>
            <a:off x="5383092" y="75807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1" name="Shape 5259"/>
          <p:cNvSpPr/>
          <p:nvPr/>
        </p:nvSpPr>
        <p:spPr>
          <a:xfrm>
            <a:off x="5529317" y="74915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2" name="Shape 5260"/>
          <p:cNvSpPr/>
          <p:nvPr/>
        </p:nvSpPr>
        <p:spPr>
          <a:xfrm>
            <a:off x="5605945" y="74740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3" name="Shape 5261"/>
          <p:cNvSpPr/>
          <p:nvPr/>
        </p:nvSpPr>
        <p:spPr>
          <a:xfrm>
            <a:off x="5393990" y="74338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4" name="Shape 5262"/>
          <p:cNvSpPr/>
          <p:nvPr/>
        </p:nvSpPr>
        <p:spPr>
          <a:xfrm>
            <a:off x="5642253" y="7432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5" name="Shape 5263"/>
          <p:cNvSpPr/>
          <p:nvPr/>
        </p:nvSpPr>
        <p:spPr>
          <a:xfrm>
            <a:off x="5262124" y="74321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6" name="Shape 5264"/>
          <p:cNvSpPr/>
          <p:nvPr/>
        </p:nvSpPr>
        <p:spPr>
          <a:xfrm>
            <a:off x="5663392" y="75469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7" name="Shape 5265"/>
          <p:cNvSpPr/>
          <p:nvPr/>
        </p:nvSpPr>
        <p:spPr>
          <a:xfrm>
            <a:off x="5312523" y="77134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8" name="Shape 5266"/>
          <p:cNvSpPr/>
          <p:nvPr/>
        </p:nvSpPr>
        <p:spPr>
          <a:xfrm>
            <a:off x="5514155" y="77152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69" name="Shape 5267"/>
          <p:cNvSpPr/>
          <p:nvPr/>
        </p:nvSpPr>
        <p:spPr>
          <a:xfrm>
            <a:off x="5256170" y="77340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0" name="Shape 5268"/>
          <p:cNvSpPr/>
          <p:nvPr/>
        </p:nvSpPr>
        <p:spPr>
          <a:xfrm>
            <a:off x="5359407" y="7832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1" name="Shape 5269"/>
          <p:cNvSpPr/>
          <p:nvPr/>
        </p:nvSpPr>
        <p:spPr>
          <a:xfrm>
            <a:off x="5510505" y="76725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2" name="Shape 5270"/>
          <p:cNvSpPr/>
          <p:nvPr/>
        </p:nvSpPr>
        <p:spPr>
          <a:xfrm>
            <a:off x="5349814" y="7870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3" name="Shape 5271"/>
          <p:cNvSpPr/>
          <p:nvPr/>
        </p:nvSpPr>
        <p:spPr>
          <a:xfrm>
            <a:off x="5556668" y="7768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4" name="Shape 5272"/>
          <p:cNvSpPr/>
          <p:nvPr/>
        </p:nvSpPr>
        <p:spPr>
          <a:xfrm>
            <a:off x="5475588" y="79080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5" name="Shape 5273"/>
          <p:cNvSpPr/>
          <p:nvPr/>
        </p:nvSpPr>
        <p:spPr>
          <a:xfrm>
            <a:off x="5536480" y="77432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6" name="Shape 5274"/>
          <p:cNvSpPr/>
          <p:nvPr/>
        </p:nvSpPr>
        <p:spPr>
          <a:xfrm>
            <a:off x="5339919" y="7848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7" name="Shape 5275"/>
          <p:cNvSpPr/>
          <p:nvPr/>
        </p:nvSpPr>
        <p:spPr>
          <a:xfrm>
            <a:off x="5383128" y="77102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8" name="Shape 5276"/>
          <p:cNvSpPr/>
          <p:nvPr/>
        </p:nvSpPr>
        <p:spPr>
          <a:xfrm>
            <a:off x="5467471" y="78865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79" name="Shape 5277"/>
          <p:cNvSpPr/>
          <p:nvPr/>
        </p:nvSpPr>
        <p:spPr>
          <a:xfrm>
            <a:off x="5363525" y="71887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0" name="Shape 5278"/>
          <p:cNvSpPr/>
          <p:nvPr/>
        </p:nvSpPr>
        <p:spPr>
          <a:xfrm>
            <a:off x="5419616" y="71782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1" name="Shape 5279"/>
          <p:cNvSpPr/>
          <p:nvPr/>
        </p:nvSpPr>
        <p:spPr>
          <a:xfrm>
            <a:off x="5611467" y="75407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2" name="Shape 5280"/>
          <p:cNvSpPr/>
          <p:nvPr/>
        </p:nvSpPr>
        <p:spPr>
          <a:xfrm>
            <a:off x="5532335" y="75581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3" name="Shape 5281"/>
          <p:cNvSpPr/>
          <p:nvPr/>
        </p:nvSpPr>
        <p:spPr>
          <a:xfrm>
            <a:off x="5526185" y="72093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4" name="Shape 5282"/>
          <p:cNvSpPr/>
          <p:nvPr/>
        </p:nvSpPr>
        <p:spPr>
          <a:xfrm>
            <a:off x="5626267" y="75114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5" name="Shape 5283"/>
          <p:cNvSpPr/>
          <p:nvPr/>
        </p:nvSpPr>
        <p:spPr>
          <a:xfrm>
            <a:off x="5528548" y="75649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6" name="Shape 5284"/>
          <p:cNvSpPr/>
          <p:nvPr/>
        </p:nvSpPr>
        <p:spPr>
          <a:xfrm>
            <a:off x="5448943" y="7359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7" name="Shape 5285"/>
          <p:cNvSpPr/>
          <p:nvPr/>
        </p:nvSpPr>
        <p:spPr>
          <a:xfrm>
            <a:off x="5644530" y="7535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8" name="Shape 5286"/>
          <p:cNvSpPr/>
          <p:nvPr/>
        </p:nvSpPr>
        <p:spPr>
          <a:xfrm>
            <a:off x="5308052" y="76345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89" name="Shape 5287"/>
          <p:cNvSpPr/>
          <p:nvPr/>
        </p:nvSpPr>
        <p:spPr>
          <a:xfrm>
            <a:off x="5617274" y="7502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0" name="Shape 5288"/>
          <p:cNvSpPr/>
          <p:nvPr/>
        </p:nvSpPr>
        <p:spPr>
          <a:xfrm>
            <a:off x="5509521" y="73808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1" name="Shape 5289"/>
          <p:cNvSpPr/>
          <p:nvPr/>
        </p:nvSpPr>
        <p:spPr>
          <a:xfrm>
            <a:off x="5477531" y="7583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2" name="Shape 5290"/>
          <p:cNvSpPr/>
          <p:nvPr/>
        </p:nvSpPr>
        <p:spPr>
          <a:xfrm>
            <a:off x="5354317" y="7281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3" name="Shape 5291"/>
          <p:cNvSpPr/>
          <p:nvPr/>
        </p:nvSpPr>
        <p:spPr>
          <a:xfrm>
            <a:off x="5280261" y="7268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4" name="Shape 5292"/>
          <p:cNvSpPr/>
          <p:nvPr/>
        </p:nvSpPr>
        <p:spPr>
          <a:xfrm>
            <a:off x="5632347" y="7282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5" name="Shape 5293"/>
          <p:cNvSpPr/>
          <p:nvPr/>
        </p:nvSpPr>
        <p:spPr>
          <a:xfrm>
            <a:off x="5604415" y="7269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6" name="Shape 5294"/>
          <p:cNvSpPr/>
          <p:nvPr/>
        </p:nvSpPr>
        <p:spPr>
          <a:xfrm>
            <a:off x="5326640" y="7280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7" name="Shape 5295"/>
          <p:cNvSpPr/>
          <p:nvPr/>
        </p:nvSpPr>
        <p:spPr>
          <a:xfrm>
            <a:off x="5299372" y="72796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8" name="Shape 5296"/>
          <p:cNvSpPr/>
          <p:nvPr/>
        </p:nvSpPr>
        <p:spPr>
          <a:xfrm>
            <a:off x="5436343" y="73592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299" name="Shape 5297"/>
          <p:cNvSpPr/>
          <p:nvPr/>
        </p:nvSpPr>
        <p:spPr>
          <a:xfrm>
            <a:off x="5608713" y="74230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0" name="Shape 5298"/>
          <p:cNvSpPr/>
          <p:nvPr/>
        </p:nvSpPr>
        <p:spPr>
          <a:xfrm>
            <a:off x="5286112" y="75175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1" name="Shape 5299"/>
          <p:cNvSpPr/>
          <p:nvPr/>
        </p:nvSpPr>
        <p:spPr>
          <a:xfrm>
            <a:off x="5667113" y="74032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2" name="Shape 5300"/>
          <p:cNvSpPr/>
          <p:nvPr/>
        </p:nvSpPr>
        <p:spPr>
          <a:xfrm>
            <a:off x="5516279" y="73085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3" name="Shape 5301"/>
          <p:cNvSpPr/>
          <p:nvPr/>
        </p:nvSpPr>
        <p:spPr>
          <a:xfrm>
            <a:off x="5512356" y="7690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4" name="Shape 5302"/>
          <p:cNvSpPr/>
          <p:nvPr/>
        </p:nvSpPr>
        <p:spPr>
          <a:xfrm>
            <a:off x="5251747" y="76161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5" name="Shape 5303"/>
          <p:cNvSpPr/>
          <p:nvPr/>
        </p:nvSpPr>
        <p:spPr>
          <a:xfrm>
            <a:off x="5362938" y="7570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6" name="Shape 5304"/>
          <p:cNvSpPr/>
          <p:nvPr/>
        </p:nvSpPr>
        <p:spPr>
          <a:xfrm>
            <a:off x="5420459" y="76300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7" name="Shape 5305"/>
          <p:cNvSpPr/>
          <p:nvPr/>
        </p:nvSpPr>
        <p:spPr>
          <a:xfrm>
            <a:off x="5307818" y="68026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8" name="Shape 5306"/>
          <p:cNvSpPr/>
          <p:nvPr/>
        </p:nvSpPr>
        <p:spPr>
          <a:xfrm>
            <a:off x="5316558" y="7544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09" name="Shape 5307"/>
          <p:cNvSpPr/>
          <p:nvPr/>
        </p:nvSpPr>
        <p:spPr>
          <a:xfrm>
            <a:off x="5334929" y="7748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0" name="Shape 5308"/>
          <p:cNvSpPr/>
          <p:nvPr/>
        </p:nvSpPr>
        <p:spPr>
          <a:xfrm>
            <a:off x="5489682" y="7756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1" name="Shape 5309"/>
          <p:cNvSpPr/>
          <p:nvPr/>
        </p:nvSpPr>
        <p:spPr>
          <a:xfrm>
            <a:off x="5608390" y="77338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2" name="Shape 5310"/>
          <p:cNvSpPr/>
          <p:nvPr/>
        </p:nvSpPr>
        <p:spPr>
          <a:xfrm>
            <a:off x="5433301" y="78172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3" name="Shape 5311"/>
          <p:cNvSpPr/>
          <p:nvPr/>
        </p:nvSpPr>
        <p:spPr>
          <a:xfrm>
            <a:off x="5673299" y="7698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4" name="Shape 5312"/>
          <p:cNvSpPr/>
          <p:nvPr/>
        </p:nvSpPr>
        <p:spPr>
          <a:xfrm>
            <a:off x="5408921" y="70454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5" name="Shape 5313"/>
          <p:cNvSpPr/>
          <p:nvPr/>
        </p:nvSpPr>
        <p:spPr>
          <a:xfrm>
            <a:off x="5542357" y="70716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6" name="Shape 5314"/>
          <p:cNvSpPr/>
          <p:nvPr/>
        </p:nvSpPr>
        <p:spPr>
          <a:xfrm>
            <a:off x="5375201" y="75646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7" name="Shape 5315"/>
          <p:cNvSpPr/>
          <p:nvPr/>
        </p:nvSpPr>
        <p:spPr>
          <a:xfrm>
            <a:off x="5450690" y="77649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8" name="Shape 5316"/>
          <p:cNvSpPr/>
          <p:nvPr/>
        </p:nvSpPr>
        <p:spPr>
          <a:xfrm>
            <a:off x="5348728" y="77416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19" name="Shape 5317"/>
          <p:cNvSpPr/>
          <p:nvPr/>
        </p:nvSpPr>
        <p:spPr>
          <a:xfrm>
            <a:off x="5251243" y="73006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0" name="Shape 5318"/>
          <p:cNvSpPr/>
          <p:nvPr/>
        </p:nvSpPr>
        <p:spPr>
          <a:xfrm>
            <a:off x="5614628" y="72793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1" name="Shape 5319"/>
          <p:cNvSpPr/>
          <p:nvPr/>
        </p:nvSpPr>
        <p:spPr>
          <a:xfrm>
            <a:off x="5369673" y="6813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2" name="Shape 5320"/>
          <p:cNvSpPr/>
          <p:nvPr/>
        </p:nvSpPr>
        <p:spPr>
          <a:xfrm>
            <a:off x="5417514" y="74182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3" name="Shape 5321"/>
          <p:cNvSpPr/>
          <p:nvPr/>
        </p:nvSpPr>
        <p:spPr>
          <a:xfrm>
            <a:off x="5677139" y="74914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4" name="Shape 5322"/>
          <p:cNvSpPr/>
          <p:nvPr/>
        </p:nvSpPr>
        <p:spPr>
          <a:xfrm>
            <a:off x="5526209" y="7292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5" name="Shape 5323"/>
          <p:cNvSpPr/>
          <p:nvPr/>
        </p:nvSpPr>
        <p:spPr>
          <a:xfrm>
            <a:off x="5597967" y="7168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6" name="Shape 5324"/>
          <p:cNvSpPr/>
          <p:nvPr/>
        </p:nvSpPr>
        <p:spPr>
          <a:xfrm>
            <a:off x="5527140" y="7483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7" name="Shape 5325"/>
          <p:cNvSpPr/>
          <p:nvPr/>
        </p:nvSpPr>
        <p:spPr>
          <a:xfrm>
            <a:off x="5316316" y="74372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8" name="Shape 5326"/>
          <p:cNvSpPr/>
          <p:nvPr/>
        </p:nvSpPr>
        <p:spPr>
          <a:xfrm>
            <a:off x="5537578" y="7522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29" name="Shape 5327"/>
          <p:cNvSpPr/>
          <p:nvPr/>
        </p:nvSpPr>
        <p:spPr>
          <a:xfrm>
            <a:off x="5405504" y="70935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0" name="Shape 5328"/>
          <p:cNvSpPr/>
          <p:nvPr/>
        </p:nvSpPr>
        <p:spPr>
          <a:xfrm>
            <a:off x="5361949" y="75296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1" name="Shape 5329"/>
          <p:cNvSpPr/>
          <p:nvPr/>
        </p:nvSpPr>
        <p:spPr>
          <a:xfrm>
            <a:off x="5554067" y="7606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2" name="Shape 5330"/>
          <p:cNvSpPr/>
          <p:nvPr/>
        </p:nvSpPr>
        <p:spPr>
          <a:xfrm>
            <a:off x="5512483" y="69014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3" name="Shape 5331"/>
          <p:cNvSpPr/>
          <p:nvPr/>
        </p:nvSpPr>
        <p:spPr>
          <a:xfrm>
            <a:off x="5307811" y="75216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4" name="Shape 5332"/>
          <p:cNvSpPr/>
          <p:nvPr/>
        </p:nvSpPr>
        <p:spPr>
          <a:xfrm>
            <a:off x="5377025" y="7313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5" name="Shape 5333"/>
          <p:cNvSpPr/>
          <p:nvPr/>
        </p:nvSpPr>
        <p:spPr>
          <a:xfrm>
            <a:off x="5336303" y="7335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6" name="Shape 5334"/>
          <p:cNvSpPr/>
          <p:nvPr/>
        </p:nvSpPr>
        <p:spPr>
          <a:xfrm>
            <a:off x="5554473" y="7469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7" name="Shape 5335"/>
          <p:cNvSpPr/>
          <p:nvPr/>
        </p:nvSpPr>
        <p:spPr>
          <a:xfrm>
            <a:off x="5472091" y="7419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8" name="Shape 5336"/>
          <p:cNvSpPr/>
          <p:nvPr/>
        </p:nvSpPr>
        <p:spPr>
          <a:xfrm>
            <a:off x="5346958" y="7314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39" name="Shape 5337"/>
          <p:cNvSpPr/>
          <p:nvPr/>
        </p:nvSpPr>
        <p:spPr>
          <a:xfrm>
            <a:off x="5504173" y="76462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0" name="Shape 5338"/>
          <p:cNvSpPr/>
          <p:nvPr/>
        </p:nvSpPr>
        <p:spPr>
          <a:xfrm>
            <a:off x="5309103" y="76678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1" name="Shape 5339"/>
          <p:cNvSpPr/>
          <p:nvPr/>
        </p:nvSpPr>
        <p:spPr>
          <a:xfrm>
            <a:off x="5500093" y="7692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2" name="Shape 5340"/>
          <p:cNvSpPr/>
          <p:nvPr/>
        </p:nvSpPr>
        <p:spPr>
          <a:xfrm>
            <a:off x="5478738" y="77024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3" name="Shape 5341"/>
          <p:cNvSpPr/>
          <p:nvPr/>
        </p:nvSpPr>
        <p:spPr>
          <a:xfrm>
            <a:off x="5475502" y="72237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4" name="Shape 5342"/>
          <p:cNvSpPr/>
          <p:nvPr/>
        </p:nvSpPr>
        <p:spPr>
          <a:xfrm>
            <a:off x="5301943" y="72169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5" name="Shape 5343"/>
          <p:cNvSpPr/>
          <p:nvPr/>
        </p:nvSpPr>
        <p:spPr>
          <a:xfrm>
            <a:off x="5532570" y="74258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6" name="Shape 5344"/>
          <p:cNvSpPr/>
          <p:nvPr/>
        </p:nvSpPr>
        <p:spPr>
          <a:xfrm>
            <a:off x="5326850" y="72382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7" name="Shape 5345"/>
          <p:cNvSpPr/>
          <p:nvPr/>
        </p:nvSpPr>
        <p:spPr>
          <a:xfrm>
            <a:off x="5660351" y="7158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8" name="Shape 5346"/>
          <p:cNvSpPr/>
          <p:nvPr/>
        </p:nvSpPr>
        <p:spPr>
          <a:xfrm>
            <a:off x="5331088" y="73032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49" name="Shape 5347"/>
          <p:cNvSpPr/>
          <p:nvPr/>
        </p:nvSpPr>
        <p:spPr>
          <a:xfrm>
            <a:off x="5570666" y="7445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0" name="Shape 5348"/>
          <p:cNvSpPr/>
          <p:nvPr/>
        </p:nvSpPr>
        <p:spPr>
          <a:xfrm>
            <a:off x="5581435" y="74646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1" name="Shape 5349"/>
          <p:cNvSpPr/>
          <p:nvPr/>
        </p:nvSpPr>
        <p:spPr>
          <a:xfrm>
            <a:off x="5552719" y="7376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2" name="Shape 5350"/>
          <p:cNvSpPr/>
          <p:nvPr/>
        </p:nvSpPr>
        <p:spPr>
          <a:xfrm>
            <a:off x="5270823" y="75926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3" name="Shape 5351"/>
          <p:cNvSpPr/>
          <p:nvPr/>
        </p:nvSpPr>
        <p:spPr>
          <a:xfrm>
            <a:off x="5427111" y="75803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4" name="Shape 5352"/>
          <p:cNvSpPr/>
          <p:nvPr/>
        </p:nvSpPr>
        <p:spPr>
          <a:xfrm>
            <a:off x="5511143" y="76189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5" name="Shape 5353"/>
          <p:cNvSpPr/>
          <p:nvPr/>
        </p:nvSpPr>
        <p:spPr>
          <a:xfrm>
            <a:off x="5498452" y="76504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6" name="Shape 5354"/>
          <p:cNvSpPr/>
          <p:nvPr/>
        </p:nvSpPr>
        <p:spPr>
          <a:xfrm>
            <a:off x="5566835" y="7580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7" name="Shape 5355"/>
          <p:cNvSpPr/>
          <p:nvPr/>
        </p:nvSpPr>
        <p:spPr>
          <a:xfrm>
            <a:off x="5303817" y="7606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8" name="Shape 5356"/>
          <p:cNvSpPr/>
          <p:nvPr/>
        </p:nvSpPr>
        <p:spPr>
          <a:xfrm>
            <a:off x="5484585" y="7446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59" name="Shape 5357"/>
          <p:cNvSpPr/>
          <p:nvPr/>
        </p:nvSpPr>
        <p:spPr>
          <a:xfrm>
            <a:off x="5257954" y="7380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0" name="Shape 5358"/>
          <p:cNvSpPr/>
          <p:nvPr/>
        </p:nvSpPr>
        <p:spPr>
          <a:xfrm>
            <a:off x="5663613" y="75602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1" name="Shape 5359"/>
          <p:cNvSpPr/>
          <p:nvPr/>
        </p:nvSpPr>
        <p:spPr>
          <a:xfrm>
            <a:off x="5391485" y="75247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2" name="Shape 5360"/>
          <p:cNvSpPr/>
          <p:nvPr/>
        </p:nvSpPr>
        <p:spPr>
          <a:xfrm>
            <a:off x="5437850" y="72530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3" name="Shape 5361"/>
          <p:cNvSpPr/>
          <p:nvPr/>
        </p:nvSpPr>
        <p:spPr>
          <a:xfrm>
            <a:off x="5523936" y="72255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4" name="Shape 5362"/>
          <p:cNvSpPr/>
          <p:nvPr/>
        </p:nvSpPr>
        <p:spPr>
          <a:xfrm>
            <a:off x="5421989" y="74584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5" name="Shape 5363"/>
          <p:cNvSpPr/>
          <p:nvPr/>
        </p:nvSpPr>
        <p:spPr>
          <a:xfrm>
            <a:off x="5288381" y="73103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6" name="Shape 5364"/>
          <p:cNvSpPr/>
          <p:nvPr/>
        </p:nvSpPr>
        <p:spPr>
          <a:xfrm>
            <a:off x="5593986" y="75840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7" name="Shape 5365"/>
          <p:cNvSpPr/>
          <p:nvPr/>
        </p:nvSpPr>
        <p:spPr>
          <a:xfrm>
            <a:off x="5660563" y="75723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8" name="Shape 5366"/>
          <p:cNvSpPr/>
          <p:nvPr/>
        </p:nvSpPr>
        <p:spPr>
          <a:xfrm>
            <a:off x="5290383" y="75123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69" name="Shape 5367"/>
          <p:cNvSpPr/>
          <p:nvPr/>
        </p:nvSpPr>
        <p:spPr>
          <a:xfrm>
            <a:off x="5425209" y="72321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0" name="Shape 5368"/>
          <p:cNvSpPr/>
          <p:nvPr/>
        </p:nvSpPr>
        <p:spPr>
          <a:xfrm>
            <a:off x="5601802" y="71797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1" name="Shape 5369"/>
          <p:cNvSpPr/>
          <p:nvPr/>
        </p:nvSpPr>
        <p:spPr>
          <a:xfrm>
            <a:off x="5645572" y="74948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2" name="Shape 5370"/>
          <p:cNvSpPr/>
          <p:nvPr/>
        </p:nvSpPr>
        <p:spPr>
          <a:xfrm>
            <a:off x="5417397" y="7296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3" name="Shape 5371"/>
          <p:cNvSpPr/>
          <p:nvPr/>
        </p:nvSpPr>
        <p:spPr>
          <a:xfrm>
            <a:off x="5433726" y="7509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4" name="Shape 5372"/>
          <p:cNvSpPr/>
          <p:nvPr/>
        </p:nvSpPr>
        <p:spPr>
          <a:xfrm>
            <a:off x="5380399" y="77835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5" name="Shape 5373"/>
          <p:cNvSpPr/>
          <p:nvPr/>
        </p:nvSpPr>
        <p:spPr>
          <a:xfrm>
            <a:off x="5314988" y="78775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6" name="Shape 5374"/>
          <p:cNvSpPr/>
          <p:nvPr/>
        </p:nvSpPr>
        <p:spPr>
          <a:xfrm>
            <a:off x="5400887" y="78798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7" name="Shape 5375"/>
          <p:cNvSpPr/>
          <p:nvPr/>
        </p:nvSpPr>
        <p:spPr>
          <a:xfrm>
            <a:off x="5478423" y="7825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8" name="Shape 5376"/>
          <p:cNvSpPr/>
          <p:nvPr/>
        </p:nvSpPr>
        <p:spPr>
          <a:xfrm>
            <a:off x="5474580" y="77392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79" name="Shape 5377"/>
          <p:cNvSpPr/>
          <p:nvPr/>
        </p:nvSpPr>
        <p:spPr>
          <a:xfrm>
            <a:off x="5521689" y="78506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0" name="Shape 5378"/>
          <p:cNvSpPr/>
          <p:nvPr/>
        </p:nvSpPr>
        <p:spPr>
          <a:xfrm>
            <a:off x="5295349" y="77187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1" name="Shape 5379"/>
          <p:cNvSpPr/>
          <p:nvPr/>
        </p:nvSpPr>
        <p:spPr>
          <a:xfrm>
            <a:off x="5483058" y="77745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2" name="Shape 5380"/>
          <p:cNvSpPr/>
          <p:nvPr/>
        </p:nvSpPr>
        <p:spPr>
          <a:xfrm>
            <a:off x="5563556" y="7885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3" name="Shape 5381"/>
          <p:cNvSpPr/>
          <p:nvPr/>
        </p:nvSpPr>
        <p:spPr>
          <a:xfrm>
            <a:off x="5275943" y="78881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4" name="Shape 5382"/>
          <p:cNvSpPr/>
          <p:nvPr/>
        </p:nvSpPr>
        <p:spPr>
          <a:xfrm>
            <a:off x="5577733" y="7064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5" name="Shape 5383"/>
          <p:cNvSpPr/>
          <p:nvPr/>
        </p:nvSpPr>
        <p:spPr>
          <a:xfrm>
            <a:off x="5619512" y="76314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6" name="Shape 5384"/>
          <p:cNvSpPr/>
          <p:nvPr/>
        </p:nvSpPr>
        <p:spPr>
          <a:xfrm>
            <a:off x="5452282" y="7597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7" name="Shape 5385"/>
          <p:cNvSpPr/>
          <p:nvPr/>
        </p:nvSpPr>
        <p:spPr>
          <a:xfrm>
            <a:off x="5305631" y="7430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8" name="Shape 5386"/>
          <p:cNvSpPr/>
          <p:nvPr/>
        </p:nvSpPr>
        <p:spPr>
          <a:xfrm>
            <a:off x="5637157" y="75029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89" name="Shape 5387"/>
          <p:cNvSpPr/>
          <p:nvPr/>
        </p:nvSpPr>
        <p:spPr>
          <a:xfrm>
            <a:off x="5544549" y="75018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0" name="Shape 5388"/>
          <p:cNvSpPr/>
          <p:nvPr/>
        </p:nvSpPr>
        <p:spPr>
          <a:xfrm>
            <a:off x="5502684" y="71617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1" name="Shape 5389"/>
          <p:cNvSpPr/>
          <p:nvPr/>
        </p:nvSpPr>
        <p:spPr>
          <a:xfrm>
            <a:off x="5554055" y="7612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2" name="Shape 5390"/>
          <p:cNvSpPr/>
          <p:nvPr/>
        </p:nvSpPr>
        <p:spPr>
          <a:xfrm>
            <a:off x="5453190" y="74894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3" name="Shape 5391"/>
          <p:cNvSpPr/>
          <p:nvPr/>
        </p:nvSpPr>
        <p:spPr>
          <a:xfrm>
            <a:off x="5516566" y="7592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4" name="Shape 5392"/>
          <p:cNvSpPr/>
          <p:nvPr/>
        </p:nvSpPr>
        <p:spPr>
          <a:xfrm>
            <a:off x="5307516" y="7488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5" name="Shape 5393"/>
          <p:cNvSpPr/>
          <p:nvPr/>
        </p:nvSpPr>
        <p:spPr>
          <a:xfrm>
            <a:off x="5380694" y="7647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6" name="Shape 5394"/>
          <p:cNvSpPr/>
          <p:nvPr/>
        </p:nvSpPr>
        <p:spPr>
          <a:xfrm>
            <a:off x="5271314" y="6964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7" name="Shape 5395"/>
          <p:cNvSpPr/>
          <p:nvPr/>
        </p:nvSpPr>
        <p:spPr>
          <a:xfrm>
            <a:off x="5551739" y="76427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8" name="Shape 5396"/>
          <p:cNvSpPr/>
          <p:nvPr/>
        </p:nvSpPr>
        <p:spPr>
          <a:xfrm>
            <a:off x="5624981" y="7575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399" name="Shape 5397"/>
          <p:cNvSpPr/>
          <p:nvPr/>
        </p:nvSpPr>
        <p:spPr>
          <a:xfrm>
            <a:off x="5609189" y="7256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0" name="Shape 5398"/>
          <p:cNvSpPr/>
          <p:nvPr/>
        </p:nvSpPr>
        <p:spPr>
          <a:xfrm>
            <a:off x="5318759" y="72555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1" name="Shape 5399"/>
          <p:cNvSpPr/>
          <p:nvPr/>
        </p:nvSpPr>
        <p:spPr>
          <a:xfrm>
            <a:off x="5384910" y="7156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2" name="Shape 5400"/>
          <p:cNvSpPr/>
          <p:nvPr/>
        </p:nvSpPr>
        <p:spPr>
          <a:xfrm>
            <a:off x="5376459" y="69293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3" name="Shape 5401"/>
          <p:cNvSpPr/>
          <p:nvPr/>
        </p:nvSpPr>
        <p:spPr>
          <a:xfrm>
            <a:off x="5370567" y="69640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4" name="Shape 5402"/>
          <p:cNvSpPr/>
          <p:nvPr/>
        </p:nvSpPr>
        <p:spPr>
          <a:xfrm>
            <a:off x="5572089" y="72718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5" name="Shape 5403"/>
          <p:cNvSpPr/>
          <p:nvPr/>
        </p:nvSpPr>
        <p:spPr>
          <a:xfrm>
            <a:off x="5559010" y="7260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6" name="Shape 5404"/>
          <p:cNvSpPr/>
          <p:nvPr/>
        </p:nvSpPr>
        <p:spPr>
          <a:xfrm>
            <a:off x="5639060" y="7092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7" name="Shape 5405"/>
          <p:cNvSpPr/>
          <p:nvPr/>
        </p:nvSpPr>
        <p:spPr>
          <a:xfrm>
            <a:off x="5496786" y="6954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8" name="Shape 5406"/>
          <p:cNvSpPr/>
          <p:nvPr/>
        </p:nvSpPr>
        <p:spPr>
          <a:xfrm>
            <a:off x="5657873" y="70012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09" name="Shape 5407"/>
          <p:cNvSpPr/>
          <p:nvPr/>
        </p:nvSpPr>
        <p:spPr>
          <a:xfrm>
            <a:off x="5410143" y="6888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0" name="Shape 5408"/>
          <p:cNvSpPr/>
          <p:nvPr/>
        </p:nvSpPr>
        <p:spPr>
          <a:xfrm>
            <a:off x="5435213" y="67484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1" name="Shape 5409"/>
          <p:cNvSpPr/>
          <p:nvPr/>
        </p:nvSpPr>
        <p:spPr>
          <a:xfrm>
            <a:off x="5443592" y="7256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2" name="Shape 5410"/>
          <p:cNvSpPr/>
          <p:nvPr/>
        </p:nvSpPr>
        <p:spPr>
          <a:xfrm>
            <a:off x="5447634" y="7207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3" name="Shape 5411"/>
          <p:cNvSpPr/>
          <p:nvPr/>
        </p:nvSpPr>
        <p:spPr>
          <a:xfrm>
            <a:off x="5395900" y="70023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4" name="Shape 5412"/>
          <p:cNvSpPr/>
          <p:nvPr/>
        </p:nvSpPr>
        <p:spPr>
          <a:xfrm>
            <a:off x="5337896" y="72359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5" name="Shape 5413"/>
          <p:cNvSpPr/>
          <p:nvPr/>
        </p:nvSpPr>
        <p:spPr>
          <a:xfrm>
            <a:off x="5427974" y="70014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6" name="Shape 5414"/>
          <p:cNvSpPr/>
          <p:nvPr/>
        </p:nvSpPr>
        <p:spPr>
          <a:xfrm>
            <a:off x="5575886" y="68612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7" name="Shape 5415"/>
          <p:cNvSpPr/>
          <p:nvPr/>
        </p:nvSpPr>
        <p:spPr>
          <a:xfrm>
            <a:off x="5355899" y="72875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8" name="Shape 5416"/>
          <p:cNvSpPr/>
          <p:nvPr/>
        </p:nvSpPr>
        <p:spPr>
          <a:xfrm>
            <a:off x="5573761" y="72519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19" name="Shape 5417"/>
          <p:cNvSpPr/>
          <p:nvPr/>
        </p:nvSpPr>
        <p:spPr>
          <a:xfrm>
            <a:off x="5458100" y="73547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0" name="Shape 5418"/>
          <p:cNvSpPr/>
          <p:nvPr/>
        </p:nvSpPr>
        <p:spPr>
          <a:xfrm>
            <a:off x="5487613" y="69831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1" name="Shape 5419"/>
          <p:cNvSpPr/>
          <p:nvPr/>
        </p:nvSpPr>
        <p:spPr>
          <a:xfrm>
            <a:off x="5679853" y="7376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2" name="Shape 5420"/>
          <p:cNvSpPr/>
          <p:nvPr/>
        </p:nvSpPr>
        <p:spPr>
          <a:xfrm>
            <a:off x="5536145" y="76624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3" name="Shape 5421"/>
          <p:cNvSpPr/>
          <p:nvPr/>
        </p:nvSpPr>
        <p:spPr>
          <a:xfrm>
            <a:off x="5516194" y="7329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4" name="Shape 5422"/>
          <p:cNvSpPr/>
          <p:nvPr/>
        </p:nvSpPr>
        <p:spPr>
          <a:xfrm>
            <a:off x="5603645" y="7340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5" name="Shape 5423"/>
          <p:cNvSpPr/>
          <p:nvPr/>
        </p:nvSpPr>
        <p:spPr>
          <a:xfrm>
            <a:off x="5422675" y="73457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6" name="Shape 5424"/>
          <p:cNvSpPr/>
          <p:nvPr/>
        </p:nvSpPr>
        <p:spPr>
          <a:xfrm>
            <a:off x="5499036" y="7472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7" name="Shape 5425"/>
          <p:cNvSpPr/>
          <p:nvPr/>
        </p:nvSpPr>
        <p:spPr>
          <a:xfrm>
            <a:off x="5289077" y="75363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8" name="Shape 5426"/>
          <p:cNvSpPr/>
          <p:nvPr/>
        </p:nvSpPr>
        <p:spPr>
          <a:xfrm>
            <a:off x="5511315" y="74691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29" name="Shape 5427"/>
          <p:cNvSpPr/>
          <p:nvPr/>
        </p:nvSpPr>
        <p:spPr>
          <a:xfrm>
            <a:off x="5608642" y="7877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0" name="Shape 5428"/>
          <p:cNvSpPr/>
          <p:nvPr/>
        </p:nvSpPr>
        <p:spPr>
          <a:xfrm>
            <a:off x="5555961" y="76586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1" name="Shape 5429"/>
          <p:cNvSpPr/>
          <p:nvPr/>
        </p:nvSpPr>
        <p:spPr>
          <a:xfrm>
            <a:off x="5569375" y="7712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2" name="Shape 5430"/>
          <p:cNvSpPr/>
          <p:nvPr/>
        </p:nvSpPr>
        <p:spPr>
          <a:xfrm>
            <a:off x="5561687" y="79412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3" name="Shape 5431"/>
          <p:cNvSpPr/>
          <p:nvPr/>
        </p:nvSpPr>
        <p:spPr>
          <a:xfrm>
            <a:off x="5273584" y="73626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4" name="Shape 5432"/>
          <p:cNvSpPr/>
          <p:nvPr/>
        </p:nvSpPr>
        <p:spPr>
          <a:xfrm>
            <a:off x="5376540" y="7404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5" name="Shape 5433"/>
          <p:cNvSpPr/>
          <p:nvPr/>
        </p:nvSpPr>
        <p:spPr>
          <a:xfrm>
            <a:off x="5649126" y="73752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6" name="Shape 5434"/>
          <p:cNvSpPr/>
          <p:nvPr/>
        </p:nvSpPr>
        <p:spPr>
          <a:xfrm>
            <a:off x="5494456" y="7423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7" name="Shape 5435"/>
          <p:cNvSpPr/>
          <p:nvPr/>
        </p:nvSpPr>
        <p:spPr>
          <a:xfrm>
            <a:off x="5601022" y="74040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8" name="Shape 5436"/>
          <p:cNvSpPr/>
          <p:nvPr/>
        </p:nvSpPr>
        <p:spPr>
          <a:xfrm>
            <a:off x="5376975" y="7421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39" name="Shape 5437"/>
          <p:cNvSpPr/>
          <p:nvPr/>
        </p:nvSpPr>
        <p:spPr>
          <a:xfrm>
            <a:off x="5616940" y="7415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0" name="Shape 5438"/>
          <p:cNvSpPr/>
          <p:nvPr/>
        </p:nvSpPr>
        <p:spPr>
          <a:xfrm>
            <a:off x="5577523" y="74142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1" name="Shape 5439"/>
          <p:cNvSpPr/>
          <p:nvPr/>
        </p:nvSpPr>
        <p:spPr>
          <a:xfrm>
            <a:off x="5642433" y="73791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2" name="Shape 5440"/>
          <p:cNvSpPr/>
          <p:nvPr/>
        </p:nvSpPr>
        <p:spPr>
          <a:xfrm>
            <a:off x="5313611" y="74105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3" name="Shape 5441"/>
          <p:cNvSpPr/>
          <p:nvPr/>
        </p:nvSpPr>
        <p:spPr>
          <a:xfrm>
            <a:off x="5679931" y="7383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4" name="Shape 5442"/>
          <p:cNvSpPr/>
          <p:nvPr/>
        </p:nvSpPr>
        <p:spPr>
          <a:xfrm>
            <a:off x="5515849" y="74501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5" name="Shape 5443"/>
          <p:cNvSpPr/>
          <p:nvPr/>
        </p:nvSpPr>
        <p:spPr>
          <a:xfrm>
            <a:off x="5659488" y="73915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6" name="Shape 5444"/>
          <p:cNvSpPr/>
          <p:nvPr/>
        </p:nvSpPr>
        <p:spPr>
          <a:xfrm>
            <a:off x="5605361" y="73941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7" name="Shape 5445"/>
          <p:cNvSpPr/>
          <p:nvPr/>
        </p:nvSpPr>
        <p:spPr>
          <a:xfrm>
            <a:off x="5292030" y="76410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8" name="Shape 5446"/>
          <p:cNvSpPr/>
          <p:nvPr/>
        </p:nvSpPr>
        <p:spPr>
          <a:xfrm>
            <a:off x="5504961" y="7746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49" name="Shape 5447"/>
          <p:cNvSpPr/>
          <p:nvPr/>
        </p:nvSpPr>
        <p:spPr>
          <a:xfrm>
            <a:off x="5337139" y="7530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0" name="Shape 5448"/>
          <p:cNvSpPr/>
          <p:nvPr/>
        </p:nvSpPr>
        <p:spPr>
          <a:xfrm>
            <a:off x="5372352" y="7582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1" name="Shape 5449"/>
          <p:cNvSpPr/>
          <p:nvPr/>
        </p:nvSpPr>
        <p:spPr>
          <a:xfrm>
            <a:off x="5650265" y="77013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2" name="Shape 5450"/>
          <p:cNvSpPr/>
          <p:nvPr/>
        </p:nvSpPr>
        <p:spPr>
          <a:xfrm>
            <a:off x="5295417" y="76837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3" name="Shape 5451"/>
          <p:cNvSpPr/>
          <p:nvPr/>
        </p:nvSpPr>
        <p:spPr>
          <a:xfrm>
            <a:off x="5668082" y="7358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4" name="Shape 5452"/>
          <p:cNvSpPr/>
          <p:nvPr/>
        </p:nvSpPr>
        <p:spPr>
          <a:xfrm>
            <a:off x="5312038" y="72880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5" name="Shape 5453"/>
          <p:cNvSpPr/>
          <p:nvPr/>
        </p:nvSpPr>
        <p:spPr>
          <a:xfrm>
            <a:off x="5439931" y="7568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6" name="Shape 5454"/>
          <p:cNvSpPr/>
          <p:nvPr/>
        </p:nvSpPr>
        <p:spPr>
          <a:xfrm>
            <a:off x="5547872" y="72695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7" name="Shape 5455"/>
          <p:cNvSpPr/>
          <p:nvPr/>
        </p:nvSpPr>
        <p:spPr>
          <a:xfrm>
            <a:off x="5555126" y="76827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8" name="Shape 5456"/>
          <p:cNvSpPr/>
          <p:nvPr/>
        </p:nvSpPr>
        <p:spPr>
          <a:xfrm>
            <a:off x="5261604" y="78528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59" name="Shape 5457"/>
          <p:cNvSpPr/>
          <p:nvPr/>
        </p:nvSpPr>
        <p:spPr>
          <a:xfrm>
            <a:off x="5425576" y="77309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0" name="Shape 5458"/>
          <p:cNvSpPr/>
          <p:nvPr/>
        </p:nvSpPr>
        <p:spPr>
          <a:xfrm>
            <a:off x="5589612" y="76686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1" name="Shape 5459"/>
          <p:cNvSpPr/>
          <p:nvPr/>
        </p:nvSpPr>
        <p:spPr>
          <a:xfrm>
            <a:off x="5266656" y="7691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2" name="Shape 5460"/>
          <p:cNvSpPr/>
          <p:nvPr/>
        </p:nvSpPr>
        <p:spPr>
          <a:xfrm>
            <a:off x="5633860" y="78203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3" name="Shape 5461"/>
          <p:cNvSpPr/>
          <p:nvPr/>
        </p:nvSpPr>
        <p:spPr>
          <a:xfrm>
            <a:off x="5548084" y="77165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4" name="Shape 5462"/>
          <p:cNvSpPr/>
          <p:nvPr/>
        </p:nvSpPr>
        <p:spPr>
          <a:xfrm>
            <a:off x="5342095" y="7775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5" name="Shape 5463"/>
          <p:cNvSpPr/>
          <p:nvPr/>
        </p:nvSpPr>
        <p:spPr>
          <a:xfrm>
            <a:off x="5441532" y="77489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6" name="Shape 5464"/>
          <p:cNvSpPr/>
          <p:nvPr/>
        </p:nvSpPr>
        <p:spPr>
          <a:xfrm>
            <a:off x="5361093" y="69389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7" name="Shape 5465"/>
          <p:cNvSpPr/>
          <p:nvPr/>
        </p:nvSpPr>
        <p:spPr>
          <a:xfrm>
            <a:off x="5575137" y="71898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8" name="Shape 5466"/>
          <p:cNvSpPr/>
          <p:nvPr/>
        </p:nvSpPr>
        <p:spPr>
          <a:xfrm>
            <a:off x="5554080" y="7895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69" name="Shape 5467"/>
          <p:cNvSpPr/>
          <p:nvPr/>
        </p:nvSpPr>
        <p:spPr>
          <a:xfrm>
            <a:off x="5315052" y="78912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0" name="Shape 5468"/>
          <p:cNvSpPr/>
          <p:nvPr/>
        </p:nvSpPr>
        <p:spPr>
          <a:xfrm>
            <a:off x="5340053" y="7396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1" name="Shape 5469"/>
          <p:cNvSpPr/>
          <p:nvPr/>
        </p:nvSpPr>
        <p:spPr>
          <a:xfrm>
            <a:off x="5461340" y="78016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2" name="Shape 5470"/>
          <p:cNvSpPr/>
          <p:nvPr/>
        </p:nvSpPr>
        <p:spPr>
          <a:xfrm>
            <a:off x="5459558" y="73921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3" name="Shape 5471"/>
          <p:cNvSpPr/>
          <p:nvPr/>
        </p:nvSpPr>
        <p:spPr>
          <a:xfrm>
            <a:off x="5485073" y="74204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4" name="Shape 5472"/>
          <p:cNvSpPr/>
          <p:nvPr/>
        </p:nvSpPr>
        <p:spPr>
          <a:xfrm>
            <a:off x="5287078" y="74258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5" name="Shape 5473"/>
          <p:cNvSpPr/>
          <p:nvPr/>
        </p:nvSpPr>
        <p:spPr>
          <a:xfrm>
            <a:off x="5259247" y="73838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6" name="Shape 5474"/>
          <p:cNvSpPr/>
          <p:nvPr/>
        </p:nvSpPr>
        <p:spPr>
          <a:xfrm>
            <a:off x="5375223" y="74849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7" name="Shape 5475"/>
          <p:cNvSpPr/>
          <p:nvPr/>
        </p:nvSpPr>
        <p:spPr>
          <a:xfrm>
            <a:off x="5418274" y="74628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8" name="Shape 5476"/>
          <p:cNvSpPr/>
          <p:nvPr/>
        </p:nvSpPr>
        <p:spPr>
          <a:xfrm>
            <a:off x="5467289" y="74636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79" name="Shape 5477"/>
          <p:cNvSpPr/>
          <p:nvPr/>
        </p:nvSpPr>
        <p:spPr>
          <a:xfrm>
            <a:off x="5578637" y="7426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480" name="Shape 5478"/>
          <p:cNvSpPr/>
          <p:nvPr/>
        </p:nvSpPr>
        <p:spPr>
          <a:xfrm>
            <a:off x="5486400" y="6985115"/>
            <a:ext cx="0" cy="847883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481" name="Shape 5479"/>
          <p:cNvSpPr/>
          <p:nvPr/>
        </p:nvSpPr>
        <p:spPr>
          <a:xfrm>
            <a:off x="5372100" y="7832999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482" name="Shape 5480"/>
          <p:cNvSpPr/>
          <p:nvPr/>
        </p:nvSpPr>
        <p:spPr>
          <a:xfrm>
            <a:off x="5372100" y="6985115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483" name="Shape 5481"/>
          <p:cNvSpPr/>
          <p:nvPr/>
        </p:nvSpPr>
        <p:spPr>
          <a:xfrm>
            <a:off x="5321300" y="7320997"/>
            <a:ext cx="330200" cy="331167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5484" name="Shape 5482"/>
          <p:cNvSpPr/>
          <p:nvPr/>
        </p:nvSpPr>
        <p:spPr>
          <a:xfrm>
            <a:off x="5321300" y="7536020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5485" name="Shape 5483"/>
          <p:cNvSpPr/>
          <p:nvPr/>
        </p:nvSpPr>
        <p:spPr>
          <a:xfrm>
            <a:off x="5156200" y="82296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5486" name="Text 5484"/>
          <p:cNvSpPr/>
          <p:nvPr/>
        </p:nvSpPr>
        <p:spPr>
          <a:xfrm>
            <a:off x="4076700" y="83375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5487" name="Shape 5485"/>
          <p:cNvSpPr/>
          <p:nvPr/>
        </p:nvSpPr>
        <p:spPr>
          <a:xfrm>
            <a:off x="7872492" y="7593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88" name="Shape 5486"/>
          <p:cNvSpPr/>
          <p:nvPr/>
        </p:nvSpPr>
        <p:spPr>
          <a:xfrm>
            <a:off x="7829544" y="76004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89" name="Shape 5487"/>
          <p:cNvSpPr/>
          <p:nvPr/>
        </p:nvSpPr>
        <p:spPr>
          <a:xfrm>
            <a:off x="7581558" y="7634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0" name="Shape 5488"/>
          <p:cNvSpPr/>
          <p:nvPr/>
        </p:nvSpPr>
        <p:spPr>
          <a:xfrm>
            <a:off x="7799474" y="7657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1" name="Shape 5489"/>
          <p:cNvSpPr/>
          <p:nvPr/>
        </p:nvSpPr>
        <p:spPr>
          <a:xfrm>
            <a:off x="7464340" y="7682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2" name="Shape 5490"/>
          <p:cNvSpPr/>
          <p:nvPr/>
        </p:nvSpPr>
        <p:spPr>
          <a:xfrm>
            <a:off x="7663156" y="76248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3" name="Shape 5491"/>
          <p:cNvSpPr/>
          <p:nvPr/>
        </p:nvSpPr>
        <p:spPr>
          <a:xfrm>
            <a:off x="7633048" y="7693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4" name="Shape 5492"/>
          <p:cNvSpPr/>
          <p:nvPr/>
        </p:nvSpPr>
        <p:spPr>
          <a:xfrm>
            <a:off x="7688025" y="76091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5" name="Shape 5493"/>
          <p:cNvSpPr/>
          <p:nvPr/>
        </p:nvSpPr>
        <p:spPr>
          <a:xfrm>
            <a:off x="7667188" y="7617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6" name="Shape 5494"/>
          <p:cNvSpPr/>
          <p:nvPr/>
        </p:nvSpPr>
        <p:spPr>
          <a:xfrm>
            <a:off x="7877066" y="75928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7" name="Shape 5495"/>
          <p:cNvSpPr/>
          <p:nvPr/>
        </p:nvSpPr>
        <p:spPr>
          <a:xfrm>
            <a:off x="7678170" y="76425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8" name="Shape 5496"/>
          <p:cNvSpPr/>
          <p:nvPr/>
        </p:nvSpPr>
        <p:spPr>
          <a:xfrm>
            <a:off x="7822717" y="76394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99" name="Shape 5497"/>
          <p:cNvSpPr/>
          <p:nvPr/>
        </p:nvSpPr>
        <p:spPr>
          <a:xfrm>
            <a:off x="7664113" y="76657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0" name="Shape 5498"/>
          <p:cNvSpPr/>
          <p:nvPr/>
        </p:nvSpPr>
        <p:spPr>
          <a:xfrm>
            <a:off x="7865836" y="76238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1" name="Shape 5499"/>
          <p:cNvSpPr/>
          <p:nvPr/>
        </p:nvSpPr>
        <p:spPr>
          <a:xfrm>
            <a:off x="7504428" y="76332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2" name="Shape 5500"/>
          <p:cNvSpPr/>
          <p:nvPr/>
        </p:nvSpPr>
        <p:spPr>
          <a:xfrm>
            <a:off x="7496081" y="76792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3" name="Shape 5501"/>
          <p:cNvSpPr/>
          <p:nvPr/>
        </p:nvSpPr>
        <p:spPr>
          <a:xfrm>
            <a:off x="7521788" y="7708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4" name="Shape 5502"/>
          <p:cNvSpPr/>
          <p:nvPr/>
        </p:nvSpPr>
        <p:spPr>
          <a:xfrm>
            <a:off x="7611588" y="76818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5" name="Shape 5503"/>
          <p:cNvSpPr/>
          <p:nvPr/>
        </p:nvSpPr>
        <p:spPr>
          <a:xfrm>
            <a:off x="7513161" y="7649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6" name="Shape 5504"/>
          <p:cNvSpPr/>
          <p:nvPr/>
        </p:nvSpPr>
        <p:spPr>
          <a:xfrm>
            <a:off x="7822963" y="7634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7" name="Shape 5505"/>
          <p:cNvSpPr/>
          <p:nvPr/>
        </p:nvSpPr>
        <p:spPr>
          <a:xfrm>
            <a:off x="7835945" y="7610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8" name="Shape 5506"/>
          <p:cNvSpPr/>
          <p:nvPr/>
        </p:nvSpPr>
        <p:spPr>
          <a:xfrm>
            <a:off x="7521852" y="7606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09" name="Shape 5507"/>
          <p:cNvSpPr/>
          <p:nvPr/>
        </p:nvSpPr>
        <p:spPr>
          <a:xfrm>
            <a:off x="7626715" y="7626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0" name="Shape 5508"/>
          <p:cNvSpPr/>
          <p:nvPr/>
        </p:nvSpPr>
        <p:spPr>
          <a:xfrm>
            <a:off x="7496480" y="76413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1" name="Shape 5509"/>
          <p:cNvSpPr/>
          <p:nvPr/>
        </p:nvSpPr>
        <p:spPr>
          <a:xfrm>
            <a:off x="7481275" y="7613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2" name="Shape 5510"/>
          <p:cNvSpPr/>
          <p:nvPr/>
        </p:nvSpPr>
        <p:spPr>
          <a:xfrm>
            <a:off x="7649517" y="77333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3" name="Shape 5511"/>
          <p:cNvSpPr/>
          <p:nvPr/>
        </p:nvSpPr>
        <p:spPr>
          <a:xfrm>
            <a:off x="7528853" y="7647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4" name="Shape 5512"/>
          <p:cNvSpPr/>
          <p:nvPr/>
        </p:nvSpPr>
        <p:spPr>
          <a:xfrm>
            <a:off x="7846052" y="76228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5" name="Shape 5513"/>
          <p:cNvSpPr/>
          <p:nvPr/>
        </p:nvSpPr>
        <p:spPr>
          <a:xfrm>
            <a:off x="7601126" y="7623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6" name="Shape 5514"/>
          <p:cNvSpPr/>
          <p:nvPr/>
        </p:nvSpPr>
        <p:spPr>
          <a:xfrm>
            <a:off x="7566404" y="76605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7" name="Shape 5515"/>
          <p:cNvSpPr/>
          <p:nvPr/>
        </p:nvSpPr>
        <p:spPr>
          <a:xfrm>
            <a:off x="7454344" y="7699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8" name="Shape 5516"/>
          <p:cNvSpPr/>
          <p:nvPr/>
        </p:nvSpPr>
        <p:spPr>
          <a:xfrm>
            <a:off x="7873253" y="76537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19" name="Shape 5517"/>
          <p:cNvSpPr/>
          <p:nvPr/>
        </p:nvSpPr>
        <p:spPr>
          <a:xfrm>
            <a:off x="7633729" y="76240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0" name="Shape 5518"/>
          <p:cNvSpPr/>
          <p:nvPr/>
        </p:nvSpPr>
        <p:spPr>
          <a:xfrm>
            <a:off x="7600387" y="76290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1" name="Shape 5519"/>
          <p:cNvSpPr/>
          <p:nvPr/>
        </p:nvSpPr>
        <p:spPr>
          <a:xfrm>
            <a:off x="7849455" y="76406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2" name="Shape 5520"/>
          <p:cNvSpPr/>
          <p:nvPr/>
        </p:nvSpPr>
        <p:spPr>
          <a:xfrm>
            <a:off x="7800394" y="77363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3" name="Shape 5521"/>
          <p:cNvSpPr/>
          <p:nvPr/>
        </p:nvSpPr>
        <p:spPr>
          <a:xfrm>
            <a:off x="7493330" y="76442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4" name="Shape 5522"/>
          <p:cNvSpPr/>
          <p:nvPr/>
        </p:nvSpPr>
        <p:spPr>
          <a:xfrm>
            <a:off x="7570111" y="7662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5" name="Shape 5523"/>
          <p:cNvSpPr/>
          <p:nvPr/>
        </p:nvSpPr>
        <p:spPr>
          <a:xfrm>
            <a:off x="7614377" y="7624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6" name="Shape 5524"/>
          <p:cNvSpPr/>
          <p:nvPr/>
        </p:nvSpPr>
        <p:spPr>
          <a:xfrm>
            <a:off x="7577429" y="76081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7" name="Shape 5525"/>
          <p:cNvSpPr/>
          <p:nvPr/>
        </p:nvSpPr>
        <p:spPr>
          <a:xfrm>
            <a:off x="7734129" y="76637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8" name="Shape 5526"/>
          <p:cNvSpPr/>
          <p:nvPr/>
        </p:nvSpPr>
        <p:spPr>
          <a:xfrm>
            <a:off x="7613378" y="76225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29" name="Shape 5527"/>
          <p:cNvSpPr/>
          <p:nvPr/>
        </p:nvSpPr>
        <p:spPr>
          <a:xfrm>
            <a:off x="7511011" y="7622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0" name="Shape 5528"/>
          <p:cNvSpPr/>
          <p:nvPr/>
        </p:nvSpPr>
        <p:spPr>
          <a:xfrm>
            <a:off x="7534543" y="76144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1" name="Shape 5529"/>
          <p:cNvSpPr/>
          <p:nvPr/>
        </p:nvSpPr>
        <p:spPr>
          <a:xfrm>
            <a:off x="7453508" y="7645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2" name="Shape 5530"/>
          <p:cNvSpPr/>
          <p:nvPr/>
        </p:nvSpPr>
        <p:spPr>
          <a:xfrm>
            <a:off x="7659529" y="76284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3" name="Shape 5531"/>
          <p:cNvSpPr/>
          <p:nvPr/>
        </p:nvSpPr>
        <p:spPr>
          <a:xfrm>
            <a:off x="7595349" y="77237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4" name="Shape 5532"/>
          <p:cNvSpPr/>
          <p:nvPr/>
        </p:nvSpPr>
        <p:spPr>
          <a:xfrm>
            <a:off x="7450099" y="76836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5" name="Shape 5533"/>
          <p:cNvSpPr/>
          <p:nvPr/>
        </p:nvSpPr>
        <p:spPr>
          <a:xfrm>
            <a:off x="7658715" y="76819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6" name="Shape 5534"/>
          <p:cNvSpPr/>
          <p:nvPr/>
        </p:nvSpPr>
        <p:spPr>
          <a:xfrm>
            <a:off x="7669903" y="7641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7" name="Shape 5535"/>
          <p:cNvSpPr/>
          <p:nvPr/>
        </p:nvSpPr>
        <p:spPr>
          <a:xfrm>
            <a:off x="7578003" y="76760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8" name="Shape 5536"/>
          <p:cNvSpPr/>
          <p:nvPr/>
        </p:nvSpPr>
        <p:spPr>
          <a:xfrm>
            <a:off x="7563833" y="7582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39" name="Shape 5537"/>
          <p:cNvSpPr/>
          <p:nvPr/>
        </p:nvSpPr>
        <p:spPr>
          <a:xfrm>
            <a:off x="7720226" y="7680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0" name="Shape 5538"/>
          <p:cNvSpPr/>
          <p:nvPr/>
        </p:nvSpPr>
        <p:spPr>
          <a:xfrm>
            <a:off x="7479796" y="77385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1" name="Shape 5539"/>
          <p:cNvSpPr/>
          <p:nvPr/>
        </p:nvSpPr>
        <p:spPr>
          <a:xfrm>
            <a:off x="7594101" y="76823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2" name="Shape 5540"/>
          <p:cNvSpPr/>
          <p:nvPr/>
        </p:nvSpPr>
        <p:spPr>
          <a:xfrm>
            <a:off x="7806547" y="7647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3" name="Shape 5541"/>
          <p:cNvSpPr/>
          <p:nvPr/>
        </p:nvSpPr>
        <p:spPr>
          <a:xfrm>
            <a:off x="7692088" y="7597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4" name="Shape 5542"/>
          <p:cNvSpPr/>
          <p:nvPr/>
        </p:nvSpPr>
        <p:spPr>
          <a:xfrm>
            <a:off x="7754284" y="76969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5" name="Shape 5543"/>
          <p:cNvSpPr/>
          <p:nvPr/>
        </p:nvSpPr>
        <p:spPr>
          <a:xfrm>
            <a:off x="7632355" y="76176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6" name="Shape 5544"/>
          <p:cNvSpPr/>
          <p:nvPr/>
        </p:nvSpPr>
        <p:spPr>
          <a:xfrm>
            <a:off x="7832213" y="76462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7" name="Shape 5545"/>
          <p:cNvSpPr/>
          <p:nvPr/>
        </p:nvSpPr>
        <p:spPr>
          <a:xfrm>
            <a:off x="7513133" y="7638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8" name="Shape 5546"/>
          <p:cNvSpPr/>
          <p:nvPr/>
        </p:nvSpPr>
        <p:spPr>
          <a:xfrm>
            <a:off x="7659931" y="7674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49" name="Shape 5547"/>
          <p:cNvSpPr/>
          <p:nvPr/>
        </p:nvSpPr>
        <p:spPr>
          <a:xfrm>
            <a:off x="7726908" y="7656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0" name="Shape 5548"/>
          <p:cNvSpPr/>
          <p:nvPr/>
        </p:nvSpPr>
        <p:spPr>
          <a:xfrm>
            <a:off x="7479442" y="7596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1" name="Shape 5549"/>
          <p:cNvSpPr/>
          <p:nvPr/>
        </p:nvSpPr>
        <p:spPr>
          <a:xfrm>
            <a:off x="7656717" y="76200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2" name="Shape 5550"/>
          <p:cNvSpPr/>
          <p:nvPr/>
        </p:nvSpPr>
        <p:spPr>
          <a:xfrm>
            <a:off x="7584920" y="76486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3" name="Shape 5551"/>
          <p:cNvSpPr/>
          <p:nvPr/>
        </p:nvSpPr>
        <p:spPr>
          <a:xfrm>
            <a:off x="7456491" y="7649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4" name="Shape 5552"/>
          <p:cNvSpPr/>
          <p:nvPr/>
        </p:nvSpPr>
        <p:spPr>
          <a:xfrm>
            <a:off x="7724920" y="76425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5" name="Shape 5553"/>
          <p:cNvSpPr/>
          <p:nvPr/>
        </p:nvSpPr>
        <p:spPr>
          <a:xfrm>
            <a:off x="7734341" y="76575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6" name="Shape 5554"/>
          <p:cNvSpPr/>
          <p:nvPr/>
        </p:nvSpPr>
        <p:spPr>
          <a:xfrm>
            <a:off x="7562831" y="76498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7" name="Shape 5555"/>
          <p:cNvSpPr/>
          <p:nvPr/>
        </p:nvSpPr>
        <p:spPr>
          <a:xfrm>
            <a:off x="7661113" y="7636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8" name="Shape 5556"/>
          <p:cNvSpPr/>
          <p:nvPr/>
        </p:nvSpPr>
        <p:spPr>
          <a:xfrm>
            <a:off x="7824327" y="77429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59" name="Shape 5557"/>
          <p:cNvSpPr/>
          <p:nvPr/>
        </p:nvSpPr>
        <p:spPr>
          <a:xfrm>
            <a:off x="7690858" y="7630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0" name="Shape 5558"/>
          <p:cNvSpPr/>
          <p:nvPr/>
        </p:nvSpPr>
        <p:spPr>
          <a:xfrm>
            <a:off x="7641656" y="76424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1" name="Shape 5559"/>
          <p:cNvSpPr/>
          <p:nvPr/>
        </p:nvSpPr>
        <p:spPr>
          <a:xfrm>
            <a:off x="7504495" y="7678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2" name="Shape 5560"/>
          <p:cNvSpPr/>
          <p:nvPr/>
        </p:nvSpPr>
        <p:spPr>
          <a:xfrm>
            <a:off x="7671304" y="77132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3" name="Shape 5561"/>
          <p:cNvSpPr/>
          <p:nvPr/>
        </p:nvSpPr>
        <p:spPr>
          <a:xfrm>
            <a:off x="7769358" y="76030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4" name="Shape 5562"/>
          <p:cNvSpPr/>
          <p:nvPr/>
        </p:nvSpPr>
        <p:spPr>
          <a:xfrm>
            <a:off x="7616606" y="7660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5" name="Shape 5563"/>
          <p:cNvSpPr/>
          <p:nvPr/>
        </p:nvSpPr>
        <p:spPr>
          <a:xfrm>
            <a:off x="7845436" y="72232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6" name="Shape 5564"/>
          <p:cNvSpPr/>
          <p:nvPr/>
        </p:nvSpPr>
        <p:spPr>
          <a:xfrm>
            <a:off x="7685077" y="76032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7" name="Shape 5565"/>
          <p:cNvSpPr/>
          <p:nvPr/>
        </p:nvSpPr>
        <p:spPr>
          <a:xfrm>
            <a:off x="7477241" y="75850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8" name="Shape 5566"/>
          <p:cNvSpPr/>
          <p:nvPr/>
        </p:nvSpPr>
        <p:spPr>
          <a:xfrm>
            <a:off x="7611668" y="75600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69" name="Shape 5567"/>
          <p:cNvSpPr/>
          <p:nvPr/>
        </p:nvSpPr>
        <p:spPr>
          <a:xfrm>
            <a:off x="7758622" y="76131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0" name="Shape 5568"/>
          <p:cNvSpPr/>
          <p:nvPr/>
        </p:nvSpPr>
        <p:spPr>
          <a:xfrm>
            <a:off x="7839549" y="7663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1" name="Shape 5569"/>
          <p:cNvSpPr/>
          <p:nvPr/>
        </p:nvSpPr>
        <p:spPr>
          <a:xfrm>
            <a:off x="7588653" y="78824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2" name="Shape 5570"/>
          <p:cNvSpPr/>
          <p:nvPr/>
        </p:nvSpPr>
        <p:spPr>
          <a:xfrm>
            <a:off x="7834706" y="76023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3" name="Shape 5571"/>
          <p:cNvSpPr/>
          <p:nvPr/>
        </p:nvSpPr>
        <p:spPr>
          <a:xfrm>
            <a:off x="7591637" y="76067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4" name="Shape 5572"/>
          <p:cNvSpPr/>
          <p:nvPr/>
        </p:nvSpPr>
        <p:spPr>
          <a:xfrm>
            <a:off x="7708085" y="77120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5" name="Shape 5573"/>
          <p:cNvSpPr/>
          <p:nvPr/>
        </p:nvSpPr>
        <p:spPr>
          <a:xfrm>
            <a:off x="7860559" y="77049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6" name="Shape 5574"/>
          <p:cNvSpPr/>
          <p:nvPr/>
        </p:nvSpPr>
        <p:spPr>
          <a:xfrm>
            <a:off x="7468917" y="7883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7" name="Shape 5575"/>
          <p:cNvSpPr/>
          <p:nvPr/>
        </p:nvSpPr>
        <p:spPr>
          <a:xfrm>
            <a:off x="7469111" y="7754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8" name="Shape 5576"/>
          <p:cNvSpPr/>
          <p:nvPr/>
        </p:nvSpPr>
        <p:spPr>
          <a:xfrm>
            <a:off x="7856608" y="76351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79" name="Shape 5577"/>
          <p:cNvSpPr/>
          <p:nvPr/>
        </p:nvSpPr>
        <p:spPr>
          <a:xfrm>
            <a:off x="7558221" y="77127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0" name="Shape 5578"/>
          <p:cNvSpPr/>
          <p:nvPr/>
        </p:nvSpPr>
        <p:spPr>
          <a:xfrm>
            <a:off x="7694871" y="7849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1" name="Shape 5579"/>
          <p:cNvSpPr/>
          <p:nvPr/>
        </p:nvSpPr>
        <p:spPr>
          <a:xfrm>
            <a:off x="7449153" y="77097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2" name="Shape 5580"/>
          <p:cNvSpPr/>
          <p:nvPr/>
        </p:nvSpPr>
        <p:spPr>
          <a:xfrm>
            <a:off x="7683607" y="7952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3" name="Shape 5581"/>
          <p:cNvSpPr/>
          <p:nvPr/>
        </p:nvSpPr>
        <p:spPr>
          <a:xfrm>
            <a:off x="7643500" y="7772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4" name="Shape 5582"/>
          <p:cNvSpPr/>
          <p:nvPr/>
        </p:nvSpPr>
        <p:spPr>
          <a:xfrm>
            <a:off x="7803826" y="7593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5" name="Shape 5583"/>
          <p:cNvSpPr/>
          <p:nvPr/>
        </p:nvSpPr>
        <p:spPr>
          <a:xfrm>
            <a:off x="7784128" y="75831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6" name="Shape 5584"/>
          <p:cNvSpPr/>
          <p:nvPr/>
        </p:nvSpPr>
        <p:spPr>
          <a:xfrm>
            <a:off x="7474089" y="76140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7" name="Shape 5585"/>
          <p:cNvSpPr/>
          <p:nvPr/>
        </p:nvSpPr>
        <p:spPr>
          <a:xfrm>
            <a:off x="7572013" y="73073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8" name="Shape 5586"/>
          <p:cNvSpPr/>
          <p:nvPr/>
        </p:nvSpPr>
        <p:spPr>
          <a:xfrm>
            <a:off x="7637040" y="7435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89" name="Shape 5587"/>
          <p:cNvSpPr/>
          <p:nvPr/>
        </p:nvSpPr>
        <p:spPr>
          <a:xfrm>
            <a:off x="7829930" y="76856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0" name="Shape 5588"/>
          <p:cNvSpPr/>
          <p:nvPr/>
        </p:nvSpPr>
        <p:spPr>
          <a:xfrm>
            <a:off x="7829919" y="79691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1" name="Shape 5589"/>
          <p:cNvSpPr/>
          <p:nvPr/>
        </p:nvSpPr>
        <p:spPr>
          <a:xfrm>
            <a:off x="7482526" y="76671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2" name="Shape 5590"/>
          <p:cNvSpPr/>
          <p:nvPr/>
        </p:nvSpPr>
        <p:spPr>
          <a:xfrm>
            <a:off x="7641670" y="7841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3" name="Shape 5591"/>
          <p:cNvSpPr/>
          <p:nvPr/>
        </p:nvSpPr>
        <p:spPr>
          <a:xfrm>
            <a:off x="7711372" y="7470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4" name="Shape 5592"/>
          <p:cNvSpPr/>
          <p:nvPr/>
        </p:nvSpPr>
        <p:spPr>
          <a:xfrm>
            <a:off x="7757828" y="7481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5" name="Shape 5593"/>
          <p:cNvSpPr/>
          <p:nvPr/>
        </p:nvSpPr>
        <p:spPr>
          <a:xfrm>
            <a:off x="7664067" y="74650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6" name="Shape 5594"/>
          <p:cNvSpPr/>
          <p:nvPr/>
        </p:nvSpPr>
        <p:spPr>
          <a:xfrm>
            <a:off x="7591924" y="7428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7" name="Shape 5595"/>
          <p:cNvSpPr/>
          <p:nvPr/>
        </p:nvSpPr>
        <p:spPr>
          <a:xfrm>
            <a:off x="7860194" y="7664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8" name="Shape 5596"/>
          <p:cNvSpPr/>
          <p:nvPr/>
        </p:nvSpPr>
        <p:spPr>
          <a:xfrm>
            <a:off x="7753098" y="7871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99" name="Shape 5597"/>
          <p:cNvSpPr/>
          <p:nvPr/>
        </p:nvSpPr>
        <p:spPr>
          <a:xfrm>
            <a:off x="7763328" y="74463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0" name="Shape 5598"/>
          <p:cNvSpPr/>
          <p:nvPr/>
        </p:nvSpPr>
        <p:spPr>
          <a:xfrm>
            <a:off x="7779751" y="7690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1" name="Shape 5599"/>
          <p:cNvSpPr/>
          <p:nvPr/>
        </p:nvSpPr>
        <p:spPr>
          <a:xfrm>
            <a:off x="7467532" y="74171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2" name="Shape 5600"/>
          <p:cNvSpPr/>
          <p:nvPr/>
        </p:nvSpPr>
        <p:spPr>
          <a:xfrm>
            <a:off x="7778664" y="78477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3" name="Shape 5601"/>
          <p:cNvSpPr/>
          <p:nvPr/>
        </p:nvSpPr>
        <p:spPr>
          <a:xfrm>
            <a:off x="7733746" y="76863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4" name="Shape 5602"/>
          <p:cNvSpPr/>
          <p:nvPr/>
        </p:nvSpPr>
        <p:spPr>
          <a:xfrm>
            <a:off x="7686045" y="76520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5" name="Shape 5603"/>
          <p:cNvSpPr/>
          <p:nvPr/>
        </p:nvSpPr>
        <p:spPr>
          <a:xfrm>
            <a:off x="7871100" y="78469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6" name="Shape 5604"/>
          <p:cNvSpPr/>
          <p:nvPr/>
        </p:nvSpPr>
        <p:spPr>
          <a:xfrm>
            <a:off x="7471677" y="78918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7" name="Shape 5605"/>
          <p:cNvSpPr/>
          <p:nvPr/>
        </p:nvSpPr>
        <p:spPr>
          <a:xfrm>
            <a:off x="7871461" y="74634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8" name="Shape 5606"/>
          <p:cNvSpPr/>
          <p:nvPr/>
        </p:nvSpPr>
        <p:spPr>
          <a:xfrm>
            <a:off x="7614566" y="74451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09" name="Shape 5607"/>
          <p:cNvSpPr/>
          <p:nvPr/>
        </p:nvSpPr>
        <p:spPr>
          <a:xfrm>
            <a:off x="7612070" y="74095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0" name="Shape 5608"/>
          <p:cNvSpPr/>
          <p:nvPr/>
        </p:nvSpPr>
        <p:spPr>
          <a:xfrm>
            <a:off x="7727766" y="73924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1" name="Shape 5609"/>
          <p:cNvSpPr/>
          <p:nvPr/>
        </p:nvSpPr>
        <p:spPr>
          <a:xfrm>
            <a:off x="7661829" y="74793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2" name="Shape 5610"/>
          <p:cNvSpPr/>
          <p:nvPr/>
        </p:nvSpPr>
        <p:spPr>
          <a:xfrm>
            <a:off x="7789566" y="74221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3" name="Shape 5611"/>
          <p:cNvSpPr/>
          <p:nvPr/>
        </p:nvSpPr>
        <p:spPr>
          <a:xfrm>
            <a:off x="7820714" y="80275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4" name="Shape 5612"/>
          <p:cNvSpPr/>
          <p:nvPr/>
        </p:nvSpPr>
        <p:spPr>
          <a:xfrm>
            <a:off x="7586434" y="8089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5" name="Shape 5613"/>
          <p:cNvSpPr/>
          <p:nvPr/>
        </p:nvSpPr>
        <p:spPr>
          <a:xfrm>
            <a:off x="7531794" y="7598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6" name="Shape 5614"/>
          <p:cNvSpPr/>
          <p:nvPr/>
        </p:nvSpPr>
        <p:spPr>
          <a:xfrm>
            <a:off x="7635998" y="7587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7" name="Shape 5615"/>
          <p:cNvSpPr/>
          <p:nvPr/>
        </p:nvSpPr>
        <p:spPr>
          <a:xfrm>
            <a:off x="7657873" y="7739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8" name="Shape 5616"/>
          <p:cNvSpPr/>
          <p:nvPr/>
        </p:nvSpPr>
        <p:spPr>
          <a:xfrm>
            <a:off x="7740018" y="69942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19" name="Shape 5617"/>
          <p:cNvSpPr/>
          <p:nvPr/>
        </p:nvSpPr>
        <p:spPr>
          <a:xfrm>
            <a:off x="7461768" y="73359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0" name="Shape 5618"/>
          <p:cNvSpPr/>
          <p:nvPr/>
        </p:nvSpPr>
        <p:spPr>
          <a:xfrm>
            <a:off x="7763710" y="71045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1" name="Shape 5619"/>
          <p:cNvSpPr/>
          <p:nvPr/>
        </p:nvSpPr>
        <p:spPr>
          <a:xfrm>
            <a:off x="7760030" y="72325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2" name="Shape 5620"/>
          <p:cNvSpPr/>
          <p:nvPr/>
        </p:nvSpPr>
        <p:spPr>
          <a:xfrm>
            <a:off x="7707767" y="7224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3" name="Shape 5621"/>
          <p:cNvSpPr/>
          <p:nvPr/>
        </p:nvSpPr>
        <p:spPr>
          <a:xfrm>
            <a:off x="7852149" y="72630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4" name="Shape 5622"/>
          <p:cNvSpPr/>
          <p:nvPr/>
        </p:nvSpPr>
        <p:spPr>
          <a:xfrm>
            <a:off x="7513042" y="72760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5" name="Shape 5623"/>
          <p:cNvSpPr/>
          <p:nvPr/>
        </p:nvSpPr>
        <p:spPr>
          <a:xfrm>
            <a:off x="7660706" y="7337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6" name="Shape 5624"/>
          <p:cNvSpPr/>
          <p:nvPr/>
        </p:nvSpPr>
        <p:spPr>
          <a:xfrm>
            <a:off x="7478575" y="7282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7" name="Shape 5625"/>
          <p:cNvSpPr/>
          <p:nvPr/>
        </p:nvSpPr>
        <p:spPr>
          <a:xfrm>
            <a:off x="7765292" y="7299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8" name="Shape 5626"/>
          <p:cNvSpPr/>
          <p:nvPr/>
        </p:nvSpPr>
        <p:spPr>
          <a:xfrm>
            <a:off x="7823512" y="7348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29" name="Shape 5627"/>
          <p:cNvSpPr/>
          <p:nvPr/>
        </p:nvSpPr>
        <p:spPr>
          <a:xfrm>
            <a:off x="7594839" y="7208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0" name="Shape 5628"/>
          <p:cNvSpPr/>
          <p:nvPr/>
        </p:nvSpPr>
        <p:spPr>
          <a:xfrm>
            <a:off x="7566049" y="73820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1" name="Shape 5629"/>
          <p:cNvSpPr/>
          <p:nvPr/>
        </p:nvSpPr>
        <p:spPr>
          <a:xfrm>
            <a:off x="7581319" y="7282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2" name="Shape 5630"/>
          <p:cNvSpPr/>
          <p:nvPr/>
        </p:nvSpPr>
        <p:spPr>
          <a:xfrm>
            <a:off x="7601505" y="68745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3" name="Shape 5631"/>
          <p:cNvSpPr/>
          <p:nvPr/>
        </p:nvSpPr>
        <p:spPr>
          <a:xfrm>
            <a:off x="7635168" y="75134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4" name="Shape 5632"/>
          <p:cNvSpPr/>
          <p:nvPr/>
        </p:nvSpPr>
        <p:spPr>
          <a:xfrm>
            <a:off x="7515912" y="7578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5" name="Shape 5633"/>
          <p:cNvSpPr/>
          <p:nvPr/>
        </p:nvSpPr>
        <p:spPr>
          <a:xfrm>
            <a:off x="7612633" y="7373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6" name="Shape 5634"/>
          <p:cNvSpPr/>
          <p:nvPr/>
        </p:nvSpPr>
        <p:spPr>
          <a:xfrm>
            <a:off x="7586249" y="7182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7" name="Shape 5635"/>
          <p:cNvSpPr/>
          <p:nvPr/>
        </p:nvSpPr>
        <p:spPr>
          <a:xfrm>
            <a:off x="7746949" y="71115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8" name="Shape 5636"/>
          <p:cNvSpPr/>
          <p:nvPr/>
        </p:nvSpPr>
        <p:spPr>
          <a:xfrm>
            <a:off x="7529272" y="7105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39" name="Shape 5637"/>
          <p:cNvSpPr/>
          <p:nvPr/>
        </p:nvSpPr>
        <p:spPr>
          <a:xfrm>
            <a:off x="7641239" y="73823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0" name="Shape 5638"/>
          <p:cNvSpPr/>
          <p:nvPr/>
        </p:nvSpPr>
        <p:spPr>
          <a:xfrm>
            <a:off x="7796273" y="72621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1" name="Shape 5639"/>
          <p:cNvSpPr/>
          <p:nvPr/>
        </p:nvSpPr>
        <p:spPr>
          <a:xfrm>
            <a:off x="7726783" y="73343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2" name="Shape 5640"/>
          <p:cNvSpPr/>
          <p:nvPr/>
        </p:nvSpPr>
        <p:spPr>
          <a:xfrm>
            <a:off x="7819684" y="6884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3" name="Shape 5641"/>
          <p:cNvSpPr/>
          <p:nvPr/>
        </p:nvSpPr>
        <p:spPr>
          <a:xfrm>
            <a:off x="7511636" y="7101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4" name="Shape 5642"/>
          <p:cNvSpPr/>
          <p:nvPr/>
        </p:nvSpPr>
        <p:spPr>
          <a:xfrm>
            <a:off x="7641487" y="7188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5" name="Shape 5643"/>
          <p:cNvSpPr/>
          <p:nvPr/>
        </p:nvSpPr>
        <p:spPr>
          <a:xfrm>
            <a:off x="7571634" y="74050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6" name="Shape 5644"/>
          <p:cNvSpPr/>
          <p:nvPr/>
        </p:nvSpPr>
        <p:spPr>
          <a:xfrm>
            <a:off x="7703797" y="71855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7" name="Shape 5645"/>
          <p:cNvSpPr/>
          <p:nvPr/>
        </p:nvSpPr>
        <p:spPr>
          <a:xfrm>
            <a:off x="7871438" y="72460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8" name="Shape 5646"/>
          <p:cNvSpPr/>
          <p:nvPr/>
        </p:nvSpPr>
        <p:spPr>
          <a:xfrm>
            <a:off x="7856007" y="72502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49" name="Shape 5647"/>
          <p:cNvSpPr/>
          <p:nvPr/>
        </p:nvSpPr>
        <p:spPr>
          <a:xfrm>
            <a:off x="7590709" y="68393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0" name="Shape 5648"/>
          <p:cNvSpPr/>
          <p:nvPr/>
        </p:nvSpPr>
        <p:spPr>
          <a:xfrm>
            <a:off x="7525143" y="72780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1" name="Shape 5649"/>
          <p:cNvSpPr/>
          <p:nvPr/>
        </p:nvSpPr>
        <p:spPr>
          <a:xfrm>
            <a:off x="7560702" y="74016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2" name="Shape 5650"/>
          <p:cNvSpPr/>
          <p:nvPr/>
        </p:nvSpPr>
        <p:spPr>
          <a:xfrm>
            <a:off x="7559093" y="72465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3" name="Shape 5651"/>
          <p:cNvSpPr/>
          <p:nvPr/>
        </p:nvSpPr>
        <p:spPr>
          <a:xfrm>
            <a:off x="7570145" y="72695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4" name="Shape 5652"/>
          <p:cNvSpPr/>
          <p:nvPr/>
        </p:nvSpPr>
        <p:spPr>
          <a:xfrm>
            <a:off x="7621037" y="71532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5" name="Shape 5653"/>
          <p:cNvSpPr/>
          <p:nvPr/>
        </p:nvSpPr>
        <p:spPr>
          <a:xfrm>
            <a:off x="7544016" y="7440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6" name="Shape 5654"/>
          <p:cNvSpPr/>
          <p:nvPr/>
        </p:nvSpPr>
        <p:spPr>
          <a:xfrm>
            <a:off x="7680078" y="76103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7" name="Shape 5655"/>
          <p:cNvSpPr/>
          <p:nvPr/>
        </p:nvSpPr>
        <p:spPr>
          <a:xfrm>
            <a:off x="7639127" y="74818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8" name="Shape 5656"/>
          <p:cNvSpPr/>
          <p:nvPr/>
        </p:nvSpPr>
        <p:spPr>
          <a:xfrm>
            <a:off x="7842330" y="7142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59" name="Shape 5657"/>
          <p:cNvSpPr/>
          <p:nvPr/>
        </p:nvSpPr>
        <p:spPr>
          <a:xfrm>
            <a:off x="7831047" y="72801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0" name="Shape 5658"/>
          <p:cNvSpPr/>
          <p:nvPr/>
        </p:nvSpPr>
        <p:spPr>
          <a:xfrm>
            <a:off x="7724092" y="75245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1" name="Shape 5659"/>
          <p:cNvSpPr/>
          <p:nvPr/>
        </p:nvSpPr>
        <p:spPr>
          <a:xfrm>
            <a:off x="7660496" y="7438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2" name="Shape 5660"/>
          <p:cNvSpPr/>
          <p:nvPr/>
        </p:nvSpPr>
        <p:spPr>
          <a:xfrm>
            <a:off x="7790389" y="7346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3" name="Shape 5661"/>
          <p:cNvSpPr/>
          <p:nvPr/>
        </p:nvSpPr>
        <p:spPr>
          <a:xfrm>
            <a:off x="7762248" y="7163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4" name="Shape 5662"/>
          <p:cNvSpPr/>
          <p:nvPr/>
        </p:nvSpPr>
        <p:spPr>
          <a:xfrm>
            <a:off x="7589786" y="72754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5" name="Shape 5663"/>
          <p:cNvSpPr/>
          <p:nvPr/>
        </p:nvSpPr>
        <p:spPr>
          <a:xfrm>
            <a:off x="7877906" y="71707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6" name="Shape 5664"/>
          <p:cNvSpPr/>
          <p:nvPr/>
        </p:nvSpPr>
        <p:spPr>
          <a:xfrm>
            <a:off x="7652574" y="73481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7" name="Shape 5665"/>
          <p:cNvSpPr/>
          <p:nvPr/>
        </p:nvSpPr>
        <p:spPr>
          <a:xfrm>
            <a:off x="7516391" y="7145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8" name="Shape 5666"/>
          <p:cNvSpPr/>
          <p:nvPr/>
        </p:nvSpPr>
        <p:spPr>
          <a:xfrm>
            <a:off x="7660348" y="73082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69" name="Shape 5667"/>
          <p:cNvSpPr/>
          <p:nvPr/>
        </p:nvSpPr>
        <p:spPr>
          <a:xfrm>
            <a:off x="7763143" y="72773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0" name="Shape 5668"/>
          <p:cNvSpPr/>
          <p:nvPr/>
        </p:nvSpPr>
        <p:spPr>
          <a:xfrm>
            <a:off x="7869024" y="72883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1" name="Shape 5669"/>
          <p:cNvSpPr/>
          <p:nvPr/>
        </p:nvSpPr>
        <p:spPr>
          <a:xfrm>
            <a:off x="7555846" y="6913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2" name="Shape 5670"/>
          <p:cNvSpPr/>
          <p:nvPr/>
        </p:nvSpPr>
        <p:spPr>
          <a:xfrm>
            <a:off x="7484076" y="70538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3" name="Shape 5671"/>
          <p:cNvSpPr/>
          <p:nvPr/>
        </p:nvSpPr>
        <p:spPr>
          <a:xfrm>
            <a:off x="7641060" y="71646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4" name="Shape 5672"/>
          <p:cNvSpPr/>
          <p:nvPr/>
        </p:nvSpPr>
        <p:spPr>
          <a:xfrm>
            <a:off x="7795818" y="7276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5" name="Shape 5673"/>
          <p:cNvSpPr/>
          <p:nvPr/>
        </p:nvSpPr>
        <p:spPr>
          <a:xfrm>
            <a:off x="7543148" y="68982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6" name="Shape 5674"/>
          <p:cNvSpPr/>
          <p:nvPr/>
        </p:nvSpPr>
        <p:spPr>
          <a:xfrm>
            <a:off x="7625554" y="72184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7" name="Shape 5675"/>
          <p:cNvSpPr/>
          <p:nvPr/>
        </p:nvSpPr>
        <p:spPr>
          <a:xfrm>
            <a:off x="7453746" y="71160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8" name="Shape 5676"/>
          <p:cNvSpPr/>
          <p:nvPr/>
        </p:nvSpPr>
        <p:spPr>
          <a:xfrm>
            <a:off x="7739741" y="73796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79" name="Shape 5677"/>
          <p:cNvSpPr/>
          <p:nvPr/>
        </p:nvSpPr>
        <p:spPr>
          <a:xfrm>
            <a:off x="7730375" y="7333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0" name="Shape 5678"/>
          <p:cNvSpPr/>
          <p:nvPr/>
        </p:nvSpPr>
        <p:spPr>
          <a:xfrm>
            <a:off x="7781124" y="7227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1" name="Shape 5679"/>
          <p:cNvSpPr/>
          <p:nvPr/>
        </p:nvSpPr>
        <p:spPr>
          <a:xfrm>
            <a:off x="7588806" y="72109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2" name="Shape 5680"/>
          <p:cNvSpPr/>
          <p:nvPr/>
        </p:nvSpPr>
        <p:spPr>
          <a:xfrm>
            <a:off x="7687952" y="72991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3" name="Shape 5681"/>
          <p:cNvSpPr/>
          <p:nvPr/>
        </p:nvSpPr>
        <p:spPr>
          <a:xfrm>
            <a:off x="7683593" y="73536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4" name="Shape 5682"/>
          <p:cNvSpPr/>
          <p:nvPr/>
        </p:nvSpPr>
        <p:spPr>
          <a:xfrm>
            <a:off x="7876485" y="7135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5" name="Shape 5683"/>
          <p:cNvSpPr/>
          <p:nvPr/>
        </p:nvSpPr>
        <p:spPr>
          <a:xfrm>
            <a:off x="7869455" y="73254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6" name="Shape 5684"/>
          <p:cNvSpPr/>
          <p:nvPr/>
        </p:nvSpPr>
        <p:spPr>
          <a:xfrm>
            <a:off x="7623667" y="7354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7" name="Shape 5685"/>
          <p:cNvSpPr/>
          <p:nvPr/>
        </p:nvSpPr>
        <p:spPr>
          <a:xfrm>
            <a:off x="7824273" y="72661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8" name="Shape 5686"/>
          <p:cNvSpPr/>
          <p:nvPr/>
        </p:nvSpPr>
        <p:spPr>
          <a:xfrm>
            <a:off x="7754953" y="69790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89" name="Shape 5687"/>
          <p:cNvSpPr/>
          <p:nvPr/>
        </p:nvSpPr>
        <p:spPr>
          <a:xfrm>
            <a:off x="7660762" y="72050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0" name="Shape 5688"/>
          <p:cNvSpPr/>
          <p:nvPr/>
        </p:nvSpPr>
        <p:spPr>
          <a:xfrm>
            <a:off x="7570817" y="7221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1" name="Shape 5689"/>
          <p:cNvSpPr/>
          <p:nvPr/>
        </p:nvSpPr>
        <p:spPr>
          <a:xfrm>
            <a:off x="7718229" y="72853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2" name="Shape 5690"/>
          <p:cNvSpPr/>
          <p:nvPr/>
        </p:nvSpPr>
        <p:spPr>
          <a:xfrm>
            <a:off x="7713271" y="7343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3" name="Shape 5691"/>
          <p:cNvSpPr/>
          <p:nvPr/>
        </p:nvSpPr>
        <p:spPr>
          <a:xfrm>
            <a:off x="7672057" y="71695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4" name="Shape 5692"/>
          <p:cNvSpPr/>
          <p:nvPr/>
        </p:nvSpPr>
        <p:spPr>
          <a:xfrm>
            <a:off x="7607068" y="7334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5" name="Shape 5693"/>
          <p:cNvSpPr/>
          <p:nvPr/>
        </p:nvSpPr>
        <p:spPr>
          <a:xfrm>
            <a:off x="7864918" y="7352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6" name="Shape 5694"/>
          <p:cNvSpPr/>
          <p:nvPr/>
        </p:nvSpPr>
        <p:spPr>
          <a:xfrm>
            <a:off x="7874268" y="7365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7" name="Shape 5695"/>
          <p:cNvSpPr/>
          <p:nvPr/>
        </p:nvSpPr>
        <p:spPr>
          <a:xfrm>
            <a:off x="7510686" y="6849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8" name="Shape 5696"/>
          <p:cNvSpPr/>
          <p:nvPr/>
        </p:nvSpPr>
        <p:spPr>
          <a:xfrm>
            <a:off x="7793026" y="7162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99" name="Shape 5697"/>
          <p:cNvSpPr/>
          <p:nvPr/>
        </p:nvSpPr>
        <p:spPr>
          <a:xfrm>
            <a:off x="7699429" y="75148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0" name="Shape 5698"/>
          <p:cNvSpPr/>
          <p:nvPr/>
        </p:nvSpPr>
        <p:spPr>
          <a:xfrm>
            <a:off x="7503243" y="75478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1" name="Shape 5699"/>
          <p:cNvSpPr/>
          <p:nvPr/>
        </p:nvSpPr>
        <p:spPr>
          <a:xfrm>
            <a:off x="7452904" y="7563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2" name="Shape 5700"/>
          <p:cNvSpPr/>
          <p:nvPr/>
        </p:nvSpPr>
        <p:spPr>
          <a:xfrm>
            <a:off x="7854663" y="73061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3" name="Shape 5701"/>
          <p:cNvSpPr/>
          <p:nvPr/>
        </p:nvSpPr>
        <p:spPr>
          <a:xfrm>
            <a:off x="7562036" y="74823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4" name="Shape 5702"/>
          <p:cNvSpPr/>
          <p:nvPr/>
        </p:nvSpPr>
        <p:spPr>
          <a:xfrm>
            <a:off x="7836657" y="72211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5" name="Shape 5703"/>
          <p:cNvSpPr/>
          <p:nvPr/>
        </p:nvSpPr>
        <p:spPr>
          <a:xfrm>
            <a:off x="7552486" y="7479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6" name="Shape 5704"/>
          <p:cNvSpPr/>
          <p:nvPr/>
        </p:nvSpPr>
        <p:spPr>
          <a:xfrm>
            <a:off x="7764729" y="71971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7" name="Shape 5705"/>
          <p:cNvSpPr/>
          <p:nvPr/>
        </p:nvSpPr>
        <p:spPr>
          <a:xfrm>
            <a:off x="7812749" y="7207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8" name="Shape 5706"/>
          <p:cNvSpPr/>
          <p:nvPr/>
        </p:nvSpPr>
        <p:spPr>
          <a:xfrm>
            <a:off x="7854475" y="74824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09" name="Shape 5707"/>
          <p:cNvSpPr/>
          <p:nvPr/>
        </p:nvSpPr>
        <p:spPr>
          <a:xfrm>
            <a:off x="7497607" y="73408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0" name="Shape 5708"/>
          <p:cNvSpPr/>
          <p:nvPr/>
        </p:nvSpPr>
        <p:spPr>
          <a:xfrm>
            <a:off x="7710574" y="72721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1" name="Shape 5709"/>
          <p:cNvSpPr/>
          <p:nvPr/>
        </p:nvSpPr>
        <p:spPr>
          <a:xfrm>
            <a:off x="7587886" y="7184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2" name="Shape 5710"/>
          <p:cNvSpPr/>
          <p:nvPr/>
        </p:nvSpPr>
        <p:spPr>
          <a:xfrm>
            <a:off x="7609713" y="7201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3" name="Shape 5711"/>
          <p:cNvSpPr/>
          <p:nvPr/>
        </p:nvSpPr>
        <p:spPr>
          <a:xfrm>
            <a:off x="7580192" y="7667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4" name="Shape 5712"/>
          <p:cNvSpPr/>
          <p:nvPr/>
        </p:nvSpPr>
        <p:spPr>
          <a:xfrm>
            <a:off x="7726417" y="7681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5" name="Shape 5713"/>
          <p:cNvSpPr/>
          <p:nvPr/>
        </p:nvSpPr>
        <p:spPr>
          <a:xfrm>
            <a:off x="7803045" y="74208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6" name="Shape 5714"/>
          <p:cNvSpPr/>
          <p:nvPr/>
        </p:nvSpPr>
        <p:spPr>
          <a:xfrm>
            <a:off x="7591090" y="74619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7" name="Shape 5715"/>
          <p:cNvSpPr/>
          <p:nvPr/>
        </p:nvSpPr>
        <p:spPr>
          <a:xfrm>
            <a:off x="7839353" y="73374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8" name="Shape 5716"/>
          <p:cNvSpPr/>
          <p:nvPr/>
        </p:nvSpPr>
        <p:spPr>
          <a:xfrm>
            <a:off x="7459224" y="74441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19" name="Shape 5717"/>
          <p:cNvSpPr/>
          <p:nvPr/>
        </p:nvSpPr>
        <p:spPr>
          <a:xfrm>
            <a:off x="7860492" y="73879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0" name="Shape 5718"/>
          <p:cNvSpPr/>
          <p:nvPr/>
        </p:nvSpPr>
        <p:spPr>
          <a:xfrm>
            <a:off x="7509623" y="7888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1" name="Shape 5719"/>
          <p:cNvSpPr/>
          <p:nvPr/>
        </p:nvSpPr>
        <p:spPr>
          <a:xfrm>
            <a:off x="7711255" y="7914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2" name="Shape 5720"/>
          <p:cNvSpPr/>
          <p:nvPr/>
        </p:nvSpPr>
        <p:spPr>
          <a:xfrm>
            <a:off x="7453270" y="7896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3" name="Shape 5721"/>
          <p:cNvSpPr/>
          <p:nvPr/>
        </p:nvSpPr>
        <p:spPr>
          <a:xfrm>
            <a:off x="7556507" y="76779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4" name="Shape 5722"/>
          <p:cNvSpPr/>
          <p:nvPr/>
        </p:nvSpPr>
        <p:spPr>
          <a:xfrm>
            <a:off x="7707605" y="79064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5" name="Shape 5723"/>
          <p:cNvSpPr/>
          <p:nvPr/>
        </p:nvSpPr>
        <p:spPr>
          <a:xfrm>
            <a:off x="7546914" y="7758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6" name="Shape 5724"/>
          <p:cNvSpPr/>
          <p:nvPr/>
        </p:nvSpPr>
        <p:spPr>
          <a:xfrm>
            <a:off x="7753768" y="7785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7" name="Shape 5725"/>
          <p:cNvSpPr/>
          <p:nvPr/>
        </p:nvSpPr>
        <p:spPr>
          <a:xfrm>
            <a:off x="7672688" y="78655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8" name="Shape 5726"/>
          <p:cNvSpPr/>
          <p:nvPr/>
        </p:nvSpPr>
        <p:spPr>
          <a:xfrm>
            <a:off x="7733580" y="77012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29" name="Shape 5727"/>
          <p:cNvSpPr/>
          <p:nvPr/>
        </p:nvSpPr>
        <p:spPr>
          <a:xfrm>
            <a:off x="7537019" y="78496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0" name="Shape 5728"/>
          <p:cNvSpPr/>
          <p:nvPr/>
        </p:nvSpPr>
        <p:spPr>
          <a:xfrm>
            <a:off x="7580228" y="77965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1" name="Shape 5729"/>
          <p:cNvSpPr/>
          <p:nvPr/>
        </p:nvSpPr>
        <p:spPr>
          <a:xfrm>
            <a:off x="7664571" y="78628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2" name="Shape 5730"/>
          <p:cNvSpPr/>
          <p:nvPr/>
        </p:nvSpPr>
        <p:spPr>
          <a:xfrm>
            <a:off x="7560625" y="72574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3" name="Shape 5731"/>
          <p:cNvSpPr/>
          <p:nvPr/>
        </p:nvSpPr>
        <p:spPr>
          <a:xfrm>
            <a:off x="7616716" y="75925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4" name="Shape 5732"/>
          <p:cNvSpPr/>
          <p:nvPr/>
        </p:nvSpPr>
        <p:spPr>
          <a:xfrm>
            <a:off x="7808567" y="74917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5" name="Shape 5733"/>
          <p:cNvSpPr/>
          <p:nvPr/>
        </p:nvSpPr>
        <p:spPr>
          <a:xfrm>
            <a:off x="7729435" y="74915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6" name="Shape 5734"/>
          <p:cNvSpPr/>
          <p:nvPr/>
        </p:nvSpPr>
        <p:spPr>
          <a:xfrm>
            <a:off x="7723285" y="72304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7" name="Shape 5735"/>
          <p:cNvSpPr/>
          <p:nvPr/>
        </p:nvSpPr>
        <p:spPr>
          <a:xfrm>
            <a:off x="7823367" y="70012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8" name="Shape 5736"/>
          <p:cNvSpPr/>
          <p:nvPr/>
        </p:nvSpPr>
        <p:spPr>
          <a:xfrm>
            <a:off x="7725648" y="74967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39" name="Shape 5737"/>
          <p:cNvSpPr/>
          <p:nvPr/>
        </p:nvSpPr>
        <p:spPr>
          <a:xfrm>
            <a:off x="7646043" y="7302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0" name="Shape 5738"/>
          <p:cNvSpPr/>
          <p:nvPr/>
        </p:nvSpPr>
        <p:spPr>
          <a:xfrm>
            <a:off x="7841630" y="71058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1" name="Shape 5739"/>
          <p:cNvSpPr/>
          <p:nvPr/>
        </p:nvSpPr>
        <p:spPr>
          <a:xfrm>
            <a:off x="7505152" y="75047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2" name="Shape 5740"/>
          <p:cNvSpPr/>
          <p:nvPr/>
        </p:nvSpPr>
        <p:spPr>
          <a:xfrm>
            <a:off x="7814374" y="7515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3" name="Shape 5741"/>
          <p:cNvSpPr/>
          <p:nvPr/>
        </p:nvSpPr>
        <p:spPr>
          <a:xfrm>
            <a:off x="7706621" y="73037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4" name="Shape 5742"/>
          <p:cNvSpPr/>
          <p:nvPr/>
        </p:nvSpPr>
        <p:spPr>
          <a:xfrm>
            <a:off x="7674631" y="69645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5" name="Shape 5743"/>
          <p:cNvSpPr/>
          <p:nvPr/>
        </p:nvSpPr>
        <p:spPr>
          <a:xfrm>
            <a:off x="7551417" y="7280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6" name="Shape 5744"/>
          <p:cNvSpPr/>
          <p:nvPr/>
        </p:nvSpPr>
        <p:spPr>
          <a:xfrm>
            <a:off x="7477361" y="72701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7" name="Shape 5745"/>
          <p:cNvSpPr/>
          <p:nvPr/>
        </p:nvSpPr>
        <p:spPr>
          <a:xfrm>
            <a:off x="7829447" y="72602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8" name="Shape 5746"/>
          <p:cNvSpPr/>
          <p:nvPr/>
        </p:nvSpPr>
        <p:spPr>
          <a:xfrm>
            <a:off x="7801515" y="7401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49" name="Shape 5747"/>
          <p:cNvSpPr/>
          <p:nvPr/>
        </p:nvSpPr>
        <p:spPr>
          <a:xfrm>
            <a:off x="7523740" y="76949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0" name="Shape 5748"/>
          <p:cNvSpPr/>
          <p:nvPr/>
        </p:nvSpPr>
        <p:spPr>
          <a:xfrm>
            <a:off x="7496472" y="72682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1" name="Shape 5749"/>
          <p:cNvSpPr/>
          <p:nvPr/>
        </p:nvSpPr>
        <p:spPr>
          <a:xfrm>
            <a:off x="7633443" y="7796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2" name="Shape 5750"/>
          <p:cNvSpPr/>
          <p:nvPr/>
        </p:nvSpPr>
        <p:spPr>
          <a:xfrm>
            <a:off x="7805813" y="7798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3" name="Shape 5751"/>
          <p:cNvSpPr/>
          <p:nvPr/>
        </p:nvSpPr>
        <p:spPr>
          <a:xfrm>
            <a:off x="7483212" y="74994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4" name="Shape 5752"/>
          <p:cNvSpPr/>
          <p:nvPr/>
        </p:nvSpPr>
        <p:spPr>
          <a:xfrm>
            <a:off x="7864213" y="74412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5" name="Shape 5753"/>
          <p:cNvSpPr/>
          <p:nvPr/>
        </p:nvSpPr>
        <p:spPr>
          <a:xfrm>
            <a:off x="7713379" y="7390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6" name="Shape 5754"/>
          <p:cNvSpPr/>
          <p:nvPr/>
        </p:nvSpPr>
        <p:spPr>
          <a:xfrm>
            <a:off x="7709456" y="7710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7" name="Shape 5755"/>
          <p:cNvSpPr/>
          <p:nvPr/>
        </p:nvSpPr>
        <p:spPr>
          <a:xfrm>
            <a:off x="7448847" y="76976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8" name="Shape 5756"/>
          <p:cNvSpPr/>
          <p:nvPr/>
        </p:nvSpPr>
        <p:spPr>
          <a:xfrm>
            <a:off x="7560038" y="77137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59" name="Shape 5757"/>
          <p:cNvSpPr/>
          <p:nvPr/>
        </p:nvSpPr>
        <p:spPr>
          <a:xfrm>
            <a:off x="7617559" y="77773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0" name="Shape 5758"/>
          <p:cNvSpPr/>
          <p:nvPr/>
        </p:nvSpPr>
        <p:spPr>
          <a:xfrm>
            <a:off x="7504918" y="7385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1" name="Shape 5759"/>
          <p:cNvSpPr/>
          <p:nvPr/>
        </p:nvSpPr>
        <p:spPr>
          <a:xfrm>
            <a:off x="7513658" y="75498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2" name="Shape 5760"/>
          <p:cNvSpPr/>
          <p:nvPr/>
        </p:nvSpPr>
        <p:spPr>
          <a:xfrm>
            <a:off x="7532029" y="78352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3" name="Shape 5761"/>
          <p:cNvSpPr/>
          <p:nvPr/>
        </p:nvSpPr>
        <p:spPr>
          <a:xfrm>
            <a:off x="7686782" y="77658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4" name="Shape 5762"/>
          <p:cNvSpPr/>
          <p:nvPr/>
        </p:nvSpPr>
        <p:spPr>
          <a:xfrm>
            <a:off x="7805490" y="77729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5" name="Shape 5763"/>
          <p:cNvSpPr/>
          <p:nvPr/>
        </p:nvSpPr>
        <p:spPr>
          <a:xfrm>
            <a:off x="7630401" y="79410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6" name="Shape 5764"/>
          <p:cNvSpPr/>
          <p:nvPr/>
        </p:nvSpPr>
        <p:spPr>
          <a:xfrm>
            <a:off x="7870399" y="76473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7" name="Shape 5765"/>
          <p:cNvSpPr/>
          <p:nvPr/>
        </p:nvSpPr>
        <p:spPr>
          <a:xfrm>
            <a:off x="7606021" y="6640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8" name="Shape 5766"/>
          <p:cNvSpPr/>
          <p:nvPr/>
        </p:nvSpPr>
        <p:spPr>
          <a:xfrm>
            <a:off x="7739457" y="66117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69" name="Shape 5767"/>
          <p:cNvSpPr/>
          <p:nvPr/>
        </p:nvSpPr>
        <p:spPr>
          <a:xfrm>
            <a:off x="7572301" y="75638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0" name="Shape 5768"/>
          <p:cNvSpPr/>
          <p:nvPr/>
        </p:nvSpPr>
        <p:spPr>
          <a:xfrm>
            <a:off x="7545828" y="73236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1" name="Shape 5769"/>
          <p:cNvSpPr/>
          <p:nvPr/>
        </p:nvSpPr>
        <p:spPr>
          <a:xfrm>
            <a:off x="7448343" y="71819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2" name="Shape 5770"/>
          <p:cNvSpPr/>
          <p:nvPr/>
        </p:nvSpPr>
        <p:spPr>
          <a:xfrm>
            <a:off x="7811728" y="66187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3" name="Shape 5771"/>
          <p:cNvSpPr/>
          <p:nvPr/>
        </p:nvSpPr>
        <p:spPr>
          <a:xfrm>
            <a:off x="7566773" y="7305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4" name="Shape 5772"/>
          <p:cNvSpPr/>
          <p:nvPr/>
        </p:nvSpPr>
        <p:spPr>
          <a:xfrm>
            <a:off x="7614614" y="72798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5" name="Shape 5773"/>
          <p:cNvSpPr/>
          <p:nvPr/>
        </p:nvSpPr>
        <p:spPr>
          <a:xfrm>
            <a:off x="7874239" y="70946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6" name="Shape 5774"/>
          <p:cNvSpPr/>
          <p:nvPr/>
        </p:nvSpPr>
        <p:spPr>
          <a:xfrm>
            <a:off x="7723309" y="71688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7" name="Shape 5775"/>
          <p:cNvSpPr/>
          <p:nvPr/>
        </p:nvSpPr>
        <p:spPr>
          <a:xfrm>
            <a:off x="7795067" y="71150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8" name="Shape 5776"/>
          <p:cNvSpPr/>
          <p:nvPr/>
        </p:nvSpPr>
        <p:spPr>
          <a:xfrm>
            <a:off x="7724240" y="73925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79" name="Shape 5777"/>
          <p:cNvSpPr/>
          <p:nvPr/>
        </p:nvSpPr>
        <p:spPr>
          <a:xfrm>
            <a:off x="7513416" y="7403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0" name="Shape 5778"/>
          <p:cNvSpPr/>
          <p:nvPr/>
        </p:nvSpPr>
        <p:spPr>
          <a:xfrm>
            <a:off x="7734678" y="7152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1" name="Shape 5779"/>
          <p:cNvSpPr/>
          <p:nvPr/>
        </p:nvSpPr>
        <p:spPr>
          <a:xfrm>
            <a:off x="7602604" y="71773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2" name="Shape 5780"/>
          <p:cNvSpPr/>
          <p:nvPr/>
        </p:nvSpPr>
        <p:spPr>
          <a:xfrm>
            <a:off x="7559049" y="73585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3" name="Shape 5781"/>
          <p:cNvSpPr/>
          <p:nvPr/>
        </p:nvSpPr>
        <p:spPr>
          <a:xfrm>
            <a:off x="7751167" y="7503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4" name="Shape 5782"/>
          <p:cNvSpPr/>
          <p:nvPr/>
        </p:nvSpPr>
        <p:spPr>
          <a:xfrm>
            <a:off x="7709583" y="7815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5" name="Shape 5783"/>
          <p:cNvSpPr/>
          <p:nvPr/>
        </p:nvSpPr>
        <p:spPr>
          <a:xfrm>
            <a:off x="7504911" y="76004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6" name="Shape 5784"/>
          <p:cNvSpPr/>
          <p:nvPr/>
        </p:nvSpPr>
        <p:spPr>
          <a:xfrm>
            <a:off x="7574125" y="75203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7" name="Shape 5785"/>
          <p:cNvSpPr/>
          <p:nvPr/>
        </p:nvSpPr>
        <p:spPr>
          <a:xfrm>
            <a:off x="7533403" y="7693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8" name="Shape 5786"/>
          <p:cNvSpPr/>
          <p:nvPr/>
        </p:nvSpPr>
        <p:spPr>
          <a:xfrm>
            <a:off x="7751573" y="7633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89" name="Shape 5787"/>
          <p:cNvSpPr/>
          <p:nvPr/>
        </p:nvSpPr>
        <p:spPr>
          <a:xfrm>
            <a:off x="7669191" y="76088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0" name="Shape 5788"/>
          <p:cNvSpPr/>
          <p:nvPr/>
        </p:nvSpPr>
        <p:spPr>
          <a:xfrm>
            <a:off x="7544058" y="75781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1" name="Shape 5789"/>
          <p:cNvSpPr/>
          <p:nvPr/>
        </p:nvSpPr>
        <p:spPr>
          <a:xfrm>
            <a:off x="7701273" y="76720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2" name="Shape 5790"/>
          <p:cNvSpPr/>
          <p:nvPr/>
        </p:nvSpPr>
        <p:spPr>
          <a:xfrm>
            <a:off x="7506203" y="77236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3" name="Shape 5791"/>
          <p:cNvSpPr/>
          <p:nvPr/>
        </p:nvSpPr>
        <p:spPr>
          <a:xfrm>
            <a:off x="7697193" y="7684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4" name="Shape 5792"/>
          <p:cNvSpPr/>
          <p:nvPr/>
        </p:nvSpPr>
        <p:spPr>
          <a:xfrm>
            <a:off x="7675838" y="7820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5" name="Shape 5793"/>
          <p:cNvSpPr/>
          <p:nvPr/>
        </p:nvSpPr>
        <p:spPr>
          <a:xfrm>
            <a:off x="7672602" y="7309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6" name="Shape 5794"/>
          <p:cNvSpPr/>
          <p:nvPr/>
        </p:nvSpPr>
        <p:spPr>
          <a:xfrm>
            <a:off x="7499043" y="74909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7" name="Shape 5795"/>
          <p:cNvSpPr/>
          <p:nvPr/>
        </p:nvSpPr>
        <p:spPr>
          <a:xfrm>
            <a:off x="7729670" y="72519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8" name="Shape 5796"/>
          <p:cNvSpPr/>
          <p:nvPr/>
        </p:nvSpPr>
        <p:spPr>
          <a:xfrm>
            <a:off x="7523950" y="71559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99" name="Shape 5797"/>
          <p:cNvSpPr/>
          <p:nvPr/>
        </p:nvSpPr>
        <p:spPr>
          <a:xfrm>
            <a:off x="7857451" y="70919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0" name="Shape 5798"/>
          <p:cNvSpPr/>
          <p:nvPr/>
        </p:nvSpPr>
        <p:spPr>
          <a:xfrm>
            <a:off x="7528188" y="74915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1" name="Shape 5799"/>
          <p:cNvSpPr/>
          <p:nvPr/>
        </p:nvSpPr>
        <p:spPr>
          <a:xfrm>
            <a:off x="7767766" y="7633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2" name="Shape 5800"/>
          <p:cNvSpPr/>
          <p:nvPr/>
        </p:nvSpPr>
        <p:spPr>
          <a:xfrm>
            <a:off x="7778535" y="7194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3" name="Shape 5801"/>
          <p:cNvSpPr/>
          <p:nvPr/>
        </p:nvSpPr>
        <p:spPr>
          <a:xfrm>
            <a:off x="7749819" y="71819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4" name="Shape 5802"/>
          <p:cNvSpPr/>
          <p:nvPr/>
        </p:nvSpPr>
        <p:spPr>
          <a:xfrm>
            <a:off x="7467923" y="7539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5" name="Shape 5803"/>
          <p:cNvSpPr/>
          <p:nvPr/>
        </p:nvSpPr>
        <p:spPr>
          <a:xfrm>
            <a:off x="7624211" y="7410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6" name="Shape 5804"/>
          <p:cNvSpPr/>
          <p:nvPr/>
        </p:nvSpPr>
        <p:spPr>
          <a:xfrm>
            <a:off x="7708243" y="75282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7" name="Shape 5805"/>
          <p:cNvSpPr/>
          <p:nvPr/>
        </p:nvSpPr>
        <p:spPr>
          <a:xfrm>
            <a:off x="7695552" y="7089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8" name="Shape 5806"/>
          <p:cNvSpPr/>
          <p:nvPr/>
        </p:nvSpPr>
        <p:spPr>
          <a:xfrm>
            <a:off x="7763935" y="74984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09" name="Shape 5807"/>
          <p:cNvSpPr/>
          <p:nvPr/>
        </p:nvSpPr>
        <p:spPr>
          <a:xfrm>
            <a:off x="7500917" y="72095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0" name="Shape 5808"/>
          <p:cNvSpPr/>
          <p:nvPr/>
        </p:nvSpPr>
        <p:spPr>
          <a:xfrm>
            <a:off x="7681685" y="71440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1" name="Shape 5809"/>
          <p:cNvSpPr/>
          <p:nvPr/>
        </p:nvSpPr>
        <p:spPr>
          <a:xfrm>
            <a:off x="7455054" y="72434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2" name="Shape 5810"/>
          <p:cNvSpPr/>
          <p:nvPr/>
        </p:nvSpPr>
        <p:spPr>
          <a:xfrm>
            <a:off x="7860713" y="7500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3" name="Shape 5811"/>
          <p:cNvSpPr/>
          <p:nvPr/>
        </p:nvSpPr>
        <p:spPr>
          <a:xfrm>
            <a:off x="7588585" y="75832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4" name="Shape 5812"/>
          <p:cNvSpPr/>
          <p:nvPr/>
        </p:nvSpPr>
        <p:spPr>
          <a:xfrm>
            <a:off x="7634950" y="73273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5" name="Shape 5813"/>
          <p:cNvSpPr/>
          <p:nvPr/>
        </p:nvSpPr>
        <p:spPr>
          <a:xfrm>
            <a:off x="7721036" y="71606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6" name="Shape 5814"/>
          <p:cNvSpPr/>
          <p:nvPr/>
        </p:nvSpPr>
        <p:spPr>
          <a:xfrm>
            <a:off x="7619089" y="74082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7" name="Shape 5815"/>
          <p:cNvSpPr/>
          <p:nvPr/>
        </p:nvSpPr>
        <p:spPr>
          <a:xfrm>
            <a:off x="7485481" y="71837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8" name="Shape 5816"/>
          <p:cNvSpPr/>
          <p:nvPr/>
        </p:nvSpPr>
        <p:spPr>
          <a:xfrm>
            <a:off x="7791086" y="74134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19" name="Shape 5817"/>
          <p:cNvSpPr/>
          <p:nvPr/>
        </p:nvSpPr>
        <p:spPr>
          <a:xfrm>
            <a:off x="7857663" y="7252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0" name="Shape 5818"/>
          <p:cNvSpPr/>
          <p:nvPr/>
        </p:nvSpPr>
        <p:spPr>
          <a:xfrm>
            <a:off x="7487483" y="73955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1" name="Shape 5819"/>
          <p:cNvSpPr/>
          <p:nvPr/>
        </p:nvSpPr>
        <p:spPr>
          <a:xfrm>
            <a:off x="7622309" y="71068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2" name="Shape 5820"/>
          <p:cNvSpPr/>
          <p:nvPr/>
        </p:nvSpPr>
        <p:spPr>
          <a:xfrm>
            <a:off x="7798902" y="6811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3" name="Shape 5821"/>
          <p:cNvSpPr/>
          <p:nvPr/>
        </p:nvSpPr>
        <p:spPr>
          <a:xfrm>
            <a:off x="7842672" y="7492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4" name="Shape 5822"/>
          <p:cNvSpPr/>
          <p:nvPr/>
        </p:nvSpPr>
        <p:spPr>
          <a:xfrm>
            <a:off x="7614497" y="73511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5" name="Shape 5823"/>
          <p:cNvSpPr/>
          <p:nvPr/>
        </p:nvSpPr>
        <p:spPr>
          <a:xfrm>
            <a:off x="7630826" y="74594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6" name="Shape 5824"/>
          <p:cNvSpPr/>
          <p:nvPr/>
        </p:nvSpPr>
        <p:spPr>
          <a:xfrm>
            <a:off x="7577499" y="75843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7" name="Shape 5825"/>
          <p:cNvSpPr/>
          <p:nvPr/>
        </p:nvSpPr>
        <p:spPr>
          <a:xfrm>
            <a:off x="7512088" y="78081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8" name="Shape 5826"/>
          <p:cNvSpPr/>
          <p:nvPr/>
        </p:nvSpPr>
        <p:spPr>
          <a:xfrm>
            <a:off x="7597987" y="76968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29" name="Shape 5827"/>
          <p:cNvSpPr/>
          <p:nvPr/>
        </p:nvSpPr>
        <p:spPr>
          <a:xfrm>
            <a:off x="7675523" y="75158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0" name="Shape 5828"/>
          <p:cNvSpPr/>
          <p:nvPr/>
        </p:nvSpPr>
        <p:spPr>
          <a:xfrm>
            <a:off x="7671680" y="7056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1" name="Shape 5829"/>
          <p:cNvSpPr/>
          <p:nvPr/>
        </p:nvSpPr>
        <p:spPr>
          <a:xfrm>
            <a:off x="7718789" y="75145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2" name="Shape 5830"/>
          <p:cNvSpPr/>
          <p:nvPr/>
        </p:nvSpPr>
        <p:spPr>
          <a:xfrm>
            <a:off x="7492449" y="76261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3" name="Shape 5831"/>
          <p:cNvSpPr/>
          <p:nvPr/>
        </p:nvSpPr>
        <p:spPr>
          <a:xfrm>
            <a:off x="7680158" y="7587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4" name="Shape 5832"/>
          <p:cNvSpPr/>
          <p:nvPr/>
        </p:nvSpPr>
        <p:spPr>
          <a:xfrm>
            <a:off x="7760656" y="7592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5" name="Shape 5833"/>
          <p:cNvSpPr/>
          <p:nvPr/>
        </p:nvSpPr>
        <p:spPr>
          <a:xfrm>
            <a:off x="7473043" y="77867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6" name="Shape 5834"/>
          <p:cNvSpPr/>
          <p:nvPr/>
        </p:nvSpPr>
        <p:spPr>
          <a:xfrm>
            <a:off x="7774833" y="7353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7" name="Shape 5835"/>
          <p:cNvSpPr/>
          <p:nvPr/>
        </p:nvSpPr>
        <p:spPr>
          <a:xfrm>
            <a:off x="7816612" y="7278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8" name="Shape 5836"/>
          <p:cNvSpPr/>
          <p:nvPr/>
        </p:nvSpPr>
        <p:spPr>
          <a:xfrm>
            <a:off x="7649382" y="73253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39" name="Shape 5837"/>
          <p:cNvSpPr/>
          <p:nvPr/>
        </p:nvSpPr>
        <p:spPr>
          <a:xfrm>
            <a:off x="7502731" y="74531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0" name="Shape 5838"/>
          <p:cNvSpPr/>
          <p:nvPr/>
        </p:nvSpPr>
        <p:spPr>
          <a:xfrm>
            <a:off x="7834257" y="7483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1" name="Shape 5839"/>
          <p:cNvSpPr/>
          <p:nvPr/>
        </p:nvSpPr>
        <p:spPr>
          <a:xfrm>
            <a:off x="7741649" y="7570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2" name="Shape 5840"/>
          <p:cNvSpPr/>
          <p:nvPr/>
        </p:nvSpPr>
        <p:spPr>
          <a:xfrm>
            <a:off x="7699784" y="7453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3" name="Shape 5841"/>
          <p:cNvSpPr/>
          <p:nvPr/>
        </p:nvSpPr>
        <p:spPr>
          <a:xfrm>
            <a:off x="7751155" y="7633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4" name="Shape 5842"/>
          <p:cNvSpPr/>
          <p:nvPr/>
        </p:nvSpPr>
        <p:spPr>
          <a:xfrm>
            <a:off x="7650290" y="7294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5" name="Shape 5843"/>
          <p:cNvSpPr/>
          <p:nvPr/>
        </p:nvSpPr>
        <p:spPr>
          <a:xfrm>
            <a:off x="7713666" y="74168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6" name="Shape 5844"/>
          <p:cNvSpPr/>
          <p:nvPr/>
        </p:nvSpPr>
        <p:spPr>
          <a:xfrm>
            <a:off x="7504616" y="73910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7" name="Shape 5845"/>
          <p:cNvSpPr/>
          <p:nvPr/>
        </p:nvSpPr>
        <p:spPr>
          <a:xfrm>
            <a:off x="7577794" y="7464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8" name="Shape 5846"/>
          <p:cNvSpPr/>
          <p:nvPr/>
        </p:nvSpPr>
        <p:spPr>
          <a:xfrm>
            <a:off x="7449999" y="5626100"/>
            <a:ext cx="76200" cy="63500"/>
          </a:xfrm>
          <a:prstGeom prst="triangle">
            <a:avLst/>
          </a:prstGeom>
          <a:solidFill>
            <a:srgbClr val="2D887E">
              <a:alpha val="82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49" name="Shape 5847"/>
          <p:cNvSpPr/>
          <p:nvPr/>
        </p:nvSpPr>
        <p:spPr>
          <a:xfrm>
            <a:off x="7748839" y="76428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0" name="Shape 5848"/>
          <p:cNvSpPr/>
          <p:nvPr/>
        </p:nvSpPr>
        <p:spPr>
          <a:xfrm>
            <a:off x="7822081" y="75865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1" name="Shape 5849"/>
          <p:cNvSpPr/>
          <p:nvPr/>
        </p:nvSpPr>
        <p:spPr>
          <a:xfrm>
            <a:off x="7806289" y="72705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2" name="Shape 5850"/>
          <p:cNvSpPr/>
          <p:nvPr/>
        </p:nvSpPr>
        <p:spPr>
          <a:xfrm>
            <a:off x="7515859" y="71003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3" name="Shape 5851"/>
          <p:cNvSpPr/>
          <p:nvPr/>
        </p:nvSpPr>
        <p:spPr>
          <a:xfrm>
            <a:off x="7582010" y="7074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4" name="Shape 5852"/>
          <p:cNvSpPr/>
          <p:nvPr/>
        </p:nvSpPr>
        <p:spPr>
          <a:xfrm>
            <a:off x="7573559" y="72667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5" name="Shape 5853"/>
          <p:cNvSpPr/>
          <p:nvPr/>
        </p:nvSpPr>
        <p:spPr>
          <a:xfrm>
            <a:off x="7567667" y="69833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6" name="Shape 5854"/>
          <p:cNvSpPr/>
          <p:nvPr/>
        </p:nvSpPr>
        <p:spPr>
          <a:xfrm>
            <a:off x="7769189" y="72619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7" name="Shape 5855"/>
          <p:cNvSpPr/>
          <p:nvPr/>
        </p:nvSpPr>
        <p:spPr>
          <a:xfrm>
            <a:off x="7756110" y="7061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8" name="Shape 5856"/>
          <p:cNvSpPr/>
          <p:nvPr/>
        </p:nvSpPr>
        <p:spPr>
          <a:xfrm>
            <a:off x="7836160" y="70676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59" name="Shape 5857"/>
          <p:cNvSpPr/>
          <p:nvPr/>
        </p:nvSpPr>
        <p:spPr>
          <a:xfrm>
            <a:off x="7693886" y="68362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0" name="Shape 5858"/>
          <p:cNvSpPr/>
          <p:nvPr/>
        </p:nvSpPr>
        <p:spPr>
          <a:xfrm>
            <a:off x="7854973" y="69467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1" name="Shape 5859"/>
          <p:cNvSpPr/>
          <p:nvPr/>
        </p:nvSpPr>
        <p:spPr>
          <a:xfrm>
            <a:off x="7607243" y="70866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2" name="Shape 5860"/>
          <p:cNvSpPr/>
          <p:nvPr/>
        </p:nvSpPr>
        <p:spPr>
          <a:xfrm>
            <a:off x="7632313" y="69443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3" name="Shape 5861"/>
          <p:cNvSpPr/>
          <p:nvPr/>
        </p:nvSpPr>
        <p:spPr>
          <a:xfrm>
            <a:off x="7640692" y="71151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4" name="Shape 5862"/>
          <p:cNvSpPr/>
          <p:nvPr/>
        </p:nvSpPr>
        <p:spPr>
          <a:xfrm>
            <a:off x="7644734" y="69402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5" name="Shape 5863"/>
          <p:cNvSpPr/>
          <p:nvPr/>
        </p:nvSpPr>
        <p:spPr>
          <a:xfrm>
            <a:off x="7593000" y="73213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6" name="Shape 5864"/>
          <p:cNvSpPr/>
          <p:nvPr/>
        </p:nvSpPr>
        <p:spPr>
          <a:xfrm>
            <a:off x="7534996" y="69319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7" name="Shape 5865"/>
          <p:cNvSpPr/>
          <p:nvPr/>
        </p:nvSpPr>
        <p:spPr>
          <a:xfrm>
            <a:off x="7625074" y="69610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8" name="Shape 5866"/>
          <p:cNvSpPr/>
          <p:nvPr/>
        </p:nvSpPr>
        <p:spPr>
          <a:xfrm>
            <a:off x="7772986" y="6979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69" name="Shape 5867"/>
          <p:cNvSpPr/>
          <p:nvPr/>
        </p:nvSpPr>
        <p:spPr>
          <a:xfrm>
            <a:off x="7552999" y="7227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0" name="Shape 5868"/>
          <p:cNvSpPr/>
          <p:nvPr/>
        </p:nvSpPr>
        <p:spPr>
          <a:xfrm>
            <a:off x="7770861" y="6947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1" name="Shape 5869"/>
          <p:cNvSpPr/>
          <p:nvPr/>
        </p:nvSpPr>
        <p:spPr>
          <a:xfrm>
            <a:off x="7655200" y="7379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2" name="Shape 5870"/>
          <p:cNvSpPr/>
          <p:nvPr/>
        </p:nvSpPr>
        <p:spPr>
          <a:xfrm>
            <a:off x="7684713" y="6964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3" name="Shape 5871"/>
          <p:cNvSpPr/>
          <p:nvPr/>
        </p:nvSpPr>
        <p:spPr>
          <a:xfrm>
            <a:off x="7876953" y="74456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4" name="Shape 5872"/>
          <p:cNvSpPr/>
          <p:nvPr/>
        </p:nvSpPr>
        <p:spPr>
          <a:xfrm>
            <a:off x="7733245" y="77332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5" name="Shape 5873"/>
          <p:cNvSpPr/>
          <p:nvPr/>
        </p:nvSpPr>
        <p:spPr>
          <a:xfrm>
            <a:off x="7713294" y="7545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6" name="Shape 5874"/>
          <p:cNvSpPr/>
          <p:nvPr/>
        </p:nvSpPr>
        <p:spPr>
          <a:xfrm>
            <a:off x="7800745" y="7429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7" name="Shape 5875"/>
          <p:cNvSpPr/>
          <p:nvPr/>
        </p:nvSpPr>
        <p:spPr>
          <a:xfrm>
            <a:off x="7619775" y="75299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8" name="Shape 5876"/>
          <p:cNvSpPr/>
          <p:nvPr/>
        </p:nvSpPr>
        <p:spPr>
          <a:xfrm>
            <a:off x="7696136" y="7584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79" name="Shape 5877"/>
          <p:cNvSpPr/>
          <p:nvPr/>
        </p:nvSpPr>
        <p:spPr>
          <a:xfrm>
            <a:off x="7486177" y="7405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0" name="Shape 5878"/>
          <p:cNvSpPr/>
          <p:nvPr/>
        </p:nvSpPr>
        <p:spPr>
          <a:xfrm>
            <a:off x="7708415" y="75750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1" name="Shape 5879"/>
          <p:cNvSpPr/>
          <p:nvPr/>
        </p:nvSpPr>
        <p:spPr>
          <a:xfrm>
            <a:off x="7805742" y="78996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2" name="Shape 5880"/>
          <p:cNvSpPr/>
          <p:nvPr/>
        </p:nvSpPr>
        <p:spPr>
          <a:xfrm>
            <a:off x="7753061" y="77660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3" name="Shape 5881"/>
          <p:cNvSpPr/>
          <p:nvPr/>
        </p:nvSpPr>
        <p:spPr>
          <a:xfrm>
            <a:off x="7766475" y="78082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4" name="Shape 5882"/>
          <p:cNvSpPr/>
          <p:nvPr/>
        </p:nvSpPr>
        <p:spPr>
          <a:xfrm>
            <a:off x="7758787" y="79326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5" name="Shape 5883"/>
          <p:cNvSpPr/>
          <p:nvPr/>
        </p:nvSpPr>
        <p:spPr>
          <a:xfrm>
            <a:off x="7470684" y="73075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6" name="Shape 5884"/>
          <p:cNvSpPr/>
          <p:nvPr/>
        </p:nvSpPr>
        <p:spPr>
          <a:xfrm>
            <a:off x="7573640" y="72006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7" name="Shape 5885"/>
          <p:cNvSpPr/>
          <p:nvPr/>
        </p:nvSpPr>
        <p:spPr>
          <a:xfrm>
            <a:off x="7846226" y="7220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8" name="Shape 5886"/>
          <p:cNvSpPr/>
          <p:nvPr/>
        </p:nvSpPr>
        <p:spPr>
          <a:xfrm>
            <a:off x="7691556" y="72880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89" name="Shape 5887"/>
          <p:cNvSpPr/>
          <p:nvPr/>
        </p:nvSpPr>
        <p:spPr>
          <a:xfrm>
            <a:off x="7798122" y="73581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0" name="Shape 5888"/>
          <p:cNvSpPr/>
          <p:nvPr/>
        </p:nvSpPr>
        <p:spPr>
          <a:xfrm>
            <a:off x="7574075" y="73719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1" name="Shape 5889"/>
          <p:cNvSpPr/>
          <p:nvPr/>
        </p:nvSpPr>
        <p:spPr>
          <a:xfrm>
            <a:off x="7814040" y="72849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2" name="Shape 5890"/>
          <p:cNvSpPr/>
          <p:nvPr/>
        </p:nvSpPr>
        <p:spPr>
          <a:xfrm>
            <a:off x="7774623" y="73311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3" name="Shape 5891"/>
          <p:cNvSpPr/>
          <p:nvPr/>
        </p:nvSpPr>
        <p:spPr>
          <a:xfrm>
            <a:off x="7839533" y="7367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4" name="Shape 5892"/>
          <p:cNvSpPr/>
          <p:nvPr/>
        </p:nvSpPr>
        <p:spPr>
          <a:xfrm>
            <a:off x="7510711" y="7407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5" name="Shape 5893"/>
          <p:cNvSpPr/>
          <p:nvPr/>
        </p:nvSpPr>
        <p:spPr>
          <a:xfrm>
            <a:off x="7877031" y="72870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6" name="Shape 5894"/>
          <p:cNvSpPr/>
          <p:nvPr/>
        </p:nvSpPr>
        <p:spPr>
          <a:xfrm>
            <a:off x="7712949" y="7362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7" name="Shape 5895"/>
          <p:cNvSpPr/>
          <p:nvPr/>
        </p:nvSpPr>
        <p:spPr>
          <a:xfrm>
            <a:off x="7856588" y="73850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8" name="Shape 5896"/>
          <p:cNvSpPr/>
          <p:nvPr/>
        </p:nvSpPr>
        <p:spPr>
          <a:xfrm>
            <a:off x="7802461" y="71095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99" name="Shape 5897"/>
          <p:cNvSpPr/>
          <p:nvPr/>
        </p:nvSpPr>
        <p:spPr>
          <a:xfrm>
            <a:off x="7489130" y="76541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0" name="Shape 5898"/>
          <p:cNvSpPr/>
          <p:nvPr/>
        </p:nvSpPr>
        <p:spPr>
          <a:xfrm>
            <a:off x="7702061" y="76848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1" name="Shape 5899"/>
          <p:cNvSpPr/>
          <p:nvPr/>
        </p:nvSpPr>
        <p:spPr>
          <a:xfrm>
            <a:off x="7534239" y="73144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2" name="Shape 5900"/>
          <p:cNvSpPr/>
          <p:nvPr/>
        </p:nvSpPr>
        <p:spPr>
          <a:xfrm>
            <a:off x="7569452" y="75892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3" name="Shape 5901"/>
          <p:cNvSpPr/>
          <p:nvPr/>
        </p:nvSpPr>
        <p:spPr>
          <a:xfrm>
            <a:off x="7847365" y="76982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4" name="Shape 5902"/>
          <p:cNvSpPr/>
          <p:nvPr/>
        </p:nvSpPr>
        <p:spPr>
          <a:xfrm>
            <a:off x="7492517" y="77582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5" name="Shape 5903"/>
          <p:cNvSpPr/>
          <p:nvPr/>
        </p:nvSpPr>
        <p:spPr>
          <a:xfrm>
            <a:off x="7865182" y="7309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6" name="Shape 5904"/>
          <p:cNvSpPr/>
          <p:nvPr/>
        </p:nvSpPr>
        <p:spPr>
          <a:xfrm>
            <a:off x="7509138" y="72257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7" name="Shape 5905"/>
          <p:cNvSpPr/>
          <p:nvPr/>
        </p:nvSpPr>
        <p:spPr>
          <a:xfrm>
            <a:off x="7637031" y="73514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8" name="Shape 5906"/>
          <p:cNvSpPr/>
          <p:nvPr/>
        </p:nvSpPr>
        <p:spPr>
          <a:xfrm>
            <a:off x="7744972" y="7052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09" name="Shape 5907"/>
          <p:cNvSpPr/>
          <p:nvPr/>
        </p:nvSpPr>
        <p:spPr>
          <a:xfrm>
            <a:off x="7752226" y="75476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0" name="Shape 5908"/>
          <p:cNvSpPr/>
          <p:nvPr/>
        </p:nvSpPr>
        <p:spPr>
          <a:xfrm>
            <a:off x="7458704" y="78772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1" name="Shape 5909"/>
          <p:cNvSpPr/>
          <p:nvPr/>
        </p:nvSpPr>
        <p:spPr>
          <a:xfrm>
            <a:off x="7622676" y="77301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2" name="Shape 5910"/>
          <p:cNvSpPr/>
          <p:nvPr/>
        </p:nvSpPr>
        <p:spPr>
          <a:xfrm>
            <a:off x="7786712" y="7698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3" name="Shape 5911"/>
          <p:cNvSpPr/>
          <p:nvPr/>
        </p:nvSpPr>
        <p:spPr>
          <a:xfrm>
            <a:off x="7463756" y="77125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4" name="Shape 5912"/>
          <p:cNvSpPr/>
          <p:nvPr/>
        </p:nvSpPr>
        <p:spPr>
          <a:xfrm>
            <a:off x="7830960" y="7784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5" name="Shape 5913"/>
          <p:cNvSpPr/>
          <p:nvPr/>
        </p:nvSpPr>
        <p:spPr>
          <a:xfrm>
            <a:off x="7745184" y="77080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6" name="Shape 5914"/>
          <p:cNvSpPr/>
          <p:nvPr/>
        </p:nvSpPr>
        <p:spPr>
          <a:xfrm>
            <a:off x="7539195" y="78074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7" name="Shape 5915"/>
          <p:cNvSpPr/>
          <p:nvPr/>
        </p:nvSpPr>
        <p:spPr>
          <a:xfrm>
            <a:off x="7638632" y="7741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8" name="Shape 5916"/>
          <p:cNvSpPr/>
          <p:nvPr/>
        </p:nvSpPr>
        <p:spPr>
          <a:xfrm>
            <a:off x="7558193" y="78625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19" name="Shape 5917"/>
          <p:cNvSpPr/>
          <p:nvPr/>
        </p:nvSpPr>
        <p:spPr>
          <a:xfrm>
            <a:off x="7772237" y="78119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0" name="Shape 5918"/>
          <p:cNvSpPr/>
          <p:nvPr/>
        </p:nvSpPr>
        <p:spPr>
          <a:xfrm>
            <a:off x="7751180" y="78511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1" name="Shape 5919"/>
          <p:cNvSpPr/>
          <p:nvPr/>
        </p:nvSpPr>
        <p:spPr>
          <a:xfrm>
            <a:off x="7512152" y="7868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2" name="Shape 5920"/>
          <p:cNvSpPr/>
          <p:nvPr/>
        </p:nvSpPr>
        <p:spPr>
          <a:xfrm>
            <a:off x="7537153" y="71880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3" name="Shape 5921"/>
          <p:cNvSpPr/>
          <p:nvPr/>
        </p:nvSpPr>
        <p:spPr>
          <a:xfrm>
            <a:off x="7658440" y="77493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4" name="Shape 5922"/>
          <p:cNvSpPr/>
          <p:nvPr/>
        </p:nvSpPr>
        <p:spPr>
          <a:xfrm>
            <a:off x="7656658" y="74568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5" name="Shape 5923"/>
          <p:cNvSpPr/>
          <p:nvPr/>
        </p:nvSpPr>
        <p:spPr>
          <a:xfrm>
            <a:off x="7682173" y="7403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6" name="Shape 5924"/>
          <p:cNvSpPr/>
          <p:nvPr/>
        </p:nvSpPr>
        <p:spPr>
          <a:xfrm>
            <a:off x="7484178" y="74356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7" name="Shape 5925"/>
          <p:cNvSpPr/>
          <p:nvPr/>
        </p:nvSpPr>
        <p:spPr>
          <a:xfrm>
            <a:off x="7456347" y="7361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8" name="Shape 5926"/>
          <p:cNvSpPr/>
          <p:nvPr/>
        </p:nvSpPr>
        <p:spPr>
          <a:xfrm>
            <a:off x="7572323" y="7412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29" name="Shape 5927"/>
          <p:cNvSpPr/>
          <p:nvPr/>
        </p:nvSpPr>
        <p:spPr>
          <a:xfrm>
            <a:off x="7615374" y="7424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30" name="Shape 5928"/>
          <p:cNvSpPr/>
          <p:nvPr/>
        </p:nvSpPr>
        <p:spPr>
          <a:xfrm>
            <a:off x="7664389" y="74423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31" name="Shape 5929"/>
          <p:cNvSpPr/>
          <p:nvPr/>
        </p:nvSpPr>
        <p:spPr>
          <a:xfrm>
            <a:off x="7775737" y="7360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32" name="Shape 5930"/>
          <p:cNvSpPr/>
          <p:nvPr/>
        </p:nvSpPr>
        <p:spPr>
          <a:xfrm>
            <a:off x="7683500" y="7005219"/>
            <a:ext cx="0" cy="863281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933" name="Shape 5931"/>
          <p:cNvSpPr/>
          <p:nvPr/>
        </p:nvSpPr>
        <p:spPr>
          <a:xfrm>
            <a:off x="7569200" y="7868500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934" name="Shape 5932"/>
          <p:cNvSpPr/>
          <p:nvPr/>
        </p:nvSpPr>
        <p:spPr>
          <a:xfrm>
            <a:off x="7569200" y="7005219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5935" name="Shape 5933"/>
          <p:cNvSpPr/>
          <p:nvPr/>
        </p:nvSpPr>
        <p:spPr>
          <a:xfrm>
            <a:off x="7518400" y="7297770"/>
            <a:ext cx="330200" cy="371810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5936" name="Shape 5934"/>
          <p:cNvSpPr/>
          <p:nvPr/>
        </p:nvSpPr>
        <p:spPr>
          <a:xfrm>
            <a:off x="7518400" y="7502062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5937" name="Shape 5935"/>
          <p:cNvSpPr/>
          <p:nvPr/>
        </p:nvSpPr>
        <p:spPr>
          <a:xfrm>
            <a:off x="8532892" y="75046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38" name="Shape 5936"/>
          <p:cNvSpPr/>
          <p:nvPr/>
        </p:nvSpPr>
        <p:spPr>
          <a:xfrm>
            <a:off x="8489944" y="7412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39" name="Shape 5937"/>
          <p:cNvSpPr/>
          <p:nvPr/>
        </p:nvSpPr>
        <p:spPr>
          <a:xfrm>
            <a:off x="8241958" y="7466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0" name="Shape 5938"/>
          <p:cNvSpPr/>
          <p:nvPr/>
        </p:nvSpPr>
        <p:spPr>
          <a:xfrm>
            <a:off x="8459874" y="74914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1" name="Shape 5939"/>
          <p:cNvSpPr/>
          <p:nvPr/>
        </p:nvSpPr>
        <p:spPr>
          <a:xfrm>
            <a:off x="8124740" y="7343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2" name="Shape 5940"/>
          <p:cNvSpPr/>
          <p:nvPr/>
        </p:nvSpPr>
        <p:spPr>
          <a:xfrm>
            <a:off x="8323556" y="7455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3" name="Shape 5941"/>
          <p:cNvSpPr/>
          <p:nvPr/>
        </p:nvSpPr>
        <p:spPr>
          <a:xfrm>
            <a:off x="8293448" y="75539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4" name="Shape 5942"/>
          <p:cNvSpPr/>
          <p:nvPr/>
        </p:nvSpPr>
        <p:spPr>
          <a:xfrm>
            <a:off x="8348425" y="74777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5" name="Shape 5943"/>
          <p:cNvSpPr/>
          <p:nvPr/>
        </p:nvSpPr>
        <p:spPr>
          <a:xfrm>
            <a:off x="8327588" y="74064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6" name="Shape 5944"/>
          <p:cNvSpPr/>
          <p:nvPr/>
        </p:nvSpPr>
        <p:spPr>
          <a:xfrm>
            <a:off x="8537466" y="7462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7" name="Shape 5945"/>
          <p:cNvSpPr/>
          <p:nvPr/>
        </p:nvSpPr>
        <p:spPr>
          <a:xfrm>
            <a:off x="8338570" y="75880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8" name="Shape 5946"/>
          <p:cNvSpPr/>
          <p:nvPr/>
        </p:nvSpPr>
        <p:spPr>
          <a:xfrm>
            <a:off x="8483117" y="7413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49" name="Shape 5947"/>
          <p:cNvSpPr/>
          <p:nvPr/>
        </p:nvSpPr>
        <p:spPr>
          <a:xfrm>
            <a:off x="8324513" y="7436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0" name="Shape 5948"/>
          <p:cNvSpPr/>
          <p:nvPr/>
        </p:nvSpPr>
        <p:spPr>
          <a:xfrm>
            <a:off x="8526236" y="74227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1" name="Shape 5949"/>
          <p:cNvSpPr/>
          <p:nvPr/>
        </p:nvSpPr>
        <p:spPr>
          <a:xfrm>
            <a:off x="8164828" y="73032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2" name="Shape 5950"/>
          <p:cNvSpPr/>
          <p:nvPr/>
        </p:nvSpPr>
        <p:spPr>
          <a:xfrm>
            <a:off x="8156481" y="7503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3" name="Shape 5951"/>
          <p:cNvSpPr/>
          <p:nvPr/>
        </p:nvSpPr>
        <p:spPr>
          <a:xfrm>
            <a:off x="8182188" y="74053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4" name="Shape 5952"/>
          <p:cNvSpPr/>
          <p:nvPr/>
        </p:nvSpPr>
        <p:spPr>
          <a:xfrm>
            <a:off x="8271988" y="76036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5" name="Shape 5953"/>
          <p:cNvSpPr/>
          <p:nvPr/>
        </p:nvSpPr>
        <p:spPr>
          <a:xfrm>
            <a:off x="8173561" y="75160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6" name="Shape 5954"/>
          <p:cNvSpPr/>
          <p:nvPr/>
        </p:nvSpPr>
        <p:spPr>
          <a:xfrm>
            <a:off x="8483363" y="74339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7" name="Shape 5955"/>
          <p:cNvSpPr/>
          <p:nvPr/>
        </p:nvSpPr>
        <p:spPr>
          <a:xfrm>
            <a:off x="8496345" y="73601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8" name="Shape 5956"/>
          <p:cNvSpPr/>
          <p:nvPr/>
        </p:nvSpPr>
        <p:spPr>
          <a:xfrm>
            <a:off x="8182252" y="7448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59" name="Shape 5957"/>
          <p:cNvSpPr/>
          <p:nvPr/>
        </p:nvSpPr>
        <p:spPr>
          <a:xfrm>
            <a:off x="8287115" y="7476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0" name="Shape 5958"/>
          <p:cNvSpPr/>
          <p:nvPr/>
        </p:nvSpPr>
        <p:spPr>
          <a:xfrm>
            <a:off x="8156880" y="74166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1" name="Shape 5959"/>
          <p:cNvSpPr/>
          <p:nvPr/>
        </p:nvSpPr>
        <p:spPr>
          <a:xfrm>
            <a:off x="8141675" y="7467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2" name="Shape 5960"/>
          <p:cNvSpPr/>
          <p:nvPr/>
        </p:nvSpPr>
        <p:spPr>
          <a:xfrm>
            <a:off x="8309917" y="75380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3" name="Shape 5961"/>
          <p:cNvSpPr/>
          <p:nvPr/>
        </p:nvSpPr>
        <p:spPr>
          <a:xfrm>
            <a:off x="8189253" y="74666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4" name="Shape 5962"/>
          <p:cNvSpPr/>
          <p:nvPr/>
        </p:nvSpPr>
        <p:spPr>
          <a:xfrm>
            <a:off x="8506452" y="7483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5" name="Shape 5963"/>
          <p:cNvSpPr/>
          <p:nvPr/>
        </p:nvSpPr>
        <p:spPr>
          <a:xfrm>
            <a:off x="8261526" y="74388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6" name="Shape 5964"/>
          <p:cNvSpPr/>
          <p:nvPr/>
        </p:nvSpPr>
        <p:spPr>
          <a:xfrm>
            <a:off x="8226804" y="7531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7" name="Shape 5965"/>
          <p:cNvSpPr/>
          <p:nvPr/>
        </p:nvSpPr>
        <p:spPr>
          <a:xfrm>
            <a:off x="8114744" y="74447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8" name="Shape 5966"/>
          <p:cNvSpPr/>
          <p:nvPr/>
        </p:nvSpPr>
        <p:spPr>
          <a:xfrm>
            <a:off x="8533653" y="74390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69" name="Shape 5967"/>
          <p:cNvSpPr/>
          <p:nvPr/>
        </p:nvSpPr>
        <p:spPr>
          <a:xfrm>
            <a:off x="8294129" y="74814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0" name="Shape 5968"/>
          <p:cNvSpPr/>
          <p:nvPr/>
        </p:nvSpPr>
        <p:spPr>
          <a:xfrm>
            <a:off x="8260787" y="74381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1" name="Shape 5969"/>
          <p:cNvSpPr/>
          <p:nvPr/>
        </p:nvSpPr>
        <p:spPr>
          <a:xfrm>
            <a:off x="8509855" y="74536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2" name="Shape 5970"/>
          <p:cNvSpPr/>
          <p:nvPr/>
        </p:nvSpPr>
        <p:spPr>
          <a:xfrm>
            <a:off x="8460794" y="74714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3" name="Shape 5971"/>
          <p:cNvSpPr/>
          <p:nvPr/>
        </p:nvSpPr>
        <p:spPr>
          <a:xfrm>
            <a:off x="8153730" y="7369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4" name="Shape 5972"/>
          <p:cNvSpPr/>
          <p:nvPr/>
        </p:nvSpPr>
        <p:spPr>
          <a:xfrm>
            <a:off x="8230511" y="73678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5" name="Shape 5973"/>
          <p:cNvSpPr/>
          <p:nvPr/>
        </p:nvSpPr>
        <p:spPr>
          <a:xfrm>
            <a:off x="8274777" y="75551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6" name="Shape 5974"/>
          <p:cNvSpPr/>
          <p:nvPr/>
        </p:nvSpPr>
        <p:spPr>
          <a:xfrm>
            <a:off x="8237829" y="74784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7" name="Shape 5975"/>
          <p:cNvSpPr/>
          <p:nvPr/>
        </p:nvSpPr>
        <p:spPr>
          <a:xfrm>
            <a:off x="8394529" y="7536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8" name="Shape 5976"/>
          <p:cNvSpPr/>
          <p:nvPr/>
        </p:nvSpPr>
        <p:spPr>
          <a:xfrm>
            <a:off x="8273778" y="73942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79" name="Shape 5977"/>
          <p:cNvSpPr/>
          <p:nvPr/>
        </p:nvSpPr>
        <p:spPr>
          <a:xfrm>
            <a:off x="8171411" y="7471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0" name="Shape 5978"/>
          <p:cNvSpPr/>
          <p:nvPr/>
        </p:nvSpPr>
        <p:spPr>
          <a:xfrm>
            <a:off x="8194943" y="75342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1" name="Shape 5979"/>
          <p:cNvSpPr/>
          <p:nvPr/>
        </p:nvSpPr>
        <p:spPr>
          <a:xfrm>
            <a:off x="8113908" y="7487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2" name="Shape 5980"/>
          <p:cNvSpPr/>
          <p:nvPr/>
        </p:nvSpPr>
        <p:spPr>
          <a:xfrm>
            <a:off x="8319929" y="7413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3" name="Shape 5981"/>
          <p:cNvSpPr/>
          <p:nvPr/>
        </p:nvSpPr>
        <p:spPr>
          <a:xfrm>
            <a:off x="8255749" y="74764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4" name="Shape 5982"/>
          <p:cNvSpPr/>
          <p:nvPr/>
        </p:nvSpPr>
        <p:spPr>
          <a:xfrm>
            <a:off x="8110499" y="7497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5" name="Shape 5983"/>
          <p:cNvSpPr/>
          <p:nvPr/>
        </p:nvSpPr>
        <p:spPr>
          <a:xfrm>
            <a:off x="8319115" y="7468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6" name="Shape 5984"/>
          <p:cNvSpPr/>
          <p:nvPr/>
        </p:nvSpPr>
        <p:spPr>
          <a:xfrm>
            <a:off x="8330303" y="74485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7" name="Shape 5985"/>
          <p:cNvSpPr/>
          <p:nvPr/>
        </p:nvSpPr>
        <p:spPr>
          <a:xfrm>
            <a:off x="8238403" y="75986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8" name="Shape 5986"/>
          <p:cNvSpPr/>
          <p:nvPr/>
        </p:nvSpPr>
        <p:spPr>
          <a:xfrm>
            <a:off x="8224233" y="74607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89" name="Shape 5987"/>
          <p:cNvSpPr/>
          <p:nvPr/>
        </p:nvSpPr>
        <p:spPr>
          <a:xfrm>
            <a:off x="8380626" y="76953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0" name="Shape 5988"/>
          <p:cNvSpPr/>
          <p:nvPr/>
        </p:nvSpPr>
        <p:spPr>
          <a:xfrm>
            <a:off x="8140196" y="73572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1" name="Shape 5989"/>
          <p:cNvSpPr/>
          <p:nvPr/>
        </p:nvSpPr>
        <p:spPr>
          <a:xfrm>
            <a:off x="8254501" y="7509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2" name="Shape 5990"/>
          <p:cNvSpPr/>
          <p:nvPr/>
        </p:nvSpPr>
        <p:spPr>
          <a:xfrm>
            <a:off x="8466947" y="75564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3" name="Shape 5991"/>
          <p:cNvSpPr/>
          <p:nvPr/>
        </p:nvSpPr>
        <p:spPr>
          <a:xfrm>
            <a:off x="8352488" y="74567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4" name="Shape 5992"/>
          <p:cNvSpPr/>
          <p:nvPr/>
        </p:nvSpPr>
        <p:spPr>
          <a:xfrm>
            <a:off x="8414684" y="75289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5" name="Shape 5993"/>
          <p:cNvSpPr/>
          <p:nvPr/>
        </p:nvSpPr>
        <p:spPr>
          <a:xfrm>
            <a:off x="8292755" y="74877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6" name="Shape 5994"/>
          <p:cNvSpPr/>
          <p:nvPr/>
        </p:nvSpPr>
        <p:spPr>
          <a:xfrm>
            <a:off x="8492613" y="7434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7" name="Shape 5995"/>
          <p:cNvSpPr/>
          <p:nvPr/>
        </p:nvSpPr>
        <p:spPr>
          <a:xfrm>
            <a:off x="8173533" y="7446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8" name="Shape 5996"/>
          <p:cNvSpPr/>
          <p:nvPr/>
        </p:nvSpPr>
        <p:spPr>
          <a:xfrm>
            <a:off x="8320331" y="75057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999" name="Shape 5997"/>
          <p:cNvSpPr/>
          <p:nvPr/>
        </p:nvSpPr>
        <p:spPr>
          <a:xfrm>
            <a:off x="8387308" y="75370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0" name="Shape 5998"/>
          <p:cNvSpPr/>
          <p:nvPr/>
        </p:nvSpPr>
        <p:spPr>
          <a:xfrm>
            <a:off x="8139842" y="74764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1" name="Shape 5999"/>
          <p:cNvSpPr/>
          <p:nvPr/>
        </p:nvSpPr>
        <p:spPr>
          <a:xfrm>
            <a:off x="8317117" y="7380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2" name="Shape 6000"/>
          <p:cNvSpPr/>
          <p:nvPr/>
        </p:nvSpPr>
        <p:spPr>
          <a:xfrm>
            <a:off x="8245320" y="75888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3" name="Shape 6001"/>
          <p:cNvSpPr/>
          <p:nvPr/>
        </p:nvSpPr>
        <p:spPr>
          <a:xfrm>
            <a:off x="8116891" y="74601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4" name="Shape 6002"/>
          <p:cNvSpPr/>
          <p:nvPr/>
        </p:nvSpPr>
        <p:spPr>
          <a:xfrm>
            <a:off x="8385320" y="74618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5" name="Shape 6003"/>
          <p:cNvSpPr/>
          <p:nvPr/>
        </p:nvSpPr>
        <p:spPr>
          <a:xfrm>
            <a:off x="8394741" y="74660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6" name="Shape 6004"/>
          <p:cNvSpPr/>
          <p:nvPr/>
        </p:nvSpPr>
        <p:spPr>
          <a:xfrm>
            <a:off x="8223231" y="7485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7" name="Shape 6005"/>
          <p:cNvSpPr/>
          <p:nvPr/>
        </p:nvSpPr>
        <p:spPr>
          <a:xfrm>
            <a:off x="8321513" y="75012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8" name="Shape 6006"/>
          <p:cNvSpPr/>
          <p:nvPr/>
        </p:nvSpPr>
        <p:spPr>
          <a:xfrm>
            <a:off x="8484727" y="74671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09" name="Shape 6007"/>
          <p:cNvSpPr/>
          <p:nvPr/>
        </p:nvSpPr>
        <p:spPr>
          <a:xfrm>
            <a:off x="8351258" y="75327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0" name="Shape 6008"/>
          <p:cNvSpPr/>
          <p:nvPr/>
        </p:nvSpPr>
        <p:spPr>
          <a:xfrm>
            <a:off x="8302056" y="74504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1" name="Shape 6009"/>
          <p:cNvSpPr/>
          <p:nvPr/>
        </p:nvSpPr>
        <p:spPr>
          <a:xfrm>
            <a:off x="8164895" y="75499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2" name="Shape 6010"/>
          <p:cNvSpPr/>
          <p:nvPr/>
        </p:nvSpPr>
        <p:spPr>
          <a:xfrm>
            <a:off x="8331704" y="75171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3" name="Shape 6011"/>
          <p:cNvSpPr/>
          <p:nvPr/>
        </p:nvSpPr>
        <p:spPr>
          <a:xfrm>
            <a:off x="8429758" y="7442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4" name="Shape 6012"/>
          <p:cNvSpPr/>
          <p:nvPr/>
        </p:nvSpPr>
        <p:spPr>
          <a:xfrm>
            <a:off x="8277006" y="74920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5" name="Shape 6013"/>
          <p:cNvSpPr/>
          <p:nvPr/>
        </p:nvSpPr>
        <p:spPr>
          <a:xfrm>
            <a:off x="8505836" y="72616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6" name="Shape 6014"/>
          <p:cNvSpPr/>
          <p:nvPr/>
        </p:nvSpPr>
        <p:spPr>
          <a:xfrm>
            <a:off x="8345477" y="75259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7" name="Shape 6015"/>
          <p:cNvSpPr/>
          <p:nvPr/>
        </p:nvSpPr>
        <p:spPr>
          <a:xfrm>
            <a:off x="8137641" y="7518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8" name="Shape 6016"/>
          <p:cNvSpPr/>
          <p:nvPr/>
        </p:nvSpPr>
        <p:spPr>
          <a:xfrm>
            <a:off x="8272068" y="75921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19" name="Shape 6017"/>
          <p:cNvSpPr/>
          <p:nvPr/>
        </p:nvSpPr>
        <p:spPr>
          <a:xfrm>
            <a:off x="8419022" y="7503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0" name="Shape 6018"/>
          <p:cNvSpPr/>
          <p:nvPr/>
        </p:nvSpPr>
        <p:spPr>
          <a:xfrm>
            <a:off x="8499949" y="7546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1" name="Shape 6019"/>
          <p:cNvSpPr/>
          <p:nvPr/>
        </p:nvSpPr>
        <p:spPr>
          <a:xfrm>
            <a:off x="8249053" y="7539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2" name="Shape 6020"/>
          <p:cNvSpPr/>
          <p:nvPr/>
        </p:nvSpPr>
        <p:spPr>
          <a:xfrm>
            <a:off x="8495106" y="74998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3" name="Shape 6021"/>
          <p:cNvSpPr/>
          <p:nvPr/>
        </p:nvSpPr>
        <p:spPr>
          <a:xfrm>
            <a:off x="8252037" y="7619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4" name="Shape 6022"/>
          <p:cNvSpPr/>
          <p:nvPr/>
        </p:nvSpPr>
        <p:spPr>
          <a:xfrm>
            <a:off x="8368485" y="7677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5" name="Shape 6023"/>
          <p:cNvSpPr/>
          <p:nvPr/>
        </p:nvSpPr>
        <p:spPr>
          <a:xfrm>
            <a:off x="8520959" y="76016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6" name="Shape 6024"/>
          <p:cNvSpPr/>
          <p:nvPr/>
        </p:nvSpPr>
        <p:spPr>
          <a:xfrm>
            <a:off x="8129317" y="78735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7" name="Shape 6025"/>
          <p:cNvSpPr/>
          <p:nvPr/>
        </p:nvSpPr>
        <p:spPr>
          <a:xfrm>
            <a:off x="8129511" y="76857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8" name="Shape 6026"/>
          <p:cNvSpPr/>
          <p:nvPr/>
        </p:nvSpPr>
        <p:spPr>
          <a:xfrm>
            <a:off x="8517008" y="76940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29" name="Shape 6027"/>
          <p:cNvSpPr/>
          <p:nvPr/>
        </p:nvSpPr>
        <p:spPr>
          <a:xfrm>
            <a:off x="8218621" y="76457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0" name="Shape 6028"/>
          <p:cNvSpPr/>
          <p:nvPr/>
        </p:nvSpPr>
        <p:spPr>
          <a:xfrm>
            <a:off x="8355271" y="7800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1" name="Shape 6029"/>
          <p:cNvSpPr/>
          <p:nvPr/>
        </p:nvSpPr>
        <p:spPr>
          <a:xfrm>
            <a:off x="8109553" y="7725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2" name="Shape 6030"/>
          <p:cNvSpPr/>
          <p:nvPr/>
        </p:nvSpPr>
        <p:spPr>
          <a:xfrm>
            <a:off x="8344007" y="77966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3" name="Shape 6031"/>
          <p:cNvSpPr/>
          <p:nvPr/>
        </p:nvSpPr>
        <p:spPr>
          <a:xfrm>
            <a:off x="8303900" y="76768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4" name="Shape 6032"/>
          <p:cNvSpPr/>
          <p:nvPr/>
        </p:nvSpPr>
        <p:spPr>
          <a:xfrm>
            <a:off x="8464226" y="74795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5" name="Shape 6033"/>
          <p:cNvSpPr/>
          <p:nvPr/>
        </p:nvSpPr>
        <p:spPr>
          <a:xfrm>
            <a:off x="8444528" y="74791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6" name="Shape 6034"/>
          <p:cNvSpPr/>
          <p:nvPr/>
        </p:nvSpPr>
        <p:spPr>
          <a:xfrm>
            <a:off x="8134489" y="7460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7" name="Shape 6035"/>
          <p:cNvSpPr/>
          <p:nvPr/>
        </p:nvSpPr>
        <p:spPr>
          <a:xfrm>
            <a:off x="8232413" y="6855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8" name="Shape 6036"/>
          <p:cNvSpPr/>
          <p:nvPr/>
        </p:nvSpPr>
        <p:spPr>
          <a:xfrm>
            <a:off x="8297440" y="7181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39" name="Shape 6037"/>
          <p:cNvSpPr/>
          <p:nvPr/>
        </p:nvSpPr>
        <p:spPr>
          <a:xfrm>
            <a:off x="8490330" y="76543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0" name="Shape 6038"/>
          <p:cNvSpPr/>
          <p:nvPr/>
        </p:nvSpPr>
        <p:spPr>
          <a:xfrm>
            <a:off x="8490319" y="73285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1" name="Shape 6039"/>
          <p:cNvSpPr/>
          <p:nvPr/>
        </p:nvSpPr>
        <p:spPr>
          <a:xfrm>
            <a:off x="8142926" y="7697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2" name="Shape 6040"/>
          <p:cNvSpPr/>
          <p:nvPr/>
        </p:nvSpPr>
        <p:spPr>
          <a:xfrm>
            <a:off x="8302070" y="73576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3" name="Shape 6041"/>
          <p:cNvSpPr/>
          <p:nvPr/>
        </p:nvSpPr>
        <p:spPr>
          <a:xfrm>
            <a:off x="8371772" y="7177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4" name="Shape 6042"/>
          <p:cNvSpPr/>
          <p:nvPr/>
        </p:nvSpPr>
        <p:spPr>
          <a:xfrm>
            <a:off x="8418228" y="7237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5" name="Shape 6043"/>
          <p:cNvSpPr/>
          <p:nvPr/>
        </p:nvSpPr>
        <p:spPr>
          <a:xfrm>
            <a:off x="8324467" y="73472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6" name="Shape 6044"/>
          <p:cNvSpPr/>
          <p:nvPr/>
        </p:nvSpPr>
        <p:spPr>
          <a:xfrm>
            <a:off x="8252324" y="72168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7" name="Shape 6045"/>
          <p:cNvSpPr/>
          <p:nvPr/>
        </p:nvSpPr>
        <p:spPr>
          <a:xfrm>
            <a:off x="8520594" y="76781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8" name="Shape 6046"/>
          <p:cNvSpPr/>
          <p:nvPr/>
        </p:nvSpPr>
        <p:spPr>
          <a:xfrm>
            <a:off x="8413498" y="7433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49" name="Shape 6047"/>
          <p:cNvSpPr/>
          <p:nvPr/>
        </p:nvSpPr>
        <p:spPr>
          <a:xfrm>
            <a:off x="8423728" y="68361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0" name="Shape 6048"/>
          <p:cNvSpPr/>
          <p:nvPr/>
        </p:nvSpPr>
        <p:spPr>
          <a:xfrm>
            <a:off x="8440151" y="76005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1" name="Shape 6049"/>
          <p:cNvSpPr/>
          <p:nvPr/>
        </p:nvSpPr>
        <p:spPr>
          <a:xfrm>
            <a:off x="8127932" y="73400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2" name="Shape 6050"/>
          <p:cNvSpPr/>
          <p:nvPr/>
        </p:nvSpPr>
        <p:spPr>
          <a:xfrm>
            <a:off x="8439064" y="7458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3" name="Shape 6051"/>
          <p:cNvSpPr/>
          <p:nvPr/>
        </p:nvSpPr>
        <p:spPr>
          <a:xfrm>
            <a:off x="8394146" y="76760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4" name="Shape 6052"/>
          <p:cNvSpPr/>
          <p:nvPr/>
        </p:nvSpPr>
        <p:spPr>
          <a:xfrm>
            <a:off x="8346445" y="76664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5" name="Shape 6053"/>
          <p:cNvSpPr/>
          <p:nvPr/>
        </p:nvSpPr>
        <p:spPr>
          <a:xfrm>
            <a:off x="8531500" y="72674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6" name="Shape 6054"/>
          <p:cNvSpPr/>
          <p:nvPr/>
        </p:nvSpPr>
        <p:spPr>
          <a:xfrm>
            <a:off x="8132077" y="72891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7" name="Shape 6055"/>
          <p:cNvSpPr/>
          <p:nvPr/>
        </p:nvSpPr>
        <p:spPr>
          <a:xfrm>
            <a:off x="8531861" y="7432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8" name="Shape 6056"/>
          <p:cNvSpPr/>
          <p:nvPr/>
        </p:nvSpPr>
        <p:spPr>
          <a:xfrm>
            <a:off x="8274966" y="73260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59" name="Shape 6057"/>
          <p:cNvSpPr/>
          <p:nvPr/>
        </p:nvSpPr>
        <p:spPr>
          <a:xfrm>
            <a:off x="8272470" y="72748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0" name="Shape 6058"/>
          <p:cNvSpPr/>
          <p:nvPr/>
        </p:nvSpPr>
        <p:spPr>
          <a:xfrm>
            <a:off x="8388166" y="72031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1" name="Shape 6059"/>
          <p:cNvSpPr/>
          <p:nvPr/>
        </p:nvSpPr>
        <p:spPr>
          <a:xfrm>
            <a:off x="8322229" y="74347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2" name="Shape 6060"/>
          <p:cNvSpPr/>
          <p:nvPr/>
        </p:nvSpPr>
        <p:spPr>
          <a:xfrm>
            <a:off x="8449966" y="7185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3" name="Shape 6061"/>
          <p:cNvSpPr/>
          <p:nvPr/>
        </p:nvSpPr>
        <p:spPr>
          <a:xfrm>
            <a:off x="8481114" y="77170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4" name="Shape 6062"/>
          <p:cNvSpPr/>
          <p:nvPr/>
        </p:nvSpPr>
        <p:spPr>
          <a:xfrm>
            <a:off x="8246834" y="76430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5" name="Shape 6063"/>
          <p:cNvSpPr/>
          <p:nvPr/>
        </p:nvSpPr>
        <p:spPr>
          <a:xfrm>
            <a:off x="8192194" y="69141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6" name="Shape 6064"/>
          <p:cNvSpPr/>
          <p:nvPr/>
        </p:nvSpPr>
        <p:spPr>
          <a:xfrm>
            <a:off x="8296398" y="70815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7" name="Shape 6065"/>
          <p:cNvSpPr/>
          <p:nvPr/>
        </p:nvSpPr>
        <p:spPr>
          <a:xfrm>
            <a:off x="8318273" y="72829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8" name="Shape 6066"/>
          <p:cNvSpPr/>
          <p:nvPr/>
        </p:nvSpPr>
        <p:spPr>
          <a:xfrm>
            <a:off x="8400418" y="7160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69" name="Shape 6067"/>
          <p:cNvSpPr/>
          <p:nvPr/>
        </p:nvSpPr>
        <p:spPr>
          <a:xfrm>
            <a:off x="8122168" y="72693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0" name="Shape 6068"/>
          <p:cNvSpPr/>
          <p:nvPr/>
        </p:nvSpPr>
        <p:spPr>
          <a:xfrm>
            <a:off x="8424110" y="71196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1" name="Shape 6069"/>
          <p:cNvSpPr/>
          <p:nvPr/>
        </p:nvSpPr>
        <p:spPr>
          <a:xfrm>
            <a:off x="8420430" y="72302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2" name="Shape 6070"/>
          <p:cNvSpPr/>
          <p:nvPr/>
        </p:nvSpPr>
        <p:spPr>
          <a:xfrm>
            <a:off x="8368167" y="7302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3" name="Shape 6071"/>
          <p:cNvSpPr/>
          <p:nvPr/>
        </p:nvSpPr>
        <p:spPr>
          <a:xfrm>
            <a:off x="8512549" y="71843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4" name="Shape 6072"/>
          <p:cNvSpPr/>
          <p:nvPr/>
        </p:nvSpPr>
        <p:spPr>
          <a:xfrm>
            <a:off x="8173442" y="73211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5" name="Shape 6073"/>
          <p:cNvSpPr/>
          <p:nvPr/>
        </p:nvSpPr>
        <p:spPr>
          <a:xfrm>
            <a:off x="8321106" y="7285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6" name="Shape 6074"/>
          <p:cNvSpPr/>
          <p:nvPr/>
        </p:nvSpPr>
        <p:spPr>
          <a:xfrm>
            <a:off x="8138975" y="7285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7" name="Shape 6075"/>
          <p:cNvSpPr/>
          <p:nvPr/>
        </p:nvSpPr>
        <p:spPr>
          <a:xfrm>
            <a:off x="8425692" y="7268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8" name="Shape 6076"/>
          <p:cNvSpPr/>
          <p:nvPr/>
        </p:nvSpPr>
        <p:spPr>
          <a:xfrm>
            <a:off x="8483912" y="7366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79" name="Shape 6077"/>
          <p:cNvSpPr/>
          <p:nvPr/>
        </p:nvSpPr>
        <p:spPr>
          <a:xfrm>
            <a:off x="8255239" y="70922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0" name="Shape 6078"/>
          <p:cNvSpPr/>
          <p:nvPr/>
        </p:nvSpPr>
        <p:spPr>
          <a:xfrm>
            <a:off x="8226449" y="73259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1" name="Shape 6079"/>
          <p:cNvSpPr/>
          <p:nvPr/>
        </p:nvSpPr>
        <p:spPr>
          <a:xfrm>
            <a:off x="8241719" y="72356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2" name="Shape 6080"/>
          <p:cNvSpPr/>
          <p:nvPr/>
        </p:nvSpPr>
        <p:spPr>
          <a:xfrm>
            <a:off x="8261905" y="7114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3" name="Shape 6081"/>
          <p:cNvSpPr/>
          <p:nvPr/>
        </p:nvSpPr>
        <p:spPr>
          <a:xfrm>
            <a:off x="8295568" y="74616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4" name="Shape 6082"/>
          <p:cNvSpPr/>
          <p:nvPr/>
        </p:nvSpPr>
        <p:spPr>
          <a:xfrm>
            <a:off x="8176312" y="74051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5" name="Shape 6083"/>
          <p:cNvSpPr/>
          <p:nvPr/>
        </p:nvSpPr>
        <p:spPr>
          <a:xfrm>
            <a:off x="8273033" y="73578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6" name="Shape 6084"/>
          <p:cNvSpPr/>
          <p:nvPr/>
        </p:nvSpPr>
        <p:spPr>
          <a:xfrm>
            <a:off x="8246649" y="71698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7" name="Shape 6085"/>
          <p:cNvSpPr/>
          <p:nvPr/>
        </p:nvSpPr>
        <p:spPr>
          <a:xfrm>
            <a:off x="8407349" y="73221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8" name="Shape 6086"/>
          <p:cNvSpPr/>
          <p:nvPr/>
        </p:nvSpPr>
        <p:spPr>
          <a:xfrm>
            <a:off x="8189672" y="70836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89" name="Shape 6087"/>
          <p:cNvSpPr/>
          <p:nvPr/>
        </p:nvSpPr>
        <p:spPr>
          <a:xfrm>
            <a:off x="8301639" y="72717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0" name="Shape 6088"/>
          <p:cNvSpPr/>
          <p:nvPr/>
        </p:nvSpPr>
        <p:spPr>
          <a:xfrm>
            <a:off x="8456673" y="72667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1" name="Shape 6089"/>
          <p:cNvSpPr/>
          <p:nvPr/>
        </p:nvSpPr>
        <p:spPr>
          <a:xfrm>
            <a:off x="8387183" y="72737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2" name="Shape 6090"/>
          <p:cNvSpPr/>
          <p:nvPr/>
        </p:nvSpPr>
        <p:spPr>
          <a:xfrm>
            <a:off x="8480084" y="6963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3" name="Shape 6091"/>
          <p:cNvSpPr/>
          <p:nvPr/>
        </p:nvSpPr>
        <p:spPr>
          <a:xfrm>
            <a:off x="8172036" y="70989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4" name="Shape 6092"/>
          <p:cNvSpPr/>
          <p:nvPr/>
        </p:nvSpPr>
        <p:spPr>
          <a:xfrm>
            <a:off x="8301887" y="73070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5" name="Shape 6093"/>
          <p:cNvSpPr/>
          <p:nvPr/>
        </p:nvSpPr>
        <p:spPr>
          <a:xfrm>
            <a:off x="8232034" y="74400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6" name="Shape 6094"/>
          <p:cNvSpPr/>
          <p:nvPr/>
        </p:nvSpPr>
        <p:spPr>
          <a:xfrm>
            <a:off x="8364197" y="72042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7" name="Shape 6095"/>
          <p:cNvSpPr/>
          <p:nvPr/>
        </p:nvSpPr>
        <p:spPr>
          <a:xfrm>
            <a:off x="8531838" y="72369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8" name="Shape 6096"/>
          <p:cNvSpPr/>
          <p:nvPr/>
        </p:nvSpPr>
        <p:spPr>
          <a:xfrm>
            <a:off x="8516407" y="72768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099" name="Shape 6097"/>
          <p:cNvSpPr/>
          <p:nvPr/>
        </p:nvSpPr>
        <p:spPr>
          <a:xfrm>
            <a:off x="8251109" y="68524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0" name="Shape 6098"/>
          <p:cNvSpPr/>
          <p:nvPr/>
        </p:nvSpPr>
        <p:spPr>
          <a:xfrm>
            <a:off x="8185543" y="7236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1" name="Shape 6099"/>
          <p:cNvSpPr/>
          <p:nvPr/>
        </p:nvSpPr>
        <p:spPr>
          <a:xfrm>
            <a:off x="8221102" y="73211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2" name="Shape 6100"/>
          <p:cNvSpPr/>
          <p:nvPr/>
        </p:nvSpPr>
        <p:spPr>
          <a:xfrm>
            <a:off x="8219493" y="71640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3" name="Shape 6101"/>
          <p:cNvSpPr/>
          <p:nvPr/>
        </p:nvSpPr>
        <p:spPr>
          <a:xfrm>
            <a:off x="8230545" y="73040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4" name="Shape 6102"/>
          <p:cNvSpPr/>
          <p:nvPr/>
        </p:nvSpPr>
        <p:spPr>
          <a:xfrm>
            <a:off x="8281437" y="71331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5" name="Shape 6103"/>
          <p:cNvSpPr/>
          <p:nvPr/>
        </p:nvSpPr>
        <p:spPr>
          <a:xfrm>
            <a:off x="8204416" y="72289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6" name="Shape 6104"/>
          <p:cNvSpPr/>
          <p:nvPr/>
        </p:nvSpPr>
        <p:spPr>
          <a:xfrm>
            <a:off x="8340478" y="71654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7" name="Shape 6105"/>
          <p:cNvSpPr/>
          <p:nvPr/>
        </p:nvSpPr>
        <p:spPr>
          <a:xfrm>
            <a:off x="8299527" y="76050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8" name="Shape 6106"/>
          <p:cNvSpPr/>
          <p:nvPr/>
        </p:nvSpPr>
        <p:spPr>
          <a:xfrm>
            <a:off x="8502730" y="7311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09" name="Shape 6107"/>
          <p:cNvSpPr/>
          <p:nvPr/>
        </p:nvSpPr>
        <p:spPr>
          <a:xfrm>
            <a:off x="8491447" y="72141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0" name="Shape 6108"/>
          <p:cNvSpPr/>
          <p:nvPr/>
        </p:nvSpPr>
        <p:spPr>
          <a:xfrm>
            <a:off x="8384492" y="75349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1" name="Shape 6109"/>
          <p:cNvSpPr/>
          <p:nvPr/>
        </p:nvSpPr>
        <p:spPr>
          <a:xfrm>
            <a:off x="8320896" y="73807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2" name="Shape 6110"/>
          <p:cNvSpPr/>
          <p:nvPr/>
        </p:nvSpPr>
        <p:spPr>
          <a:xfrm>
            <a:off x="8450789" y="7393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3" name="Shape 6111"/>
          <p:cNvSpPr/>
          <p:nvPr/>
        </p:nvSpPr>
        <p:spPr>
          <a:xfrm>
            <a:off x="8422648" y="6999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4" name="Shape 6112"/>
          <p:cNvSpPr/>
          <p:nvPr/>
        </p:nvSpPr>
        <p:spPr>
          <a:xfrm>
            <a:off x="8250186" y="72029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5" name="Shape 6113"/>
          <p:cNvSpPr/>
          <p:nvPr/>
        </p:nvSpPr>
        <p:spPr>
          <a:xfrm>
            <a:off x="8538306" y="7234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6" name="Shape 6114"/>
          <p:cNvSpPr/>
          <p:nvPr/>
        </p:nvSpPr>
        <p:spPr>
          <a:xfrm>
            <a:off x="8312974" y="72848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7" name="Shape 6115"/>
          <p:cNvSpPr/>
          <p:nvPr/>
        </p:nvSpPr>
        <p:spPr>
          <a:xfrm>
            <a:off x="8176791" y="71565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8" name="Shape 6116"/>
          <p:cNvSpPr/>
          <p:nvPr/>
        </p:nvSpPr>
        <p:spPr>
          <a:xfrm>
            <a:off x="8320748" y="7378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19" name="Shape 6117"/>
          <p:cNvSpPr/>
          <p:nvPr/>
        </p:nvSpPr>
        <p:spPr>
          <a:xfrm>
            <a:off x="8423543" y="7210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0" name="Shape 6118"/>
          <p:cNvSpPr/>
          <p:nvPr/>
        </p:nvSpPr>
        <p:spPr>
          <a:xfrm>
            <a:off x="8529424" y="73496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1" name="Shape 6119"/>
          <p:cNvSpPr/>
          <p:nvPr/>
        </p:nvSpPr>
        <p:spPr>
          <a:xfrm>
            <a:off x="8216246" y="69338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2" name="Shape 6120"/>
          <p:cNvSpPr/>
          <p:nvPr/>
        </p:nvSpPr>
        <p:spPr>
          <a:xfrm>
            <a:off x="8144476" y="69612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3" name="Shape 6121"/>
          <p:cNvSpPr/>
          <p:nvPr/>
        </p:nvSpPr>
        <p:spPr>
          <a:xfrm>
            <a:off x="8301460" y="71913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4" name="Shape 6122"/>
          <p:cNvSpPr/>
          <p:nvPr/>
        </p:nvSpPr>
        <p:spPr>
          <a:xfrm>
            <a:off x="8456218" y="72310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5" name="Shape 6123"/>
          <p:cNvSpPr/>
          <p:nvPr/>
        </p:nvSpPr>
        <p:spPr>
          <a:xfrm>
            <a:off x="8203548" y="6999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6" name="Shape 6124"/>
          <p:cNvSpPr/>
          <p:nvPr/>
        </p:nvSpPr>
        <p:spPr>
          <a:xfrm>
            <a:off x="8285954" y="73410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7" name="Shape 6125"/>
          <p:cNvSpPr/>
          <p:nvPr/>
        </p:nvSpPr>
        <p:spPr>
          <a:xfrm>
            <a:off x="8114146" y="71321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8" name="Shape 6126"/>
          <p:cNvSpPr/>
          <p:nvPr/>
        </p:nvSpPr>
        <p:spPr>
          <a:xfrm>
            <a:off x="8400141" y="7365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29" name="Shape 6127"/>
          <p:cNvSpPr/>
          <p:nvPr/>
        </p:nvSpPr>
        <p:spPr>
          <a:xfrm>
            <a:off x="8390775" y="73152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0" name="Shape 6128"/>
          <p:cNvSpPr/>
          <p:nvPr/>
        </p:nvSpPr>
        <p:spPr>
          <a:xfrm>
            <a:off x="8441524" y="7231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1" name="Shape 6129"/>
          <p:cNvSpPr/>
          <p:nvPr/>
        </p:nvSpPr>
        <p:spPr>
          <a:xfrm>
            <a:off x="8249206" y="72743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2" name="Shape 6130"/>
          <p:cNvSpPr/>
          <p:nvPr/>
        </p:nvSpPr>
        <p:spPr>
          <a:xfrm>
            <a:off x="8348352" y="7280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3" name="Shape 6131"/>
          <p:cNvSpPr/>
          <p:nvPr/>
        </p:nvSpPr>
        <p:spPr>
          <a:xfrm>
            <a:off x="8343993" y="7413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4" name="Shape 6132"/>
          <p:cNvSpPr/>
          <p:nvPr/>
        </p:nvSpPr>
        <p:spPr>
          <a:xfrm>
            <a:off x="8536885" y="73188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5" name="Shape 6133"/>
          <p:cNvSpPr/>
          <p:nvPr/>
        </p:nvSpPr>
        <p:spPr>
          <a:xfrm>
            <a:off x="8529855" y="72560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6" name="Shape 6134"/>
          <p:cNvSpPr/>
          <p:nvPr/>
        </p:nvSpPr>
        <p:spPr>
          <a:xfrm>
            <a:off x="8284067" y="73968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7" name="Shape 6135"/>
          <p:cNvSpPr/>
          <p:nvPr/>
        </p:nvSpPr>
        <p:spPr>
          <a:xfrm>
            <a:off x="8484673" y="7332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8" name="Shape 6136"/>
          <p:cNvSpPr/>
          <p:nvPr/>
        </p:nvSpPr>
        <p:spPr>
          <a:xfrm>
            <a:off x="8415353" y="69410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39" name="Shape 6137"/>
          <p:cNvSpPr/>
          <p:nvPr/>
        </p:nvSpPr>
        <p:spPr>
          <a:xfrm>
            <a:off x="8321162" y="7252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0" name="Shape 6138"/>
          <p:cNvSpPr/>
          <p:nvPr/>
        </p:nvSpPr>
        <p:spPr>
          <a:xfrm>
            <a:off x="8231217" y="71763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1" name="Shape 6139"/>
          <p:cNvSpPr/>
          <p:nvPr/>
        </p:nvSpPr>
        <p:spPr>
          <a:xfrm>
            <a:off x="8378629" y="72814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2" name="Shape 6140"/>
          <p:cNvSpPr/>
          <p:nvPr/>
        </p:nvSpPr>
        <p:spPr>
          <a:xfrm>
            <a:off x="8373671" y="7416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3" name="Shape 6141"/>
          <p:cNvSpPr/>
          <p:nvPr/>
        </p:nvSpPr>
        <p:spPr>
          <a:xfrm>
            <a:off x="8332457" y="7199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4" name="Shape 6142"/>
          <p:cNvSpPr/>
          <p:nvPr/>
        </p:nvSpPr>
        <p:spPr>
          <a:xfrm>
            <a:off x="8267468" y="7340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5" name="Shape 6143"/>
          <p:cNvSpPr/>
          <p:nvPr/>
        </p:nvSpPr>
        <p:spPr>
          <a:xfrm>
            <a:off x="8525318" y="73577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6" name="Shape 6144"/>
          <p:cNvSpPr/>
          <p:nvPr/>
        </p:nvSpPr>
        <p:spPr>
          <a:xfrm>
            <a:off x="8534668" y="7255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7" name="Shape 6145"/>
          <p:cNvSpPr/>
          <p:nvPr/>
        </p:nvSpPr>
        <p:spPr>
          <a:xfrm>
            <a:off x="8171086" y="68431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8" name="Shape 6146"/>
          <p:cNvSpPr/>
          <p:nvPr/>
        </p:nvSpPr>
        <p:spPr>
          <a:xfrm>
            <a:off x="8453426" y="72614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49" name="Shape 6147"/>
          <p:cNvSpPr/>
          <p:nvPr/>
        </p:nvSpPr>
        <p:spPr>
          <a:xfrm>
            <a:off x="8359829" y="76573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0" name="Shape 6148"/>
          <p:cNvSpPr/>
          <p:nvPr/>
        </p:nvSpPr>
        <p:spPr>
          <a:xfrm>
            <a:off x="8163643" y="75513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1" name="Shape 6149"/>
          <p:cNvSpPr/>
          <p:nvPr/>
        </p:nvSpPr>
        <p:spPr>
          <a:xfrm>
            <a:off x="8113304" y="75198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2" name="Shape 6150"/>
          <p:cNvSpPr/>
          <p:nvPr/>
        </p:nvSpPr>
        <p:spPr>
          <a:xfrm>
            <a:off x="8515063" y="72986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3" name="Shape 6151"/>
          <p:cNvSpPr/>
          <p:nvPr/>
        </p:nvSpPr>
        <p:spPr>
          <a:xfrm>
            <a:off x="8222436" y="71336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4" name="Shape 6152"/>
          <p:cNvSpPr/>
          <p:nvPr/>
        </p:nvSpPr>
        <p:spPr>
          <a:xfrm>
            <a:off x="8497057" y="71624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5" name="Shape 6153"/>
          <p:cNvSpPr/>
          <p:nvPr/>
        </p:nvSpPr>
        <p:spPr>
          <a:xfrm>
            <a:off x="8212886" y="72061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6" name="Shape 6154"/>
          <p:cNvSpPr/>
          <p:nvPr/>
        </p:nvSpPr>
        <p:spPr>
          <a:xfrm>
            <a:off x="8425129" y="71515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7" name="Shape 6155"/>
          <p:cNvSpPr/>
          <p:nvPr/>
        </p:nvSpPr>
        <p:spPr>
          <a:xfrm>
            <a:off x="8473149" y="7174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8" name="Shape 6156"/>
          <p:cNvSpPr/>
          <p:nvPr/>
        </p:nvSpPr>
        <p:spPr>
          <a:xfrm>
            <a:off x="8514875" y="71493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59" name="Shape 6157"/>
          <p:cNvSpPr/>
          <p:nvPr/>
        </p:nvSpPr>
        <p:spPr>
          <a:xfrm>
            <a:off x="8158007" y="71757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0" name="Shape 6158"/>
          <p:cNvSpPr/>
          <p:nvPr/>
        </p:nvSpPr>
        <p:spPr>
          <a:xfrm>
            <a:off x="8370974" y="71925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1" name="Shape 6159"/>
          <p:cNvSpPr/>
          <p:nvPr/>
        </p:nvSpPr>
        <p:spPr>
          <a:xfrm>
            <a:off x="8248286" y="71627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2" name="Shape 6160"/>
          <p:cNvSpPr/>
          <p:nvPr/>
        </p:nvSpPr>
        <p:spPr>
          <a:xfrm>
            <a:off x="8270113" y="71080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3" name="Shape 6161"/>
          <p:cNvSpPr/>
          <p:nvPr/>
        </p:nvSpPr>
        <p:spPr>
          <a:xfrm>
            <a:off x="8240592" y="7437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4" name="Shape 6162"/>
          <p:cNvSpPr/>
          <p:nvPr/>
        </p:nvSpPr>
        <p:spPr>
          <a:xfrm>
            <a:off x="8386817" y="7475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5" name="Shape 6163"/>
          <p:cNvSpPr/>
          <p:nvPr/>
        </p:nvSpPr>
        <p:spPr>
          <a:xfrm>
            <a:off x="8463445" y="73815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6" name="Shape 6164"/>
          <p:cNvSpPr/>
          <p:nvPr/>
        </p:nvSpPr>
        <p:spPr>
          <a:xfrm>
            <a:off x="8251490" y="7417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7" name="Shape 6165"/>
          <p:cNvSpPr/>
          <p:nvPr/>
        </p:nvSpPr>
        <p:spPr>
          <a:xfrm>
            <a:off x="8499753" y="7306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8" name="Shape 6166"/>
          <p:cNvSpPr/>
          <p:nvPr/>
        </p:nvSpPr>
        <p:spPr>
          <a:xfrm>
            <a:off x="8119624" y="73445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69" name="Shape 6167"/>
          <p:cNvSpPr/>
          <p:nvPr/>
        </p:nvSpPr>
        <p:spPr>
          <a:xfrm>
            <a:off x="8520892" y="73864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0" name="Shape 6168"/>
          <p:cNvSpPr/>
          <p:nvPr/>
        </p:nvSpPr>
        <p:spPr>
          <a:xfrm>
            <a:off x="8170023" y="77462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1" name="Shape 6169"/>
          <p:cNvSpPr/>
          <p:nvPr/>
        </p:nvSpPr>
        <p:spPr>
          <a:xfrm>
            <a:off x="8371655" y="78249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2" name="Shape 6170"/>
          <p:cNvSpPr/>
          <p:nvPr/>
        </p:nvSpPr>
        <p:spPr>
          <a:xfrm>
            <a:off x="8113670" y="7767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3" name="Shape 6171"/>
          <p:cNvSpPr/>
          <p:nvPr/>
        </p:nvSpPr>
        <p:spPr>
          <a:xfrm>
            <a:off x="8216907" y="75882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4" name="Shape 6172"/>
          <p:cNvSpPr/>
          <p:nvPr/>
        </p:nvSpPr>
        <p:spPr>
          <a:xfrm>
            <a:off x="8368005" y="77653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5" name="Shape 6173"/>
          <p:cNvSpPr/>
          <p:nvPr/>
        </p:nvSpPr>
        <p:spPr>
          <a:xfrm>
            <a:off x="8207314" y="78772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6" name="Shape 6174"/>
          <p:cNvSpPr/>
          <p:nvPr/>
        </p:nvSpPr>
        <p:spPr>
          <a:xfrm>
            <a:off x="8414168" y="76727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7" name="Shape 6175"/>
          <p:cNvSpPr/>
          <p:nvPr/>
        </p:nvSpPr>
        <p:spPr>
          <a:xfrm>
            <a:off x="8333088" y="78804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8" name="Shape 6176"/>
          <p:cNvSpPr/>
          <p:nvPr/>
        </p:nvSpPr>
        <p:spPr>
          <a:xfrm>
            <a:off x="8393980" y="75715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79" name="Shape 6177"/>
          <p:cNvSpPr/>
          <p:nvPr/>
        </p:nvSpPr>
        <p:spPr>
          <a:xfrm>
            <a:off x="8197419" y="7904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0" name="Shape 6178"/>
          <p:cNvSpPr/>
          <p:nvPr/>
        </p:nvSpPr>
        <p:spPr>
          <a:xfrm>
            <a:off x="8240628" y="76241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1" name="Shape 6179"/>
          <p:cNvSpPr/>
          <p:nvPr/>
        </p:nvSpPr>
        <p:spPr>
          <a:xfrm>
            <a:off x="8324971" y="78963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2" name="Shape 6180"/>
          <p:cNvSpPr/>
          <p:nvPr/>
        </p:nvSpPr>
        <p:spPr>
          <a:xfrm>
            <a:off x="8221025" y="7021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3" name="Shape 6181"/>
          <p:cNvSpPr/>
          <p:nvPr/>
        </p:nvSpPr>
        <p:spPr>
          <a:xfrm>
            <a:off x="8277116" y="71432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4" name="Shape 6182"/>
          <p:cNvSpPr/>
          <p:nvPr/>
        </p:nvSpPr>
        <p:spPr>
          <a:xfrm>
            <a:off x="8468967" y="75333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5" name="Shape 6183"/>
          <p:cNvSpPr/>
          <p:nvPr/>
        </p:nvSpPr>
        <p:spPr>
          <a:xfrm>
            <a:off x="8389835" y="76203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6" name="Shape 6184"/>
          <p:cNvSpPr/>
          <p:nvPr/>
        </p:nvSpPr>
        <p:spPr>
          <a:xfrm>
            <a:off x="8383685" y="71379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7" name="Shape 6185"/>
          <p:cNvSpPr/>
          <p:nvPr/>
        </p:nvSpPr>
        <p:spPr>
          <a:xfrm>
            <a:off x="8483767" y="69113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8" name="Shape 6186"/>
          <p:cNvSpPr/>
          <p:nvPr/>
        </p:nvSpPr>
        <p:spPr>
          <a:xfrm>
            <a:off x="8386048" y="75454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89" name="Shape 6187"/>
          <p:cNvSpPr/>
          <p:nvPr/>
        </p:nvSpPr>
        <p:spPr>
          <a:xfrm>
            <a:off x="8306443" y="72849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0" name="Shape 6188"/>
          <p:cNvSpPr/>
          <p:nvPr/>
        </p:nvSpPr>
        <p:spPr>
          <a:xfrm>
            <a:off x="8502030" y="69942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1" name="Shape 6189"/>
          <p:cNvSpPr/>
          <p:nvPr/>
        </p:nvSpPr>
        <p:spPr>
          <a:xfrm>
            <a:off x="8165552" y="74854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2" name="Shape 6190"/>
          <p:cNvSpPr/>
          <p:nvPr/>
        </p:nvSpPr>
        <p:spPr>
          <a:xfrm>
            <a:off x="8474774" y="75627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3" name="Shape 6191"/>
          <p:cNvSpPr/>
          <p:nvPr/>
        </p:nvSpPr>
        <p:spPr>
          <a:xfrm>
            <a:off x="8367021" y="71517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4" name="Shape 6192"/>
          <p:cNvSpPr/>
          <p:nvPr/>
        </p:nvSpPr>
        <p:spPr>
          <a:xfrm>
            <a:off x="8335031" y="69884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5" name="Shape 6193"/>
          <p:cNvSpPr/>
          <p:nvPr/>
        </p:nvSpPr>
        <p:spPr>
          <a:xfrm>
            <a:off x="8211817" y="7275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6" name="Shape 6194"/>
          <p:cNvSpPr/>
          <p:nvPr/>
        </p:nvSpPr>
        <p:spPr>
          <a:xfrm>
            <a:off x="8137761" y="7517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7" name="Shape 6195"/>
          <p:cNvSpPr/>
          <p:nvPr/>
        </p:nvSpPr>
        <p:spPr>
          <a:xfrm>
            <a:off x="8489847" y="72572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8" name="Shape 6196"/>
          <p:cNvSpPr/>
          <p:nvPr/>
        </p:nvSpPr>
        <p:spPr>
          <a:xfrm>
            <a:off x="8461915" y="73719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199" name="Shape 6197"/>
          <p:cNvSpPr/>
          <p:nvPr/>
        </p:nvSpPr>
        <p:spPr>
          <a:xfrm>
            <a:off x="8184140" y="7546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0" name="Shape 6198"/>
          <p:cNvSpPr/>
          <p:nvPr/>
        </p:nvSpPr>
        <p:spPr>
          <a:xfrm>
            <a:off x="8156872" y="72694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1" name="Shape 6199"/>
          <p:cNvSpPr/>
          <p:nvPr/>
        </p:nvSpPr>
        <p:spPr>
          <a:xfrm>
            <a:off x="8293843" y="7409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2" name="Shape 6200"/>
          <p:cNvSpPr/>
          <p:nvPr/>
        </p:nvSpPr>
        <p:spPr>
          <a:xfrm>
            <a:off x="8466213" y="74611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3" name="Shape 6201"/>
          <p:cNvSpPr/>
          <p:nvPr/>
        </p:nvSpPr>
        <p:spPr>
          <a:xfrm>
            <a:off x="8143612" y="7485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4" name="Shape 6202"/>
          <p:cNvSpPr/>
          <p:nvPr/>
        </p:nvSpPr>
        <p:spPr>
          <a:xfrm>
            <a:off x="8524613" y="74805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5" name="Shape 6203"/>
          <p:cNvSpPr/>
          <p:nvPr/>
        </p:nvSpPr>
        <p:spPr>
          <a:xfrm>
            <a:off x="8373779" y="74036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6" name="Shape 6204"/>
          <p:cNvSpPr/>
          <p:nvPr/>
        </p:nvSpPr>
        <p:spPr>
          <a:xfrm>
            <a:off x="8369856" y="76552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7" name="Shape 6205"/>
          <p:cNvSpPr/>
          <p:nvPr/>
        </p:nvSpPr>
        <p:spPr>
          <a:xfrm>
            <a:off x="8109247" y="76455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8" name="Shape 6206"/>
          <p:cNvSpPr/>
          <p:nvPr/>
        </p:nvSpPr>
        <p:spPr>
          <a:xfrm>
            <a:off x="8220438" y="7839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09" name="Shape 6207"/>
          <p:cNvSpPr/>
          <p:nvPr/>
        </p:nvSpPr>
        <p:spPr>
          <a:xfrm>
            <a:off x="8277959" y="7615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0" name="Shape 6208"/>
          <p:cNvSpPr/>
          <p:nvPr/>
        </p:nvSpPr>
        <p:spPr>
          <a:xfrm>
            <a:off x="8165318" y="73220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1" name="Shape 6209"/>
          <p:cNvSpPr/>
          <p:nvPr/>
        </p:nvSpPr>
        <p:spPr>
          <a:xfrm>
            <a:off x="8174058" y="74662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2" name="Shape 6210"/>
          <p:cNvSpPr/>
          <p:nvPr/>
        </p:nvSpPr>
        <p:spPr>
          <a:xfrm>
            <a:off x="8192429" y="7699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3" name="Shape 6211"/>
          <p:cNvSpPr/>
          <p:nvPr/>
        </p:nvSpPr>
        <p:spPr>
          <a:xfrm>
            <a:off x="8347182" y="7701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4" name="Shape 6212"/>
          <p:cNvSpPr/>
          <p:nvPr/>
        </p:nvSpPr>
        <p:spPr>
          <a:xfrm>
            <a:off x="8465890" y="7696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5" name="Shape 6213"/>
          <p:cNvSpPr/>
          <p:nvPr/>
        </p:nvSpPr>
        <p:spPr>
          <a:xfrm>
            <a:off x="8290801" y="77805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6" name="Shape 6214"/>
          <p:cNvSpPr/>
          <p:nvPr/>
        </p:nvSpPr>
        <p:spPr>
          <a:xfrm>
            <a:off x="8530799" y="76091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7" name="Shape 6215"/>
          <p:cNvSpPr/>
          <p:nvPr/>
        </p:nvSpPr>
        <p:spPr>
          <a:xfrm>
            <a:off x="8266421" y="66033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8" name="Shape 6216"/>
          <p:cNvSpPr/>
          <p:nvPr/>
        </p:nvSpPr>
        <p:spPr>
          <a:xfrm>
            <a:off x="8399857" y="66760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19" name="Shape 6217"/>
          <p:cNvSpPr/>
          <p:nvPr/>
        </p:nvSpPr>
        <p:spPr>
          <a:xfrm>
            <a:off x="8232701" y="75126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0" name="Shape 6218"/>
          <p:cNvSpPr/>
          <p:nvPr/>
        </p:nvSpPr>
        <p:spPr>
          <a:xfrm>
            <a:off x="8308190" y="7394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1" name="Shape 6219"/>
          <p:cNvSpPr/>
          <p:nvPr/>
        </p:nvSpPr>
        <p:spPr>
          <a:xfrm>
            <a:off x="8206228" y="73781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2" name="Shape 6220"/>
          <p:cNvSpPr/>
          <p:nvPr/>
        </p:nvSpPr>
        <p:spPr>
          <a:xfrm>
            <a:off x="8108743" y="7200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3" name="Shape 6221"/>
          <p:cNvSpPr/>
          <p:nvPr/>
        </p:nvSpPr>
        <p:spPr>
          <a:xfrm>
            <a:off x="8472128" y="65678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4" name="Shape 6222"/>
          <p:cNvSpPr/>
          <p:nvPr/>
        </p:nvSpPr>
        <p:spPr>
          <a:xfrm>
            <a:off x="8227173" y="73876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5" name="Shape 6223"/>
          <p:cNvSpPr/>
          <p:nvPr/>
        </p:nvSpPr>
        <p:spPr>
          <a:xfrm>
            <a:off x="8275014" y="73132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6" name="Shape 6224"/>
          <p:cNvSpPr/>
          <p:nvPr/>
        </p:nvSpPr>
        <p:spPr>
          <a:xfrm>
            <a:off x="8534639" y="74588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7" name="Shape 6225"/>
          <p:cNvSpPr/>
          <p:nvPr/>
        </p:nvSpPr>
        <p:spPr>
          <a:xfrm>
            <a:off x="8383709" y="70649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8" name="Shape 6226"/>
          <p:cNvSpPr/>
          <p:nvPr/>
        </p:nvSpPr>
        <p:spPr>
          <a:xfrm>
            <a:off x="8455467" y="70383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29" name="Shape 6227"/>
          <p:cNvSpPr/>
          <p:nvPr/>
        </p:nvSpPr>
        <p:spPr>
          <a:xfrm>
            <a:off x="8384640" y="73551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0" name="Shape 6228"/>
          <p:cNvSpPr/>
          <p:nvPr/>
        </p:nvSpPr>
        <p:spPr>
          <a:xfrm>
            <a:off x="8173816" y="72486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1" name="Shape 6229"/>
          <p:cNvSpPr/>
          <p:nvPr/>
        </p:nvSpPr>
        <p:spPr>
          <a:xfrm>
            <a:off x="8395078" y="71652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2" name="Shape 6230"/>
          <p:cNvSpPr/>
          <p:nvPr/>
        </p:nvSpPr>
        <p:spPr>
          <a:xfrm>
            <a:off x="8263004" y="72316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3" name="Shape 6231"/>
          <p:cNvSpPr/>
          <p:nvPr/>
        </p:nvSpPr>
        <p:spPr>
          <a:xfrm>
            <a:off x="8219449" y="71829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4" name="Shape 6232"/>
          <p:cNvSpPr/>
          <p:nvPr/>
        </p:nvSpPr>
        <p:spPr>
          <a:xfrm>
            <a:off x="8411567" y="74642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5" name="Shape 6233"/>
          <p:cNvSpPr/>
          <p:nvPr/>
        </p:nvSpPr>
        <p:spPr>
          <a:xfrm>
            <a:off x="8369983" y="7954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6" name="Shape 6234"/>
          <p:cNvSpPr/>
          <p:nvPr/>
        </p:nvSpPr>
        <p:spPr>
          <a:xfrm>
            <a:off x="8165311" y="72480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7" name="Shape 6235"/>
          <p:cNvSpPr/>
          <p:nvPr/>
        </p:nvSpPr>
        <p:spPr>
          <a:xfrm>
            <a:off x="8234525" y="72225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8" name="Shape 6236"/>
          <p:cNvSpPr/>
          <p:nvPr/>
        </p:nvSpPr>
        <p:spPr>
          <a:xfrm>
            <a:off x="8193803" y="7286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39" name="Shape 6237"/>
          <p:cNvSpPr/>
          <p:nvPr/>
        </p:nvSpPr>
        <p:spPr>
          <a:xfrm>
            <a:off x="8411973" y="71142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0" name="Shape 6238"/>
          <p:cNvSpPr/>
          <p:nvPr/>
        </p:nvSpPr>
        <p:spPr>
          <a:xfrm>
            <a:off x="8329591" y="71952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1" name="Shape 6239"/>
          <p:cNvSpPr/>
          <p:nvPr/>
        </p:nvSpPr>
        <p:spPr>
          <a:xfrm>
            <a:off x="8204458" y="7246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2" name="Shape 6240"/>
          <p:cNvSpPr/>
          <p:nvPr/>
        </p:nvSpPr>
        <p:spPr>
          <a:xfrm>
            <a:off x="8361673" y="76887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3" name="Shape 6241"/>
          <p:cNvSpPr/>
          <p:nvPr/>
        </p:nvSpPr>
        <p:spPr>
          <a:xfrm>
            <a:off x="8166603" y="77106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4" name="Shape 6242"/>
          <p:cNvSpPr/>
          <p:nvPr/>
        </p:nvSpPr>
        <p:spPr>
          <a:xfrm>
            <a:off x="8357593" y="76837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5" name="Shape 6243"/>
          <p:cNvSpPr/>
          <p:nvPr/>
        </p:nvSpPr>
        <p:spPr>
          <a:xfrm>
            <a:off x="8336238" y="77156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6" name="Shape 6244"/>
          <p:cNvSpPr/>
          <p:nvPr/>
        </p:nvSpPr>
        <p:spPr>
          <a:xfrm>
            <a:off x="8333002" y="7210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7" name="Shape 6245"/>
          <p:cNvSpPr/>
          <p:nvPr/>
        </p:nvSpPr>
        <p:spPr>
          <a:xfrm>
            <a:off x="8159443" y="7209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8" name="Shape 6246"/>
          <p:cNvSpPr/>
          <p:nvPr/>
        </p:nvSpPr>
        <p:spPr>
          <a:xfrm>
            <a:off x="8390070" y="7498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49" name="Shape 6247"/>
          <p:cNvSpPr/>
          <p:nvPr/>
        </p:nvSpPr>
        <p:spPr>
          <a:xfrm>
            <a:off x="8184350" y="71140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0" name="Shape 6248"/>
          <p:cNvSpPr/>
          <p:nvPr/>
        </p:nvSpPr>
        <p:spPr>
          <a:xfrm>
            <a:off x="8517851" y="71078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1" name="Shape 6249"/>
          <p:cNvSpPr/>
          <p:nvPr/>
        </p:nvSpPr>
        <p:spPr>
          <a:xfrm>
            <a:off x="8188588" y="7347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2" name="Shape 6250"/>
          <p:cNvSpPr/>
          <p:nvPr/>
        </p:nvSpPr>
        <p:spPr>
          <a:xfrm>
            <a:off x="8428166" y="71703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3" name="Shape 6251"/>
          <p:cNvSpPr/>
          <p:nvPr/>
        </p:nvSpPr>
        <p:spPr>
          <a:xfrm>
            <a:off x="8438935" y="71771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4" name="Shape 6252"/>
          <p:cNvSpPr/>
          <p:nvPr/>
        </p:nvSpPr>
        <p:spPr>
          <a:xfrm>
            <a:off x="8410219" y="7198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5" name="Shape 6253"/>
          <p:cNvSpPr/>
          <p:nvPr/>
        </p:nvSpPr>
        <p:spPr>
          <a:xfrm>
            <a:off x="8128323" y="7419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6" name="Shape 6254"/>
          <p:cNvSpPr/>
          <p:nvPr/>
        </p:nvSpPr>
        <p:spPr>
          <a:xfrm>
            <a:off x="8284611" y="74460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7" name="Shape 6255"/>
          <p:cNvSpPr/>
          <p:nvPr/>
        </p:nvSpPr>
        <p:spPr>
          <a:xfrm>
            <a:off x="8368643" y="7541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8" name="Shape 6256"/>
          <p:cNvSpPr/>
          <p:nvPr/>
        </p:nvSpPr>
        <p:spPr>
          <a:xfrm>
            <a:off x="8355952" y="7337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59" name="Shape 6257"/>
          <p:cNvSpPr/>
          <p:nvPr/>
        </p:nvSpPr>
        <p:spPr>
          <a:xfrm>
            <a:off x="8424335" y="74763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0" name="Shape 6258"/>
          <p:cNvSpPr/>
          <p:nvPr/>
        </p:nvSpPr>
        <p:spPr>
          <a:xfrm>
            <a:off x="8161317" y="74986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1" name="Shape 6259"/>
          <p:cNvSpPr/>
          <p:nvPr/>
        </p:nvSpPr>
        <p:spPr>
          <a:xfrm>
            <a:off x="8342085" y="7187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2" name="Shape 6260"/>
          <p:cNvSpPr/>
          <p:nvPr/>
        </p:nvSpPr>
        <p:spPr>
          <a:xfrm>
            <a:off x="8115454" y="72486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3" name="Shape 6261"/>
          <p:cNvSpPr/>
          <p:nvPr/>
        </p:nvSpPr>
        <p:spPr>
          <a:xfrm>
            <a:off x="8521113" y="73808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4" name="Shape 6262"/>
          <p:cNvSpPr/>
          <p:nvPr/>
        </p:nvSpPr>
        <p:spPr>
          <a:xfrm>
            <a:off x="8248985" y="7592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5" name="Shape 6263"/>
          <p:cNvSpPr/>
          <p:nvPr/>
        </p:nvSpPr>
        <p:spPr>
          <a:xfrm>
            <a:off x="8295350" y="7262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6" name="Shape 6264"/>
          <p:cNvSpPr/>
          <p:nvPr/>
        </p:nvSpPr>
        <p:spPr>
          <a:xfrm>
            <a:off x="8381436" y="72102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7" name="Shape 6265"/>
          <p:cNvSpPr/>
          <p:nvPr/>
        </p:nvSpPr>
        <p:spPr>
          <a:xfrm>
            <a:off x="8279489" y="74154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8" name="Shape 6266"/>
          <p:cNvSpPr/>
          <p:nvPr/>
        </p:nvSpPr>
        <p:spPr>
          <a:xfrm>
            <a:off x="8145881" y="7303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69" name="Shape 6267"/>
          <p:cNvSpPr/>
          <p:nvPr/>
        </p:nvSpPr>
        <p:spPr>
          <a:xfrm>
            <a:off x="8451486" y="74045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0" name="Shape 6268"/>
          <p:cNvSpPr/>
          <p:nvPr/>
        </p:nvSpPr>
        <p:spPr>
          <a:xfrm>
            <a:off x="8518063" y="7314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1" name="Shape 6269"/>
          <p:cNvSpPr/>
          <p:nvPr/>
        </p:nvSpPr>
        <p:spPr>
          <a:xfrm>
            <a:off x="8147883" y="74332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2" name="Shape 6270"/>
          <p:cNvSpPr/>
          <p:nvPr/>
        </p:nvSpPr>
        <p:spPr>
          <a:xfrm>
            <a:off x="8282709" y="70769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3" name="Shape 6271"/>
          <p:cNvSpPr/>
          <p:nvPr/>
        </p:nvSpPr>
        <p:spPr>
          <a:xfrm>
            <a:off x="8459302" y="67002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4" name="Shape 6272"/>
          <p:cNvSpPr/>
          <p:nvPr/>
        </p:nvSpPr>
        <p:spPr>
          <a:xfrm>
            <a:off x="8503072" y="73871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5" name="Shape 6273"/>
          <p:cNvSpPr/>
          <p:nvPr/>
        </p:nvSpPr>
        <p:spPr>
          <a:xfrm>
            <a:off x="8274897" y="72485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6" name="Shape 6274"/>
          <p:cNvSpPr/>
          <p:nvPr/>
        </p:nvSpPr>
        <p:spPr>
          <a:xfrm>
            <a:off x="8291226" y="7441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7" name="Shape 6275"/>
          <p:cNvSpPr/>
          <p:nvPr/>
        </p:nvSpPr>
        <p:spPr>
          <a:xfrm>
            <a:off x="8237899" y="7581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8" name="Shape 6276"/>
          <p:cNvSpPr/>
          <p:nvPr/>
        </p:nvSpPr>
        <p:spPr>
          <a:xfrm>
            <a:off x="8172488" y="7672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79" name="Shape 6277"/>
          <p:cNvSpPr/>
          <p:nvPr/>
        </p:nvSpPr>
        <p:spPr>
          <a:xfrm>
            <a:off x="8258387" y="76097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0" name="Shape 6278"/>
          <p:cNvSpPr/>
          <p:nvPr/>
        </p:nvSpPr>
        <p:spPr>
          <a:xfrm>
            <a:off x="8335923" y="75116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1" name="Shape 6279"/>
          <p:cNvSpPr/>
          <p:nvPr/>
        </p:nvSpPr>
        <p:spPr>
          <a:xfrm>
            <a:off x="8332080" y="76068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2" name="Shape 6280"/>
          <p:cNvSpPr/>
          <p:nvPr/>
        </p:nvSpPr>
        <p:spPr>
          <a:xfrm>
            <a:off x="8379189" y="7492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3" name="Shape 6281"/>
          <p:cNvSpPr/>
          <p:nvPr/>
        </p:nvSpPr>
        <p:spPr>
          <a:xfrm>
            <a:off x="8152849" y="7633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4" name="Shape 6282"/>
          <p:cNvSpPr/>
          <p:nvPr/>
        </p:nvSpPr>
        <p:spPr>
          <a:xfrm>
            <a:off x="8340558" y="74898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5" name="Shape 6283"/>
          <p:cNvSpPr/>
          <p:nvPr/>
        </p:nvSpPr>
        <p:spPr>
          <a:xfrm>
            <a:off x="8421056" y="7567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6" name="Shape 6284"/>
          <p:cNvSpPr/>
          <p:nvPr/>
        </p:nvSpPr>
        <p:spPr>
          <a:xfrm>
            <a:off x="8133443" y="75849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7" name="Shape 6285"/>
          <p:cNvSpPr/>
          <p:nvPr/>
        </p:nvSpPr>
        <p:spPr>
          <a:xfrm>
            <a:off x="8435233" y="70248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8" name="Shape 6286"/>
          <p:cNvSpPr/>
          <p:nvPr/>
        </p:nvSpPr>
        <p:spPr>
          <a:xfrm>
            <a:off x="8477012" y="74057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89" name="Shape 6287"/>
          <p:cNvSpPr/>
          <p:nvPr/>
        </p:nvSpPr>
        <p:spPr>
          <a:xfrm>
            <a:off x="8309782" y="7345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0" name="Shape 6288"/>
          <p:cNvSpPr/>
          <p:nvPr/>
        </p:nvSpPr>
        <p:spPr>
          <a:xfrm>
            <a:off x="8163131" y="73212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1" name="Shape 6289"/>
          <p:cNvSpPr/>
          <p:nvPr/>
        </p:nvSpPr>
        <p:spPr>
          <a:xfrm>
            <a:off x="8494657" y="73427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2" name="Shape 6290"/>
          <p:cNvSpPr/>
          <p:nvPr/>
        </p:nvSpPr>
        <p:spPr>
          <a:xfrm>
            <a:off x="8402049" y="75634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3" name="Shape 6291"/>
          <p:cNvSpPr/>
          <p:nvPr/>
        </p:nvSpPr>
        <p:spPr>
          <a:xfrm>
            <a:off x="8360184" y="71247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4" name="Shape 6292"/>
          <p:cNvSpPr/>
          <p:nvPr/>
        </p:nvSpPr>
        <p:spPr>
          <a:xfrm>
            <a:off x="8411555" y="75564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5" name="Shape 6293"/>
          <p:cNvSpPr/>
          <p:nvPr/>
        </p:nvSpPr>
        <p:spPr>
          <a:xfrm>
            <a:off x="8310690" y="72685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6" name="Shape 6294"/>
          <p:cNvSpPr/>
          <p:nvPr/>
        </p:nvSpPr>
        <p:spPr>
          <a:xfrm>
            <a:off x="8374066" y="75898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7" name="Shape 6295"/>
          <p:cNvSpPr/>
          <p:nvPr/>
        </p:nvSpPr>
        <p:spPr>
          <a:xfrm>
            <a:off x="8165016" y="74591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8" name="Shape 6296"/>
          <p:cNvSpPr/>
          <p:nvPr/>
        </p:nvSpPr>
        <p:spPr>
          <a:xfrm>
            <a:off x="8238194" y="75337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299" name="Shape 6297"/>
          <p:cNvSpPr/>
          <p:nvPr/>
        </p:nvSpPr>
        <p:spPr>
          <a:xfrm>
            <a:off x="8110399" y="5626100"/>
            <a:ext cx="76200" cy="63500"/>
          </a:xfrm>
          <a:prstGeom prst="triangle">
            <a:avLst/>
          </a:prstGeom>
          <a:solidFill>
            <a:srgbClr val="5879BD">
              <a:alpha val="82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0" name="Shape 6298"/>
          <p:cNvSpPr/>
          <p:nvPr/>
        </p:nvSpPr>
        <p:spPr>
          <a:xfrm>
            <a:off x="8409239" y="7813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1" name="Shape 6299"/>
          <p:cNvSpPr/>
          <p:nvPr/>
        </p:nvSpPr>
        <p:spPr>
          <a:xfrm>
            <a:off x="8482481" y="75640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2" name="Shape 6300"/>
          <p:cNvSpPr/>
          <p:nvPr/>
        </p:nvSpPr>
        <p:spPr>
          <a:xfrm>
            <a:off x="8466689" y="71566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3" name="Shape 6301"/>
          <p:cNvSpPr/>
          <p:nvPr/>
        </p:nvSpPr>
        <p:spPr>
          <a:xfrm>
            <a:off x="8176259" y="7109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4" name="Shape 6302"/>
          <p:cNvSpPr/>
          <p:nvPr/>
        </p:nvSpPr>
        <p:spPr>
          <a:xfrm>
            <a:off x="8242410" y="6981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5" name="Shape 6303"/>
          <p:cNvSpPr/>
          <p:nvPr/>
        </p:nvSpPr>
        <p:spPr>
          <a:xfrm>
            <a:off x="8233959" y="68410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6" name="Shape 6304"/>
          <p:cNvSpPr/>
          <p:nvPr/>
        </p:nvSpPr>
        <p:spPr>
          <a:xfrm>
            <a:off x="8228067" y="69147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7" name="Shape 6305"/>
          <p:cNvSpPr/>
          <p:nvPr/>
        </p:nvSpPr>
        <p:spPr>
          <a:xfrm>
            <a:off x="8429589" y="72626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8" name="Shape 6306"/>
          <p:cNvSpPr/>
          <p:nvPr/>
        </p:nvSpPr>
        <p:spPr>
          <a:xfrm>
            <a:off x="8416510" y="71314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09" name="Shape 6307"/>
          <p:cNvSpPr/>
          <p:nvPr/>
        </p:nvSpPr>
        <p:spPr>
          <a:xfrm>
            <a:off x="8496560" y="71345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0" name="Shape 6308"/>
          <p:cNvSpPr/>
          <p:nvPr/>
        </p:nvSpPr>
        <p:spPr>
          <a:xfrm>
            <a:off x="8354286" y="68525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1" name="Shape 6309"/>
          <p:cNvSpPr/>
          <p:nvPr/>
        </p:nvSpPr>
        <p:spPr>
          <a:xfrm>
            <a:off x="8515373" y="68672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2" name="Shape 6310"/>
          <p:cNvSpPr/>
          <p:nvPr/>
        </p:nvSpPr>
        <p:spPr>
          <a:xfrm>
            <a:off x="8267643" y="6938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3" name="Shape 6311"/>
          <p:cNvSpPr/>
          <p:nvPr/>
        </p:nvSpPr>
        <p:spPr>
          <a:xfrm>
            <a:off x="8292713" y="67094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4" name="Shape 6312"/>
          <p:cNvSpPr/>
          <p:nvPr/>
        </p:nvSpPr>
        <p:spPr>
          <a:xfrm>
            <a:off x="8301092" y="7243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5" name="Shape 6313"/>
          <p:cNvSpPr/>
          <p:nvPr/>
        </p:nvSpPr>
        <p:spPr>
          <a:xfrm>
            <a:off x="8305134" y="67928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6" name="Shape 6314"/>
          <p:cNvSpPr/>
          <p:nvPr/>
        </p:nvSpPr>
        <p:spPr>
          <a:xfrm>
            <a:off x="8253400" y="69422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7" name="Shape 6315"/>
          <p:cNvSpPr/>
          <p:nvPr/>
        </p:nvSpPr>
        <p:spPr>
          <a:xfrm>
            <a:off x="8195396" y="69211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8" name="Shape 6316"/>
          <p:cNvSpPr/>
          <p:nvPr/>
        </p:nvSpPr>
        <p:spPr>
          <a:xfrm>
            <a:off x="8285474" y="69119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19" name="Shape 6317"/>
          <p:cNvSpPr/>
          <p:nvPr/>
        </p:nvSpPr>
        <p:spPr>
          <a:xfrm>
            <a:off x="8433386" y="6952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0" name="Shape 6318"/>
          <p:cNvSpPr/>
          <p:nvPr/>
        </p:nvSpPr>
        <p:spPr>
          <a:xfrm>
            <a:off x="8213399" y="72412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1" name="Shape 6319"/>
          <p:cNvSpPr/>
          <p:nvPr/>
        </p:nvSpPr>
        <p:spPr>
          <a:xfrm>
            <a:off x="8431261" y="7070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2" name="Shape 6320"/>
          <p:cNvSpPr/>
          <p:nvPr/>
        </p:nvSpPr>
        <p:spPr>
          <a:xfrm>
            <a:off x="8315600" y="7358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3" name="Shape 6321"/>
          <p:cNvSpPr/>
          <p:nvPr/>
        </p:nvSpPr>
        <p:spPr>
          <a:xfrm>
            <a:off x="8345113" y="6931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4" name="Shape 6322"/>
          <p:cNvSpPr/>
          <p:nvPr/>
        </p:nvSpPr>
        <p:spPr>
          <a:xfrm>
            <a:off x="8537353" y="73529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5" name="Shape 6323"/>
          <p:cNvSpPr/>
          <p:nvPr/>
        </p:nvSpPr>
        <p:spPr>
          <a:xfrm>
            <a:off x="8393645" y="7727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6" name="Shape 6324"/>
          <p:cNvSpPr/>
          <p:nvPr/>
        </p:nvSpPr>
        <p:spPr>
          <a:xfrm>
            <a:off x="8373694" y="74439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7" name="Shape 6325"/>
          <p:cNvSpPr/>
          <p:nvPr/>
        </p:nvSpPr>
        <p:spPr>
          <a:xfrm>
            <a:off x="8461145" y="75303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8" name="Shape 6326"/>
          <p:cNvSpPr/>
          <p:nvPr/>
        </p:nvSpPr>
        <p:spPr>
          <a:xfrm>
            <a:off x="8280175" y="75190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29" name="Shape 6327"/>
          <p:cNvSpPr/>
          <p:nvPr/>
        </p:nvSpPr>
        <p:spPr>
          <a:xfrm>
            <a:off x="8356536" y="7540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0" name="Shape 6328"/>
          <p:cNvSpPr/>
          <p:nvPr/>
        </p:nvSpPr>
        <p:spPr>
          <a:xfrm>
            <a:off x="8146577" y="73291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1" name="Shape 6329"/>
          <p:cNvSpPr/>
          <p:nvPr/>
        </p:nvSpPr>
        <p:spPr>
          <a:xfrm>
            <a:off x="8368815" y="74252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2" name="Shape 6330"/>
          <p:cNvSpPr/>
          <p:nvPr/>
        </p:nvSpPr>
        <p:spPr>
          <a:xfrm>
            <a:off x="8466142" y="78780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3" name="Shape 6331"/>
          <p:cNvSpPr/>
          <p:nvPr/>
        </p:nvSpPr>
        <p:spPr>
          <a:xfrm>
            <a:off x="8413461" y="77155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4" name="Shape 6332"/>
          <p:cNvSpPr/>
          <p:nvPr/>
        </p:nvSpPr>
        <p:spPr>
          <a:xfrm>
            <a:off x="8426875" y="7798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5" name="Shape 6333"/>
          <p:cNvSpPr/>
          <p:nvPr/>
        </p:nvSpPr>
        <p:spPr>
          <a:xfrm>
            <a:off x="8419187" y="7892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6" name="Shape 6334"/>
          <p:cNvSpPr/>
          <p:nvPr/>
        </p:nvSpPr>
        <p:spPr>
          <a:xfrm>
            <a:off x="8131084" y="73927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7" name="Shape 6335"/>
          <p:cNvSpPr/>
          <p:nvPr/>
        </p:nvSpPr>
        <p:spPr>
          <a:xfrm>
            <a:off x="8234040" y="73943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8" name="Shape 6336"/>
          <p:cNvSpPr/>
          <p:nvPr/>
        </p:nvSpPr>
        <p:spPr>
          <a:xfrm>
            <a:off x="8506626" y="7360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39" name="Shape 6337"/>
          <p:cNvSpPr/>
          <p:nvPr/>
        </p:nvSpPr>
        <p:spPr>
          <a:xfrm>
            <a:off x="8351956" y="7402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0" name="Shape 6338"/>
          <p:cNvSpPr/>
          <p:nvPr/>
        </p:nvSpPr>
        <p:spPr>
          <a:xfrm>
            <a:off x="8458522" y="73933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1" name="Shape 6339"/>
          <p:cNvSpPr/>
          <p:nvPr/>
        </p:nvSpPr>
        <p:spPr>
          <a:xfrm>
            <a:off x="8234475" y="74084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2" name="Shape 6340"/>
          <p:cNvSpPr/>
          <p:nvPr/>
        </p:nvSpPr>
        <p:spPr>
          <a:xfrm>
            <a:off x="8474440" y="74015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3" name="Shape 6341"/>
          <p:cNvSpPr/>
          <p:nvPr/>
        </p:nvSpPr>
        <p:spPr>
          <a:xfrm>
            <a:off x="8435023" y="7365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4" name="Shape 6342"/>
          <p:cNvSpPr/>
          <p:nvPr/>
        </p:nvSpPr>
        <p:spPr>
          <a:xfrm>
            <a:off x="8499933" y="7400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5" name="Shape 6343"/>
          <p:cNvSpPr/>
          <p:nvPr/>
        </p:nvSpPr>
        <p:spPr>
          <a:xfrm>
            <a:off x="8171111" y="74115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6" name="Shape 6344"/>
          <p:cNvSpPr/>
          <p:nvPr/>
        </p:nvSpPr>
        <p:spPr>
          <a:xfrm>
            <a:off x="8537431" y="74333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7" name="Shape 6345"/>
          <p:cNvSpPr/>
          <p:nvPr/>
        </p:nvSpPr>
        <p:spPr>
          <a:xfrm>
            <a:off x="8373349" y="74112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8" name="Shape 6346"/>
          <p:cNvSpPr/>
          <p:nvPr/>
        </p:nvSpPr>
        <p:spPr>
          <a:xfrm>
            <a:off x="8516988" y="74271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49" name="Shape 6347"/>
          <p:cNvSpPr/>
          <p:nvPr/>
        </p:nvSpPr>
        <p:spPr>
          <a:xfrm>
            <a:off x="8462861" y="73957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0" name="Shape 6348"/>
          <p:cNvSpPr/>
          <p:nvPr/>
        </p:nvSpPr>
        <p:spPr>
          <a:xfrm>
            <a:off x="8149530" y="76144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1" name="Shape 6349"/>
          <p:cNvSpPr/>
          <p:nvPr/>
        </p:nvSpPr>
        <p:spPr>
          <a:xfrm>
            <a:off x="8362461" y="76639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2" name="Shape 6350"/>
          <p:cNvSpPr/>
          <p:nvPr/>
        </p:nvSpPr>
        <p:spPr>
          <a:xfrm>
            <a:off x="8194639" y="7382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3" name="Shape 6351"/>
          <p:cNvSpPr/>
          <p:nvPr/>
        </p:nvSpPr>
        <p:spPr>
          <a:xfrm>
            <a:off x="8229852" y="75481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4" name="Shape 6352"/>
          <p:cNvSpPr/>
          <p:nvPr/>
        </p:nvSpPr>
        <p:spPr>
          <a:xfrm>
            <a:off x="8507765" y="76709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5" name="Shape 6353"/>
          <p:cNvSpPr/>
          <p:nvPr/>
        </p:nvSpPr>
        <p:spPr>
          <a:xfrm>
            <a:off x="8152917" y="75568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6" name="Shape 6354"/>
          <p:cNvSpPr/>
          <p:nvPr/>
        </p:nvSpPr>
        <p:spPr>
          <a:xfrm>
            <a:off x="8525582" y="72361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7" name="Shape 6355"/>
          <p:cNvSpPr/>
          <p:nvPr/>
        </p:nvSpPr>
        <p:spPr>
          <a:xfrm>
            <a:off x="8169538" y="72285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8" name="Shape 6356"/>
          <p:cNvSpPr/>
          <p:nvPr/>
        </p:nvSpPr>
        <p:spPr>
          <a:xfrm>
            <a:off x="8297431" y="66894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59" name="Shape 6357"/>
          <p:cNvSpPr/>
          <p:nvPr/>
        </p:nvSpPr>
        <p:spPr>
          <a:xfrm>
            <a:off x="8405372" y="72617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0" name="Shape 6358"/>
          <p:cNvSpPr/>
          <p:nvPr/>
        </p:nvSpPr>
        <p:spPr>
          <a:xfrm>
            <a:off x="8412626" y="7496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1" name="Shape 6359"/>
          <p:cNvSpPr/>
          <p:nvPr/>
        </p:nvSpPr>
        <p:spPr>
          <a:xfrm>
            <a:off x="8119104" y="7717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2" name="Shape 6360"/>
          <p:cNvSpPr/>
          <p:nvPr/>
        </p:nvSpPr>
        <p:spPr>
          <a:xfrm>
            <a:off x="8283076" y="76587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3" name="Shape 6361"/>
          <p:cNvSpPr/>
          <p:nvPr/>
        </p:nvSpPr>
        <p:spPr>
          <a:xfrm>
            <a:off x="8447112" y="76076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4" name="Shape 6362"/>
          <p:cNvSpPr/>
          <p:nvPr/>
        </p:nvSpPr>
        <p:spPr>
          <a:xfrm>
            <a:off x="8124156" y="77079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5" name="Shape 6363"/>
          <p:cNvSpPr/>
          <p:nvPr/>
        </p:nvSpPr>
        <p:spPr>
          <a:xfrm>
            <a:off x="8491360" y="7758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6" name="Shape 6364"/>
          <p:cNvSpPr/>
          <p:nvPr/>
        </p:nvSpPr>
        <p:spPr>
          <a:xfrm>
            <a:off x="8405584" y="7720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7" name="Shape 6365"/>
          <p:cNvSpPr/>
          <p:nvPr/>
        </p:nvSpPr>
        <p:spPr>
          <a:xfrm>
            <a:off x="8199595" y="77313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8" name="Shape 6366"/>
          <p:cNvSpPr/>
          <p:nvPr/>
        </p:nvSpPr>
        <p:spPr>
          <a:xfrm>
            <a:off x="8299032" y="77509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69" name="Shape 6367"/>
          <p:cNvSpPr/>
          <p:nvPr/>
        </p:nvSpPr>
        <p:spPr>
          <a:xfrm>
            <a:off x="8218593" y="6948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0" name="Shape 6368"/>
          <p:cNvSpPr/>
          <p:nvPr/>
        </p:nvSpPr>
        <p:spPr>
          <a:xfrm>
            <a:off x="8432637" y="72447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1" name="Shape 6369"/>
          <p:cNvSpPr/>
          <p:nvPr/>
        </p:nvSpPr>
        <p:spPr>
          <a:xfrm>
            <a:off x="8411580" y="78072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2" name="Shape 6370"/>
          <p:cNvSpPr/>
          <p:nvPr/>
        </p:nvSpPr>
        <p:spPr>
          <a:xfrm>
            <a:off x="8172552" y="7846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3" name="Shape 6371"/>
          <p:cNvSpPr/>
          <p:nvPr/>
        </p:nvSpPr>
        <p:spPr>
          <a:xfrm>
            <a:off x="8197553" y="70566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4" name="Shape 6372"/>
          <p:cNvSpPr/>
          <p:nvPr/>
        </p:nvSpPr>
        <p:spPr>
          <a:xfrm>
            <a:off x="8318840" y="75474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5" name="Shape 6373"/>
          <p:cNvSpPr/>
          <p:nvPr/>
        </p:nvSpPr>
        <p:spPr>
          <a:xfrm>
            <a:off x="8317058" y="74034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6" name="Shape 6374"/>
          <p:cNvSpPr/>
          <p:nvPr/>
        </p:nvSpPr>
        <p:spPr>
          <a:xfrm>
            <a:off x="8342573" y="7378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7" name="Shape 6375"/>
          <p:cNvSpPr/>
          <p:nvPr/>
        </p:nvSpPr>
        <p:spPr>
          <a:xfrm>
            <a:off x="8144578" y="7442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8" name="Shape 6376"/>
          <p:cNvSpPr/>
          <p:nvPr/>
        </p:nvSpPr>
        <p:spPr>
          <a:xfrm>
            <a:off x="8116747" y="74367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79" name="Shape 6377"/>
          <p:cNvSpPr/>
          <p:nvPr/>
        </p:nvSpPr>
        <p:spPr>
          <a:xfrm>
            <a:off x="8232723" y="73963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80" name="Shape 6378"/>
          <p:cNvSpPr/>
          <p:nvPr/>
        </p:nvSpPr>
        <p:spPr>
          <a:xfrm>
            <a:off x="8275774" y="74332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81" name="Shape 6379"/>
          <p:cNvSpPr/>
          <p:nvPr/>
        </p:nvSpPr>
        <p:spPr>
          <a:xfrm>
            <a:off x="8324789" y="73925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82" name="Shape 6380"/>
          <p:cNvSpPr/>
          <p:nvPr/>
        </p:nvSpPr>
        <p:spPr>
          <a:xfrm>
            <a:off x="8436137" y="7370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383" name="Shape 6381"/>
          <p:cNvSpPr/>
          <p:nvPr/>
        </p:nvSpPr>
        <p:spPr>
          <a:xfrm>
            <a:off x="8343900" y="6958644"/>
            <a:ext cx="0" cy="791401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6384" name="Shape 6382"/>
          <p:cNvSpPr/>
          <p:nvPr/>
        </p:nvSpPr>
        <p:spPr>
          <a:xfrm>
            <a:off x="8229600" y="7750045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6385" name="Shape 6383"/>
          <p:cNvSpPr/>
          <p:nvPr/>
        </p:nvSpPr>
        <p:spPr>
          <a:xfrm>
            <a:off x="8229600" y="6958644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6386" name="Shape 6384"/>
          <p:cNvSpPr/>
          <p:nvPr/>
        </p:nvSpPr>
        <p:spPr>
          <a:xfrm>
            <a:off x="8178800" y="7258209"/>
            <a:ext cx="330200" cy="285881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6387" name="Shape 6385"/>
          <p:cNvSpPr/>
          <p:nvPr/>
        </p:nvSpPr>
        <p:spPr>
          <a:xfrm>
            <a:off x="8178800" y="7422853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6388" name="Shape 6386"/>
          <p:cNvSpPr/>
          <p:nvPr/>
        </p:nvSpPr>
        <p:spPr>
          <a:xfrm>
            <a:off x="8013700" y="82296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6389" name="Text 6387"/>
          <p:cNvSpPr/>
          <p:nvPr/>
        </p:nvSpPr>
        <p:spPr>
          <a:xfrm>
            <a:off x="6934200" y="83375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PocketXMol-official</a:t>
            </a:r>
          </a:p>
        </p:txBody>
      </p:sp>
      <p:sp>
        <p:nvSpPr>
          <p:cNvPr id="6390" name="Shape 6388"/>
          <p:cNvSpPr/>
          <p:nvPr/>
        </p:nvSpPr>
        <p:spPr>
          <a:xfrm>
            <a:off x="10094992" y="7614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1" name="Shape 6389"/>
          <p:cNvSpPr/>
          <p:nvPr/>
        </p:nvSpPr>
        <p:spPr>
          <a:xfrm>
            <a:off x="10052044" y="76305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2" name="Shape 6390"/>
          <p:cNvSpPr/>
          <p:nvPr/>
        </p:nvSpPr>
        <p:spPr>
          <a:xfrm>
            <a:off x="9804058" y="76396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3" name="Shape 6391"/>
          <p:cNvSpPr/>
          <p:nvPr/>
        </p:nvSpPr>
        <p:spPr>
          <a:xfrm>
            <a:off x="10021974" y="75756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4" name="Shape 6392"/>
          <p:cNvSpPr/>
          <p:nvPr/>
        </p:nvSpPr>
        <p:spPr>
          <a:xfrm>
            <a:off x="9686840" y="76122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5" name="Shape 6393"/>
          <p:cNvSpPr/>
          <p:nvPr/>
        </p:nvSpPr>
        <p:spPr>
          <a:xfrm>
            <a:off x="9885656" y="7607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6" name="Shape 6394"/>
          <p:cNvSpPr/>
          <p:nvPr/>
        </p:nvSpPr>
        <p:spPr>
          <a:xfrm>
            <a:off x="9855548" y="76405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7" name="Shape 6395"/>
          <p:cNvSpPr/>
          <p:nvPr/>
        </p:nvSpPr>
        <p:spPr>
          <a:xfrm>
            <a:off x="9910525" y="76146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8" name="Shape 6396"/>
          <p:cNvSpPr/>
          <p:nvPr/>
        </p:nvSpPr>
        <p:spPr>
          <a:xfrm>
            <a:off x="9889688" y="76431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99" name="Shape 6397"/>
          <p:cNvSpPr/>
          <p:nvPr/>
        </p:nvSpPr>
        <p:spPr>
          <a:xfrm>
            <a:off x="10099566" y="77133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0" name="Shape 6398"/>
          <p:cNvSpPr/>
          <p:nvPr/>
        </p:nvSpPr>
        <p:spPr>
          <a:xfrm>
            <a:off x="9900670" y="76468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1" name="Shape 6399"/>
          <p:cNvSpPr/>
          <p:nvPr/>
        </p:nvSpPr>
        <p:spPr>
          <a:xfrm>
            <a:off x="10045217" y="7632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2" name="Shape 6400"/>
          <p:cNvSpPr/>
          <p:nvPr/>
        </p:nvSpPr>
        <p:spPr>
          <a:xfrm>
            <a:off x="9886613" y="7667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3" name="Shape 6401"/>
          <p:cNvSpPr/>
          <p:nvPr/>
        </p:nvSpPr>
        <p:spPr>
          <a:xfrm>
            <a:off x="10088336" y="7611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4" name="Shape 6402"/>
          <p:cNvSpPr/>
          <p:nvPr/>
        </p:nvSpPr>
        <p:spPr>
          <a:xfrm>
            <a:off x="9726928" y="7719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5" name="Shape 6403"/>
          <p:cNvSpPr/>
          <p:nvPr/>
        </p:nvSpPr>
        <p:spPr>
          <a:xfrm>
            <a:off x="9718581" y="77026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6" name="Shape 6404"/>
          <p:cNvSpPr/>
          <p:nvPr/>
        </p:nvSpPr>
        <p:spPr>
          <a:xfrm>
            <a:off x="9744288" y="76053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7" name="Shape 6405"/>
          <p:cNvSpPr/>
          <p:nvPr/>
        </p:nvSpPr>
        <p:spPr>
          <a:xfrm>
            <a:off x="9834088" y="77633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8" name="Shape 6406"/>
          <p:cNvSpPr/>
          <p:nvPr/>
        </p:nvSpPr>
        <p:spPr>
          <a:xfrm>
            <a:off x="9735661" y="76385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09" name="Shape 6407"/>
          <p:cNvSpPr/>
          <p:nvPr/>
        </p:nvSpPr>
        <p:spPr>
          <a:xfrm>
            <a:off x="10045463" y="75811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0" name="Shape 6408"/>
          <p:cNvSpPr/>
          <p:nvPr/>
        </p:nvSpPr>
        <p:spPr>
          <a:xfrm>
            <a:off x="10058445" y="7686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1" name="Shape 6409"/>
          <p:cNvSpPr/>
          <p:nvPr/>
        </p:nvSpPr>
        <p:spPr>
          <a:xfrm>
            <a:off x="9744352" y="75965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2" name="Shape 6410"/>
          <p:cNvSpPr/>
          <p:nvPr/>
        </p:nvSpPr>
        <p:spPr>
          <a:xfrm>
            <a:off x="9849215" y="7623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3" name="Shape 6411"/>
          <p:cNvSpPr/>
          <p:nvPr/>
        </p:nvSpPr>
        <p:spPr>
          <a:xfrm>
            <a:off x="9718980" y="76603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4" name="Shape 6412"/>
          <p:cNvSpPr/>
          <p:nvPr/>
        </p:nvSpPr>
        <p:spPr>
          <a:xfrm>
            <a:off x="9703775" y="7688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5" name="Shape 6413"/>
          <p:cNvSpPr/>
          <p:nvPr/>
        </p:nvSpPr>
        <p:spPr>
          <a:xfrm>
            <a:off x="9872017" y="75844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6" name="Shape 6414"/>
          <p:cNvSpPr/>
          <p:nvPr/>
        </p:nvSpPr>
        <p:spPr>
          <a:xfrm>
            <a:off x="9751353" y="77064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7" name="Shape 6415"/>
          <p:cNvSpPr/>
          <p:nvPr/>
        </p:nvSpPr>
        <p:spPr>
          <a:xfrm>
            <a:off x="10068552" y="7661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8" name="Shape 6416"/>
          <p:cNvSpPr/>
          <p:nvPr/>
        </p:nvSpPr>
        <p:spPr>
          <a:xfrm>
            <a:off x="9823626" y="76467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19" name="Shape 6417"/>
          <p:cNvSpPr/>
          <p:nvPr/>
        </p:nvSpPr>
        <p:spPr>
          <a:xfrm>
            <a:off x="9788904" y="7680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0" name="Shape 6418"/>
          <p:cNvSpPr/>
          <p:nvPr/>
        </p:nvSpPr>
        <p:spPr>
          <a:xfrm>
            <a:off x="9676844" y="76526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1" name="Shape 6419"/>
          <p:cNvSpPr/>
          <p:nvPr/>
        </p:nvSpPr>
        <p:spPr>
          <a:xfrm>
            <a:off x="10095753" y="76223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2" name="Shape 6420"/>
          <p:cNvSpPr/>
          <p:nvPr/>
        </p:nvSpPr>
        <p:spPr>
          <a:xfrm>
            <a:off x="9856229" y="7664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3" name="Shape 6421"/>
          <p:cNvSpPr/>
          <p:nvPr/>
        </p:nvSpPr>
        <p:spPr>
          <a:xfrm>
            <a:off x="9822887" y="77064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4" name="Shape 6422"/>
          <p:cNvSpPr/>
          <p:nvPr/>
        </p:nvSpPr>
        <p:spPr>
          <a:xfrm>
            <a:off x="10071955" y="76535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5" name="Shape 6423"/>
          <p:cNvSpPr/>
          <p:nvPr/>
        </p:nvSpPr>
        <p:spPr>
          <a:xfrm>
            <a:off x="10022894" y="76875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6" name="Shape 6424"/>
          <p:cNvSpPr/>
          <p:nvPr/>
        </p:nvSpPr>
        <p:spPr>
          <a:xfrm>
            <a:off x="9715830" y="76577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7" name="Shape 6425"/>
          <p:cNvSpPr/>
          <p:nvPr/>
        </p:nvSpPr>
        <p:spPr>
          <a:xfrm>
            <a:off x="9792611" y="76255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8" name="Shape 6426"/>
          <p:cNvSpPr/>
          <p:nvPr/>
        </p:nvSpPr>
        <p:spPr>
          <a:xfrm>
            <a:off x="9836877" y="77008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29" name="Shape 6427"/>
          <p:cNvSpPr/>
          <p:nvPr/>
        </p:nvSpPr>
        <p:spPr>
          <a:xfrm>
            <a:off x="9799929" y="7676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0" name="Shape 6428"/>
          <p:cNvSpPr/>
          <p:nvPr/>
        </p:nvSpPr>
        <p:spPr>
          <a:xfrm>
            <a:off x="9956629" y="76476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1" name="Shape 6429"/>
          <p:cNvSpPr/>
          <p:nvPr/>
        </p:nvSpPr>
        <p:spPr>
          <a:xfrm>
            <a:off x="9835878" y="76514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2" name="Shape 6430"/>
          <p:cNvSpPr/>
          <p:nvPr/>
        </p:nvSpPr>
        <p:spPr>
          <a:xfrm>
            <a:off x="9733511" y="7646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3" name="Shape 6431"/>
          <p:cNvSpPr/>
          <p:nvPr/>
        </p:nvSpPr>
        <p:spPr>
          <a:xfrm>
            <a:off x="9757043" y="76331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4" name="Shape 6432"/>
          <p:cNvSpPr/>
          <p:nvPr/>
        </p:nvSpPr>
        <p:spPr>
          <a:xfrm>
            <a:off x="9676008" y="76955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5" name="Shape 6433"/>
          <p:cNvSpPr/>
          <p:nvPr/>
        </p:nvSpPr>
        <p:spPr>
          <a:xfrm>
            <a:off x="9882029" y="76280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6" name="Shape 6434"/>
          <p:cNvSpPr/>
          <p:nvPr/>
        </p:nvSpPr>
        <p:spPr>
          <a:xfrm>
            <a:off x="9817849" y="75756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7" name="Shape 6435"/>
          <p:cNvSpPr/>
          <p:nvPr/>
        </p:nvSpPr>
        <p:spPr>
          <a:xfrm>
            <a:off x="9672599" y="76178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8" name="Shape 6436"/>
          <p:cNvSpPr/>
          <p:nvPr/>
        </p:nvSpPr>
        <p:spPr>
          <a:xfrm>
            <a:off x="9881215" y="76730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39" name="Shape 6437"/>
          <p:cNvSpPr/>
          <p:nvPr/>
        </p:nvSpPr>
        <p:spPr>
          <a:xfrm>
            <a:off x="9892403" y="77314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0" name="Shape 6438"/>
          <p:cNvSpPr/>
          <p:nvPr/>
        </p:nvSpPr>
        <p:spPr>
          <a:xfrm>
            <a:off x="9800503" y="7630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1" name="Shape 6439"/>
          <p:cNvSpPr/>
          <p:nvPr/>
        </p:nvSpPr>
        <p:spPr>
          <a:xfrm>
            <a:off x="9786333" y="76722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2" name="Shape 6440"/>
          <p:cNvSpPr/>
          <p:nvPr/>
        </p:nvSpPr>
        <p:spPr>
          <a:xfrm>
            <a:off x="9942726" y="76450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3" name="Shape 6441"/>
          <p:cNvSpPr/>
          <p:nvPr/>
        </p:nvSpPr>
        <p:spPr>
          <a:xfrm>
            <a:off x="9702296" y="7636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4" name="Shape 6442"/>
          <p:cNvSpPr/>
          <p:nvPr/>
        </p:nvSpPr>
        <p:spPr>
          <a:xfrm>
            <a:off x="9816601" y="7723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5" name="Shape 6443"/>
          <p:cNvSpPr/>
          <p:nvPr/>
        </p:nvSpPr>
        <p:spPr>
          <a:xfrm>
            <a:off x="10029047" y="76021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6" name="Shape 6444"/>
          <p:cNvSpPr/>
          <p:nvPr/>
        </p:nvSpPr>
        <p:spPr>
          <a:xfrm>
            <a:off x="9914588" y="76496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7" name="Shape 6445"/>
          <p:cNvSpPr/>
          <p:nvPr/>
        </p:nvSpPr>
        <p:spPr>
          <a:xfrm>
            <a:off x="9976784" y="7650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8" name="Shape 6446"/>
          <p:cNvSpPr/>
          <p:nvPr/>
        </p:nvSpPr>
        <p:spPr>
          <a:xfrm>
            <a:off x="9854855" y="7605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49" name="Shape 6447"/>
          <p:cNvSpPr/>
          <p:nvPr/>
        </p:nvSpPr>
        <p:spPr>
          <a:xfrm>
            <a:off x="10054713" y="7650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0" name="Shape 6448"/>
          <p:cNvSpPr/>
          <p:nvPr/>
        </p:nvSpPr>
        <p:spPr>
          <a:xfrm>
            <a:off x="9735633" y="76255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1" name="Shape 6449"/>
          <p:cNvSpPr/>
          <p:nvPr/>
        </p:nvSpPr>
        <p:spPr>
          <a:xfrm>
            <a:off x="9882431" y="76436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2" name="Shape 6450"/>
          <p:cNvSpPr/>
          <p:nvPr/>
        </p:nvSpPr>
        <p:spPr>
          <a:xfrm>
            <a:off x="9949408" y="7648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3" name="Shape 6451"/>
          <p:cNvSpPr/>
          <p:nvPr/>
        </p:nvSpPr>
        <p:spPr>
          <a:xfrm>
            <a:off x="9701942" y="7673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4" name="Shape 6452"/>
          <p:cNvSpPr/>
          <p:nvPr/>
        </p:nvSpPr>
        <p:spPr>
          <a:xfrm>
            <a:off x="9879217" y="76000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5" name="Shape 6453"/>
          <p:cNvSpPr/>
          <p:nvPr/>
        </p:nvSpPr>
        <p:spPr>
          <a:xfrm>
            <a:off x="9807420" y="76572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6" name="Shape 6454"/>
          <p:cNvSpPr/>
          <p:nvPr/>
        </p:nvSpPr>
        <p:spPr>
          <a:xfrm>
            <a:off x="9678991" y="7633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7" name="Shape 6455"/>
          <p:cNvSpPr/>
          <p:nvPr/>
        </p:nvSpPr>
        <p:spPr>
          <a:xfrm>
            <a:off x="9947420" y="76269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8" name="Shape 6456"/>
          <p:cNvSpPr/>
          <p:nvPr/>
        </p:nvSpPr>
        <p:spPr>
          <a:xfrm>
            <a:off x="9956841" y="76401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59" name="Shape 6457"/>
          <p:cNvSpPr/>
          <p:nvPr/>
        </p:nvSpPr>
        <p:spPr>
          <a:xfrm>
            <a:off x="9785331" y="7645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0" name="Shape 6458"/>
          <p:cNvSpPr/>
          <p:nvPr/>
        </p:nvSpPr>
        <p:spPr>
          <a:xfrm>
            <a:off x="9883613" y="76680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1" name="Shape 6459"/>
          <p:cNvSpPr/>
          <p:nvPr/>
        </p:nvSpPr>
        <p:spPr>
          <a:xfrm>
            <a:off x="10046827" y="7650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2" name="Shape 6460"/>
          <p:cNvSpPr/>
          <p:nvPr/>
        </p:nvSpPr>
        <p:spPr>
          <a:xfrm>
            <a:off x="9913358" y="76823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3" name="Shape 6461"/>
          <p:cNvSpPr/>
          <p:nvPr/>
        </p:nvSpPr>
        <p:spPr>
          <a:xfrm>
            <a:off x="9864156" y="76377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4" name="Shape 6462"/>
          <p:cNvSpPr/>
          <p:nvPr/>
        </p:nvSpPr>
        <p:spPr>
          <a:xfrm>
            <a:off x="9726995" y="76123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5" name="Shape 6463"/>
          <p:cNvSpPr/>
          <p:nvPr/>
        </p:nvSpPr>
        <p:spPr>
          <a:xfrm>
            <a:off x="9893804" y="76585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6" name="Shape 6464"/>
          <p:cNvSpPr/>
          <p:nvPr/>
        </p:nvSpPr>
        <p:spPr>
          <a:xfrm>
            <a:off x="9991858" y="76769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7" name="Shape 6465"/>
          <p:cNvSpPr/>
          <p:nvPr/>
        </p:nvSpPr>
        <p:spPr>
          <a:xfrm>
            <a:off x="9839106" y="76105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8" name="Shape 6466"/>
          <p:cNvSpPr/>
          <p:nvPr/>
        </p:nvSpPr>
        <p:spPr>
          <a:xfrm>
            <a:off x="10067936" y="74145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69" name="Shape 6467"/>
          <p:cNvSpPr/>
          <p:nvPr/>
        </p:nvSpPr>
        <p:spPr>
          <a:xfrm>
            <a:off x="9907577" y="77365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0" name="Shape 6468"/>
          <p:cNvSpPr/>
          <p:nvPr/>
        </p:nvSpPr>
        <p:spPr>
          <a:xfrm>
            <a:off x="9699741" y="7544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1" name="Shape 6469"/>
          <p:cNvSpPr/>
          <p:nvPr/>
        </p:nvSpPr>
        <p:spPr>
          <a:xfrm>
            <a:off x="9834168" y="76318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2" name="Shape 6470"/>
          <p:cNvSpPr/>
          <p:nvPr/>
        </p:nvSpPr>
        <p:spPr>
          <a:xfrm>
            <a:off x="9981122" y="7628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3" name="Shape 6471"/>
          <p:cNvSpPr/>
          <p:nvPr/>
        </p:nvSpPr>
        <p:spPr>
          <a:xfrm>
            <a:off x="10062049" y="76948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4" name="Shape 6472"/>
          <p:cNvSpPr/>
          <p:nvPr/>
        </p:nvSpPr>
        <p:spPr>
          <a:xfrm>
            <a:off x="9811153" y="78241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5" name="Shape 6473"/>
          <p:cNvSpPr/>
          <p:nvPr/>
        </p:nvSpPr>
        <p:spPr>
          <a:xfrm>
            <a:off x="10057206" y="75801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6" name="Shape 6474"/>
          <p:cNvSpPr/>
          <p:nvPr/>
        </p:nvSpPr>
        <p:spPr>
          <a:xfrm>
            <a:off x="9814137" y="76251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7" name="Shape 6475"/>
          <p:cNvSpPr/>
          <p:nvPr/>
        </p:nvSpPr>
        <p:spPr>
          <a:xfrm>
            <a:off x="9930585" y="7689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8" name="Shape 6476"/>
          <p:cNvSpPr/>
          <p:nvPr/>
        </p:nvSpPr>
        <p:spPr>
          <a:xfrm>
            <a:off x="10083059" y="7708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79" name="Shape 6477"/>
          <p:cNvSpPr/>
          <p:nvPr/>
        </p:nvSpPr>
        <p:spPr>
          <a:xfrm>
            <a:off x="9691417" y="7867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0" name="Shape 6478"/>
          <p:cNvSpPr/>
          <p:nvPr/>
        </p:nvSpPr>
        <p:spPr>
          <a:xfrm>
            <a:off x="9691611" y="79371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1" name="Shape 6479"/>
          <p:cNvSpPr/>
          <p:nvPr/>
        </p:nvSpPr>
        <p:spPr>
          <a:xfrm>
            <a:off x="10079108" y="78211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2" name="Shape 6480"/>
          <p:cNvSpPr/>
          <p:nvPr/>
        </p:nvSpPr>
        <p:spPr>
          <a:xfrm>
            <a:off x="9780721" y="7969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3" name="Shape 6481"/>
          <p:cNvSpPr/>
          <p:nvPr/>
        </p:nvSpPr>
        <p:spPr>
          <a:xfrm>
            <a:off x="9917371" y="7927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4" name="Shape 6482"/>
          <p:cNvSpPr/>
          <p:nvPr/>
        </p:nvSpPr>
        <p:spPr>
          <a:xfrm>
            <a:off x="9671653" y="79118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5" name="Shape 6483"/>
          <p:cNvSpPr/>
          <p:nvPr/>
        </p:nvSpPr>
        <p:spPr>
          <a:xfrm>
            <a:off x="9906107" y="79889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6" name="Shape 6484"/>
          <p:cNvSpPr/>
          <p:nvPr/>
        </p:nvSpPr>
        <p:spPr>
          <a:xfrm>
            <a:off x="9866000" y="77747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7" name="Shape 6485"/>
          <p:cNvSpPr/>
          <p:nvPr/>
        </p:nvSpPr>
        <p:spPr>
          <a:xfrm>
            <a:off x="10026326" y="75864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8" name="Shape 6486"/>
          <p:cNvSpPr/>
          <p:nvPr/>
        </p:nvSpPr>
        <p:spPr>
          <a:xfrm>
            <a:off x="10006628" y="75582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89" name="Shape 6487"/>
          <p:cNvSpPr/>
          <p:nvPr/>
        </p:nvSpPr>
        <p:spPr>
          <a:xfrm>
            <a:off x="9696589" y="7622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0" name="Shape 6488"/>
          <p:cNvSpPr/>
          <p:nvPr/>
        </p:nvSpPr>
        <p:spPr>
          <a:xfrm>
            <a:off x="9794513" y="75171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1" name="Shape 6489"/>
          <p:cNvSpPr/>
          <p:nvPr/>
        </p:nvSpPr>
        <p:spPr>
          <a:xfrm>
            <a:off x="9859540" y="75127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2" name="Shape 6490"/>
          <p:cNvSpPr/>
          <p:nvPr/>
        </p:nvSpPr>
        <p:spPr>
          <a:xfrm>
            <a:off x="10052430" y="76796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3" name="Shape 6491"/>
          <p:cNvSpPr/>
          <p:nvPr/>
        </p:nvSpPr>
        <p:spPr>
          <a:xfrm>
            <a:off x="10052419" y="78349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4" name="Shape 6492"/>
          <p:cNvSpPr/>
          <p:nvPr/>
        </p:nvSpPr>
        <p:spPr>
          <a:xfrm>
            <a:off x="9705026" y="76561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5" name="Shape 6493"/>
          <p:cNvSpPr/>
          <p:nvPr/>
        </p:nvSpPr>
        <p:spPr>
          <a:xfrm>
            <a:off x="9864170" y="77306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6" name="Shape 6494"/>
          <p:cNvSpPr/>
          <p:nvPr/>
        </p:nvSpPr>
        <p:spPr>
          <a:xfrm>
            <a:off x="9933872" y="7561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7" name="Shape 6495"/>
          <p:cNvSpPr/>
          <p:nvPr/>
        </p:nvSpPr>
        <p:spPr>
          <a:xfrm>
            <a:off x="9980328" y="7360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8" name="Shape 6496"/>
          <p:cNvSpPr/>
          <p:nvPr/>
        </p:nvSpPr>
        <p:spPr>
          <a:xfrm>
            <a:off x="9886567" y="75783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99" name="Shape 6497"/>
          <p:cNvSpPr/>
          <p:nvPr/>
        </p:nvSpPr>
        <p:spPr>
          <a:xfrm>
            <a:off x="9814424" y="7405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0" name="Shape 6498"/>
          <p:cNvSpPr/>
          <p:nvPr/>
        </p:nvSpPr>
        <p:spPr>
          <a:xfrm>
            <a:off x="10082694" y="76564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1" name="Shape 6499"/>
          <p:cNvSpPr/>
          <p:nvPr/>
        </p:nvSpPr>
        <p:spPr>
          <a:xfrm>
            <a:off x="9975598" y="76747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2" name="Shape 6500"/>
          <p:cNvSpPr/>
          <p:nvPr/>
        </p:nvSpPr>
        <p:spPr>
          <a:xfrm>
            <a:off x="9985828" y="7489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3" name="Shape 6501"/>
          <p:cNvSpPr/>
          <p:nvPr/>
        </p:nvSpPr>
        <p:spPr>
          <a:xfrm>
            <a:off x="10002251" y="76569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4" name="Shape 6502"/>
          <p:cNvSpPr/>
          <p:nvPr/>
        </p:nvSpPr>
        <p:spPr>
          <a:xfrm>
            <a:off x="9690032" y="7369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5" name="Shape 6503"/>
          <p:cNvSpPr/>
          <p:nvPr/>
        </p:nvSpPr>
        <p:spPr>
          <a:xfrm>
            <a:off x="10001164" y="7585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6" name="Shape 6504"/>
          <p:cNvSpPr/>
          <p:nvPr/>
        </p:nvSpPr>
        <p:spPr>
          <a:xfrm>
            <a:off x="9956246" y="76058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7" name="Shape 6505"/>
          <p:cNvSpPr/>
          <p:nvPr/>
        </p:nvSpPr>
        <p:spPr>
          <a:xfrm>
            <a:off x="9908545" y="77079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8" name="Shape 6506"/>
          <p:cNvSpPr/>
          <p:nvPr/>
        </p:nvSpPr>
        <p:spPr>
          <a:xfrm>
            <a:off x="10093600" y="7625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09" name="Shape 6507"/>
          <p:cNvSpPr/>
          <p:nvPr/>
        </p:nvSpPr>
        <p:spPr>
          <a:xfrm>
            <a:off x="9694177" y="79612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0" name="Shape 6508"/>
          <p:cNvSpPr/>
          <p:nvPr/>
        </p:nvSpPr>
        <p:spPr>
          <a:xfrm>
            <a:off x="10093961" y="74724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1" name="Shape 6509"/>
          <p:cNvSpPr/>
          <p:nvPr/>
        </p:nvSpPr>
        <p:spPr>
          <a:xfrm>
            <a:off x="9837066" y="75860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2" name="Shape 6510"/>
          <p:cNvSpPr/>
          <p:nvPr/>
        </p:nvSpPr>
        <p:spPr>
          <a:xfrm>
            <a:off x="9834570" y="74657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3" name="Shape 6511"/>
          <p:cNvSpPr/>
          <p:nvPr/>
        </p:nvSpPr>
        <p:spPr>
          <a:xfrm>
            <a:off x="9950266" y="74356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4" name="Shape 6512"/>
          <p:cNvSpPr/>
          <p:nvPr/>
        </p:nvSpPr>
        <p:spPr>
          <a:xfrm>
            <a:off x="9884329" y="7471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5" name="Shape 6513"/>
          <p:cNvSpPr/>
          <p:nvPr/>
        </p:nvSpPr>
        <p:spPr>
          <a:xfrm>
            <a:off x="10012066" y="73532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6" name="Shape 6514"/>
          <p:cNvSpPr/>
          <p:nvPr/>
        </p:nvSpPr>
        <p:spPr>
          <a:xfrm>
            <a:off x="10043214" y="77925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7" name="Shape 6515"/>
          <p:cNvSpPr/>
          <p:nvPr/>
        </p:nvSpPr>
        <p:spPr>
          <a:xfrm>
            <a:off x="9808934" y="79680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8" name="Shape 6516"/>
          <p:cNvSpPr/>
          <p:nvPr/>
        </p:nvSpPr>
        <p:spPr>
          <a:xfrm>
            <a:off x="9754294" y="76356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19" name="Shape 6517"/>
          <p:cNvSpPr/>
          <p:nvPr/>
        </p:nvSpPr>
        <p:spPr>
          <a:xfrm>
            <a:off x="9858498" y="76577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0" name="Shape 6518"/>
          <p:cNvSpPr/>
          <p:nvPr/>
        </p:nvSpPr>
        <p:spPr>
          <a:xfrm>
            <a:off x="9880373" y="77374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1" name="Shape 6519"/>
          <p:cNvSpPr/>
          <p:nvPr/>
        </p:nvSpPr>
        <p:spPr>
          <a:xfrm>
            <a:off x="9962518" y="74109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2" name="Shape 6520"/>
          <p:cNvSpPr/>
          <p:nvPr/>
        </p:nvSpPr>
        <p:spPr>
          <a:xfrm>
            <a:off x="9684268" y="74518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3" name="Shape 6521"/>
          <p:cNvSpPr/>
          <p:nvPr/>
        </p:nvSpPr>
        <p:spPr>
          <a:xfrm>
            <a:off x="9986210" y="76287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4" name="Shape 6522"/>
          <p:cNvSpPr/>
          <p:nvPr/>
        </p:nvSpPr>
        <p:spPr>
          <a:xfrm>
            <a:off x="9982530" y="74200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5" name="Shape 6523"/>
          <p:cNvSpPr/>
          <p:nvPr/>
        </p:nvSpPr>
        <p:spPr>
          <a:xfrm>
            <a:off x="9930267" y="76603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6" name="Shape 6524"/>
          <p:cNvSpPr/>
          <p:nvPr/>
        </p:nvSpPr>
        <p:spPr>
          <a:xfrm>
            <a:off x="10074649" y="76980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7" name="Shape 6525"/>
          <p:cNvSpPr/>
          <p:nvPr/>
        </p:nvSpPr>
        <p:spPr>
          <a:xfrm>
            <a:off x="9735542" y="7571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8" name="Shape 6526"/>
          <p:cNvSpPr/>
          <p:nvPr/>
        </p:nvSpPr>
        <p:spPr>
          <a:xfrm>
            <a:off x="9883206" y="76046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29" name="Shape 6527"/>
          <p:cNvSpPr/>
          <p:nvPr/>
        </p:nvSpPr>
        <p:spPr>
          <a:xfrm>
            <a:off x="9701075" y="77193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0" name="Shape 6528"/>
          <p:cNvSpPr/>
          <p:nvPr/>
        </p:nvSpPr>
        <p:spPr>
          <a:xfrm>
            <a:off x="9987792" y="77349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1" name="Shape 6529"/>
          <p:cNvSpPr/>
          <p:nvPr/>
        </p:nvSpPr>
        <p:spPr>
          <a:xfrm>
            <a:off x="10046012" y="77858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2" name="Shape 6530"/>
          <p:cNvSpPr/>
          <p:nvPr/>
        </p:nvSpPr>
        <p:spPr>
          <a:xfrm>
            <a:off x="9817339" y="7879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3" name="Shape 6531"/>
          <p:cNvSpPr/>
          <p:nvPr/>
        </p:nvSpPr>
        <p:spPr>
          <a:xfrm>
            <a:off x="9788549" y="76711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4" name="Shape 6532"/>
          <p:cNvSpPr/>
          <p:nvPr/>
        </p:nvSpPr>
        <p:spPr>
          <a:xfrm>
            <a:off x="9803819" y="7794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5" name="Shape 6533"/>
          <p:cNvSpPr/>
          <p:nvPr/>
        </p:nvSpPr>
        <p:spPr>
          <a:xfrm>
            <a:off x="9824005" y="73750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6" name="Shape 6534"/>
          <p:cNvSpPr/>
          <p:nvPr/>
        </p:nvSpPr>
        <p:spPr>
          <a:xfrm>
            <a:off x="9857668" y="77177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7" name="Shape 6535"/>
          <p:cNvSpPr/>
          <p:nvPr/>
        </p:nvSpPr>
        <p:spPr>
          <a:xfrm>
            <a:off x="9738412" y="77354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8" name="Shape 6536"/>
          <p:cNvSpPr/>
          <p:nvPr/>
        </p:nvSpPr>
        <p:spPr>
          <a:xfrm>
            <a:off x="9835133" y="76953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39" name="Shape 6537"/>
          <p:cNvSpPr/>
          <p:nvPr/>
        </p:nvSpPr>
        <p:spPr>
          <a:xfrm>
            <a:off x="9808749" y="75260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0" name="Shape 6538"/>
          <p:cNvSpPr/>
          <p:nvPr/>
        </p:nvSpPr>
        <p:spPr>
          <a:xfrm>
            <a:off x="9969449" y="74413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1" name="Shape 6539"/>
          <p:cNvSpPr/>
          <p:nvPr/>
        </p:nvSpPr>
        <p:spPr>
          <a:xfrm>
            <a:off x="9751772" y="72385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2" name="Shape 6540"/>
          <p:cNvSpPr/>
          <p:nvPr/>
        </p:nvSpPr>
        <p:spPr>
          <a:xfrm>
            <a:off x="9863739" y="76167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3" name="Shape 6541"/>
          <p:cNvSpPr/>
          <p:nvPr/>
        </p:nvSpPr>
        <p:spPr>
          <a:xfrm>
            <a:off x="10018773" y="75677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4" name="Shape 6542"/>
          <p:cNvSpPr/>
          <p:nvPr/>
        </p:nvSpPr>
        <p:spPr>
          <a:xfrm>
            <a:off x="9949283" y="77104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5" name="Shape 6543"/>
          <p:cNvSpPr/>
          <p:nvPr/>
        </p:nvSpPr>
        <p:spPr>
          <a:xfrm>
            <a:off x="10042184" y="73866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6" name="Shape 6544"/>
          <p:cNvSpPr/>
          <p:nvPr/>
        </p:nvSpPr>
        <p:spPr>
          <a:xfrm>
            <a:off x="9734136" y="7700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7" name="Shape 6545"/>
          <p:cNvSpPr/>
          <p:nvPr/>
        </p:nvSpPr>
        <p:spPr>
          <a:xfrm>
            <a:off x="9863987" y="72842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8" name="Shape 6546"/>
          <p:cNvSpPr/>
          <p:nvPr/>
        </p:nvSpPr>
        <p:spPr>
          <a:xfrm>
            <a:off x="9794134" y="7717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49" name="Shape 6547"/>
          <p:cNvSpPr/>
          <p:nvPr/>
        </p:nvSpPr>
        <p:spPr>
          <a:xfrm>
            <a:off x="9926297" y="75617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0" name="Shape 6548"/>
          <p:cNvSpPr/>
          <p:nvPr/>
        </p:nvSpPr>
        <p:spPr>
          <a:xfrm>
            <a:off x="10093938" y="73957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1" name="Shape 6549"/>
          <p:cNvSpPr/>
          <p:nvPr/>
        </p:nvSpPr>
        <p:spPr>
          <a:xfrm>
            <a:off x="10078507" y="7773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2" name="Shape 6550"/>
          <p:cNvSpPr/>
          <p:nvPr/>
        </p:nvSpPr>
        <p:spPr>
          <a:xfrm>
            <a:off x="9813209" y="68978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3" name="Shape 6551"/>
          <p:cNvSpPr/>
          <p:nvPr/>
        </p:nvSpPr>
        <p:spPr>
          <a:xfrm>
            <a:off x="9747643" y="7338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4" name="Shape 6552"/>
          <p:cNvSpPr/>
          <p:nvPr/>
        </p:nvSpPr>
        <p:spPr>
          <a:xfrm>
            <a:off x="9783202" y="76927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5" name="Shape 6553"/>
          <p:cNvSpPr/>
          <p:nvPr/>
        </p:nvSpPr>
        <p:spPr>
          <a:xfrm>
            <a:off x="9781593" y="7515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6" name="Shape 6554"/>
          <p:cNvSpPr/>
          <p:nvPr/>
        </p:nvSpPr>
        <p:spPr>
          <a:xfrm>
            <a:off x="9792645" y="7504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7" name="Shape 6555"/>
          <p:cNvSpPr/>
          <p:nvPr/>
        </p:nvSpPr>
        <p:spPr>
          <a:xfrm>
            <a:off x="9843537" y="72472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8" name="Shape 6556"/>
          <p:cNvSpPr/>
          <p:nvPr/>
        </p:nvSpPr>
        <p:spPr>
          <a:xfrm>
            <a:off x="9766516" y="76062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59" name="Shape 6557"/>
          <p:cNvSpPr/>
          <p:nvPr/>
        </p:nvSpPr>
        <p:spPr>
          <a:xfrm>
            <a:off x="9902578" y="76288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0" name="Shape 6558"/>
          <p:cNvSpPr/>
          <p:nvPr/>
        </p:nvSpPr>
        <p:spPr>
          <a:xfrm>
            <a:off x="9861627" y="7578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1" name="Shape 6559"/>
          <p:cNvSpPr/>
          <p:nvPr/>
        </p:nvSpPr>
        <p:spPr>
          <a:xfrm>
            <a:off x="10064830" y="75059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2" name="Shape 6560"/>
          <p:cNvSpPr/>
          <p:nvPr/>
        </p:nvSpPr>
        <p:spPr>
          <a:xfrm>
            <a:off x="10053547" y="7336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3" name="Shape 6561"/>
          <p:cNvSpPr/>
          <p:nvPr/>
        </p:nvSpPr>
        <p:spPr>
          <a:xfrm>
            <a:off x="9946592" y="7619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4" name="Shape 6562"/>
          <p:cNvSpPr/>
          <p:nvPr/>
        </p:nvSpPr>
        <p:spPr>
          <a:xfrm>
            <a:off x="9882996" y="75166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5" name="Shape 6563"/>
          <p:cNvSpPr/>
          <p:nvPr/>
        </p:nvSpPr>
        <p:spPr>
          <a:xfrm>
            <a:off x="10012889" y="75050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6" name="Shape 6564"/>
          <p:cNvSpPr/>
          <p:nvPr/>
        </p:nvSpPr>
        <p:spPr>
          <a:xfrm>
            <a:off x="9984748" y="73110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7" name="Shape 6565"/>
          <p:cNvSpPr/>
          <p:nvPr/>
        </p:nvSpPr>
        <p:spPr>
          <a:xfrm>
            <a:off x="9812286" y="73660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8" name="Shape 6566"/>
          <p:cNvSpPr/>
          <p:nvPr/>
        </p:nvSpPr>
        <p:spPr>
          <a:xfrm>
            <a:off x="10100406" y="72361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69" name="Shape 6567"/>
          <p:cNvSpPr/>
          <p:nvPr/>
        </p:nvSpPr>
        <p:spPr>
          <a:xfrm>
            <a:off x="9875074" y="74543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0" name="Shape 6568"/>
          <p:cNvSpPr/>
          <p:nvPr/>
        </p:nvSpPr>
        <p:spPr>
          <a:xfrm>
            <a:off x="9738891" y="7339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1" name="Shape 6569"/>
          <p:cNvSpPr/>
          <p:nvPr/>
        </p:nvSpPr>
        <p:spPr>
          <a:xfrm>
            <a:off x="9882848" y="74065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2" name="Shape 6570"/>
          <p:cNvSpPr/>
          <p:nvPr/>
        </p:nvSpPr>
        <p:spPr>
          <a:xfrm>
            <a:off x="9985643" y="72201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3" name="Shape 6571"/>
          <p:cNvSpPr/>
          <p:nvPr/>
        </p:nvSpPr>
        <p:spPr>
          <a:xfrm>
            <a:off x="10091524" y="73238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4" name="Shape 6572"/>
          <p:cNvSpPr/>
          <p:nvPr/>
        </p:nvSpPr>
        <p:spPr>
          <a:xfrm>
            <a:off x="9778346" y="74284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5" name="Shape 6573"/>
          <p:cNvSpPr/>
          <p:nvPr/>
        </p:nvSpPr>
        <p:spPr>
          <a:xfrm>
            <a:off x="9706576" y="73015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6" name="Shape 6574"/>
          <p:cNvSpPr/>
          <p:nvPr/>
        </p:nvSpPr>
        <p:spPr>
          <a:xfrm>
            <a:off x="9863560" y="7344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7" name="Shape 6575"/>
          <p:cNvSpPr/>
          <p:nvPr/>
        </p:nvSpPr>
        <p:spPr>
          <a:xfrm>
            <a:off x="10018318" y="74348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8" name="Shape 6576"/>
          <p:cNvSpPr/>
          <p:nvPr/>
        </p:nvSpPr>
        <p:spPr>
          <a:xfrm>
            <a:off x="9765648" y="7457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79" name="Shape 6577"/>
          <p:cNvSpPr/>
          <p:nvPr/>
        </p:nvSpPr>
        <p:spPr>
          <a:xfrm>
            <a:off x="9848054" y="73394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0" name="Shape 6578"/>
          <p:cNvSpPr/>
          <p:nvPr/>
        </p:nvSpPr>
        <p:spPr>
          <a:xfrm>
            <a:off x="9676246" y="7322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1" name="Shape 6579"/>
          <p:cNvSpPr/>
          <p:nvPr/>
        </p:nvSpPr>
        <p:spPr>
          <a:xfrm>
            <a:off x="9962241" y="75357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2" name="Shape 6580"/>
          <p:cNvSpPr/>
          <p:nvPr/>
        </p:nvSpPr>
        <p:spPr>
          <a:xfrm>
            <a:off x="9952875" y="73298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3" name="Shape 6581"/>
          <p:cNvSpPr/>
          <p:nvPr/>
        </p:nvSpPr>
        <p:spPr>
          <a:xfrm>
            <a:off x="10003624" y="73061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4" name="Shape 6582"/>
          <p:cNvSpPr/>
          <p:nvPr/>
        </p:nvSpPr>
        <p:spPr>
          <a:xfrm>
            <a:off x="9811306" y="73846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5" name="Shape 6583"/>
          <p:cNvSpPr/>
          <p:nvPr/>
        </p:nvSpPr>
        <p:spPr>
          <a:xfrm>
            <a:off x="9910452" y="7401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6" name="Shape 6584"/>
          <p:cNvSpPr/>
          <p:nvPr/>
        </p:nvSpPr>
        <p:spPr>
          <a:xfrm>
            <a:off x="9906093" y="73258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7" name="Shape 6585"/>
          <p:cNvSpPr/>
          <p:nvPr/>
        </p:nvSpPr>
        <p:spPr>
          <a:xfrm>
            <a:off x="10098985" y="74826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8" name="Shape 6586"/>
          <p:cNvSpPr/>
          <p:nvPr/>
        </p:nvSpPr>
        <p:spPr>
          <a:xfrm>
            <a:off x="10091955" y="72977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89" name="Shape 6587"/>
          <p:cNvSpPr/>
          <p:nvPr/>
        </p:nvSpPr>
        <p:spPr>
          <a:xfrm>
            <a:off x="9846167" y="74778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0" name="Shape 6588"/>
          <p:cNvSpPr/>
          <p:nvPr/>
        </p:nvSpPr>
        <p:spPr>
          <a:xfrm>
            <a:off x="10046773" y="74678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1" name="Shape 6589"/>
          <p:cNvSpPr/>
          <p:nvPr/>
        </p:nvSpPr>
        <p:spPr>
          <a:xfrm>
            <a:off x="9977453" y="72090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2" name="Shape 6590"/>
          <p:cNvSpPr/>
          <p:nvPr/>
        </p:nvSpPr>
        <p:spPr>
          <a:xfrm>
            <a:off x="9883262" y="7304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3" name="Shape 6591"/>
          <p:cNvSpPr/>
          <p:nvPr/>
        </p:nvSpPr>
        <p:spPr>
          <a:xfrm>
            <a:off x="9793317" y="74317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4" name="Shape 6592"/>
          <p:cNvSpPr/>
          <p:nvPr/>
        </p:nvSpPr>
        <p:spPr>
          <a:xfrm>
            <a:off x="9940729" y="73960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5" name="Shape 6593"/>
          <p:cNvSpPr/>
          <p:nvPr/>
        </p:nvSpPr>
        <p:spPr>
          <a:xfrm>
            <a:off x="9935771" y="73219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6" name="Shape 6594"/>
          <p:cNvSpPr/>
          <p:nvPr/>
        </p:nvSpPr>
        <p:spPr>
          <a:xfrm>
            <a:off x="9894557" y="7415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7" name="Shape 6595"/>
          <p:cNvSpPr/>
          <p:nvPr/>
        </p:nvSpPr>
        <p:spPr>
          <a:xfrm>
            <a:off x="9829568" y="73274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8" name="Shape 6596"/>
          <p:cNvSpPr/>
          <p:nvPr/>
        </p:nvSpPr>
        <p:spPr>
          <a:xfrm>
            <a:off x="10087418" y="7493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99" name="Shape 6597"/>
          <p:cNvSpPr/>
          <p:nvPr/>
        </p:nvSpPr>
        <p:spPr>
          <a:xfrm>
            <a:off x="10096768" y="73840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0" name="Shape 6598"/>
          <p:cNvSpPr/>
          <p:nvPr/>
        </p:nvSpPr>
        <p:spPr>
          <a:xfrm>
            <a:off x="9733186" y="7227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1" name="Shape 6599"/>
          <p:cNvSpPr/>
          <p:nvPr/>
        </p:nvSpPr>
        <p:spPr>
          <a:xfrm>
            <a:off x="10015526" y="73895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2" name="Shape 6600"/>
          <p:cNvSpPr/>
          <p:nvPr/>
        </p:nvSpPr>
        <p:spPr>
          <a:xfrm>
            <a:off x="9921929" y="77537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3" name="Shape 6601"/>
          <p:cNvSpPr/>
          <p:nvPr/>
        </p:nvSpPr>
        <p:spPr>
          <a:xfrm>
            <a:off x="9725743" y="75779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4" name="Shape 6602"/>
          <p:cNvSpPr/>
          <p:nvPr/>
        </p:nvSpPr>
        <p:spPr>
          <a:xfrm>
            <a:off x="9675404" y="75681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5" name="Shape 6603"/>
          <p:cNvSpPr/>
          <p:nvPr/>
        </p:nvSpPr>
        <p:spPr>
          <a:xfrm>
            <a:off x="10077163" y="7605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6" name="Shape 6604"/>
          <p:cNvSpPr/>
          <p:nvPr/>
        </p:nvSpPr>
        <p:spPr>
          <a:xfrm>
            <a:off x="9784536" y="7336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7" name="Shape 6605"/>
          <p:cNvSpPr/>
          <p:nvPr/>
        </p:nvSpPr>
        <p:spPr>
          <a:xfrm>
            <a:off x="10059157" y="73317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8" name="Shape 6606"/>
          <p:cNvSpPr/>
          <p:nvPr/>
        </p:nvSpPr>
        <p:spPr>
          <a:xfrm>
            <a:off x="9774986" y="74442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09" name="Shape 6607"/>
          <p:cNvSpPr/>
          <p:nvPr/>
        </p:nvSpPr>
        <p:spPr>
          <a:xfrm>
            <a:off x="9987229" y="75235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0" name="Shape 6608"/>
          <p:cNvSpPr/>
          <p:nvPr/>
        </p:nvSpPr>
        <p:spPr>
          <a:xfrm>
            <a:off x="10035249" y="72461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1" name="Shape 6609"/>
          <p:cNvSpPr/>
          <p:nvPr/>
        </p:nvSpPr>
        <p:spPr>
          <a:xfrm>
            <a:off x="10076975" y="72541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2" name="Shape 6610"/>
          <p:cNvSpPr/>
          <p:nvPr/>
        </p:nvSpPr>
        <p:spPr>
          <a:xfrm>
            <a:off x="9720107" y="73927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3" name="Shape 6611"/>
          <p:cNvSpPr/>
          <p:nvPr/>
        </p:nvSpPr>
        <p:spPr>
          <a:xfrm>
            <a:off x="9933074" y="72366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4" name="Shape 6612"/>
          <p:cNvSpPr/>
          <p:nvPr/>
        </p:nvSpPr>
        <p:spPr>
          <a:xfrm>
            <a:off x="9810386" y="72430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5" name="Shape 6613"/>
          <p:cNvSpPr/>
          <p:nvPr/>
        </p:nvSpPr>
        <p:spPr>
          <a:xfrm>
            <a:off x="9832213" y="74297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6" name="Shape 6614"/>
          <p:cNvSpPr/>
          <p:nvPr/>
        </p:nvSpPr>
        <p:spPr>
          <a:xfrm>
            <a:off x="9802692" y="76925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7" name="Shape 6615"/>
          <p:cNvSpPr/>
          <p:nvPr/>
        </p:nvSpPr>
        <p:spPr>
          <a:xfrm>
            <a:off x="9948917" y="78210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8" name="Shape 6616"/>
          <p:cNvSpPr/>
          <p:nvPr/>
        </p:nvSpPr>
        <p:spPr>
          <a:xfrm>
            <a:off x="10025545" y="75109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19" name="Shape 6617"/>
          <p:cNvSpPr/>
          <p:nvPr/>
        </p:nvSpPr>
        <p:spPr>
          <a:xfrm>
            <a:off x="9813590" y="74559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0" name="Shape 6618"/>
          <p:cNvSpPr/>
          <p:nvPr/>
        </p:nvSpPr>
        <p:spPr>
          <a:xfrm>
            <a:off x="10061853" y="7445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1" name="Shape 6619"/>
          <p:cNvSpPr/>
          <p:nvPr/>
        </p:nvSpPr>
        <p:spPr>
          <a:xfrm>
            <a:off x="9681724" y="74329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2" name="Shape 6620"/>
          <p:cNvSpPr/>
          <p:nvPr/>
        </p:nvSpPr>
        <p:spPr>
          <a:xfrm>
            <a:off x="10082992" y="75850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3" name="Shape 6621"/>
          <p:cNvSpPr/>
          <p:nvPr/>
        </p:nvSpPr>
        <p:spPr>
          <a:xfrm>
            <a:off x="9732123" y="78042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4" name="Shape 6622"/>
          <p:cNvSpPr/>
          <p:nvPr/>
        </p:nvSpPr>
        <p:spPr>
          <a:xfrm>
            <a:off x="9933755" y="78424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5" name="Shape 6623"/>
          <p:cNvSpPr/>
          <p:nvPr/>
        </p:nvSpPr>
        <p:spPr>
          <a:xfrm>
            <a:off x="9675770" y="7771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6" name="Shape 6624"/>
          <p:cNvSpPr/>
          <p:nvPr/>
        </p:nvSpPr>
        <p:spPr>
          <a:xfrm>
            <a:off x="9779007" y="79123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7" name="Shape 6625"/>
          <p:cNvSpPr/>
          <p:nvPr/>
        </p:nvSpPr>
        <p:spPr>
          <a:xfrm>
            <a:off x="9930105" y="7815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8" name="Shape 6626"/>
          <p:cNvSpPr/>
          <p:nvPr/>
        </p:nvSpPr>
        <p:spPr>
          <a:xfrm>
            <a:off x="9769414" y="78320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29" name="Shape 6627"/>
          <p:cNvSpPr/>
          <p:nvPr/>
        </p:nvSpPr>
        <p:spPr>
          <a:xfrm>
            <a:off x="9976268" y="78787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0" name="Shape 6628"/>
          <p:cNvSpPr/>
          <p:nvPr/>
        </p:nvSpPr>
        <p:spPr>
          <a:xfrm>
            <a:off x="9895188" y="7838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1" name="Shape 6629"/>
          <p:cNvSpPr/>
          <p:nvPr/>
        </p:nvSpPr>
        <p:spPr>
          <a:xfrm>
            <a:off x="9956080" y="78489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2" name="Shape 6630"/>
          <p:cNvSpPr/>
          <p:nvPr/>
        </p:nvSpPr>
        <p:spPr>
          <a:xfrm>
            <a:off x="9759519" y="78012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3" name="Shape 6631"/>
          <p:cNvSpPr/>
          <p:nvPr/>
        </p:nvSpPr>
        <p:spPr>
          <a:xfrm>
            <a:off x="9802728" y="78953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4" name="Shape 6632"/>
          <p:cNvSpPr/>
          <p:nvPr/>
        </p:nvSpPr>
        <p:spPr>
          <a:xfrm>
            <a:off x="9887071" y="78768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5" name="Shape 6633"/>
          <p:cNvSpPr/>
          <p:nvPr/>
        </p:nvSpPr>
        <p:spPr>
          <a:xfrm>
            <a:off x="9783125" y="75232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6" name="Shape 6634"/>
          <p:cNvSpPr/>
          <p:nvPr/>
        </p:nvSpPr>
        <p:spPr>
          <a:xfrm>
            <a:off x="9839216" y="76808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7" name="Shape 6635"/>
          <p:cNvSpPr/>
          <p:nvPr/>
        </p:nvSpPr>
        <p:spPr>
          <a:xfrm>
            <a:off x="10031067" y="74801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8" name="Shape 6636"/>
          <p:cNvSpPr/>
          <p:nvPr/>
        </p:nvSpPr>
        <p:spPr>
          <a:xfrm>
            <a:off x="9951935" y="7518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39" name="Shape 6637"/>
          <p:cNvSpPr/>
          <p:nvPr/>
        </p:nvSpPr>
        <p:spPr>
          <a:xfrm>
            <a:off x="9945785" y="74987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0" name="Shape 6638"/>
          <p:cNvSpPr/>
          <p:nvPr/>
        </p:nvSpPr>
        <p:spPr>
          <a:xfrm>
            <a:off x="10045867" y="76234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1" name="Shape 6639"/>
          <p:cNvSpPr/>
          <p:nvPr/>
        </p:nvSpPr>
        <p:spPr>
          <a:xfrm>
            <a:off x="9948148" y="75030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2" name="Shape 6640"/>
          <p:cNvSpPr/>
          <p:nvPr/>
        </p:nvSpPr>
        <p:spPr>
          <a:xfrm>
            <a:off x="9868543" y="74816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3" name="Shape 6641"/>
          <p:cNvSpPr/>
          <p:nvPr/>
        </p:nvSpPr>
        <p:spPr>
          <a:xfrm>
            <a:off x="10064130" y="75740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4" name="Shape 6642"/>
          <p:cNvSpPr/>
          <p:nvPr/>
        </p:nvSpPr>
        <p:spPr>
          <a:xfrm>
            <a:off x="9727652" y="74413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5" name="Shape 6643"/>
          <p:cNvSpPr/>
          <p:nvPr/>
        </p:nvSpPr>
        <p:spPr>
          <a:xfrm>
            <a:off x="10036874" y="74591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6" name="Shape 6644"/>
          <p:cNvSpPr/>
          <p:nvPr/>
        </p:nvSpPr>
        <p:spPr>
          <a:xfrm>
            <a:off x="9929121" y="7419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7" name="Shape 6645"/>
          <p:cNvSpPr/>
          <p:nvPr/>
        </p:nvSpPr>
        <p:spPr>
          <a:xfrm>
            <a:off x="9897131" y="76023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8" name="Shape 6646"/>
          <p:cNvSpPr/>
          <p:nvPr/>
        </p:nvSpPr>
        <p:spPr>
          <a:xfrm>
            <a:off x="9773917" y="72794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49" name="Shape 6647"/>
          <p:cNvSpPr/>
          <p:nvPr/>
        </p:nvSpPr>
        <p:spPr>
          <a:xfrm>
            <a:off x="9699861" y="72729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0" name="Shape 6648"/>
          <p:cNvSpPr/>
          <p:nvPr/>
        </p:nvSpPr>
        <p:spPr>
          <a:xfrm>
            <a:off x="10051947" y="72699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1" name="Shape 6649"/>
          <p:cNvSpPr/>
          <p:nvPr/>
        </p:nvSpPr>
        <p:spPr>
          <a:xfrm>
            <a:off x="10024015" y="7260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2" name="Shape 6650"/>
          <p:cNvSpPr/>
          <p:nvPr/>
        </p:nvSpPr>
        <p:spPr>
          <a:xfrm>
            <a:off x="9746240" y="72789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3" name="Shape 6651"/>
          <p:cNvSpPr/>
          <p:nvPr/>
        </p:nvSpPr>
        <p:spPr>
          <a:xfrm>
            <a:off x="9718972" y="72695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4" name="Shape 6652"/>
          <p:cNvSpPr/>
          <p:nvPr/>
        </p:nvSpPr>
        <p:spPr>
          <a:xfrm>
            <a:off x="9855943" y="7714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5" name="Shape 6653"/>
          <p:cNvSpPr/>
          <p:nvPr/>
        </p:nvSpPr>
        <p:spPr>
          <a:xfrm>
            <a:off x="10028313" y="77907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6" name="Shape 6654"/>
          <p:cNvSpPr/>
          <p:nvPr/>
        </p:nvSpPr>
        <p:spPr>
          <a:xfrm>
            <a:off x="9705712" y="75628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7" name="Shape 6655"/>
          <p:cNvSpPr/>
          <p:nvPr/>
        </p:nvSpPr>
        <p:spPr>
          <a:xfrm>
            <a:off x="10086713" y="74236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8" name="Shape 6656"/>
          <p:cNvSpPr/>
          <p:nvPr/>
        </p:nvSpPr>
        <p:spPr>
          <a:xfrm>
            <a:off x="9935879" y="75859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59" name="Shape 6657"/>
          <p:cNvSpPr/>
          <p:nvPr/>
        </p:nvSpPr>
        <p:spPr>
          <a:xfrm>
            <a:off x="9931956" y="76260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0" name="Shape 6658"/>
          <p:cNvSpPr/>
          <p:nvPr/>
        </p:nvSpPr>
        <p:spPr>
          <a:xfrm>
            <a:off x="9671347" y="76339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1" name="Shape 6659"/>
          <p:cNvSpPr/>
          <p:nvPr/>
        </p:nvSpPr>
        <p:spPr>
          <a:xfrm>
            <a:off x="9782538" y="77366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2" name="Shape 6660"/>
          <p:cNvSpPr/>
          <p:nvPr/>
        </p:nvSpPr>
        <p:spPr>
          <a:xfrm>
            <a:off x="9840059" y="77194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3" name="Shape 6661"/>
          <p:cNvSpPr/>
          <p:nvPr/>
        </p:nvSpPr>
        <p:spPr>
          <a:xfrm>
            <a:off x="9727418" y="76694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4" name="Shape 6662"/>
          <p:cNvSpPr/>
          <p:nvPr/>
        </p:nvSpPr>
        <p:spPr>
          <a:xfrm>
            <a:off x="9736158" y="75619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5" name="Shape 6663"/>
          <p:cNvSpPr/>
          <p:nvPr/>
        </p:nvSpPr>
        <p:spPr>
          <a:xfrm>
            <a:off x="9754529" y="78343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6" name="Shape 6664"/>
          <p:cNvSpPr/>
          <p:nvPr/>
        </p:nvSpPr>
        <p:spPr>
          <a:xfrm>
            <a:off x="9909282" y="7733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7" name="Shape 6665"/>
          <p:cNvSpPr/>
          <p:nvPr/>
        </p:nvSpPr>
        <p:spPr>
          <a:xfrm>
            <a:off x="10027990" y="78166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8" name="Shape 6666"/>
          <p:cNvSpPr/>
          <p:nvPr/>
        </p:nvSpPr>
        <p:spPr>
          <a:xfrm>
            <a:off x="9852901" y="79024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69" name="Shape 6667"/>
          <p:cNvSpPr/>
          <p:nvPr/>
        </p:nvSpPr>
        <p:spPr>
          <a:xfrm>
            <a:off x="10092899" y="78021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0" name="Shape 6668"/>
          <p:cNvSpPr/>
          <p:nvPr/>
        </p:nvSpPr>
        <p:spPr>
          <a:xfrm>
            <a:off x="9828521" y="7344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1" name="Shape 6669"/>
          <p:cNvSpPr/>
          <p:nvPr/>
        </p:nvSpPr>
        <p:spPr>
          <a:xfrm>
            <a:off x="9961957" y="7356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2" name="Shape 6670"/>
          <p:cNvSpPr/>
          <p:nvPr/>
        </p:nvSpPr>
        <p:spPr>
          <a:xfrm>
            <a:off x="9794801" y="76735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3" name="Shape 6671"/>
          <p:cNvSpPr/>
          <p:nvPr/>
        </p:nvSpPr>
        <p:spPr>
          <a:xfrm>
            <a:off x="9870290" y="77558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4" name="Shape 6672"/>
          <p:cNvSpPr/>
          <p:nvPr/>
        </p:nvSpPr>
        <p:spPr>
          <a:xfrm>
            <a:off x="9768328" y="77242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5" name="Shape 6673"/>
          <p:cNvSpPr/>
          <p:nvPr/>
        </p:nvSpPr>
        <p:spPr>
          <a:xfrm>
            <a:off x="9670843" y="7273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6" name="Shape 6674"/>
          <p:cNvSpPr/>
          <p:nvPr/>
        </p:nvSpPr>
        <p:spPr>
          <a:xfrm>
            <a:off x="10034228" y="73729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7" name="Shape 6675"/>
          <p:cNvSpPr/>
          <p:nvPr/>
        </p:nvSpPr>
        <p:spPr>
          <a:xfrm>
            <a:off x="9789273" y="73976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8" name="Shape 6676"/>
          <p:cNvSpPr/>
          <p:nvPr/>
        </p:nvSpPr>
        <p:spPr>
          <a:xfrm>
            <a:off x="9837114" y="74432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79" name="Shape 6677"/>
          <p:cNvSpPr/>
          <p:nvPr/>
        </p:nvSpPr>
        <p:spPr>
          <a:xfrm>
            <a:off x="10096739" y="75033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0" name="Shape 6678"/>
          <p:cNvSpPr/>
          <p:nvPr/>
        </p:nvSpPr>
        <p:spPr>
          <a:xfrm>
            <a:off x="9945809" y="71851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1" name="Shape 6679"/>
          <p:cNvSpPr/>
          <p:nvPr/>
        </p:nvSpPr>
        <p:spPr>
          <a:xfrm>
            <a:off x="10017567" y="7076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2" name="Shape 6680"/>
          <p:cNvSpPr/>
          <p:nvPr/>
        </p:nvSpPr>
        <p:spPr>
          <a:xfrm>
            <a:off x="9946740" y="7537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3" name="Shape 6681"/>
          <p:cNvSpPr/>
          <p:nvPr/>
        </p:nvSpPr>
        <p:spPr>
          <a:xfrm>
            <a:off x="9735916" y="74957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4" name="Shape 6682"/>
          <p:cNvSpPr/>
          <p:nvPr/>
        </p:nvSpPr>
        <p:spPr>
          <a:xfrm>
            <a:off x="9957178" y="75992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5" name="Shape 6683"/>
          <p:cNvSpPr/>
          <p:nvPr/>
        </p:nvSpPr>
        <p:spPr>
          <a:xfrm>
            <a:off x="9825104" y="71220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6" name="Shape 6684"/>
          <p:cNvSpPr/>
          <p:nvPr/>
        </p:nvSpPr>
        <p:spPr>
          <a:xfrm>
            <a:off x="9781549" y="75406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7" name="Shape 6685"/>
          <p:cNvSpPr/>
          <p:nvPr/>
        </p:nvSpPr>
        <p:spPr>
          <a:xfrm>
            <a:off x="9973667" y="77056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8" name="Shape 6686"/>
          <p:cNvSpPr/>
          <p:nvPr/>
        </p:nvSpPr>
        <p:spPr>
          <a:xfrm>
            <a:off x="9932083" y="7809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89" name="Shape 6687"/>
          <p:cNvSpPr/>
          <p:nvPr/>
        </p:nvSpPr>
        <p:spPr>
          <a:xfrm>
            <a:off x="9727411" y="76487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0" name="Shape 6688"/>
          <p:cNvSpPr/>
          <p:nvPr/>
        </p:nvSpPr>
        <p:spPr>
          <a:xfrm>
            <a:off x="9796625" y="7472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1" name="Shape 6689"/>
          <p:cNvSpPr/>
          <p:nvPr/>
        </p:nvSpPr>
        <p:spPr>
          <a:xfrm>
            <a:off x="9755903" y="7625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2" name="Shape 6690"/>
          <p:cNvSpPr/>
          <p:nvPr/>
        </p:nvSpPr>
        <p:spPr>
          <a:xfrm>
            <a:off x="9974073" y="77507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3" name="Shape 6691"/>
          <p:cNvSpPr/>
          <p:nvPr/>
        </p:nvSpPr>
        <p:spPr>
          <a:xfrm>
            <a:off x="9891691" y="76041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4" name="Shape 6692"/>
          <p:cNvSpPr/>
          <p:nvPr/>
        </p:nvSpPr>
        <p:spPr>
          <a:xfrm>
            <a:off x="9766558" y="78234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5" name="Shape 6693"/>
          <p:cNvSpPr/>
          <p:nvPr/>
        </p:nvSpPr>
        <p:spPr>
          <a:xfrm>
            <a:off x="9923773" y="77209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6" name="Shape 6694"/>
          <p:cNvSpPr/>
          <p:nvPr/>
        </p:nvSpPr>
        <p:spPr>
          <a:xfrm>
            <a:off x="9728703" y="77334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7" name="Shape 6695"/>
          <p:cNvSpPr/>
          <p:nvPr/>
        </p:nvSpPr>
        <p:spPr>
          <a:xfrm>
            <a:off x="9919693" y="7739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8" name="Shape 6696"/>
          <p:cNvSpPr/>
          <p:nvPr/>
        </p:nvSpPr>
        <p:spPr>
          <a:xfrm>
            <a:off x="9898338" y="77541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99" name="Shape 6697"/>
          <p:cNvSpPr/>
          <p:nvPr/>
        </p:nvSpPr>
        <p:spPr>
          <a:xfrm>
            <a:off x="9895102" y="7393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0" name="Shape 6698"/>
          <p:cNvSpPr/>
          <p:nvPr/>
        </p:nvSpPr>
        <p:spPr>
          <a:xfrm>
            <a:off x="9721543" y="76174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1" name="Shape 6699"/>
          <p:cNvSpPr/>
          <p:nvPr/>
        </p:nvSpPr>
        <p:spPr>
          <a:xfrm>
            <a:off x="9952170" y="74382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2" name="Shape 6700"/>
          <p:cNvSpPr/>
          <p:nvPr/>
        </p:nvSpPr>
        <p:spPr>
          <a:xfrm>
            <a:off x="9746450" y="7456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3" name="Shape 6701"/>
          <p:cNvSpPr/>
          <p:nvPr/>
        </p:nvSpPr>
        <p:spPr>
          <a:xfrm>
            <a:off x="10079951" y="73334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4" name="Shape 6702"/>
          <p:cNvSpPr/>
          <p:nvPr/>
        </p:nvSpPr>
        <p:spPr>
          <a:xfrm>
            <a:off x="9750688" y="7493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5" name="Shape 6703"/>
          <p:cNvSpPr/>
          <p:nvPr/>
        </p:nvSpPr>
        <p:spPr>
          <a:xfrm>
            <a:off x="9990266" y="76097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6" name="Shape 6704"/>
          <p:cNvSpPr/>
          <p:nvPr/>
        </p:nvSpPr>
        <p:spPr>
          <a:xfrm>
            <a:off x="10001035" y="74443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7" name="Shape 6705"/>
          <p:cNvSpPr/>
          <p:nvPr/>
        </p:nvSpPr>
        <p:spPr>
          <a:xfrm>
            <a:off x="9972319" y="73569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8" name="Shape 6706"/>
          <p:cNvSpPr/>
          <p:nvPr/>
        </p:nvSpPr>
        <p:spPr>
          <a:xfrm>
            <a:off x="9690423" y="7622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09" name="Shape 6707"/>
          <p:cNvSpPr/>
          <p:nvPr/>
        </p:nvSpPr>
        <p:spPr>
          <a:xfrm>
            <a:off x="9846711" y="7561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0" name="Shape 6708"/>
          <p:cNvSpPr/>
          <p:nvPr/>
        </p:nvSpPr>
        <p:spPr>
          <a:xfrm>
            <a:off x="9930743" y="7612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1" name="Shape 6709"/>
          <p:cNvSpPr/>
          <p:nvPr/>
        </p:nvSpPr>
        <p:spPr>
          <a:xfrm>
            <a:off x="9918052" y="7645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2" name="Shape 6710"/>
          <p:cNvSpPr/>
          <p:nvPr/>
        </p:nvSpPr>
        <p:spPr>
          <a:xfrm>
            <a:off x="9986435" y="76088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3" name="Shape 6711"/>
          <p:cNvSpPr/>
          <p:nvPr/>
        </p:nvSpPr>
        <p:spPr>
          <a:xfrm>
            <a:off x="9723417" y="76559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4" name="Shape 6712"/>
          <p:cNvSpPr/>
          <p:nvPr/>
        </p:nvSpPr>
        <p:spPr>
          <a:xfrm>
            <a:off x="9904185" y="74757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5" name="Shape 6713"/>
          <p:cNvSpPr/>
          <p:nvPr/>
        </p:nvSpPr>
        <p:spPr>
          <a:xfrm>
            <a:off x="9677554" y="73750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6" name="Shape 6714"/>
          <p:cNvSpPr/>
          <p:nvPr/>
        </p:nvSpPr>
        <p:spPr>
          <a:xfrm>
            <a:off x="10083213" y="76058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7" name="Shape 6715"/>
          <p:cNvSpPr/>
          <p:nvPr/>
        </p:nvSpPr>
        <p:spPr>
          <a:xfrm>
            <a:off x="9811085" y="76384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8" name="Shape 6716"/>
          <p:cNvSpPr/>
          <p:nvPr/>
        </p:nvSpPr>
        <p:spPr>
          <a:xfrm>
            <a:off x="9857450" y="72948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19" name="Shape 6717"/>
          <p:cNvSpPr/>
          <p:nvPr/>
        </p:nvSpPr>
        <p:spPr>
          <a:xfrm>
            <a:off x="9943536" y="73970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0" name="Shape 6718"/>
          <p:cNvSpPr/>
          <p:nvPr/>
        </p:nvSpPr>
        <p:spPr>
          <a:xfrm>
            <a:off x="9841589" y="75471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1" name="Shape 6719"/>
          <p:cNvSpPr/>
          <p:nvPr/>
        </p:nvSpPr>
        <p:spPr>
          <a:xfrm>
            <a:off x="9707981" y="76181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2" name="Shape 6720"/>
          <p:cNvSpPr/>
          <p:nvPr/>
        </p:nvSpPr>
        <p:spPr>
          <a:xfrm>
            <a:off x="10013586" y="7804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3" name="Shape 6721"/>
          <p:cNvSpPr/>
          <p:nvPr/>
        </p:nvSpPr>
        <p:spPr>
          <a:xfrm>
            <a:off x="10080163" y="74714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4" name="Shape 6722"/>
          <p:cNvSpPr/>
          <p:nvPr/>
        </p:nvSpPr>
        <p:spPr>
          <a:xfrm>
            <a:off x="9709983" y="76633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5" name="Shape 6723"/>
          <p:cNvSpPr/>
          <p:nvPr/>
        </p:nvSpPr>
        <p:spPr>
          <a:xfrm>
            <a:off x="9844809" y="71832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6" name="Shape 6724"/>
          <p:cNvSpPr/>
          <p:nvPr/>
        </p:nvSpPr>
        <p:spPr>
          <a:xfrm>
            <a:off x="10021402" y="7246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7" name="Shape 6725"/>
          <p:cNvSpPr/>
          <p:nvPr/>
        </p:nvSpPr>
        <p:spPr>
          <a:xfrm>
            <a:off x="10065172" y="74423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8" name="Shape 6726"/>
          <p:cNvSpPr/>
          <p:nvPr/>
        </p:nvSpPr>
        <p:spPr>
          <a:xfrm>
            <a:off x="9836997" y="74721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29" name="Shape 6727"/>
          <p:cNvSpPr/>
          <p:nvPr/>
        </p:nvSpPr>
        <p:spPr>
          <a:xfrm>
            <a:off x="9853326" y="75515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0" name="Shape 6728"/>
          <p:cNvSpPr/>
          <p:nvPr/>
        </p:nvSpPr>
        <p:spPr>
          <a:xfrm>
            <a:off x="9799999" y="78297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1" name="Shape 6729"/>
          <p:cNvSpPr/>
          <p:nvPr/>
        </p:nvSpPr>
        <p:spPr>
          <a:xfrm>
            <a:off x="9734588" y="78556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2" name="Shape 6730"/>
          <p:cNvSpPr/>
          <p:nvPr/>
        </p:nvSpPr>
        <p:spPr>
          <a:xfrm>
            <a:off x="9820487" y="79556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3" name="Shape 6731"/>
          <p:cNvSpPr/>
          <p:nvPr/>
        </p:nvSpPr>
        <p:spPr>
          <a:xfrm>
            <a:off x="9898023" y="78597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4" name="Shape 6732"/>
          <p:cNvSpPr/>
          <p:nvPr/>
        </p:nvSpPr>
        <p:spPr>
          <a:xfrm>
            <a:off x="9894180" y="80200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5" name="Shape 6733"/>
          <p:cNvSpPr/>
          <p:nvPr/>
        </p:nvSpPr>
        <p:spPr>
          <a:xfrm>
            <a:off x="9941289" y="78610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6" name="Shape 6734"/>
          <p:cNvSpPr/>
          <p:nvPr/>
        </p:nvSpPr>
        <p:spPr>
          <a:xfrm>
            <a:off x="9714949" y="78765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7" name="Shape 6735"/>
          <p:cNvSpPr/>
          <p:nvPr/>
        </p:nvSpPr>
        <p:spPr>
          <a:xfrm>
            <a:off x="9902658" y="79294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8" name="Shape 6736"/>
          <p:cNvSpPr/>
          <p:nvPr/>
        </p:nvSpPr>
        <p:spPr>
          <a:xfrm>
            <a:off x="9983156" y="79174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39" name="Shape 6737"/>
          <p:cNvSpPr/>
          <p:nvPr/>
        </p:nvSpPr>
        <p:spPr>
          <a:xfrm>
            <a:off x="9695543" y="78606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0" name="Shape 6738"/>
          <p:cNvSpPr/>
          <p:nvPr/>
        </p:nvSpPr>
        <p:spPr>
          <a:xfrm>
            <a:off x="9997333" y="73740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1" name="Shape 6739"/>
          <p:cNvSpPr/>
          <p:nvPr/>
        </p:nvSpPr>
        <p:spPr>
          <a:xfrm>
            <a:off x="10039112" y="75231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2" name="Shape 6740"/>
          <p:cNvSpPr/>
          <p:nvPr/>
        </p:nvSpPr>
        <p:spPr>
          <a:xfrm>
            <a:off x="9871882" y="75608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3" name="Shape 6741"/>
          <p:cNvSpPr/>
          <p:nvPr/>
        </p:nvSpPr>
        <p:spPr>
          <a:xfrm>
            <a:off x="9725231" y="76311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4" name="Shape 6742"/>
          <p:cNvSpPr/>
          <p:nvPr/>
        </p:nvSpPr>
        <p:spPr>
          <a:xfrm>
            <a:off x="10056757" y="7522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5" name="Shape 6743"/>
          <p:cNvSpPr/>
          <p:nvPr/>
        </p:nvSpPr>
        <p:spPr>
          <a:xfrm>
            <a:off x="9964149" y="76922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6" name="Shape 6744"/>
          <p:cNvSpPr/>
          <p:nvPr/>
        </p:nvSpPr>
        <p:spPr>
          <a:xfrm>
            <a:off x="9922284" y="75372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7" name="Shape 6745"/>
          <p:cNvSpPr/>
          <p:nvPr/>
        </p:nvSpPr>
        <p:spPr>
          <a:xfrm>
            <a:off x="9973655" y="76970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8" name="Shape 6746"/>
          <p:cNvSpPr/>
          <p:nvPr/>
        </p:nvSpPr>
        <p:spPr>
          <a:xfrm>
            <a:off x="9872790" y="74054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49" name="Shape 6747"/>
          <p:cNvSpPr/>
          <p:nvPr/>
        </p:nvSpPr>
        <p:spPr>
          <a:xfrm>
            <a:off x="9936166" y="77692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0" name="Shape 6748"/>
          <p:cNvSpPr/>
          <p:nvPr/>
        </p:nvSpPr>
        <p:spPr>
          <a:xfrm>
            <a:off x="9727116" y="73158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1" name="Shape 6749"/>
          <p:cNvSpPr/>
          <p:nvPr/>
        </p:nvSpPr>
        <p:spPr>
          <a:xfrm>
            <a:off x="9800294" y="77704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2" name="Shape 6750"/>
          <p:cNvSpPr/>
          <p:nvPr/>
        </p:nvSpPr>
        <p:spPr>
          <a:xfrm>
            <a:off x="9690914" y="71469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3" name="Shape 6751"/>
          <p:cNvSpPr/>
          <p:nvPr/>
        </p:nvSpPr>
        <p:spPr>
          <a:xfrm>
            <a:off x="9971339" y="77958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4" name="Shape 6752"/>
          <p:cNvSpPr/>
          <p:nvPr/>
        </p:nvSpPr>
        <p:spPr>
          <a:xfrm>
            <a:off x="10044581" y="7673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5" name="Shape 6753"/>
          <p:cNvSpPr/>
          <p:nvPr/>
        </p:nvSpPr>
        <p:spPr>
          <a:xfrm>
            <a:off x="10028789" y="73695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6" name="Shape 6754"/>
          <p:cNvSpPr/>
          <p:nvPr/>
        </p:nvSpPr>
        <p:spPr>
          <a:xfrm>
            <a:off x="9738359" y="72675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7" name="Shape 6755"/>
          <p:cNvSpPr/>
          <p:nvPr/>
        </p:nvSpPr>
        <p:spPr>
          <a:xfrm>
            <a:off x="9804510" y="74973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8" name="Shape 6756"/>
          <p:cNvSpPr/>
          <p:nvPr/>
        </p:nvSpPr>
        <p:spPr>
          <a:xfrm>
            <a:off x="9796059" y="75642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59" name="Shape 6757"/>
          <p:cNvSpPr/>
          <p:nvPr/>
        </p:nvSpPr>
        <p:spPr>
          <a:xfrm>
            <a:off x="9790167" y="7038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0" name="Shape 6758"/>
          <p:cNvSpPr/>
          <p:nvPr/>
        </p:nvSpPr>
        <p:spPr>
          <a:xfrm>
            <a:off x="9991689" y="7312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1" name="Shape 6759"/>
          <p:cNvSpPr/>
          <p:nvPr/>
        </p:nvSpPr>
        <p:spPr>
          <a:xfrm>
            <a:off x="9978610" y="71848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2" name="Shape 6760"/>
          <p:cNvSpPr/>
          <p:nvPr/>
        </p:nvSpPr>
        <p:spPr>
          <a:xfrm>
            <a:off x="10058660" y="72045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3" name="Shape 6761"/>
          <p:cNvSpPr/>
          <p:nvPr/>
        </p:nvSpPr>
        <p:spPr>
          <a:xfrm>
            <a:off x="9916386" y="69032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4" name="Shape 6762"/>
          <p:cNvSpPr/>
          <p:nvPr/>
        </p:nvSpPr>
        <p:spPr>
          <a:xfrm>
            <a:off x="10077473" y="70424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5" name="Shape 6763"/>
          <p:cNvSpPr/>
          <p:nvPr/>
        </p:nvSpPr>
        <p:spPr>
          <a:xfrm>
            <a:off x="9829743" y="72012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6" name="Shape 6764"/>
          <p:cNvSpPr/>
          <p:nvPr/>
        </p:nvSpPr>
        <p:spPr>
          <a:xfrm>
            <a:off x="9854813" y="70756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7" name="Shape 6765"/>
          <p:cNvSpPr/>
          <p:nvPr/>
        </p:nvSpPr>
        <p:spPr>
          <a:xfrm>
            <a:off x="9863192" y="73523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8" name="Shape 6766"/>
          <p:cNvSpPr/>
          <p:nvPr/>
        </p:nvSpPr>
        <p:spPr>
          <a:xfrm>
            <a:off x="9867234" y="73398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69" name="Shape 6767"/>
          <p:cNvSpPr/>
          <p:nvPr/>
        </p:nvSpPr>
        <p:spPr>
          <a:xfrm>
            <a:off x="9815500" y="73929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0" name="Shape 6768"/>
          <p:cNvSpPr/>
          <p:nvPr/>
        </p:nvSpPr>
        <p:spPr>
          <a:xfrm>
            <a:off x="9757496" y="70636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1" name="Shape 6769"/>
          <p:cNvSpPr/>
          <p:nvPr/>
        </p:nvSpPr>
        <p:spPr>
          <a:xfrm>
            <a:off x="9847574" y="69575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2" name="Shape 6770"/>
          <p:cNvSpPr/>
          <p:nvPr/>
        </p:nvSpPr>
        <p:spPr>
          <a:xfrm>
            <a:off x="9995486" y="70677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3" name="Shape 6771"/>
          <p:cNvSpPr/>
          <p:nvPr/>
        </p:nvSpPr>
        <p:spPr>
          <a:xfrm>
            <a:off x="9775499" y="73665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4" name="Shape 6772"/>
          <p:cNvSpPr/>
          <p:nvPr/>
        </p:nvSpPr>
        <p:spPr>
          <a:xfrm>
            <a:off x="9993361" y="7368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5" name="Shape 6773"/>
          <p:cNvSpPr/>
          <p:nvPr/>
        </p:nvSpPr>
        <p:spPr>
          <a:xfrm>
            <a:off x="9877700" y="7423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6" name="Shape 6774"/>
          <p:cNvSpPr/>
          <p:nvPr/>
        </p:nvSpPr>
        <p:spPr>
          <a:xfrm>
            <a:off x="9907213" y="7332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7" name="Shape 6775"/>
          <p:cNvSpPr/>
          <p:nvPr/>
        </p:nvSpPr>
        <p:spPr>
          <a:xfrm>
            <a:off x="10099453" y="74449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8" name="Shape 6776"/>
          <p:cNvSpPr/>
          <p:nvPr/>
        </p:nvSpPr>
        <p:spPr>
          <a:xfrm>
            <a:off x="9955745" y="77281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79" name="Shape 6777"/>
          <p:cNvSpPr/>
          <p:nvPr/>
        </p:nvSpPr>
        <p:spPr>
          <a:xfrm>
            <a:off x="9935794" y="75151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0" name="Shape 6778"/>
          <p:cNvSpPr/>
          <p:nvPr/>
        </p:nvSpPr>
        <p:spPr>
          <a:xfrm>
            <a:off x="10023245" y="75506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1" name="Shape 6779"/>
          <p:cNvSpPr/>
          <p:nvPr/>
        </p:nvSpPr>
        <p:spPr>
          <a:xfrm>
            <a:off x="9842275" y="76024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2" name="Shape 6780"/>
          <p:cNvSpPr/>
          <p:nvPr/>
        </p:nvSpPr>
        <p:spPr>
          <a:xfrm>
            <a:off x="9918636" y="76788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3" name="Shape 6781"/>
          <p:cNvSpPr/>
          <p:nvPr/>
        </p:nvSpPr>
        <p:spPr>
          <a:xfrm>
            <a:off x="9708677" y="76231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4" name="Shape 6782"/>
          <p:cNvSpPr/>
          <p:nvPr/>
        </p:nvSpPr>
        <p:spPr>
          <a:xfrm>
            <a:off x="9930915" y="76455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5" name="Shape 6783"/>
          <p:cNvSpPr/>
          <p:nvPr/>
        </p:nvSpPr>
        <p:spPr>
          <a:xfrm>
            <a:off x="10028242" y="80193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6" name="Shape 6784"/>
          <p:cNvSpPr/>
          <p:nvPr/>
        </p:nvSpPr>
        <p:spPr>
          <a:xfrm>
            <a:off x="9975561" y="78004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7" name="Shape 6785"/>
          <p:cNvSpPr/>
          <p:nvPr/>
        </p:nvSpPr>
        <p:spPr>
          <a:xfrm>
            <a:off x="9988975" y="77696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8" name="Shape 6786"/>
          <p:cNvSpPr/>
          <p:nvPr/>
        </p:nvSpPr>
        <p:spPr>
          <a:xfrm>
            <a:off x="9981287" y="78784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89" name="Shape 6787"/>
          <p:cNvSpPr/>
          <p:nvPr/>
        </p:nvSpPr>
        <p:spPr>
          <a:xfrm>
            <a:off x="9693184" y="75062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0" name="Shape 6788"/>
          <p:cNvSpPr/>
          <p:nvPr/>
        </p:nvSpPr>
        <p:spPr>
          <a:xfrm>
            <a:off x="9796140" y="74552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1" name="Shape 6789"/>
          <p:cNvSpPr/>
          <p:nvPr/>
        </p:nvSpPr>
        <p:spPr>
          <a:xfrm>
            <a:off x="10068726" y="7520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2" name="Shape 6790"/>
          <p:cNvSpPr/>
          <p:nvPr/>
        </p:nvSpPr>
        <p:spPr>
          <a:xfrm>
            <a:off x="9914056" y="74983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3" name="Shape 6791"/>
          <p:cNvSpPr/>
          <p:nvPr/>
        </p:nvSpPr>
        <p:spPr>
          <a:xfrm>
            <a:off x="10020622" y="74467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4" name="Shape 6792"/>
          <p:cNvSpPr/>
          <p:nvPr/>
        </p:nvSpPr>
        <p:spPr>
          <a:xfrm>
            <a:off x="9796575" y="7471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5" name="Shape 6793"/>
          <p:cNvSpPr/>
          <p:nvPr/>
        </p:nvSpPr>
        <p:spPr>
          <a:xfrm>
            <a:off x="10036540" y="75028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6" name="Shape 6794"/>
          <p:cNvSpPr/>
          <p:nvPr/>
        </p:nvSpPr>
        <p:spPr>
          <a:xfrm>
            <a:off x="9997123" y="74651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7" name="Shape 6795"/>
          <p:cNvSpPr/>
          <p:nvPr/>
        </p:nvSpPr>
        <p:spPr>
          <a:xfrm>
            <a:off x="10062033" y="75162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8" name="Shape 6796"/>
          <p:cNvSpPr/>
          <p:nvPr/>
        </p:nvSpPr>
        <p:spPr>
          <a:xfrm>
            <a:off x="9733211" y="7474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99" name="Shape 6797"/>
          <p:cNvSpPr/>
          <p:nvPr/>
        </p:nvSpPr>
        <p:spPr>
          <a:xfrm>
            <a:off x="10099531" y="75114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0" name="Shape 6798"/>
          <p:cNvSpPr/>
          <p:nvPr/>
        </p:nvSpPr>
        <p:spPr>
          <a:xfrm>
            <a:off x="9935449" y="74933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1" name="Shape 6799"/>
          <p:cNvSpPr/>
          <p:nvPr/>
        </p:nvSpPr>
        <p:spPr>
          <a:xfrm>
            <a:off x="10079088" y="7469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2" name="Shape 6800"/>
          <p:cNvSpPr/>
          <p:nvPr/>
        </p:nvSpPr>
        <p:spPr>
          <a:xfrm>
            <a:off x="10024961" y="74984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3" name="Shape 6801"/>
          <p:cNvSpPr/>
          <p:nvPr/>
        </p:nvSpPr>
        <p:spPr>
          <a:xfrm>
            <a:off x="9711630" y="77328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4" name="Shape 6802"/>
          <p:cNvSpPr/>
          <p:nvPr/>
        </p:nvSpPr>
        <p:spPr>
          <a:xfrm>
            <a:off x="9924561" y="77492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5" name="Shape 6803"/>
          <p:cNvSpPr/>
          <p:nvPr/>
        </p:nvSpPr>
        <p:spPr>
          <a:xfrm>
            <a:off x="9756739" y="76616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6" name="Shape 6804"/>
          <p:cNvSpPr/>
          <p:nvPr/>
        </p:nvSpPr>
        <p:spPr>
          <a:xfrm>
            <a:off x="9791952" y="76232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7" name="Shape 6805"/>
          <p:cNvSpPr/>
          <p:nvPr/>
        </p:nvSpPr>
        <p:spPr>
          <a:xfrm>
            <a:off x="10069865" y="77564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8" name="Shape 6806"/>
          <p:cNvSpPr/>
          <p:nvPr/>
        </p:nvSpPr>
        <p:spPr>
          <a:xfrm>
            <a:off x="9715017" y="77314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09" name="Shape 6807"/>
          <p:cNvSpPr/>
          <p:nvPr/>
        </p:nvSpPr>
        <p:spPr>
          <a:xfrm>
            <a:off x="10087682" y="73679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0" name="Shape 6808"/>
          <p:cNvSpPr/>
          <p:nvPr/>
        </p:nvSpPr>
        <p:spPr>
          <a:xfrm>
            <a:off x="9731638" y="73565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1" name="Shape 6809"/>
          <p:cNvSpPr/>
          <p:nvPr/>
        </p:nvSpPr>
        <p:spPr>
          <a:xfrm>
            <a:off x="9859531" y="764597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2" name="Shape 6810"/>
          <p:cNvSpPr/>
          <p:nvPr/>
        </p:nvSpPr>
        <p:spPr>
          <a:xfrm>
            <a:off x="9967472" y="7326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3" name="Shape 6811"/>
          <p:cNvSpPr/>
          <p:nvPr/>
        </p:nvSpPr>
        <p:spPr>
          <a:xfrm>
            <a:off x="9974726" y="7820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4" name="Shape 6812"/>
          <p:cNvSpPr/>
          <p:nvPr/>
        </p:nvSpPr>
        <p:spPr>
          <a:xfrm>
            <a:off x="9681204" y="78328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5" name="Shape 6813"/>
          <p:cNvSpPr/>
          <p:nvPr/>
        </p:nvSpPr>
        <p:spPr>
          <a:xfrm>
            <a:off x="9845176" y="76440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6" name="Shape 6814"/>
          <p:cNvSpPr/>
          <p:nvPr/>
        </p:nvSpPr>
        <p:spPr>
          <a:xfrm>
            <a:off x="10009212" y="7678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7" name="Shape 6815"/>
          <p:cNvSpPr/>
          <p:nvPr/>
        </p:nvSpPr>
        <p:spPr>
          <a:xfrm>
            <a:off x="9686256" y="76616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8" name="Shape 6816"/>
          <p:cNvSpPr/>
          <p:nvPr/>
        </p:nvSpPr>
        <p:spPr>
          <a:xfrm>
            <a:off x="10053460" y="78424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19" name="Shape 6817"/>
          <p:cNvSpPr/>
          <p:nvPr/>
        </p:nvSpPr>
        <p:spPr>
          <a:xfrm>
            <a:off x="9967684" y="77715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0" name="Shape 6818"/>
          <p:cNvSpPr/>
          <p:nvPr/>
        </p:nvSpPr>
        <p:spPr>
          <a:xfrm>
            <a:off x="9761695" y="78417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1" name="Shape 6819"/>
          <p:cNvSpPr/>
          <p:nvPr/>
        </p:nvSpPr>
        <p:spPr>
          <a:xfrm>
            <a:off x="9861132" y="78135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2" name="Shape 6820"/>
          <p:cNvSpPr/>
          <p:nvPr/>
        </p:nvSpPr>
        <p:spPr>
          <a:xfrm>
            <a:off x="9780693" y="8010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3" name="Shape 6821"/>
          <p:cNvSpPr/>
          <p:nvPr/>
        </p:nvSpPr>
        <p:spPr>
          <a:xfrm>
            <a:off x="9994737" y="77665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4" name="Shape 6822"/>
          <p:cNvSpPr/>
          <p:nvPr/>
        </p:nvSpPr>
        <p:spPr>
          <a:xfrm>
            <a:off x="9973680" y="79088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5" name="Shape 6823"/>
          <p:cNvSpPr/>
          <p:nvPr/>
        </p:nvSpPr>
        <p:spPr>
          <a:xfrm>
            <a:off x="9734652" y="78684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6" name="Shape 6824"/>
          <p:cNvSpPr/>
          <p:nvPr/>
        </p:nvSpPr>
        <p:spPr>
          <a:xfrm>
            <a:off x="9759653" y="72088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7" name="Shape 6825"/>
          <p:cNvSpPr/>
          <p:nvPr/>
        </p:nvSpPr>
        <p:spPr>
          <a:xfrm>
            <a:off x="9880940" y="7806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8" name="Shape 6826"/>
          <p:cNvSpPr/>
          <p:nvPr/>
        </p:nvSpPr>
        <p:spPr>
          <a:xfrm>
            <a:off x="9879158" y="74941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29" name="Shape 6827"/>
          <p:cNvSpPr/>
          <p:nvPr/>
        </p:nvSpPr>
        <p:spPr>
          <a:xfrm>
            <a:off x="9904673" y="74171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0" name="Shape 6828"/>
          <p:cNvSpPr/>
          <p:nvPr/>
        </p:nvSpPr>
        <p:spPr>
          <a:xfrm>
            <a:off x="9706678" y="7449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1" name="Shape 6829"/>
          <p:cNvSpPr/>
          <p:nvPr/>
        </p:nvSpPr>
        <p:spPr>
          <a:xfrm>
            <a:off x="9678847" y="74037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2" name="Shape 6830"/>
          <p:cNvSpPr/>
          <p:nvPr/>
        </p:nvSpPr>
        <p:spPr>
          <a:xfrm>
            <a:off x="9794823" y="7530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3" name="Shape 6831"/>
          <p:cNvSpPr/>
          <p:nvPr/>
        </p:nvSpPr>
        <p:spPr>
          <a:xfrm>
            <a:off x="9837874" y="75132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4" name="Shape 6832"/>
          <p:cNvSpPr/>
          <p:nvPr/>
        </p:nvSpPr>
        <p:spPr>
          <a:xfrm>
            <a:off x="9886889" y="7499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5" name="Shape 6833"/>
          <p:cNvSpPr/>
          <p:nvPr/>
        </p:nvSpPr>
        <p:spPr>
          <a:xfrm>
            <a:off x="9998237" y="74764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36" name="Shape 6834"/>
          <p:cNvSpPr/>
          <p:nvPr/>
        </p:nvSpPr>
        <p:spPr>
          <a:xfrm>
            <a:off x="9906000" y="7259357"/>
            <a:ext cx="0" cy="628556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6837" name="Shape 6835"/>
          <p:cNvSpPr/>
          <p:nvPr/>
        </p:nvSpPr>
        <p:spPr>
          <a:xfrm>
            <a:off x="9791700" y="7887914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6838" name="Shape 6836"/>
          <p:cNvSpPr/>
          <p:nvPr/>
        </p:nvSpPr>
        <p:spPr>
          <a:xfrm>
            <a:off x="9791700" y="7259357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6839" name="Shape 6837"/>
          <p:cNvSpPr/>
          <p:nvPr/>
        </p:nvSpPr>
        <p:spPr>
          <a:xfrm>
            <a:off x="9740900" y="7461329"/>
            <a:ext cx="330200" cy="250793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6840" name="Shape 6838"/>
          <p:cNvSpPr/>
          <p:nvPr/>
        </p:nvSpPr>
        <p:spPr>
          <a:xfrm>
            <a:off x="9740900" y="7625282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6841" name="Shape 6839"/>
          <p:cNvSpPr/>
          <p:nvPr/>
        </p:nvSpPr>
        <p:spPr>
          <a:xfrm>
            <a:off x="10755392" y="76356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2" name="Shape 6840"/>
          <p:cNvSpPr/>
          <p:nvPr/>
        </p:nvSpPr>
        <p:spPr>
          <a:xfrm>
            <a:off x="10712444" y="7560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3" name="Shape 6841"/>
          <p:cNvSpPr/>
          <p:nvPr/>
        </p:nvSpPr>
        <p:spPr>
          <a:xfrm>
            <a:off x="10464458" y="76312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4" name="Shape 6842"/>
          <p:cNvSpPr/>
          <p:nvPr/>
        </p:nvSpPr>
        <p:spPr>
          <a:xfrm>
            <a:off x="10682374" y="75984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5" name="Shape 6843"/>
          <p:cNvSpPr/>
          <p:nvPr/>
        </p:nvSpPr>
        <p:spPr>
          <a:xfrm>
            <a:off x="10347240" y="76002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6" name="Shape 6844"/>
          <p:cNvSpPr/>
          <p:nvPr/>
        </p:nvSpPr>
        <p:spPr>
          <a:xfrm>
            <a:off x="10546056" y="7724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7" name="Shape 6845"/>
          <p:cNvSpPr/>
          <p:nvPr/>
        </p:nvSpPr>
        <p:spPr>
          <a:xfrm>
            <a:off x="10515948" y="7626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8" name="Shape 6846"/>
          <p:cNvSpPr/>
          <p:nvPr/>
        </p:nvSpPr>
        <p:spPr>
          <a:xfrm>
            <a:off x="10570925" y="7594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49" name="Shape 6847"/>
          <p:cNvSpPr/>
          <p:nvPr/>
        </p:nvSpPr>
        <p:spPr>
          <a:xfrm>
            <a:off x="10550088" y="75878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0" name="Shape 6848"/>
          <p:cNvSpPr/>
          <p:nvPr/>
        </p:nvSpPr>
        <p:spPr>
          <a:xfrm>
            <a:off x="10759966" y="76534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1" name="Shape 6849"/>
          <p:cNvSpPr/>
          <p:nvPr/>
        </p:nvSpPr>
        <p:spPr>
          <a:xfrm>
            <a:off x="10561070" y="75776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2" name="Shape 6850"/>
          <p:cNvSpPr/>
          <p:nvPr/>
        </p:nvSpPr>
        <p:spPr>
          <a:xfrm>
            <a:off x="10705617" y="7614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3" name="Shape 6851"/>
          <p:cNvSpPr/>
          <p:nvPr/>
        </p:nvSpPr>
        <p:spPr>
          <a:xfrm>
            <a:off x="10547013" y="76824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4" name="Shape 6852"/>
          <p:cNvSpPr/>
          <p:nvPr/>
        </p:nvSpPr>
        <p:spPr>
          <a:xfrm>
            <a:off x="10748736" y="7610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5" name="Shape 6853"/>
          <p:cNvSpPr/>
          <p:nvPr/>
        </p:nvSpPr>
        <p:spPr>
          <a:xfrm>
            <a:off x="10387328" y="76690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6" name="Shape 6854"/>
          <p:cNvSpPr/>
          <p:nvPr/>
        </p:nvSpPr>
        <p:spPr>
          <a:xfrm>
            <a:off x="10378981" y="76954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7" name="Shape 6855"/>
          <p:cNvSpPr/>
          <p:nvPr/>
        </p:nvSpPr>
        <p:spPr>
          <a:xfrm>
            <a:off x="10404688" y="7582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8" name="Shape 6856"/>
          <p:cNvSpPr/>
          <p:nvPr/>
        </p:nvSpPr>
        <p:spPr>
          <a:xfrm>
            <a:off x="10494488" y="77345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59" name="Shape 6857"/>
          <p:cNvSpPr/>
          <p:nvPr/>
        </p:nvSpPr>
        <p:spPr>
          <a:xfrm>
            <a:off x="10396061" y="76377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0" name="Shape 6858"/>
          <p:cNvSpPr/>
          <p:nvPr/>
        </p:nvSpPr>
        <p:spPr>
          <a:xfrm>
            <a:off x="10705863" y="75965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1" name="Shape 6859"/>
          <p:cNvSpPr/>
          <p:nvPr/>
        </p:nvSpPr>
        <p:spPr>
          <a:xfrm>
            <a:off x="10718845" y="7648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2" name="Shape 6860"/>
          <p:cNvSpPr/>
          <p:nvPr/>
        </p:nvSpPr>
        <p:spPr>
          <a:xfrm>
            <a:off x="10404752" y="76021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3" name="Shape 6861"/>
          <p:cNvSpPr/>
          <p:nvPr/>
        </p:nvSpPr>
        <p:spPr>
          <a:xfrm>
            <a:off x="10509615" y="76222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4" name="Shape 6862"/>
          <p:cNvSpPr/>
          <p:nvPr/>
        </p:nvSpPr>
        <p:spPr>
          <a:xfrm>
            <a:off x="10379380" y="76490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5" name="Shape 6863"/>
          <p:cNvSpPr/>
          <p:nvPr/>
        </p:nvSpPr>
        <p:spPr>
          <a:xfrm>
            <a:off x="10364175" y="75878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6" name="Shape 6864"/>
          <p:cNvSpPr/>
          <p:nvPr/>
        </p:nvSpPr>
        <p:spPr>
          <a:xfrm>
            <a:off x="10532417" y="7549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7" name="Shape 6865"/>
          <p:cNvSpPr/>
          <p:nvPr/>
        </p:nvSpPr>
        <p:spPr>
          <a:xfrm>
            <a:off x="10411753" y="76434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8" name="Shape 6866"/>
          <p:cNvSpPr/>
          <p:nvPr/>
        </p:nvSpPr>
        <p:spPr>
          <a:xfrm>
            <a:off x="10728952" y="76903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69" name="Shape 6867"/>
          <p:cNvSpPr/>
          <p:nvPr/>
        </p:nvSpPr>
        <p:spPr>
          <a:xfrm>
            <a:off x="10484026" y="76593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0" name="Shape 6868"/>
          <p:cNvSpPr/>
          <p:nvPr/>
        </p:nvSpPr>
        <p:spPr>
          <a:xfrm>
            <a:off x="10449304" y="7636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1" name="Shape 6869"/>
          <p:cNvSpPr/>
          <p:nvPr/>
        </p:nvSpPr>
        <p:spPr>
          <a:xfrm>
            <a:off x="10337244" y="76072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2" name="Shape 6870"/>
          <p:cNvSpPr/>
          <p:nvPr/>
        </p:nvSpPr>
        <p:spPr>
          <a:xfrm>
            <a:off x="10756153" y="75742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3" name="Shape 6871"/>
          <p:cNvSpPr/>
          <p:nvPr/>
        </p:nvSpPr>
        <p:spPr>
          <a:xfrm>
            <a:off x="10516629" y="75952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4" name="Shape 6872"/>
          <p:cNvSpPr/>
          <p:nvPr/>
        </p:nvSpPr>
        <p:spPr>
          <a:xfrm>
            <a:off x="10483287" y="7616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5" name="Shape 6873"/>
          <p:cNvSpPr/>
          <p:nvPr/>
        </p:nvSpPr>
        <p:spPr>
          <a:xfrm>
            <a:off x="10732355" y="7593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6" name="Shape 6874"/>
          <p:cNvSpPr/>
          <p:nvPr/>
        </p:nvSpPr>
        <p:spPr>
          <a:xfrm>
            <a:off x="10683294" y="76393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7" name="Shape 6875"/>
          <p:cNvSpPr/>
          <p:nvPr/>
        </p:nvSpPr>
        <p:spPr>
          <a:xfrm>
            <a:off x="10376230" y="7644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8" name="Shape 6876"/>
          <p:cNvSpPr/>
          <p:nvPr/>
        </p:nvSpPr>
        <p:spPr>
          <a:xfrm>
            <a:off x="10453011" y="75741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79" name="Shape 6877"/>
          <p:cNvSpPr/>
          <p:nvPr/>
        </p:nvSpPr>
        <p:spPr>
          <a:xfrm>
            <a:off x="10497277" y="76054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0" name="Shape 6878"/>
          <p:cNvSpPr/>
          <p:nvPr/>
        </p:nvSpPr>
        <p:spPr>
          <a:xfrm>
            <a:off x="10460329" y="76432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1" name="Shape 6879"/>
          <p:cNvSpPr/>
          <p:nvPr/>
        </p:nvSpPr>
        <p:spPr>
          <a:xfrm>
            <a:off x="10617029" y="7616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2" name="Shape 6880"/>
          <p:cNvSpPr/>
          <p:nvPr/>
        </p:nvSpPr>
        <p:spPr>
          <a:xfrm>
            <a:off x="10496278" y="76986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3" name="Shape 6881"/>
          <p:cNvSpPr/>
          <p:nvPr/>
        </p:nvSpPr>
        <p:spPr>
          <a:xfrm>
            <a:off x="10393911" y="76486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4" name="Shape 6882"/>
          <p:cNvSpPr/>
          <p:nvPr/>
        </p:nvSpPr>
        <p:spPr>
          <a:xfrm>
            <a:off x="10417443" y="76575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5" name="Shape 6883"/>
          <p:cNvSpPr/>
          <p:nvPr/>
        </p:nvSpPr>
        <p:spPr>
          <a:xfrm>
            <a:off x="10336408" y="76859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6" name="Shape 6884"/>
          <p:cNvSpPr/>
          <p:nvPr/>
        </p:nvSpPr>
        <p:spPr>
          <a:xfrm>
            <a:off x="10542429" y="76202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7" name="Shape 6885"/>
          <p:cNvSpPr/>
          <p:nvPr/>
        </p:nvSpPr>
        <p:spPr>
          <a:xfrm>
            <a:off x="10478249" y="75673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8" name="Shape 6886"/>
          <p:cNvSpPr/>
          <p:nvPr/>
        </p:nvSpPr>
        <p:spPr>
          <a:xfrm>
            <a:off x="10332999" y="76600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89" name="Shape 6887"/>
          <p:cNvSpPr/>
          <p:nvPr/>
        </p:nvSpPr>
        <p:spPr>
          <a:xfrm>
            <a:off x="10541615" y="76177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0" name="Shape 6888"/>
          <p:cNvSpPr/>
          <p:nvPr/>
        </p:nvSpPr>
        <p:spPr>
          <a:xfrm>
            <a:off x="10552803" y="76825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1" name="Shape 6889"/>
          <p:cNvSpPr/>
          <p:nvPr/>
        </p:nvSpPr>
        <p:spPr>
          <a:xfrm>
            <a:off x="10460903" y="75844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2" name="Shape 6890"/>
          <p:cNvSpPr/>
          <p:nvPr/>
        </p:nvSpPr>
        <p:spPr>
          <a:xfrm>
            <a:off x="10446733" y="76382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3" name="Shape 6891"/>
          <p:cNvSpPr/>
          <p:nvPr/>
        </p:nvSpPr>
        <p:spPr>
          <a:xfrm>
            <a:off x="10603126" y="76302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4" name="Shape 6892"/>
          <p:cNvSpPr/>
          <p:nvPr/>
        </p:nvSpPr>
        <p:spPr>
          <a:xfrm>
            <a:off x="10362696" y="76397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5" name="Shape 6893"/>
          <p:cNvSpPr/>
          <p:nvPr/>
        </p:nvSpPr>
        <p:spPr>
          <a:xfrm>
            <a:off x="10477001" y="76191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6" name="Shape 6894"/>
          <p:cNvSpPr/>
          <p:nvPr/>
        </p:nvSpPr>
        <p:spPr>
          <a:xfrm>
            <a:off x="10689447" y="76387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7" name="Shape 6895"/>
          <p:cNvSpPr/>
          <p:nvPr/>
        </p:nvSpPr>
        <p:spPr>
          <a:xfrm>
            <a:off x="10574988" y="7636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8" name="Shape 6896"/>
          <p:cNvSpPr/>
          <p:nvPr/>
        </p:nvSpPr>
        <p:spPr>
          <a:xfrm>
            <a:off x="10637184" y="7608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899" name="Shape 6897"/>
          <p:cNvSpPr/>
          <p:nvPr/>
        </p:nvSpPr>
        <p:spPr>
          <a:xfrm>
            <a:off x="10515255" y="76264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0" name="Shape 6898"/>
          <p:cNvSpPr/>
          <p:nvPr/>
        </p:nvSpPr>
        <p:spPr>
          <a:xfrm>
            <a:off x="10715113" y="7601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1" name="Shape 6899"/>
          <p:cNvSpPr/>
          <p:nvPr/>
        </p:nvSpPr>
        <p:spPr>
          <a:xfrm>
            <a:off x="10396033" y="7624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2" name="Shape 6900"/>
          <p:cNvSpPr/>
          <p:nvPr/>
        </p:nvSpPr>
        <p:spPr>
          <a:xfrm>
            <a:off x="10542831" y="76476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3" name="Shape 6901"/>
          <p:cNvSpPr/>
          <p:nvPr/>
        </p:nvSpPr>
        <p:spPr>
          <a:xfrm>
            <a:off x="10609808" y="7618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4" name="Shape 6902"/>
          <p:cNvSpPr/>
          <p:nvPr/>
        </p:nvSpPr>
        <p:spPr>
          <a:xfrm>
            <a:off x="10362342" y="76225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5" name="Shape 6903"/>
          <p:cNvSpPr/>
          <p:nvPr/>
        </p:nvSpPr>
        <p:spPr>
          <a:xfrm>
            <a:off x="10539617" y="7603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6" name="Shape 6904"/>
          <p:cNvSpPr/>
          <p:nvPr/>
        </p:nvSpPr>
        <p:spPr>
          <a:xfrm>
            <a:off x="10467820" y="76447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7" name="Shape 6905"/>
          <p:cNvSpPr/>
          <p:nvPr/>
        </p:nvSpPr>
        <p:spPr>
          <a:xfrm>
            <a:off x="10339391" y="76192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8" name="Shape 6906"/>
          <p:cNvSpPr/>
          <p:nvPr/>
        </p:nvSpPr>
        <p:spPr>
          <a:xfrm>
            <a:off x="10607820" y="77309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09" name="Shape 6907"/>
          <p:cNvSpPr/>
          <p:nvPr/>
        </p:nvSpPr>
        <p:spPr>
          <a:xfrm>
            <a:off x="10617241" y="76235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0" name="Shape 6908"/>
          <p:cNvSpPr/>
          <p:nvPr/>
        </p:nvSpPr>
        <p:spPr>
          <a:xfrm>
            <a:off x="10445731" y="74961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1" name="Shape 6909"/>
          <p:cNvSpPr/>
          <p:nvPr/>
        </p:nvSpPr>
        <p:spPr>
          <a:xfrm>
            <a:off x="10544013" y="75803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2" name="Shape 6910"/>
          <p:cNvSpPr/>
          <p:nvPr/>
        </p:nvSpPr>
        <p:spPr>
          <a:xfrm>
            <a:off x="10707227" y="7663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3" name="Shape 6911"/>
          <p:cNvSpPr/>
          <p:nvPr/>
        </p:nvSpPr>
        <p:spPr>
          <a:xfrm>
            <a:off x="10573758" y="76635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4" name="Shape 6912"/>
          <p:cNvSpPr/>
          <p:nvPr/>
        </p:nvSpPr>
        <p:spPr>
          <a:xfrm>
            <a:off x="10524556" y="76065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5" name="Shape 6913"/>
          <p:cNvSpPr/>
          <p:nvPr/>
        </p:nvSpPr>
        <p:spPr>
          <a:xfrm>
            <a:off x="10387395" y="7592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6" name="Shape 6914"/>
          <p:cNvSpPr/>
          <p:nvPr/>
        </p:nvSpPr>
        <p:spPr>
          <a:xfrm>
            <a:off x="10554204" y="75888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7" name="Shape 6915"/>
          <p:cNvSpPr/>
          <p:nvPr/>
        </p:nvSpPr>
        <p:spPr>
          <a:xfrm>
            <a:off x="10652258" y="76430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8" name="Shape 6916"/>
          <p:cNvSpPr/>
          <p:nvPr/>
        </p:nvSpPr>
        <p:spPr>
          <a:xfrm>
            <a:off x="10499506" y="76531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19" name="Shape 6917"/>
          <p:cNvSpPr/>
          <p:nvPr/>
        </p:nvSpPr>
        <p:spPr>
          <a:xfrm>
            <a:off x="10728336" y="74270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0" name="Shape 6918"/>
          <p:cNvSpPr/>
          <p:nvPr/>
        </p:nvSpPr>
        <p:spPr>
          <a:xfrm>
            <a:off x="10567977" y="77254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1" name="Shape 6919"/>
          <p:cNvSpPr/>
          <p:nvPr/>
        </p:nvSpPr>
        <p:spPr>
          <a:xfrm>
            <a:off x="10360141" y="76464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2" name="Shape 6920"/>
          <p:cNvSpPr/>
          <p:nvPr/>
        </p:nvSpPr>
        <p:spPr>
          <a:xfrm>
            <a:off x="10494568" y="76373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3" name="Shape 6921"/>
          <p:cNvSpPr/>
          <p:nvPr/>
        </p:nvSpPr>
        <p:spPr>
          <a:xfrm>
            <a:off x="10641522" y="76139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4" name="Shape 6922"/>
          <p:cNvSpPr/>
          <p:nvPr/>
        </p:nvSpPr>
        <p:spPr>
          <a:xfrm>
            <a:off x="10722449" y="76363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5" name="Shape 6923"/>
          <p:cNvSpPr/>
          <p:nvPr/>
        </p:nvSpPr>
        <p:spPr>
          <a:xfrm>
            <a:off x="10471553" y="76685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6" name="Shape 6924"/>
          <p:cNvSpPr/>
          <p:nvPr/>
        </p:nvSpPr>
        <p:spPr>
          <a:xfrm>
            <a:off x="10717606" y="75399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7" name="Shape 6925"/>
          <p:cNvSpPr/>
          <p:nvPr/>
        </p:nvSpPr>
        <p:spPr>
          <a:xfrm>
            <a:off x="10474537" y="7605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8" name="Shape 6926"/>
          <p:cNvSpPr/>
          <p:nvPr/>
        </p:nvSpPr>
        <p:spPr>
          <a:xfrm>
            <a:off x="10590985" y="7649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29" name="Shape 6927"/>
          <p:cNvSpPr/>
          <p:nvPr/>
        </p:nvSpPr>
        <p:spPr>
          <a:xfrm>
            <a:off x="10743459" y="76431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0" name="Shape 6928"/>
          <p:cNvSpPr/>
          <p:nvPr/>
        </p:nvSpPr>
        <p:spPr>
          <a:xfrm>
            <a:off x="10351817" y="78603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1" name="Shape 6929"/>
          <p:cNvSpPr/>
          <p:nvPr/>
        </p:nvSpPr>
        <p:spPr>
          <a:xfrm>
            <a:off x="10352011" y="7926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2" name="Shape 6930"/>
          <p:cNvSpPr/>
          <p:nvPr/>
        </p:nvSpPr>
        <p:spPr>
          <a:xfrm>
            <a:off x="10739508" y="78228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3" name="Shape 6931"/>
          <p:cNvSpPr/>
          <p:nvPr/>
        </p:nvSpPr>
        <p:spPr>
          <a:xfrm>
            <a:off x="10441121" y="79303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4" name="Shape 6932"/>
          <p:cNvSpPr/>
          <p:nvPr/>
        </p:nvSpPr>
        <p:spPr>
          <a:xfrm>
            <a:off x="10577771" y="78982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5" name="Shape 6933"/>
          <p:cNvSpPr/>
          <p:nvPr/>
        </p:nvSpPr>
        <p:spPr>
          <a:xfrm>
            <a:off x="10332053" y="7884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6" name="Shape 6934"/>
          <p:cNvSpPr/>
          <p:nvPr/>
        </p:nvSpPr>
        <p:spPr>
          <a:xfrm>
            <a:off x="10566507" y="79455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7" name="Shape 6935"/>
          <p:cNvSpPr/>
          <p:nvPr/>
        </p:nvSpPr>
        <p:spPr>
          <a:xfrm>
            <a:off x="10526400" y="7709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8" name="Shape 6936"/>
          <p:cNvSpPr/>
          <p:nvPr/>
        </p:nvSpPr>
        <p:spPr>
          <a:xfrm>
            <a:off x="10686726" y="75604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39" name="Shape 6937"/>
          <p:cNvSpPr/>
          <p:nvPr/>
        </p:nvSpPr>
        <p:spPr>
          <a:xfrm>
            <a:off x="10667028" y="75687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0" name="Shape 6938"/>
          <p:cNvSpPr/>
          <p:nvPr/>
        </p:nvSpPr>
        <p:spPr>
          <a:xfrm>
            <a:off x="10356989" y="74496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1" name="Shape 6939"/>
          <p:cNvSpPr/>
          <p:nvPr/>
        </p:nvSpPr>
        <p:spPr>
          <a:xfrm>
            <a:off x="10454913" y="70185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2" name="Shape 6940"/>
          <p:cNvSpPr/>
          <p:nvPr/>
        </p:nvSpPr>
        <p:spPr>
          <a:xfrm>
            <a:off x="10519940" y="73930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3" name="Shape 6941"/>
          <p:cNvSpPr/>
          <p:nvPr/>
        </p:nvSpPr>
        <p:spPr>
          <a:xfrm>
            <a:off x="10712830" y="76300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4" name="Shape 6942"/>
          <p:cNvSpPr/>
          <p:nvPr/>
        </p:nvSpPr>
        <p:spPr>
          <a:xfrm>
            <a:off x="10712819" y="7520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5" name="Shape 6943"/>
          <p:cNvSpPr/>
          <p:nvPr/>
        </p:nvSpPr>
        <p:spPr>
          <a:xfrm>
            <a:off x="10365426" y="7684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6" name="Shape 6944"/>
          <p:cNvSpPr/>
          <p:nvPr/>
        </p:nvSpPr>
        <p:spPr>
          <a:xfrm>
            <a:off x="10524570" y="74609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7" name="Shape 6945"/>
          <p:cNvSpPr/>
          <p:nvPr/>
        </p:nvSpPr>
        <p:spPr>
          <a:xfrm>
            <a:off x="10594272" y="72361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8" name="Shape 6946"/>
          <p:cNvSpPr/>
          <p:nvPr/>
        </p:nvSpPr>
        <p:spPr>
          <a:xfrm>
            <a:off x="10640728" y="72230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49" name="Shape 6947"/>
          <p:cNvSpPr/>
          <p:nvPr/>
        </p:nvSpPr>
        <p:spPr>
          <a:xfrm>
            <a:off x="10546967" y="7572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0" name="Shape 6948"/>
          <p:cNvSpPr/>
          <p:nvPr/>
        </p:nvSpPr>
        <p:spPr>
          <a:xfrm>
            <a:off x="10474824" y="7301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1" name="Shape 6949"/>
          <p:cNvSpPr/>
          <p:nvPr/>
        </p:nvSpPr>
        <p:spPr>
          <a:xfrm>
            <a:off x="10743094" y="7668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2" name="Shape 6950"/>
          <p:cNvSpPr/>
          <p:nvPr/>
        </p:nvSpPr>
        <p:spPr>
          <a:xfrm>
            <a:off x="10635998" y="7626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3" name="Shape 6951"/>
          <p:cNvSpPr/>
          <p:nvPr/>
        </p:nvSpPr>
        <p:spPr>
          <a:xfrm>
            <a:off x="10646228" y="6761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4" name="Shape 6952"/>
          <p:cNvSpPr/>
          <p:nvPr/>
        </p:nvSpPr>
        <p:spPr>
          <a:xfrm>
            <a:off x="10662651" y="7619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5" name="Shape 6953"/>
          <p:cNvSpPr/>
          <p:nvPr/>
        </p:nvSpPr>
        <p:spPr>
          <a:xfrm>
            <a:off x="10350432" y="73380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6" name="Shape 6954"/>
          <p:cNvSpPr/>
          <p:nvPr/>
        </p:nvSpPr>
        <p:spPr>
          <a:xfrm>
            <a:off x="10661564" y="7444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7" name="Shape 6955"/>
          <p:cNvSpPr/>
          <p:nvPr/>
        </p:nvSpPr>
        <p:spPr>
          <a:xfrm>
            <a:off x="10616646" y="76471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8" name="Shape 6956"/>
          <p:cNvSpPr/>
          <p:nvPr/>
        </p:nvSpPr>
        <p:spPr>
          <a:xfrm>
            <a:off x="10568945" y="77011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59" name="Shape 6957"/>
          <p:cNvSpPr/>
          <p:nvPr/>
        </p:nvSpPr>
        <p:spPr>
          <a:xfrm>
            <a:off x="10754000" y="73639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0" name="Shape 6958"/>
          <p:cNvSpPr/>
          <p:nvPr/>
        </p:nvSpPr>
        <p:spPr>
          <a:xfrm>
            <a:off x="10354577" y="74801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1" name="Shape 6959"/>
          <p:cNvSpPr/>
          <p:nvPr/>
        </p:nvSpPr>
        <p:spPr>
          <a:xfrm>
            <a:off x="10754361" y="74383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2" name="Shape 6960"/>
          <p:cNvSpPr/>
          <p:nvPr/>
        </p:nvSpPr>
        <p:spPr>
          <a:xfrm>
            <a:off x="10497466" y="74169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3" name="Shape 6961"/>
          <p:cNvSpPr/>
          <p:nvPr/>
        </p:nvSpPr>
        <p:spPr>
          <a:xfrm>
            <a:off x="10494970" y="73370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4" name="Shape 6962"/>
          <p:cNvSpPr/>
          <p:nvPr/>
        </p:nvSpPr>
        <p:spPr>
          <a:xfrm>
            <a:off x="10610666" y="73066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5" name="Shape 6963"/>
          <p:cNvSpPr/>
          <p:nvPr/>
        </p:nvSpPr>
        <p:spPr>
          <a:xfrm>
            <a:off x="10544729" y="74197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6" name="Shape 6964"/>
          <p:cNvSpPr/>
          <p:nvPr/>
        </p:nvSpPr>
        <p:spPr>
          <a:xfrm>
            <a:off x="10672466" y="7228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7" name="Shape 6965"/>
          <p:cNvSpPr/>
          <p:nvPr/>
        </p:nvSpPr>
        <p:spPr>
          <a:xfrm>
            <a:off x="10703614" y="76995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8" name="Shape 6966"/>
          <p:cNvSpPr/>
          <p:nvPr/>
        </p:nvSpPr>
        <p:spPr>
          <a:xfrm>
            <a:off x="10469334" y="7619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69" name="Shape 6967"/>
          <p:cNvSpPr/>
          <p:nvPr/>
        </p:nvSpPr>
        <p:spPr>
          <a:xfrm>
            <a:off x="10414694" y="7093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0" name="Shape 6968"/>
          <p:cNvSpPr/>
          <p:nvPr/>
        </p:nvSpPr>
        <p:spPr>
          <a:xfrm>
            <a:off x="10518898" y="7514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1" name="Shape 6969"/>
          <p:cNvSpPr/>
          <p:nvPr/>
        </p:nvSpPr>
        <p:spPr>
          <a:xfrm>
            <a:off x="10540773" y="73698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2" name="Shape 6970"/>
          <p:cNvSpPr/>
          <p:nvPr/>
        </p:nvSpPr>
        <p:spPr>
          <a:xfrm>
            <a:off x="10622918" y="7501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3" name="Shape 6971"/>
          <p:cNvSpPr/>
          <p:nvPr/>
        </p:nvSpPr>
        <p:spPr>
          <a:xfrm>
            <a:off x="10344668" y="74195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4" name="Shape 6972"/>
          <p:cNvSpPr/>
          <p:nvPr/>
        </p:nvSpPr>
        <p:spPr>
          <a:xfrm>
            <a:off x="10646610" y="7500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5" name="Shape 6973"/>
          <p:cNvSpPr/>
          <p:nvPr/>
        </p:nvSpPr>
        <p:spPr>
          <a:xfrm>
            <a:off x="10642930" y="73139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6" name="Shape 6974"/>
          <p:cNvSpPr/>
          <p:nvPr/>
        </p:nvSpPr>
        <p:spPr>
          <a:xfrm>
            <a:off x="10590667" y="76241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7" name="Shape 6975"/>
          <p:cNvSpPr/>
          <p:nvPr/>
        </p:nvSpPr>
        <p:spPr>
          <a:xfrm>
            <a:off x="10735049" y="76159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8" name="Shape 6976"/>
          <p:cNvSpPr/>
          <p:nvPr/>
        </p:nvSpPr>
        <p:spPr>
          <a:xfrm>
            <a:off x="10395942" y="76217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79" name="Shape 6977"/>
          <p:cNvSpPr/>
          <p:nvPr/>
        </p:nvSpPr>
        <p:spPr>
          <a:xfrm>
            <a:off x="10543606" y="75428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0" name="Shape 6978"/>
          <p:cNvSpPr/>
          <p:nvPr/>
        </p:nvSpPr>
        <p:spPr>
          <a:xfrm>
            <a:off x="10361475" y="77148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1" name="Shape 6979"/>
          <p:cNvSpPr/>
          <p:nvPr/>
        </p:nvSpPr>
        <p:spPr>
          <a:xfrm>
            <a:off x="10648192" y="7674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2" name="Shape 6980"/>
          <p:cNvSpPr/>
          <p:nvPr/>
        </p:nvSpPr>
        <p:spPr>
          <a:xfrm>
            <a:off x="10706412" y="77523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3" name="Shape 6981"/>
          <p:cNvSpPr/>
          <p:nvPr/>
        </p:nvSpPr>
        <p:spPr>
          <a:xfrm>
            <a:off x="10477739" y="7758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4" name="Shape 6982"/>
          <p:cNvSpPr/>
          <p:nvPr/>
        </p:nvSpPr>
        <p:spPr>
          <a:xfrm>
            <a:off x="10448949" y="76410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5" name="Shape 6983"/>
          <p:cNvSpPr/>
          <p:nvPr/>
        </p:nvSpPr>
        <p:spPr>
          <a:xfrm>
            <a:off x="10464219" y="76616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6" name="Shape 6984"/>
          <p:cNvSpPr/>
          <p:nvPr/>
        </p:nvSpPr>
        <p:spPr>
          <a:xfrm>
            <a:off x="10484405" y="74265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7" name="Shape 6985"/>
          <p:cNvSpPr/>
          <p:nvPr/>
        </p:nvSpPr>
        <p:spPr>
          <a:xfrm>
            <a:off x="10518068" y="7661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8" name="Shape 6986"/>
          <p:cNvSpPr/>
          <p:nvPr/>
        </p:nvSpPr>
        <p:spPr>
          <a:xfrm>
            <a:off x="10398812" y="76843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89" name="Shape 6987"/>
          <p:cNvSpPr/>
          <p:nvPr/>
        </p:nvSpPr>
        <p:spPr>
          <a:xfrm>
            <a:off x="10495533" y="76573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0" name="Shape 6988"/>
          <p:cNvSpPr/>
          <p:nvPr/>
        </p:nvSpPr>
        <p:spPr>
          <a:xfrm>
            <a:off x="10469149" y="7689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1" name="Shape 6989"/>
          <p:cNvSpPr/>
          <p:nvPr/>
        </p:nvSpPr>
        <p:spPr>
          <a:xfrm>
            <a:off x="10629849" y="74150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2" name="Shape 6990"/>
          <p:cNvSpPr/>
          <p:nvPr/>
        </p:nvSpPr>
        <p:spPr>
          <a:xfrm>
            <a:off x="10412172" y="72463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3" name="Shape 6991"/>
          <p:cNvSpPr/>
          <p:nvPr/>
        </p:nvSpPr>
        <p:spPr>
          <a:xfrm>
            <a:off x="10524139" y="76166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4" name="Shape 6992"/>
          <p:cNvSpPr/>
          <p:nvPr/>
        </p:nvSpPr>
        <p:spPr>
          <a:xfrm>
            <a:off x="10679173" y="7518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5" name="Shape 6993"/>
          <p:cNvSpPr/>
          <p:nvPr/>
        </p:nvSpPr>
        <p:spPr>
          <a:xfrm>
            <a:off x="10609683" y="76623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6" name="Shape 6994"/>
          <p:cNvSpPr/>
          <p:nvPr/>
        </p:nvSpPr>
        <p:spPr>
          <a:xfrm>
            <a:off x="10702584" y="7403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7" name="Shape 6995"/>
          <p:cNvSpPr/>
          <p:nvPr/>
        </p:nvSpPr>
        <p:spPr>
          <a:xfrm>
            <a:off x="10394536" y="77181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8" name="Shape 6996"/>
          <p:cNvSpPr/>
          <p:nvPr/>
        </p:nvSpPr>
        <p:spPr>
          <a:xfrm>
            <a:off x="10524387" y="72811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6999" name="Shape 6997"/>
          <p:cNvSpPr/>
          <p:nvPr/>
        </p:nvSpPr>
        <p:spPr>
          <a:xfrm>
            <a:off x="10454534" y="7679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0" name="Shape 6998"/>
          <p:cNvSpPr/>
          <p:nvPr/>
        </p:nvSpPr>
        <p:spPr>
          <a:xfrm>
            <a:off x="10586697" y="7460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1" name="Shape 6999"/>
          <p:cNvSpPr/>
          <p:nvPr/>
        </p:nvSpPr>
        <p:spPr>
          <a:xfrm>
            <a:off x="10754338" y="73732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2" name="Shape 7000"/>
          <p:cNvSpPr/>
          <p:nvPr/>
        </p:nvSpPr>
        <p:spPr>
          <a:xfrm>
            <a:off x="10738907" y="77714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3" name="Shape 7001"/>
          <p:cNvSpPr/>
          <p:nvPr/>
        </p:nvSpPr>
        <p:spPr>
          <a:xfrm>
            <a:off x="10473609" y="68604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4" name="Shape 7002"/>
          <p:cNvSpPr/>
          <p:nvPr/>
        </p:nvSpPr>
        <p:spPr>
          <a:xfrm>
            <a:off x="10408043" y="72370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5" name="Shape 7003"/>
          <p:cNvSpPr/>
          <p:nvPr/>
        </p:nvSpPr>
        <p:spPr>
          <a:xfrm>
            <a:off x="10443602" y="76440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6" name="Shape 7004"/>
          <p:cNvSpPr/>
          <p:nvPr/>
        </p:nvSpPr>
        <p:spPr>
          <a:xfrm>
            <a:off x="10441993" y="75245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7" name="Shape 7005"/>
          <p:cNvSpPr/>
          <p:nvPr/>
        </p:nvSpPr>
        <p:spPr>
          <a:xfrm>
            <a:off x="10453045" y="7455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8" name="Shape 7006"/>
          <p:cNvSpPr/>
          <p:nvPr/>
        </p:nvSpPr>
        <p:spPr>
          <a:xfrm>
            <a:off x="10503937" y="7376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09" name="Shape 7007"/>
          <p:cNvSpPr/>
          <p:nvPr/>
        </p:nvSpPr>
        <p:spPr>
          <a:xfrm>
            <a:off x="10426916" y="74929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0" name="Shape 7008"/>
          <p:cNvSpPr/>
          <p:nvPr/>
        </p:nvSpPr>
        <p:spPr>
          <a:xfrm>
            <a:off x="10562978" y="73400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1" name="Shape 7009"/>
          <p:cNvSpPr/>
          <p:nvPr/>
        </p:nvSpPr>
        <p:spPr>
          <a:xfrm>
            <a:off x="10522027" y="76289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2" name="Shape 7010"/>
          <p:cNvSpPr/>
          <p:nvPr/>
        </p:nvSpPr>
        <p:spPr>
          <a:xfrm>
            <a:off x="10725230" y="74721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3" name="Shape 7011"/>
          <p:cNvSpPr/>
          <p:nvPr/>
        </p:nvSpPr>
        <p:spPr>
          <a:xfrm>
            <a:off x="10713947" y="72777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4" name="Shape 7012"/>
          <p:cNvSpPr/>
          <p:nvPr/>
        </p:nvSpPr>
        <p:spPr>
          <a:xfrm>
            <a:off x="10606992" y="75997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5" name="Shape 7013"/>
          <p:cNvSpPr/>
          <p:nvPr/>
        </p:nvSpPr>
        <p:spPr>
          <a:xfrm>
            <a:off x="10543396" y="7439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6" name="Shape 7014"/>
          <p:cNvSpPr/>
          <p:nvPr/>
        </p:nvSpPr>
        <p:spPr>
          <a:xfrm>
            <a:off x="10673289" y="7463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7" name="Shape 7015"/>
          <p:cNvSpPr/>
          <p:nvPr/>
        </p:nvSpPr>
        <p:spPr>
          <a:xfrm>
            <a:off x="10645148" y="71046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8" name="Shape 7016"/>
          <p:cNvSpPr/>
          <p:nvPr/>
        </p:nvSpPr>
        <p:spPr>
          <a:xfrm>
            <a:off x="10472686" y="74504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19" name="Shape 7017"/>
          <p:cNvSpPr/>
          <p:nvPr/>
        </p:nvSpPr>
        <p:spPr>
          <a:xfrm>
            <a:off x="10760806" y="7352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0" name="Shape 7018"/>
          <p:cNvSpPr/>
          <p:nvPr/>
        </p:nvSpPr>
        <p:spPr>
          <a:xfrm>
            <a:off x="10535474" y="74937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1" name="Shape 7019"/>
          <p:cNvSpPr/>
          <p:nvPr/>
        </p:nvSpPr>
        <p:spPr>
          <a:xfrm>
            <a:off x="10399291" y="73658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2" name="Shape 7020"/>
          <p:cNvSpPr/>
          <p:nvPr/>
        </p:nvSpPr>
        <p:spPr>
          <a:xfrm>
            <a:off x="10543248" y="74519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3" name="Shape 7021"/>
          <p:cNvSpPr/>
          <p:nvPr/>
        </p:nvSpPr>
        <p:spPr>
          <a:xfrm>
            <a:off x="10646043" y="72275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4" name="Shape 7022"/>
          <p:cNvSpPr/>
          <p:nvPr/>
        </p:nvSpPr>
        <p:spPr>
          <a:xfrm>
            <a:off x="10751924" y="73515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5" name="Shape 7023"/>
          <p:cNvSpPr/>
          <p:nvPr/>
        </p:nvSpPr>
        <p:spPr>
          <a:xfrm>
            <a:off x="10438746" y="74501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6" name="Shape 7024"/>
          <p:cNvSpPr/>
          <p:nvPr/>
        </p:nvSpPr>
        <p:spPr>
          <a:xfrm>
            <a:off x="10366976" y="73141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7" name="Shape 7025"/>
          <p:cNvSpPr/>
          <p:nvPr/>
        </p:nvSpPr>
        <p:spPr>
          <a:xfrm>
            <a:off x="10523960" y="74043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8" name="Shape 7026"/>
          <p:cNvSpPr/>
          <p:nvPr/>
        </p:nvSpPr>
        <p:spPr>
          <a:xfrm>
            <a:off x="10678718" y="74221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29" name="Shape 7027"/>
          <p:cNvSpPr/>
          <p:nvPr/>
        </p:nvSpPr>
        <p:spPr>
          <a:xfrm>
            <a:off x="10426048" y="74693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0" name="Shape 7028"/>
          <p:cNvSpPr/>
          <p:nvPr/>
        </p:nvSpPr>
        <p:spPr>
          <a:xfrm>
            <a:off x="10508454" y="73551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1" name="Shape 7029"/>
          <p:cNvSpPr/>
          <p:nvPr/>
        </p:nvSpPr>
        <p:spPr>
          <a:xfrm>
            <a:off x="10336646" y="73044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2" name="Shape 7030"/>
          <p:cNvSpPr/>
          <p:nvPr/>
        </p:nvSpPr>
        <p:spPr>
          <a:xfrm>
            <a:off x="10622641" y="7465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3" name="Shape 7031"/>
          <p:cNvSpPr/>
          <p:nvPr/>
        </p:nvSpPr>
        <p:spPr>
          <a:xfrm>
            <a:off x="10613275" y="73755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4" name="Shape 7032"/>
          <p:cNvSpPr/>
          <p:nvPr/>
        </p:nvSpPr>
        <p:spPr>
          <a:xfrm>
            <a:off x="10664024" y="72522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5" name="Shape 7033"/>
          <p:cNvSpPr/>
          <p:nvPr/>
        </p:nvSpPr>
        <p:spPr>
          <a:xfrm>
            <a:off x="10471706" y="7165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6" name="Shape 7034"/>
          <p:cNvSpPr/>
          <p:nvPr/>
        </p:nvSpPr>
        <p:spPr>
          <a:xfrm>
            <a:off x="10570852" y="73971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7" name="Shape 7035"/>
          <p:cNvSpPr/>
          <p:nvPr/>
        </p:nvSpPr>
        <p:spPr>
          <a:xfrm>
            <a:off x="10566493" y="74418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8" name="Shape 7036"/>
          <p:cNvSpPr/>
          <p:nvPr/>
        </p:nvSpPr>
        <p:spPr>
          <a:xfrm>
            <a:off x="10759385" y="7373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39" name="Shape 7037"/>
          <p:cNvSpPr/>
          <p:nvPr/>
        </p:nvSpPr>
        <p:spPr>
          <a:xfrm>
            <a:off x="10752355" y="73044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0" name="Shape 7038"/>
          <p:cNvSpPr/>
          <p:nvPr/>
        </p:nvSpPr>
        <p:spPr>
          <a:xfrm>
            <a:off x="10506567" y="7522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1" name="Shape 7039"/>
          <p:cNvSpPr/>
          <p:nvPr/>
        </p:nvSpPr>
        <p:spPr>
          <a:xfrm>
            <a:off x="10707173" y="74167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2" name="Shape 7040"/>
          <p:cNvSpPr/>
          <p:nvPr/>
        </p:nvSpPr>
        <p:spPr>
          <a:xfrm>
            <a:off x="10637853" y="72664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3" name="Shape 7041"/>
          <p:cNvSpPr/>
          <p:nvPr/>
        </p:nvSpPr>
        <p:spPr>
          <a:xfrm>
            <a:off x="10543662" y="72816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4" name="Shape 7042"/>
          <p:cNvSpPr/>
          <p:nvPr/>
        </p:nvSpPr>
        <p:spPr>
          <a:xfrm>
            <a:off x="10453717" y="70906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5" name="Shape 7043"/>
          <p:cNvSpPr/>
          <p:nvPr/>
        </p:nvSpPr>
        <p:spPr>
          <a:xfrm>
            <a:off x="10601129" y="741436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6" name="Shape 7044"/>
          <p:cNvSpPr/>
          <p:nvPr/>
        </p:nvSpPr>
        <p:spPr>
          <a:xfrm>
            <a:off x="10596171" y="74110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7" name="Shape 7045"/>
          <p:cNvSpPr/>
          <p:nvPr/>
        </p:nvSpPr>
        <p:spPr>
          <a:xfrm>
            <a:off x="10554957" y="74201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8" name="Shape 7046"/>
          <p:cNvSpPr/>
          <p:nvPr/>
        </p:nvSpPr>
        <p:spPr>
          <a:xfrm>
            <a:off x="10489968" y="73008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49" name="Shape 7047"/>
          <p:cNvSpPr/>
          <p:nvPr/>
        </p:nvSpPr>
        <p:spPr>
          <a:xfrm>
            <a:off x="10747818" y="7494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0" name="Shape 7048"/>
          <p:cNvSpPr/>
          <p:nvPr/>
        </p:nvSpPr>
        <p:spPr>
          <a:xfrm>
            <a:off x="10757168" y="7306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1" name="Shape 7049"/>
          <p:cNvSpPr/>
          <p:nvPr/>
        </p:nvSpPr>
        <p:spPr>
          <a:xfrm>
            <a:off x="10393586" y="72174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2" name="Shape 7050"/>
          <p:cNvSpPr/>
          <p:nvPr/>
        </p:nvSpPr>
        <p:spPr>
          <a:xfrm>
            <a:off x="10675926" y="7370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3" name="Shape 7051"/>
          <p:cNvSpPr/>
          <p:nvPr/>
        </p:nvSpPr>
        <p:spPr>
          <a:xfrm>
            <a:off x="10582329" y="77531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4" name="Shape 7052"/>
          <p:cNvSpPr/>
          <p:nvPr/>
        </p:nvSpPr>
        <p:spPr>
          <a:xfrm>
            <a:off x="10386143" y="74391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5" name="Shape 7053"/>
          <p:cNvSpPr/>
          <p:nvPr/>
        </p:nvSpPr>
        <p:spPr>
          <a:xfrm>
            <a:off x="10335804" y="75223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6" name="Shape 7054"/>
          <p:cNvSpPr/>
          <p:nvPr/>
        </p:nvSpPr>
        <p:spPr>
          <a:xfrm>
            <a:off x="10737563" y="7482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7" name="Shape 7055"/>
          <p:cNvSpPr/>
          <p:nvPr/>
        </p:nvSpPr>
        <p:spPr>
          <a:xfrm>
            <a:off x="10444936" y="73678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8" name="Shape 7056"/>
          <p:cNvSpPr/>
          <p:nvPr/>
        </p:nvSpPr>
        <p:spPr>
          <a:xfrm>
            <a:off x="10719557" y="72358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59" name="Shape 7057"/>
          <p:cNvSpPr/>
          <p:nvPr/>
        </p:nvSpPr>
        <p:spPr>
          <a:xfrm>
            <a:off x="10435386" y="74473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0" name="Shape 7058"/>
          <p:cNvSpPr/>
          <p:nvPr/>
        </p:nvSpPr>
        <p:spPr>
          <a:xfrm>
            <a:off x="10647629" y="76124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1" name="Shape 7059"/>
          <p:cNvSpPr/>
          <p:nvPr/>
        </p:nvSpPr>
        <p:spPr>
          <a:xfrm>
            <a:off x="10695649" y="72301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2" name="Shape 7060"/>
          <p:cNvSpPr/>
          <p:nvPr/>
        </p:nvSpPr>
        <p:spPr>
          <a:xfrm>
            <a:off x="10737375" y="72425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3" name="Shape 7061"/>
          <p:cNvSpPr/>
          <p:nvPr/>
        </p:nvSpPr>
        <p:spPr>
          <a:xfrm>
            <a:off x="10380507" y="74147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4" name="Shape 7062"/>
          <p:cNvSpPr/>
          <p:nvPr/>
        </p:nvSpPr>
        <p:spPr>
          <a:xfrm>
            <a:off x="10593474" y="7247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5" name="Shape 7063"/>
          <p:cNvSpPr/>
          <p:nvPr/>
        </p:nvSpPr>
        <p:spPr>
          <a:xfrm>
            <a:off x="10470786" y="72440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6" name="Shape 7064"/>
          <p:cNvSpPr/>
          <p:nvPr/>
        </p:nvSpPr>
        <p:spPr>
          <a:xfrm>
            <a:off x="10492613" y="72280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7" name="Shape 7065"/>
          <p:cNvSpPr/>
          <p:nvPr/>
        </p:nvSpPr>
        <p:spPr>
          <a:xfrm>
            <a:off x="10463092" y="76200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8" name="Shape 7066"/>
          <p:cNvSpPr/>
          <p:nvPr/>
        </p:nvSpPr>
        <p:spPr>
          <a:xfrm>
            <a:off x="10609317" y="76970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69" name="Shape 7067"/>
          <p:cNvSpPr/>
          <p:nvPr/>
        </p:nvSpPr>
        <p:spPr>
          <a:xfrm>
            <a:off x="10685945" y="7438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0" name="Shape 7068"/>
          <p:cNvSpPr/>
          <p:nvPr/>
        </p:nvSpPr>
        <p:spPr>
          <a:xfrm>
            <a:off x="10473990" y="7445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1" name="Shape 7069"/>
          <p:cNvSpPr/>
          <p:nvPr/>
        </p:nvSpPr>
        <p:spPr>
          <a:xfrm>
            <a:off x="10722253" y="74449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2" name="Shape 7070"/>
          <p:cNvSpPr/>
          <p:nvPr/>
        </p:nvSpPr>
        <p:spPr>
          <a:xfrm>
            <a:off x="10342124" y="74706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3" name="Shape 7071"/>
          <p:cNvSpPr/>
          <p:nvPr/>
        </p:nvSpPr>
        <p:spPr>
          <a:xfrm>
            <a:off x="10743392" y="74901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4" name="Shape 7072"/>
          <p:cNvSpPr/>
          <p:nvPr/>
        </p:nvSpPr>
        <p:spPr>
          <a:xfrm>
            <a:off x="10392523" y="7701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5" name="Shape 7073"/>
          <p:cNvSpPr/>
          <p:nvPr/>
        </p:nvSpPr>
        <p:spPr>
          <a:xfrm>
            <a:off x="10594155" y="77164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6" name="Shape 7074"/>
          <p:cNvSpPr/>
          <p:nvPr/>
        </p:nvSpPr>
        <p:spPr>
          <a:xfrm>
            <a:off x="10336170" y="77677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7" name="Shape 7075"/>
          <p:cNvSpPr/>
          <p:nvPr/>
        </p:nvSpPr>
        <p:spPr>
          <a:xfrm>
            <a:off x="10439407" y="78939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8" name="Shape 7076"/>
          <p:cNvSpPr/>
          <p:nvPr/>
        </p:nvSpPr>
        <p:spPr>
          <a:xfrm>
            <a:off x="10590505" y="77185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79" name="Shape 7077"/>
          <p:cNvSpPr/>
          <p:nvPr/>
        </p:nvSpPr>
        <p:spPr>
          <a:xfrm>
            <a:off x="10429814" y="78903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0" name="Shape 7078"/>
          <p:cNvSpPr/>
          <p:nvPr/>
        </p:nvSpPr>
        <p:spPr>
          <a:xfrm>
            <a:off x="10636668" y="78344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1" name="Shape 7079"/>
          <p:cNvSpPr/>
          <p:nvPr/>
        </p:nvSpPr>
        <p:spPr>
          <a:xfrm>
            <a:off x="10555588" y="78575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2" name="Shape 7080"/>
          <p:cNvSpPr/>
          <p:nvPr/>
        </p:nvSpPr>
        <p:spPr>
          <a:xfrm>
            <a:off x="10616480" y="77564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3" name="Shape 7081"/>
          <p:cNvSpPr/>
          <p:nvPr/>
        </p:nvSpPr>
        <p:spPr>
          <a:xfrm>
            <a:off x="10419919" y="78263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4" name="Shape 7082"/>
          <p:cNvSpPr/>
          <p:nvPr/>
        </p:nvSpPr>
        <p:spPr>
          <a:xfrm>
            <a:off x="10463128" y="78152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5" name="Shape 7083"/>
          <p:cNvSpPr/>
          <p:nvPr/>
        </p:nvSpPr>
        <p:spPr>
          <a:xfrm>
            <a:off x="10547471" y="78899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6" name="Shape 7084"/>
          <p:cNvSpPr/>
          <p:nvPr/>
        </p:nvSpPr>
        <p:spPr>
          <a:xfrm>
            <a:off x="10443525" y="72188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7" name="Shape 7085"/>
          <p:cNvSpPr/>
          <p:nvPr/>
        </p:nvSpPr>
        <p:spPr>
          <a:xfrm>
            <a:off x="10499616" y="7240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8" name="Shape 7086"/>
          <p:cNvSpPr/>
          <p:nvPr/>
        </p:nvSpPr>
        <p:spPr>
          <a:xfrm>
            <a:off x="10691467" y="7515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89" name="Shape 7087"/>
          <p:cNvSpPr/>
          <p:nvPr/>
        </p:nvSpPr>
        <p:spPr>
          <a:xfrm>
            <a:off x="10612335" y="7517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0" name="Shape 7088"/>
          <p:cNvSpPr/>
          <p:nvPr/>
        </p:nvSpPr>
        <p:spPr>
          <a:xfrm>
            <a:off x="10606185" y="74563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1" name="Shape 7089"/>
          <p:cNvSpPr/>
          <p:nvPr/>
        </p:nvSpPr>
        <p:spPr>
          <a:xfrm>
            <a:off x="10706267" y="75807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2" name="Shape 7090"/>
          <p:cNvSpPr/>
          <p:nvPr/>
        </p:nvSpPr>
        <p:spPr>
          <a:xfrm>
            <a:off x="10608548" y="75900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3" name="Shape 7091"/>
          <p:cNvSpPr/>
          <p:nvPr/>
        </p:nvSpPr>
        <p:spPr>
          <a:xfrm>
            <a:off x="10528943" y="7474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4" name="Shape 7092"/>
          <p:cNvSpPr/>
          <p:nvPr/>
        </p:nvSpPr>
        <p:spPr>
          <a:xfrm>
            <a:off x="10724530" y="7576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5" name="Shape 7093"/>
          <p:cNvSpPr/>
          <p:nvPr/>
        </p:nvSpPr>
        <p:spPr>
          <a:xfrm>
            <a:off x="10388052" y="75199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6" name="Shape 7094"/>
          <p:cNvSpPr/>
          <p:nvPr/>
        </p:nvSpPr>
        <p:spPr>
          <a:xfrm>
            <a:off x="10697274" y="75027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7" name="Shape 7095"/>
          <p:cNvSpPr/>
          <p:nvPr/>
        </p:nvSpPr>
        <p:spPr>
          <a:xfrm>
            <a:off x="10589521" y="74153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8" name="Shape 7096"/>
          <p:cNvSpPr/>
          <p:nvPr/>
        </p:nvSpPr>
        <p:spPr>
          <a:xfrm>
            <a:off x="10557531" y="75980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099" name="Shape 7097"/>
          <p:cNvSpPr/>
          <p:nvPr/>
        </p:nvSpPr>
        <p:spPr>
          <a:xfrm>
            <a:off x="10434317" y="7281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0" name="Shape 7098"/>
          <p:cNvSpPr/>
          <p:nvPr/>
        </p:nvSpPr>
        <p:spPr>
          <a:xfrm>
            <a:off x="10360261" y="7267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1" name="Shape 7099"/>
          <p:cNvSpPr/>
          <p:nvPr/>
        </p:nvSpPr>
        <p:spPr>
          <a:xfrm>
            <a:off x="10712347" y="72661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2" name="Shape 7100"/>
          <p:cNvSpPr/>
          <p:nvPr/>
        </p:nvSpPr>
        <p:spPr>
          <a:xfrm>
            <a:off x="10684415" y="7268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3" name="Shape 7101"/>
          <p:cNvSpPr/>
          <p:nvPr/>
        </p:nvSpPr>
        <p:spPr>
          <a:xfrm>
            <a:off x="10406640" y="72726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4" name="Shape 7102"/>
          <p:cNvSpPr/>
          <p:nvPr/>
        </p:nvSpPr>
        <p:spPr>
          <a:xfrm>
            <a:off x="10379372" y="72669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5" name="Shape 7103"/>
          <p:cNvSpPr/>
          <p:nvPr/>
        </p:nvSpPr>
        <p:spPr>
          <a:xfrm>
            <a:off x="10516343" y="75097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6" name="Shape 7104"/>
          <p:cNvSpPr/>
          <p:nvPr/>
        </p:nvSpPr>
        <p:spPr>
          <a:xfrm>
            <a:off x="10688713" y="75578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7" name="Shape 7105"/>
          <p:cNvSpPr/>
          <p:nvPr/>
        </p:nvSpPr>
        <p:spPr>
          <a:xfrm>
            <a:off x="10366112" y="75595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8" name="Shape 7106"/>
          <p:cNvSpPr/>
          <p:nvPr/>
        </p:nvSpPr>
        <p:spPr>
          <a:xfrm>
            <a:off x="10747113" y="73851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09" name="Shape 7107"/>
          <p:cNvSpPr/>
          <p:nvPr/>
        </p:nvSpPr>
        <p:spPr>
          <a:xfrm>
            <a:off x="10596279" y="73654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0" name="Shape 7108"/>
          <p:cNvSpPr/>
          <p:nvPr/>
        </p:nvSpPr>
        <p:spPr>
          <a:xfrm>
            <a:off x="10592356" y="7639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1" name="Shape 7109"/>
          <p:cNvSpPr/>
          <p:nvPr/>
        </p:nvSpPr>
        <p:spPr>
          <a:xfrm>
            <a:off x="10331747" y="7701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2" name="Shape 7110"/>
          <p:cNvSpPr/>
          <p:nvPr/>
        </p:nvSpPr>
        <p:spPr>
          <a:xfrm>
            <a:off x="10442938" y="77357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3" name="Shape 7111"/>
          <p:cNvSpPr/>
          <p:nvPr/>
        </p:nvSpPr>
        <p:spPr>
          <a:xfrm>
            <a:off x="10500459" y="76254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4" name="Shape 7112"/>
          <p:cNvSpPr/>
          <p:nvPr/>
        </p:nvSpPr>
        <p:spPr>
          <a:xfrm>
            <a:off x="10387818" y="70871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5" name="Shape 7113"/>
          <p:cNvSpPr/>
          <p:nvPr/>
        </p:nvSpPr>
        <p:spPr>
          <a:xfrm>
            <a:off x="10396558" y="76160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6" name="Shape 7114"/>
          <p:cNvSpPr/>
          <p:nvPr/>
        </p:nvSpPr>
        <p:spPr>
          <a:xfrm>
            <a:off x="10414929" y="77577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7" name="Shape 7115"/>
          <p:cNvSpPr/>
          <p:nvPr/>
        </p:nvSpPr>
        <p:spPr>
          <a:xfrm>
            <a:off x="10569682" y="7787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8" name="Shape 7116"/>
          <p:cNvSpPr/>
          <p:nvPr/>
        </p:nvSpPr>
        <p:spPr>
          <a:xfrm>
            <a:off x="10688390" y="7741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19" name="Shape 7117"/>
          <p:cNvSpPr/>
          <p:nvPr/>
        </p:nvSpPr>
        <p:spPr>
          <a:xfrm>
            <a:off x="10513301" y="77936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0" name="Shape 7118"/>
          <p:cNvSpPr/>
          <p:nvPr/>
        </p:nvSpPr>
        <p:spPr>
          <a:xfrm>
            <a:off x="10753299" y="76538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1" name="Shape 7119"/>
          <p:cNvSpPr/>
          <p:nvPr/>
        </p:nvSpPr>
        <p:spPr>
          <a:xfrm>
            <a:off x="10488921" y="7046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2" name="Shape 7120"/>
          <p:cNvSpPr/>
          <p:nvPr/>
        </p:nvSpPr>
        <p:spPr>
          <a:xfrm>
            <a:off x="10622357" y="7064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3" name="Shape 7121"/>
          <p:cNvSpPr/>
          <p:nvPr/>
        </p:nvSpPr>
        <p:spPr>
          <a:xfrm>
            <a:off x="10455201" y="76765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4" name="Shape 7122"/>
          <p:cNvSpPr/>
          <p:nvPr/>
        </p:nvSpPr>
        <p:spPr>
          <a:xfrm>
            <a:off x="10530690" y="7708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5" name="Shape 7123"/>
          <p:cNvSpPr/>
          <p:nvPr/>
        </p:nvSpPr>
        <p:spPr>
          <a:xfrm>
            <a:off x="10428728" y="77138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6" name="Shape 7124"/>
          <p:cNvSpPr/>
          <p:nvPr/>
        </p:nvSpPr>
        <p:spPr>
          <a:xfrm>
            <a:off x="10331243" y="73166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7" name="Shape 7125"/>
          <p:cNvSpPr/>
          <p:nvPr/>
        </p:nvSpPr>
        <p:spPr>
          <a:xfrm>
            <a:off x="10694628" y="7325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8" name="Shape 7126"/>
          <p:cNvSpPr/>
          <p:nvPr/>
        </p:nvSpPr>
        <p:spPr>
          <a:xfrm>
            <a:off x="10449673" y="7509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29" name="Shape 7127"/>
          <p:cNvSpPr/>
          <p:nvPr/>
        </p:nvSpPr>
        <p:spPr>
          <a:xfrm>
            <a:off x="10497514" y="7469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0" name="Shape 7128"/>
          <p:cNvSpPr/>
          <p:nvPr/>
        </p:nvSpPr>
        <p:spPr>
          <a:xfrm>
            <a:off x="10757139" y="75021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1" name="Shape 7129"/>
          <p:cNvSpPr/>
          <p:nvPr/>
        </p:nvSpPr>
        <p:spPr>
          <a:xfrm>
            <a:off x="10606209" y="71896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2" name="Shape 7130"/>
          <p:cNvSpPr/>
          <p:nvPr/>
        </p:nvSpPr>
        <p:spPr>
          <a:xfrm>
            <a:off x="10677967" y="73376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3" name="Shape 7131"/>
          <p:cNvSpPr/>
          <p:nvPr/>
        </p:nvSpPr>
        <p:spPr>
          <a:xfrm>
            <a:off x="10607140" y="74902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4" name="Shape 7132"/>
          <p:cNvSpPr/>
          <p:nvPr/>
        </p:nvSpPr>
        <p:spPr>
          <a:xfrm>
            <a:off x="10396316" y="7508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5" name="Shape 7133"/>
          <p:cNvSpPr/>
          <p:nvPr/>
        </p:nvSpPr>
        <p:spPr>
          <a:xfrm>
            <a:off x="10617578" y="75400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6" name="Shape 7134"/>
          <p:cNvSpPr/>
          <p:nvPr/>
        </p:nvSpPr>
        <p:spPr>
          <a:xfrm>
            <a:off x="10485504" y="71241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7" name="Shape 7135"/>
          <p:cNvSpPr/>
          <p:nvPr/>
        </p:nvSpPr>
        <p:spPr>
          <a:xfrm>
            <a:off x="10441949" y="74996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8" name="Shape 7136"/>
          <p:cNvSpPr/>
          <p:nvPr/>
        </p:nvSpPr>
        <p:spPr>
          <a:xfrm>
            <a:off x="10634067" y="76163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39" name="Shape 7137"/>
          <p:cNvSpPr/>
          <p:nvPr/>
        </p:nvSpPr>
        <p:spPr>
          <a:xfrm>
            <a:off x="10592483" y="79771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0" name="Shape 7138"/>
          <p:cNvSpPr/>
          <p:nvPr/>
        </p:nvSpPr>
        <p:spPr>
          <a:xfrm>
            <a:off x="10387811" y="7600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1" name="Shape 7139"/>
          <p:cNvSpPr/>
          <p:nvPr/>
        </p:nvSpPr>
        <p:spPr>
          <a:xfrm>
            <a:off x="10457025" y="7429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2" name="Shape 7140"/>
          <p:cNvSpPr/>
          <p:nvPr/>
        </p:nvSpPr>
        <p:spPr>
          <a:xfrm>
            <a:off x="10416303" y="75590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3" name="Shape 7141"/>
          <p:cNvSpPr/>
          <p:nvPr/>
        </p:nvSpPr>
        <p:spPr>
          <a:xfrm>
            <a:off x="10634473" y="75107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4" name="Shape 7142"/>
          <p:cNvSpPr/>
          <p:nvPr/>
        </p:nvSpPr>
        <p:spPr>
          <a:xfrm>
            <a:off x="10552091" y="74556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5" name="Shape 7143"/>
          <p:cNvSpPr/>
          <p:nvPr/>
        </p:nvSpPr>
        <p:spPr>
          <a:xfrm>
            <a:off x="10426958" y="75892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6" name="Shape 7144"/>
          <p:cNvSpPr/>
          <p:nvPr/>
        </p:nvSpPr>
        <p:spPr>
          <a:xfrm>
            <a:off x="10584173" y="7637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7" name="Shape 7145"/>
          <p:cNvSpPr/>
          <p:nvPr/>
        </p:nvSpPr>
        <p:spPr>
          <a:xfrm>
            <a:off x="10389103" y="76502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8" name="Shape 7146"/>
          <p:cNvSpPr/>
          <p:nvPr/>
        </p:nvSpPr>
        <p:spPr>
          <a:xfrm>
            <a:off x="10580093" y="77225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49" name="Shape 7147"/>
          <p:cNvSpPr/>
          <p:nvPr/>
        </p:nvSpPr>
        <p:spPr>
          <a:xfrm>
            <a:off x="10558738" y="76564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0" name="Shape 7148"/>
          <p:cNvSpPr/>
          <p:nvPr/>
        </p:nvSpPr>
        <p:spPr>
          <a:xfrm>
            <a:off x="10555502" y="73394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1" name="Shape 7149"/>
          <p:cNvSpPr/>
          <p:nvPr/>
        </p:nvSpPr>
        <p:spPr>
          <a:xfrm>
            <a:off x="10381943" y="74894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2" name="Shape 7150"/>
          <p:cNvSpPr/>
          <p:nvPr/>
        </p:nvSpPr>
        <p:spPr>
          <a:xfrm>
            <a:off x="10612570" y="74149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3" name="Shape 7151"/>
          <p:cNvSpPr/>
          <p:nvPr/>
        </p:nvSpPr>
        <p:spPr>
          <a:xfrm>
            <a:off x="10406850" y="72788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4" name="Shape 7152"/>
          <p:cNvSpPr/>
          <p:nvPr/>
        </p:nvSpPr>
        <p:spPr>
          <a:xfrm>
            <a:off x="10740351" y="71461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5" name="Shape 7153"/>
          <p:cNvSpPr/>
          <p:nvPr/>
        </p:nvSpPr>
        <p:spPr>
          <a:xfrm>
            <a:off x="10411088" y="73438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6" name="Shape 7154"/>
          <p:cNvSpPr/>
          <p:nvPr/>
        </p:nvSpPr>
        <p:spPr>
          <a:xfrm>
            <a:off x="10650666" y="74548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7" name="Shape 7155"/>
          <p:cNvSpPr/>
          <p:nvPr/>
        </p:nvSpPr>
        <p:spPr>
          <a:xfrm>
            <a:off x="10661435" y="7442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8" name="Shape 7156"/>
          <p:cNvSpPr/>
          <p:nvPr/>
        </p:nvSpPr>
        <p:spPr>
          <a:xfrm>
            <a:off x="10632719" y="72695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59" name="Shape 7157"/>
          <p:cNvSpPr/>
          <p:nvPr/>
        </p:nvSpPr>
        <p:spPr>
          <a:xfrm>
            <a:off x="10350823" y="7663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0" name="Shape 7158"/>
          <p:cNvSpPr/>
          <p:nvPr/>
        </p:nvSpPr>
        <p:spPr>
          <a:xfrm>
            <a:off x="10507111" y="75971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1" name="Shape 7159"/>
          <p:cNvSpPr/>
          <p:nvPr/>
        </p:nvSpPr>
        <p:spPr>
          <a:xfrm>
            <a:off x="10591143" y="76237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2" name="Shape 7160"/>
          <p:cNvSpPr/>
          <p:nvPr/>
        </p:nvSpPr>
        <p:spPr>
          <a:xfrm>
            <a:off x="10578452" y="75910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3" name="Shape 7161"/>
          <p:cNvSpPr/>
          <p:nvPr/>
        </p:nvSpPr>
        <p:spPr>
          <a:xfrm>
            <a:off x="10646835" y="76062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4" name="Shape 7162"/>
          <p:cNvSpPr/>
          <p:nvPr/>
        </p:nvSpPr>
        <p:spPr>
          <a:xfrm>
            <a:off x="10383817" y="7617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5" name="Shape 7163"/>
          <p:cNvSpPr/>
          <p:nvPr/>
        </p:nvSpPr>
        <p:spPr>
          <a:xfrm>
            <a:off x="10564585" y="7417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6" name="Shape 7164"/>
          <p:cNvSpPr/>
          <p:nvPr/>
        </p:nvSpPr>
        <p:spPr>
          <a:xfrm>
            <a:off x="10337954" y="73693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7" name="Shape 7165"/>
          <p:cNvSpPr/>
          <p:nvPr/>
        </p:nvSpPr>
        <p:spPr>
          <a:xfrm>
            <a:off x="10743613" y="76358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8" name="Shape 7166"/>
          <p:cNvSpPr/>
          <p:nvPr/>
        </p:nvSpPr>
        <p:spPr>
          <a:xfrm>
            <a:off x="10471485" y="75820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69" name="Shape 7167"/>
          <p:cNvSpPr/>
          <p:nvPr/>
        </p:nvSpPr>
        <p:spPr>
          <a:xfrm>
            <a:off x="10517850" y="73018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0" name="Shape 7168"/>
          <p:cNvSpPr/>
          <p:nvPr/>
        </p:nvSpPr>
        <p:spPr>
          <a:xfrm>
            <a:off x="10603936" y="73632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1" name="Shape 7169"/>
          <p:cNvSpPr/>
          <p:nvPr/>
        </p:nvSpPr>
        <p:spPr>
          <a:xfrm>
            <a:off x="10501989" y="75234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2" name="Shape 7170"/>
          <p:cNvSpPr/>
          <p:nvPr/>
        </p:nvSpPr>
        <p:spPr>
          <a:xfrm>
            <a:off x="10368381" y="75906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3" name="Shape 7171"/>
          <p:cNvSpPr/>
          <p:nvPr/>
        </p:nvSpPr>
        <p:spPr>
          <a:xfrm>
            <a:off x="10673986" y="77640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4" name="Shape 7172"/>
          <p:cNvSpPr/>
          <p:nvPr/>
        </p:nvSpPr>
        <p:spPr>
          <a:xfrm>
            <a:off x="10740563" y="75433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5" name="Shape 7173"/>
          <p:cNvSpPr/>
          <p:nvPr/>
        </p:nvSpPr>
        <p:spPr>
          <a:xfrm>
            <a:off x="10370383" y="76414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6" name="Shape 7174"/>
          <p:cNvSpPr/>
          <p:nvPr/>
        </p:nvSpPr>
        <p:spPr>
          <a:xfrm>
            <a:off x="10505209" y="72210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7" name="Shape 7175"/>
          <p:cNvSpPr/>
          <p:nvPr/>
        </p:nvSpPr>
        <p:spPr>
          <a:xfrm>
            <a:off x="10681802" y="73800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8" name="Shape 7176"/>
          <p:cNvSpPr/>
          <p:nvPr/>
        </p:nvSpPr>
        <p:spPr>
          <a:xfrm>
            <a:off x="10725572" y="74135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79" name="Shape 7177"/>
          <p:cNvSpPr/>
          <p:nvPr/>
        </p:nvSpPr>
        <p:spPr>
          <a:xfrm>
            <a:off x="10497397" y="75044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0" name="Shape 7178"/>
          <p:cNvSpPr/>
          <p:nvPr/>
        </p:nvSpPr>
        <p:spPr>
          <a:xfrm>
            <a:off x="10513726" y="7579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1" name="Shape 7179"/>
          <p:cNvSpPr/>
          <p:nvPr/>
        </p:nvSpPr>
        <p:spPr>
          <a:xfrm>
            <a:off x="10460399" y="78135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2" name="Shape 7180"/>
          <p:cNvSpPr/>
          <p:nvPr/>
        </p:nvSpPr>
        <p:spPr>
          <a:xfrm>
            <a:off x="10394988" y="78328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3" name="Shape 7181"/>
          <p:cNvSpPr/>
          <p:nvPr/>
        </p:nvSpPr>
        <p:spPr>
          <a:xfrm>
            <a:off x="10480887" y="78868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4" name="Shape 7182"/>
          <p:cNvSpPr/>
          <p:nvPr/>
        </p:nvSpPr>
        <p:spPr>
          <a:xfrm>
            <a:off x="10558423" y="78440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5" name="Shape 7183"/>
          <p:cNvSpPr/>
          <p:nvPr/>
        </p:nvSpPr>
        <p:spPr>
          <a:xfrm>
            <a:off x="10554580" y="78437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6" name="Shape 7184"/>
          <p:cNvSpPr/>
          <p:nvPr/>
        </p:nvSpPr>
        <p:spPr>
          <a:xfrm>
            <a:off x="10601689" y="78109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7" name="Shape 7185"/>
          <p:cNvSpPr/>
          <p:nvPr/>
        </p:nvSpPr>
        <p:spPr>
          <a:xfrm>
            <a:off x="10375349" y="77999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8" name="Shape 7186"/>
          <p:cNvSpPr/>
          <p:nvPr/>
        </p:nvSpPr>
        <p:spPr>
          <a:xfrm>
            <a:off x="10563058" y="78322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89" name="Shape 7187"/>
          <p:cNvSpPr/>
          <p:nvPr/>
        </p:nvSpPr>
        <p:spPr>
          <a:xfrm>
            <a:off x="10643556" y="77892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0" name="Shape 7188"/>
          <p:cNvSpPr/>
          <p:nvPr/>
        </p:nvSpPr>
        <p:spPr>
          <a:xfrm>
            <a:off x="10355943" y="7898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1" name="Shape 7189"/>
          <p:cNvSpPr/>
          <p:nvPr/>
        </p:nvSpPr>
        <p:spPr>
          <a:xfrm>
            <a:off x="10657733" y="7107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2" name="Shape 7190"/>
          <p:cNvSpPr/>
          <p:nvPr/>
        </p:nvSpPr>
        <p:spPr>
          <a:xfrm>
            <a:off x="10699512" y="75811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3" name="Shape 7191"/>
          <p:cNvSpPr/>
          <p:nvPr/>
        </p:nvSpPr>
        <p:spPr>
          <a:xfrm>
            <a:off x="10532282" y="75930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4" name="Shape 7192"/>
          <p:cNvSpPr/>
          <p:nvPr/>
        </p:nvSpPr>
        <p:spPr>
          <a:xfrm>
            <a:off x="10385631" y="73835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5" name="Shape 7193"/>
          <p:cNvSpPr/>
          <p:nvPr/>
        </p:nvSpPr>
        <p:spPr>
          <a:xfrm>
            <a:off x="10717157" y="73866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6" name="Shape 7194"/>
          <p:cNvSpPr/>
          <p:nvPr/>
        </p:nvSpPr>
        <p:spPr>
          <a:xfrm>
            <a:off x="10624549" y="76004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7" name="Shape 7195"/>
          <p:cNvSpPr/>
          <p:nvPr/>
        </p:nvSpPr>
        <p:spPr>
          <a:xfrm>
            <a:off x="10582684" y="73005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8" name="Shape 7196"/>
          <p:cNvSpPr/>
          <p:nvPr/>
        </p:nvSpPr>
        <p:spPr>
          <a:xfrm>
            <a:off x="10634055" y="7639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199" name="Shape 7197"/>
          <p:cNvSpPr/>
          <p:nvPr/>
        </p:nvSpPr>
        <p:spPr>
          <a:xfrm>
            <a:off x="10533190" y="7446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0" name="Shape 7198"/>
          <p:cNvSpPr/>
          <p:nvPr/>
        </p:nvSpPr>
        <p:spPr>
          <a:xfrm>
            <a:off x="10596566" y="7757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1" name="Shape 7199"/>
          <p:cNvSpPr/>
          <p:nvPr/>
        </p:nvSpPr>
        <p:spPr>
          <a:xfrm>
            <a:off x="10387516" y="7332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2" name="Shape 7200"/>
          <p:cNvSpPr/>
          <p:nvPr/>
        </p:nvSpPr>
        <p:spPr>
          <a:xfrm>
            <a:off x="10460694" y="77914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3" name="Shape 7201"/>
          <p:cNvSpPr/>
          <p:nvPr/>
        </p:nvSpPr>
        <p:spPr>
          <a:xfrm>
            <a:off x="10351314" y="69340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4" name="Shape 7202"/>
          <p:cNvSpPr/>
          <p:nvPr/>
        </p:nvSpPr>
        <p:spPr>
          <a:xfrm>
            <a:off x="10631739" y="77704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5" name="Shape 7203"/>
          <p:cNvSpPr/>
          <p:nvPr/>
        </p:nvSpPr>
        <p:spPr>
          <a:xfrm>
            <a:off x="10704981" y="75993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6" name="Shape 7204"/>
          <p:cNvSpPr/>
          <p:nvPr/>
        </p:nvSpPr>
        <p:spPr>
          <a:xfrm>
            <a:off x="10689189" y="72870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7" name="Shape 7205"/>
          <p:cNvSpPr/>
          <p:nvPr/>
        </p:nvSpPr>
        <p:spPr>
          <a:xfrm>
            <a:off x="10398759" y="73542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8" name="Shape 7206"/>
          <p:cNvSpPr/>
          <p:nvPr/>
        </p:nvSpPr>
        <p:spPr>
          <a:xfrm>
            <a:off x="10464910" y="74695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09" name="Shape 7207"/>
          <p:cNvSpPr/>
          <p:nvPr/>
        </p:nvSpPr>
        <p:spPr>
          <a:xfrm>
            <a:off x="10456459" y="70416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0" name="Shape 7208"/>
          <p:cNvSpPr/>
          <p:nvPr/>
        </p:nvSpPr>
        <p:spPr>
          <a:xfrm>
            <a:off x="10450567" y="69937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1" name="Shape 7209"/>
          <p:cNvSpPr/>
          <p:nvPr/>
        </p:nvSpPr>
        <p:spPr>
          <a:xfrm>
            <a:off x="10652089" y="72897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2" name="Shape 7210"/>
          <p:cNvSpPr/>
          <p:nvPr/>
        </p:nvSpPr>
        <p:spPr>
          <a:xfrm>
            <a:off x="10639010" y="73791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3" name="Shape 7211"/>
          <p:cNvSpPr/>
          <p:nvPr/>
        </p:nvSpPr>
        <p:spPr>
          <a:xfrm>
            <a:off x="10719060" y="71543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4" name="Shape 7212"/>
          <p:cNvSpPr/>
          <p:nvPr/>
        </p:nvSpPr>
        <p:spPr>
          <a:xfrm>
            <a:off x="10576786" y="69058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5" name="Shape 7213"/>
          <p:cNvSpPr/>
          <p:nvPr/>
        </p:nvSpPr>
        <p:spPr>
          <a:xfrm>
            <a:off x="10737873" y="70348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6" name="Shape 7214"/>
          <p:cNvSpPr/>
          <p:nvPr/>
        </p:nvSpPr>
        <p:spPr>
          <a:xfrm>
            <a:off x="10490143" y="70275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7" name="Shape 7215"/>
          <p:cNvSpPr/>
          <p:nvPr/>
        </p:nvSpPr>
        <p:spPr>
          <a:xfrm>
            <a:off x="10515213" y="7055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8" name="Shape 7216"/>
          <p:cNvSpPr/>
          <p:nvPr/>
        </p:nvSpPr>
        <p:spPr>
          <a:xfrm>
            <a:off x="10523592" y="74118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19" name="Shape 7217"/>
          <p:cNvSpPr/>
          <p:nvPr/>
        </p:nvSpPr>
        <p:spPr>
          <a:xfrm>
            <a:off x="10527634" y="7108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0" name="Shape 7218"/>
          <p:cNvSpPr/>
          <p:nvPr/>
        </p:nvSpPr>
        <p:spPr>
          <a:xfrm>
            <a:off x="10475900" y="72825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1" name="Shape 7219"/>
          <p:cNvSpPr/>
          <p:nvPr/>
        </p:nvSpPr>
        <p:spPr>
          <a:xfrm>
            <a:off x="10417896" y="69979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2" name="Shape 7220"/>
          <p:cNvSpPr/>
          <p:nvPr/>
        </p:nvSpPr>
        <p:spPr>
          <a:xfrm>
            <a:off x="10507974" y="69837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3" name="Shape 7221"/>
          <p:cNvSpPr/>
          <p:nvPr/>
        </p:nvSpPr>
        <p:spPr>
          <a:xfrm>
            <a:off x="10655886" y="70644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4" name="Shape 7222"/>
          <p:cNvSpPr/>
          <p:nvPr/>
        </p:nvSpPr>
        <p:spPr>
          <a:xfrm>
            <a:off x="10435899" y="73149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5" name="Shape 7223"/>
          <p:cNvSpPr/>
          <p:nvPr/>
        </p:nvSpPr>
        <p:spPr>
          <a:xfrm>
            <a:off x="10653761" y="7347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6" name="Shape 7224"/>
          <p:cNvSpPr/>
          <p:nvPr/>
        </p:nvSpPr>
        <p:spPr>
          <a:xfrm>
            <a:off x="10538100" y="74280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7" name="Shape 7225"/>
          <p:cNvSpPr/>
          <p:nvPr/>
        </p:nvSpPr>
        <p:spPr>
          <a:xfrm>
            <a:off x="10567613" y="7134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8" name="Shape 7226"/>
          <p:cNvSpPr/>
          <p:nvPr/>
        </p:nvSpPr>
        <p:spPr>
          <a:xfrm>
            <a:off x="10759853" y="743409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29" name="Shape 7227"/>
          <p:cNvSpPr/>
          <p:nvPr/>
        </p:nvSpPr>
        <p:spPr>
          <a:xfrm>
            <a:off x="10616145" y="78946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0" name="Shape 7228"/>
          <p:cNvSpPr/>
          <p:nvPr/>
        </p:nvSpPr>
        <p:spPr>
          <a:xfrm>
            <a:off x="10596194" y="75717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1" name="Shape 7229"/>
          <p:cNvSpPr/>
          <p:nvPr/>
        </p:nvSpPr>
        <p:spPr>
          <a:xfrm>
            <a:off x="10683645" y="75267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2" name="Shape 7230"/>
          <p:cNvSpPr/>
          <p:nvPr/>
        </p:nvSpPr>
        <p:spPr>
          <a:xfrm>
            <a:off x="10502675" y="7621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3" name="Shape 7231"/>
          <p:cNvSpPr/>
          <p:nvPr/>
        </p:nvSpPr>
        <p:spPr>
          <a:xfrm>
            <a:off x="10579036" y="76133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4" name="Shape 7232"/>
          <p:cNvSpPr/>
          <p:nvPr/>
        </p:nvSpPr>
        <p:spPr>
          <a:xfrm>
            <a:off x="10369077" y="7617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5" name="Shape 7233"/>
          <p:cNvSpPr/>
          <p:nvPr/>
        </p:nvSpPr>
        <p:spPr>
          <a:xfrm>
            <a:off x="10591315" y="76454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6" name="Shape 7234"/>
          <p:cNvSpPr/>
          <p:nvPr/>
        </p:nvSpPr>
        <p:spPr>
          <a:xfrm>
            <a:off x="10688642" y="79427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7" name="Shape 7235"/>
          <p:cNvSpPr/>
          <p:nvPr/>
        </p:nvSpPr>
        <p:spPr>
          <a:xfrm>
            <a:off x="10635961" y="77559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8" name="Shape 7236"/>
          <p:cNvSpPr/>
          <p:nvPr/>
        </p:nvSpPr>
        <p:spPr>
          <a:xfrm>
            <a:off x="10649375" y="77193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39" name="Shape 7237"/>
          <p:cNvSpPr/>
          <p:nvPr/>
        </p:nvSpPr>
        <p:spPr>
          <a:xfrm>
            <a:off x="10641687" y="79384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0" name="Shape 7238"/>
          <p:cNvSpPr/>
          <p:nvPr/>
        </p:nvSpPr>
        <p:spPr>
          <a:xfrm>
            <a:off x="10353584" y="7454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1" name="Shape 7239"/>
          <p:cNvSpPr/>
          <p:nvPr/>
        </p:nvSpPr>
        <p:spPr>
          <a:xfrm>
            <a:off x="10456540" y="74745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2" name="Shape 7240"/>
          <p:cNvSpPr/>
          <p:nvPr/>
        </p:nvSpPr>
        <p:spPr>
          <a:xfrm>
            <a:off x="10729126" y="74704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3" name="Shape 7241"/>
          <p:cNvSpPr/>
          <p:nvPr/>
        </p:nvSpPr>
        <p:spPr>
          <a:xfrm>
            <a:off x="10574456" y="75097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4" name="Shape 7242"/>
          <p:cNvSpPr/>
          <p:nvPr/>
        </p:nvSpPr>
        <p:spPr>
          <a:xfrm>
            <a:off x="10681022" y="7495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5" name="Shape 7243"/>
          <p:cNvSpPr/>
          <p:nvPr/>
        </p:nvSpPr>
        <p:spPr>
          <a:xfrm>
            <a:off x="10456975" y="74770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6" name="Shape 7244"/>
          <p:cNvSpPr/>
          <p:nvPr/>
        </p:nvSpPr>
        <p:spPr>
          <a:xfrm>
            <a:off x="10696940" y="75068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7" name="Shape 7245"/>
          <p:cNvSpPr/>
          <p:nvPr/>
        </p:nvSpPr>
        <p:spPr>
          <a:xfrm>
            <a:off x="10657523" y="748514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8" name="Shape 7246"/>
          <p:cNvSpPr/>
          <p:nvPr/>
        </p:nvSpPr>
        <p:spPr>
          <a:xfrm>
            <a:off x="10722433" y="75285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49" name="Shape 7247"/>
          <p:cNvSpPr/>
          <p:nvPr/>
        </p:nvSpPr>
        <p:spPr>
          <a:xfrm>
            <a:off x="10393611" y="7454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0" name="Shape 7248"/>
          <p:cNvSpPr/>
          <p:nvPr/>
        </p:nvSpPr>
        <p:spPr>
          <a:xfrm>
            <a:off x="10759931" y="7490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1" name="Shape 7249"/>
          <p:cNvSpPr/>
          <p:nvPr/>
        </p:nvSpPr>
        <p:spPr>
          <a:xfrm>
            <a:off x="10595849" y="7474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2" name="Shape 7250"/>
          <p:cNvSpPr/>
          <p:nvPr/>
        </p:nvSpPr>
        <p:spPr>
          <a:xfrm>
            <a:off x="10739488" y="75132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3" name="Shape 7251"/>
          <p:cNvSpPr/>
          <p:nvPr/>
        </p:nvSpPr>
        <p:spPr>
          <a:xfrm>
            <a:off x="10685361" y="74976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4" name="Shape 7252"/>
          <p:cNvSpPr/>
          <p:nvPr/>
        </p:nvSpPr>
        <p:spPr>
          <a:xfrm>
            <a:off x="10372030" y="76523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5" name="Shape 7253"/>
          <p:cNvSpPr/>
          <p:nvPr/>
        </p:nvSpPr>
        <p:spPr>
          <a:xfrm>
            <a:off x="10584961" y="7766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6" name="Shape 7254"/>
          <p:cNvSpPr/>
          <p:nvPr/>
        </p:nvSpPr>
        <p:spPr>
          <a:xfrm>
            <a:off x="10417139" y="7539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7" name="Shape 7255"/>
          <p:cNvSpPr/>
          <p:nvPr/>
        </p:nvSpPr>
        <p:spPr>
          <a:xfrm>
            <a:off x="10452352" y="75826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8" name="Shape 7256"/>
          <p:cNvSpPr/>
          <p:nvPr/>
        </p:nvSpPr>
        <p:spPr>
          <a:xfrm>
            <a:off x="10730265" y="77319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59" name="Shape 7257"/>
          <p:cNvSpPr/>
          <p:nvPr/>
        </p:nvSpPr>
        <p:spPr>
          <a:xfrm>
            <a:off x="10375417" y="7666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0" name="Shape 7258"/>
          <p:cNvSpPr/>
          <p:nvPr/>
        </p:nvSpPr>
        <p:spPr>
          <a:xfrm>
            <a:off x="10748082" y="7267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1" name="Shape 7259"/>
          <p:cNvSpPr/>
          <p:nvPr/>
        </p:nvSpPr>
        <p:spPr>
          <a:xfrm>
            <a:off x="10392038" y="73520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2" name="Shape 7260"/>
          <p:cNvSpPr/>
          <p:nvPr/>
        </p:nvSpPr>
        <p:spPr>
          <a:xfrm>
            <a:off x="10519931" y="75327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3" name="Shape 7261"/>
          <p:cNvSpPr/>
          <p:nvPr/>
        </p:nvSpPr>
        <p:spPr>
          <a:xfrm>
            <a:off x="10627872" y="73120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4" name="Shape 7262"/>
          <p:cNvSpPr/>
          <p:nvPr/>
        </p:nvSpPr>
        <p:spPr>
          <a:xfrm>
            <a:off x="10635126" y="77830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5" name="Shape 7263"/>
          <p:cNvSpPr/>
          <p:nvPr/>
        </p:nvSpPr>
        <p:spPr>
          <a:xfrm>
            <a:off x="10341604" y="7902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6" name="Shape 7264"/>
          <p:cNvSpPr/>
          <p:nvPr/>
        </p:nvSpPr>
        <p:spPr>
          <a:xfrm>
            <a:off x="10505576" y="7682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7" name="Shape 7265"/>
          <p:cNvSpPr/>
          <p:nvPr/>
        </p:nvSpPr>
        <p:spPr>
          <a:xfrm>
            <a:off x="10669612" y="76457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8" name="Shape 7266"/>
          <p:cNvSpPr/>
          <p:nvPr/>
        </p:nvSpPr>
        <p:spPr>
          <a:xfrm>
            <a:off x="10346656" y="7718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69" name="Shape 7267"/>
          <p:cNvSpPr/>
          <p:nvPr/>
        </p:nvSpPr>
        <p:spPr>
          <a:xfrm>
            <a:off x="10713860" y="79636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0" name="Shape 7268"/>
          <p:cNvSpPr/>
          <p:nvPr/>
        </p:nvSpPr>
        <p:spPr>
          <a:xfrm>
            <a:off x="10628084" y="78281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1" name="Shape 7269"/>
          <p:cNvSpPr/>
          <p:nvPr/>
        </p:nvSpPr>
        <p:spPr>
          <a:xfrm>
            <a:off x="10422095" y="78545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2" name="Shape 7270"/>
          <p:cNvSpPr/>
          <p:nvPr/>
        </p:nvSpPr>
        <p:spPr>
          <a:xfrm>
            <a:off x="10521532" y="78577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3" name="Shape 7271"/>
          <p:cNvSpPr/>
          <p:nvPr/>
        </p:nvSpPr>
        <p:spPr>
          <a:xfrm>
            <a:off x="10441093" y="75028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4" name="Shape 7272"/>
          <p:cNvSpPr/>
          <p:nvPr/>
        </p:nvSpPr>
        <p:spPr>
          <a:xfrm>
            <a:off x="10655137" y="73711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5" name="Shape 7273"/>
          <p:cNvSpPr/>
          <p:nvPr/>
        </p:nvSpPr>
        <p:spPr>
          <a:xfrm>
            <a:off x="10634080" y="79574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6" name="Shape 7274"/>
          <p:cNvSpPr/>
          <p:nvPr/>
        </p:nvSpPr>
        <p:spPr>
          <a:xfrm>
            <a:off x="10395052" y="79115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7" name="Shape 7275"/>
          <p:cNvSpPr/>
          <p:nvPr/>
        </p:nvSpPr>
        <p:spPr>
          <a:xfrm>
            <a:off x="10420053" y="72940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8" name="Shape 7276"/>
          <p:cNvSpPr/>
          <p:nvPr/>
        </p:nvSpPr>
        <p:spPr>
          <a:xfrm>
            <a:off x="10541340" y="7765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79" name="Shape 7277"/>
          <p:cNvSpPr/>
          <p:nvPr/>
        </p:nvSpPr>
        <p:spPr>
          <a:xfrm>
            <a:off x="10539558" y="74625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0" name="Shape 7278"/>
          <p:cNvSpPr/>
          <p:nvPr/>
        </p:nvSpPr>
        <p:spPr>
          <a:xfrm>
            <a:off x="10565073" y="74571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1" name="Shape 7279"/>
          <p:cNvSpPr/>
          <p:nvPr/>
        </p:nvSpPr>
        <p:spPr>
          <a:xfrm>
            <a:off x="10367078" y="74796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2" name="Shape 7280"/>
          <p:cNvSpPr/>
          <p:nvPr/>
        </p:nvSpPr>
        <p:spPr>
          <a:xfrm>
            <a:off x="10339247" y="74589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3" name="Shape 7281"/>
          <p:cNvSpPr/>
          <p:nvPr/>
        </p:nvSpPr>
        <p:spPr>
          <a:xfrm>
            <a:off x="10455223" y="74632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4" name="Shape 7282"/>
          <p:cNvSpPr/>
          <p:nvPr/>
        </p:nvSpPr>
        <p:spPr>
          <a:xfrm>
            <a:off x="10498274" y="74671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5" name="Shape 7283"/>
          <p:cNvSpPr/>
          <p:nvPr/>
        </p:nvSpPr>
        <p:spPr>
          <a:xfrm>
            <a:off x="10547289" y="74801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6" name="Shape 7284"/>
          <p:cNvSpPr/>
          <p:nvPr/>
        </p:nvSpPr>
        <p:spPr>
          <a:xfrm>
            <a:off x="10658637" y="74347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7287" name="Shape 7285"/>
          <p:cNvSpPr/>
          <p:nvPr/>
        </p:nvSpPr>
        <p:spPr>
          <a:xfrm>
            <a:off x="10566400" y="7157273"/>
            <a:ext cx="0" cy="706362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7288" name="Shape 7286"/>
          <p:cNvSpPr/>
          <p:nvPr/>
        </p:nvSpPr>
        <p:spPr>
          <a:xfrm>
            <a:off x="10452100" y="7863635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7289" name="Shape 7287"/>
          <p:cNvSpPr/>
          <p:nvPr/>
        </p:nvSpPr>
        <p:spPr>
          <a:xfrm>
            <a:off x="10452100" y="7157273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7290" name="Shape 7288"/>
          <p:cNvSpPr/>
          <p:nvPr/>
        </p:nvSpPr>
        <p:spPr>
          <a:xfrm>
            <a:off x="10401300" y="7431942"/>
            <a:ext cx="330200" cy="235282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7291" name="Shape 7289"/>
          <p:cNvSpPr/>
          <p:nvPr/>
        </p:nvSpPr>
        <p:spPr>
          <a:xfrm>
            <a:off x="10401300" y="7579950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7292" name="Shape 7290"/>
          <p:cNvSpPr/>
          <p:nvPr/>
        </p:nvSpPr>
        <p:spPr>
          <a:xfrm>
            <a:off x="10236200" y="82296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293" name="Text 7291"/>
          <p:cNvSpPr/>
          <p:nvPr/>
        </p:nvSpPr>
        <p:spPr>
          <a:xfrm>
            <a:off x="9156700" y="8337550"/>
            <a:ext cx="21590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9500" y="381000"/>
            <a:ext cx="190500" cy="114300"/>
          </a:xfrm>
          <a:prstGeom prst="rect">
            <a:avLst/>
          </a:prstGeom>
          <a:solidFill>
            <a:srgbClr val="2D887E"/>
          </a:solidFill>
          <a:ln w="12700">
            <a:solidFill>
              <a:srgbClr val="2D88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28900" y="279400"/>
            <a:ext cx="2641600" cy="330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Deposited receptor</a:t>
            </a:r>
          </a:p>
        </p:txBody>
      </p:sp>
      <p:sp>
        <p:nvSpPr>
          <p:cNvPr id="4" name="Shape 2"/>
          <p:cNvSpPr/>
          <p:nvPr/>
        </p:nvSpPr>
        <p:spPr>
          <a:xfrm>
            <a:off x="5397500" y="381000"/>
            <a:ext cx="190500" cy="114300"/>
          </a:xfrm>
          <a:prstGeom prst="rect">
            <a:avLst/>
          </a:prstGeom>
          <a:solidFill>
            <a:srgbClr val="5879BD"/>
          </a:solidFill>
          <a:ln w="12700">
            <a:solidFill>
              <a:srgbClr val="587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76900" y="279400"/>
            <a:ext cx="2641600" cy="330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</a:p>
        </p:txBody>
      </p:sp>
      <p:sp>
        <p:nvSpPr>
          <p:cNvPr id="6" name="Shape 4"/>
          <p:cNvSpPr/>
          <p:nvPr/>
        </p:nvSpPr>
        <p:spPr>
          <a:xfrm>
            <a:off x="8890000" y="381000"/>
            <a:ext cx="190500" cy="114300"/>
          </a:xfrm>
          <a:prstGeom prst="rect">
            <a:avLst/>
          </a:prstGeom>
          <a:solidFill>
            <a:srgbClr val="B57442"/>
          </a:solidFill>
          <a:ln w="12700">
            <a:solidFill>
              <a:srgbClr val="B57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69400" y="279400"/>
            <a:ext cx="26416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Emap2lig-Build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4100" y="965200"/>
            <a:ext cx="355600" cy="44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803400" y="965200"/>
            <a:ext cx="2171700" cy="44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 pose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358900" y="1714500"/>
            <a:ext cx="0" cy="568960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8900" y="7404100"/>
            <a:ext cx="4546600" cy="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5400" y="7282596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900" y="7168296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95400" y="6225914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6111614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5400" y="5426564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900" y="5312264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95400" y="4627215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900" y="4512915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95400" y="4159625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900" y="4045325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95400" y="357053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900" y="345623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95400" y="277118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900" y="265688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95400" y="197183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900" y="185753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58900" y="4627215"/>
            <a:ext cx="45466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8900" y="4159625"/>
            <a:ext cx="45466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60692" y="5283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7744" y="49731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9758" y="5721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7674" y="49204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52540" y="58401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51356" y="56345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1248" y="55242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6225" y="54511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55388" y="5526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65266" y="51342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66370" y="57155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10917" y="5172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52313" y="57287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4036" y="29669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92628" y="55033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84281" y="58856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09988" y="55824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99788" y="50971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01361" y="5953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11163" y="48927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24145" y="50599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0052" y="53542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14915" y="5435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84680" y="5231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9475" y="546940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37717" y="58947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7053" y="53941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34252" y="5596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89326" y="56472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54604" y="567085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42544" y="55012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61453" y="4997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21929" y="55519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88587" y="55420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7655" y="6044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88594" y="54636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81530" y="5837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58311" y="54726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02577" y="50286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65629" y="55494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22329" y="57549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01578" y="56880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99211" y="55005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22743" y="56220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941708" y="58971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47729" y="57678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83549" y="53994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38299" y="5505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46915" y="59085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58103" y="53607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66203" y="5633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52033" y="56449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08426" y="57093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67996" y="5201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82301" y="56553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94747" y="59408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80288" y="59292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42484" y="57109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20555" y="54928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20413" y="50582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48131" y="56837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15108" y="5560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67642" y="52157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44917" y="49903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73120" y="53076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44691" y="5583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13120" y="55238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22541" y="5829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51031" y="57405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49313" y="55625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312527" y="57284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79058" y="58118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129856" y="57478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992695" y="5564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159504" y="54176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257558" y="54619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104806" y="56481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65441" y="5328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99868" y="52294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46822" y="59429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327749" y="57859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76853" y="58760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322906" y="57376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79837" y="56785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196285" y="59429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48759" y="56152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957117" y="60385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57311" y="66297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44808" y="55489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046421" y="62046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183071" y="60379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937353" y="6028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171807" y="64658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131700" y="61432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292026" y="536768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272328" y="5562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70726" y="52616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308914" y="41628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074634" y="57367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032216" y="5690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127327" y="56489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330530" y="55028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212292" y="6088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148696" y="53384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278589" y="50895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171793" y="25215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11867" y="24943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01471" y="25269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160257" y="37112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187629" y="56888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91443" y="4754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342863" y="46951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050236" y="47351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324857" y="47302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040686" y="46851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252929" y="47040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300949" y="46697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342675" y="47326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985807" y="47009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198774" y="4744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076086" y="46032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97913" y="46327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035114" y="65432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60888" y="63320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025219" y="59532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152771" y="65268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296767" y="54240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217635" y="517777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039617" y="48322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965561" y="4738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317647" y="47359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289715" y="47917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11940" y="47946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984672" y="47445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352413" y="49678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197656" y="56701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937047" y="5885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048238" y="58294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105759" y="5464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993118" y="57295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020229" y="60201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174982" y="57730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293690" y="6043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118601" y="57389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358599" y="57769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094221" y="26046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227657" y="25149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060501" y="54077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135990" y="54544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034028" y="6053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936543" y="4830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299928" y="22418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054973" y="24098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362439" y="53517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212440" y="37222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001616" y="5884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222878" y="56547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090804" y="3822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047249" y="34943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157391" y="47762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89473" y="58081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994403" y="58857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185393" y="58212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164038" y="59126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956123" y="55838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112411" y="552833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196443" y="50400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183752" y="5372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252135" y="526974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989117" y="5670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169885" y="53894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943254" y="45489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123150" y="45088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279286" y="54664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065699" y="61304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000288" y="57634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086187" y="5813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163723" y="58414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159880" y="6679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206989" y="619430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980649" y="61213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168358" y="62618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248856" y="5901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961243" y="57215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304812" y="4720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137582" y="4597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990931" y="54510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322457" y="45162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229849" y="44661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2187984" y="49070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2239355" y="59677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138490" y="27699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201866" y="58385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992816" y="43142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237039" y="57698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294489" y="46840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004059" y="43249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070210" y="42453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055867" y="3068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324360" y="42208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081200" y="3679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023196" y="29325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2143400" y="40582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172913" y="23093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365153" y="51663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221445" y="56800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201494" y="49033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288945" y="49660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107975" y="50135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974377" y="48691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196615" y="50144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241261" y="61629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179756" y="49416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302240" y="51532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262823" y="52106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998911" y="52767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977330" y="57146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2190261" y="58248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2022439" y="56400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057652" y="55547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335565" y="60941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980717" y="57604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353382" y="25447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997338" y="46718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233172" y="32305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946904" y="5665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110876" y="5659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274912" y="62631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951956" y="58115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2319160" y="61920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2233384" y="6047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2027395" y="57133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2126832" y="62820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2239380" y="586320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2000352" y="61667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025353" y="4254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2146640" y="58512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2171700" y="3067422"/>
            <a:ext cx="0" cy="3124016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057400" y="6191438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2057400" y="3067422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006600" y="4961384"/>
            <a:ext cx="330200" cy="835203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006600" y="5543908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1717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 rot="19860000">
            <a:off x="11176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274" name="Shape 272"/>
          <p:cNvSpPr/>
          <p:nvPr/>
        </p:nvSpPr>
        <p:spPr>
          <a:xfrm>
            <a:off x="3808492" y="57955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765544" y="55454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517558" y="5403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735474" y="49459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400340" y="54423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599156" y="5253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569048" y="56487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624025" y="57756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603188" y="29257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813066" y="50615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614170" y="49768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758717" y="5397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600113" y="4978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801836" y="5668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440428" y="53900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432081" y="58745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457788" y="53604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547588" y="54692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449161" y="48920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758963" y="53438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771945" y="52254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457852" y="51752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562715" y="52365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3432480" y="48612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417275" y="56950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585517" y="5653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464853" y="55866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782052" y="54215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537126" y="56317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502404" y="55321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390344" y="54708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809253" y="54450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3569729" y="52850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3536387" y="56467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3785455" y="56835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736394" y="55108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3429330" y="57782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506111" y="54386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3550377" y="50160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513429" y="53468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670129" y="5620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549378" y="49439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447011" y="54988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470543" y="56458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3389508" y="481416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3595529" y="5497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531349" y="5718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3386099" y="49976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3594715" y="49903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3605903" y="55329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3514003" y="56050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3499833" y="5156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3656226" y="49928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3415796" y="60809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3530101" y="55206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3742547" y="54090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3628088" y="295073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3690284" y="50000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3568355" y="55831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3768213" y="52874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3595931" y="58417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3662908" y="5743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3415442" y="56530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3592717" y="4856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3520920" y="58861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3392491" y="53055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3660920" y="57635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670341" y="55529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3498831" y="54754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3597113" y="53792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3760327" y="5318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626858" y="56507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3577656" y="55032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3440495" y="5310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3607304" y="53947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3705358" y="56091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3552606" y="49043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3413241" y="53447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3547668" y="52896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3694622" y="54857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3775549" y="57887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3524653" y="55968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3770706" y="53966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3527637" y="57470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3644085" y="56271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796559" y="55796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404917" y="6125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405111" y="657002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792608" y="5883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494221" y="61246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3630871" y="63031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3385153" y="60019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619607" y="63963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579500" y="5594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739826" y="52659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720128" y="5574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418526" y="5818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3756714" y="41733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3522434" y="41797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480016" y="45678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575127" y="56904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3778330" y="51365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3660092" y="54377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596496" y="51853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726389" y="52490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619593" y="47431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559667" y="25127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649271" y="48865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608057" y="4168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635429" y="59129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439243" y="496884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790663" y="46167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498036" y="4684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772657" y="47132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488486" y="45979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700729" y="47137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748749" y="45523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790475" y="47257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433607" y="4677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646574" y="45577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523886" y="45410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545713" y="43910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482914" y="61557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608688" y="59636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473019" y="62169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600571" y="59904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744567" y="55678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665435" y="55785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487417" y="47643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413361" y="46987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3765447" y="4759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737515" y="4797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459740" y="48134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432472" y="47523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800213" y="4991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3645456" y="5788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3384847" y="55886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3496038" y="56664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3553559" y="5312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440918" y="33934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468029" y="56121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3622782" y="57272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3741490" y="59642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3566401" y="60986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3806399" y="57383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3542021" y="23465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3675457" y="26023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3508301" y="50373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3583790" y="56005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3481828" y="60708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3384343" y="48559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3747728" y="46989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3502773" y="23944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3810239" y="35181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3660240" y="519315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3449416" y="3749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3670678" y="53096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3538604" y="37060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3495049" y="34999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3605191" y="51989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3637273" y="59357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3442203" y="55167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3633193" y="58626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3611838" y="57778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3403923" y="56492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3560211" y="55837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3644243" y="53898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3631552" y="559045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3699935" y="56235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3436917" y="54010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3617685" y="25290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3391054" y="3609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3570950" y="25555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3727086" y="55686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3513499" y="58992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3448088" y="621050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3533987" y="56496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611523" y="58844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607680" y="60848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3654789" y="59772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3428449" y="57306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3616158" y="60078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3696656" y="58956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3409043" y="57915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3752612" y="49726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3585382" y="46712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3438731" y="52764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3770257" y="49852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3677649" y="45816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3635784" y="4259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3687155" y="56986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3586290" y="51206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3649666" y="4268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3440616" y="43107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3684839" y="58029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3742289" y="48155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3451859" y="44433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3518010" y="42072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3503667" y="33495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3772160" y="4160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3529000" y="36258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3470996" y="4756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3591200" y="29665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3620713" y="33780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3812953" y="50093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3669245" y="57746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3649294" y="49031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3736745" y="50615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3555775" y="45009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3422177" y="5011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3644415" y="45082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3689061" y="55048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3627556" y="49738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3750040" y="5193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3710623" y="52067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3446711" y="509044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3425130" y="56224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3638061" y="55832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3470239" y="51056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3505452" y="552171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3783365" y="60508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3428517" y="567106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3801182" y="47488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3445138" y="48715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3680972" y="462308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3394704" y="5443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3558676" y="60317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3722712" y="6017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3399756" y="59422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3766960" y="64593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3681184" y="58361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3475195" y="5676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3574632" y="58488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3687180" y="58719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3448152" y="61786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3473153" y="43245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3594440" y="568710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3619500" y="3497566"/>
            <a:ext cx="0" cy="2603835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3505200" y="6101401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3505200" y="3497566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3454400" y="4880902"/>
            <a:ext cx="330200" cy="815290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454400" y="5416770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36195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517" name="Text 515"/>
          <p:cNvSpPr/>
          <p:nvPr/>
        </p:nvSpPr>
        <p:spPr>
          <a:xfrm rot="19860000">
            <a:off x="25654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518" name="Shape 516"/>
          <p:cNvSpPr/>
          <p:nvPr/>
        </p:nvSpPr>
        <p:spPr>
          <a:xfrm>
            <a:off x="5256292" y="477518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5213344" y="47507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4965358" y="50093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183274" y="489378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4848140" y="48296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5046956" y="482428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5016848" y="477516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5071825" y="537681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5050988" y="496744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5260866" y="480763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5061970" y="48064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5206517" y="47210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5047913" y="493142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5249636" y="461639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4888228" y="46241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4879881" y="487305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4905588" y="54632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4995388" y="44407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4896961" y="49931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5206763" y="508713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5219745" y="45530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4905652" y="51686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5010515" y="487126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4880280" y="51120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4865075" y="480757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5033317" y="53165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4912653" y="454758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5229852" y="50502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4984926" y="52263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4950204" y="44556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4838144" y="476857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5257053" y="487771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5017529" y="480224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4984187" y="44893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5233255" y="522363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5184194" y="441528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4877130" y="479224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4953911" y="51207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4998177" y="498325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4961229" y="52420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5117929" y="457120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997178" y="45585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4894811" y="47426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4918343" y="464343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4837308" y="55265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5043329" y="517926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4979149" y="43814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4833899" y="50949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5042515" y="466272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5053703" y="43651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4961803" y="50743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4947633" y="48063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5104026" y="520563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4863596" y="51412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4977901" y="472969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5190347" y="465142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5075888" y="525599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5138084" y="50927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5016155" y="45910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5216013" y="549789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5043731" y="43894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5110708" y="50056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4863242" y="45910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5040517" y="45838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4968720" y="459119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4840291" y="47120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5108720" y="45500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5118141" y="52651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4946631" y="452785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5044913" y="49509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5208127" y="471245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5074658" y="521929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5025456" y="46747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4888295" y="50332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5055104" y="518356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5153158" y="47482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5000406" y="52122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4861041" y="517657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4995468" y="49970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5142422" y="45267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5223349" y="438483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4972453" y="484932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5218506" y="49511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4975437" y="529727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5091885" y="51971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5244359" y="513797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4852717" y="55420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4852911" y="448128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5240408" y="55101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4942021" y="411934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5078671" y="435247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4832953" y="54229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5067407" y="563664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5027300" y="529977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5187626" y="369644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5167928" y="45693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4866326" y="40322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5204514" y="41975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4970234" y="424724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4927816" y="389910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5022927" y="504542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5226130" y="43764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5107892" y="46315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5044296" y="431400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5174189" y="574272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5067393" y="42004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5007467" y="49431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5097071" y="498114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5055857" y="47103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5083229" y="26172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4887043" y="42497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5238463" y="463092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4945836" y="47258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5220457" y="458839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4936286" y="46022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5148529" y="447807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5196549" y="45797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5238275" y="462293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4881407" y="464446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5094374" y="47713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4971686" y="493973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4993513" y="48575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4930714" y="566887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5056488" y="564734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4920819" y="460332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5048371" y="554510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5192367" y="41710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5113235" y="51998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4935217" y="464115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4861161" y="456228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5213247" y="455766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5185315" y="45846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4907540" y="47166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4880272" y="464379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5248013" y="472321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5093256" y="540972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4832647" y="54363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4943838" y="535378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5001359" y="54532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4888718" y="54264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4915829" y="52716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5070582" y="54636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5189290" y="530605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5014201" y="491744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5254199" y="529140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4989821" y="268423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5123257" y="348835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4956101" y="448377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5031590" y="554163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4929628" y="527509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4832143" y="26267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5195528" y="240601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4950573" y="262443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5258039" y="34291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5108040" y="350608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4897216" y="370463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5118478" y="34734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4986404" y="442799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4942849" y="368548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5052991" y="313642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5085073" y="45896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4890003" y="462648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5080993" y="456265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5059638" y="46849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4851723" y="44489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5008011" y="29679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5092043" y="43924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5079352" y="42989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5147735" y="427646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4884717" y="456409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5065485" y="42854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4838854" y="410144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5018750" y="323615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5174886" y="54794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4961299" y="51068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4895888" y="477851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4981787" y="43921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5059323" y="44411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5055480" y="447724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5102589" y="528439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4876249" y="446219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5063958" y="53322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5144456" y="455827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4856843" y="44255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5200412" y="512843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5033182" y="45914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4886531" y="500398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5218057" y="459864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5125449" y="44283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5083584" y="516976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5134955" y="455989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5034090" y="428662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5097466" y="60028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4888416" y="41802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5132639" y="197392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5190089" y="42051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4899659" y="429211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4965810" y="413418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4951467" y="27682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5219960" y="371178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4976800" y="27913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4918796" y="310025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5039000" y="35840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5068513" y="283498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5260753" y="485963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5117045" y="50778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5097094" y="398943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5184545" y="393752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5003575" y="442303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4869977" y="274341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5092215" y="28358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5136861" y="380249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5075356" y="46867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5197840" y="40007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5158423" y="442730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4894511" y="256013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4872930" y="52659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5085861" y="52337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4918039" y="52077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4953252" y="54258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5231165" y="554883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4876317" y="543054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5248982" y="412532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4892938" y="40484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5128772" y="337187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4842504" y="518182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5006476" y="53871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5170512" y="514097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4847556" y="451796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5214760" y="552219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5128984" y="57248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4922995" y="55961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5022432" y="46948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5134980" y="54950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4895952" y="522215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4920953" y="437784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5042240" y="43194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5067300" y="2959946"/>
            <a:ext cx="0" cy="2582792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4953000" y="5542738"/>
            <a:ext cx="228600" cy="0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4953000" y="2959946"/>
            <a:ext cx="228600" cy="0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4902200" y="4412156"/>
            <a:ext cx="330200" cy="748502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B57442"/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4902200" y="4714584"/>
            <a:ext cx="330200" cy="0"/>
          </a:xfrm>
          <a:prstGeom prst="line">
            <a:avLst/>
          </a:prstGeom>
          <a:noFill/>
          <a:ln w="31750">
            <a:solidFill>
              <a:srgbClr val="B57442"/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50673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61" name="Text 759"/>
          <p:cNvSpPr/>
          <p:nvPr/>
        </p:nvSpPr>
        <p:spPr>
          <a:xfrm rot="19860000">
            <a:off x="40132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Emap2lig-Build</a:t>
            </a:r>
          </a:p>
        </p:txBody>
      </p:sp>
      <p:sp>
        <p:nvSpPr>
          <p:cNvPr id="762" name="Text 760"/>
          <p:cNvSpPr/>
          <p:nvPr/>
        </p:nvSpPr>
        <p:spPr>
          <a:xfrm>
            <a:off x="6870700" y="965200"/>
            <a:ext cx="355600" cy="44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300" dirty="0"/>
          </a:p>
        </p:txBody>
      </p:sp>
      <p:sp>
        <p:nvSpPr>
          <p:cNvPr id="763" name="Text 761"/>
          <p:cNvSpPr/>
          <p:nvPr/>
        </p:nvSpPr>
        <p:spPr>
          <a:xfrm>
            <a:off x="7620000" y="965200"/>
            <a:ext cx="2171700" cy="44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50</a:t>
            </a:r>
            <a:endParaRPr lang="en-US" sz="1900" dirty="0"/>
          </a:p>
        </p:txBody>
      </p:sp>
      <p:sp>
        <p:nvSpPr>
          <p:cNvPr id="764" name="Shape 762"/>
          <p:cNvSpPr/>
          <p:nvPr/>
        </p:nvSpPr>
        <p:spPr>
          <a:xfrm>
            <a:off x="7175500" y="1714500"/>
            <a:ext cx="0" cy="568960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7175500" y="7404100"/>
            <a:ext cx="4546600" cy="0"/>
          </a:xfrm>
          <a:prstGeom prst="line">
            <a:avLst/>
          </a:prstGeom>
          <a:noFill/>
          <a:ln w="12065">
            <a:solidFill>
              <a:srgbClr val="25323B"/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7112000" y="7282596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67" name="Text 765"/>
          <p:cNvSpPr/>
          <p:nvPr/>
        </p:nvSpPr>
        <p:spPr>
          <a:xfrm>
            <a:off x="6540500" y="7168296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768" name="Shape 766"/>
          <p:cNvSpPr/>
          <p:nvPr/>
        </p:nvSpPr>
        <p:spPr>
          <a:xfrm>
            <a:off x="7112000" y="6225914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69" name="Text 767"/>
          <p:cNvSpPr/>
          <p:nvPr/>
        </p:nvSpPr>
        <p:spPr>
          <a:xfrm>
            <a:off x="6540500" y="6111614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770" name="Shape 768"/>
          <p:cNvSpPr/>
          <p:nvPr/>
        </p:nvSpPr>
        <p:spPr>
          <a:xfrm>
            <a:off x="7112000" y="5426564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71" name="Text 769"/>
          <p:cNvSpPr/>
          <p:nvPr/>
        </p:nvSpPr>
        <p:spPr>
          <a:xfrm>
            <a:off x="6540500" y="5312264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72" name="Shape 770"/>
          <p:cNvSpPr/>
          <p:nvPr/>
        </p:nvSpPr>
        <p:spPr>
          <a:xfrm>
            <a:off x="7112000" y="4627215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73" name="Text 771"/>
          <p:cNvSpPr/>
          <p:nvPr/>
        </p:nvSpPr>
        <p:spPr>
          <a:xfrm>
            <a:off x="6540500" y="4512915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74" name="Shape 772"/>
          <p:cNvSpPr/>
          <p:nvPr/>
        </p:nvSpPr>
        <p:spPr>
          <a:xfrm>
            <a:off x="7112000" y="4159625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75" name="Text 773"/>
          <p:cNvSpPr/>
          <p:nvPr/>
        </p:nvSpPr>
        <p:spPr>
          <a:xfrm>
            <a:off x="6540500" y="4045325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76" name="Shape 774"/>
          <p:cNvSpPr/>
          <p:nvPr/>
        </p:nvSpPr>
        <p:spPr>
          <a:xfrm>
            <a:off x="7112000" y="3570532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77" name="Text 775"/>
          <p:cNvSpPr/>
          <p:nvPr/>
        </p:nvSpPr>
        <p:spPr>
          <a:xfrm>
            <a:off x="6540500" y="3456232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778" name="Shape 776"/>
          <p:cNvSpPr/>
          <p:nvPr/>
        </p:nvSpPr>
        <p:spPr>
          <a:xfrm>
            <a:off x="7112000" y="277118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79" name="Text 777"/>
          <p:cNvSpPr/>
          <p:nvPr/>
        </p:nvSpPr>
        <p:spPr>
          <a:xfrm>
            <a:off x="6540500" y="265688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780" name="Shape 778"/>
          <p:cNvSpPr/>
          <p:nvPr/>
        </p:nvSpPr>
        <p:spPr>
          <a:xfrm>
            <a:off x="7112000" y="1971833"/>
            <a:ext cx="63500" cy="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781" name="Text 779"/>
          <p:cNvSpPr/>
          <p:nvPr/>
        </p:nvSpPr>
        <p:spPr>
          <a:xfrm>
            <a:off x="6540500" y="1857533"/>
            <a:ext cx="50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82" name="Shape 780"/>
          <p:cNvSpPr/>
          <p:nvPr/>
        </p:nvSpPr>
        <p:spPr>
          <a:xfrm>
            <a:off x="7175500" y="4627215"/>
            <a:ext cx="45466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7175500" y="4159625"/>
            <a:ext cx="4546600" cy="0"/>
          </a:xfrm>
          <a:prstGeom prst="line">
            <a:avLst/>
          </a:prstGeom>
          <a:noFill/>
          <a:ln w="8255">
            <a:solidFill>
              <a:srgbClr val="C7CFD4"/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8177292" y="58909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8134344" y="6081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7886358" y="5914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8104274" y="57785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7769140" y="58585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7967956" y="59068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7937848" y="58923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7992825" y="58709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7971988" y="587031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8181866" y="58956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7982970" y="59947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8127517" y="588010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7968913" y="58987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8170636" y="60273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>
            <a:off x="7809228" y="60170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>
            <a:off x="7800881" y="60243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7826588" y="57749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7916388" y="606803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7817961" y="59537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8127763" y="58789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8140745" y="5903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7826652" y="58933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7931515" y="58845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7801280" y="592995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7786075" y="58906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7954317" y="58947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7833653" y="58367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8150852" y="59216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7905926" y="59933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7871204" y="583656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7759144" y="61209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8178053" y="59098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7938529" y="59103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7905187" y="60029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8154255" y="60443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8105194" y="60195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7798130" y="58878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7874911" y="58470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>
            <a:off x="7919177" y="595239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>
            <a:off x="7882229" y="60678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>
            <a:off x="8038929" y="60261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>
            <a:off x="7918178" y="58632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>
            <a:off x="7815811" y="59929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>
            <a:off x="7839343" y="59508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8" name="Shape 826"/>
          <p:cNvSpPr/>
          <p:nvPr/>
        </p:nvSpPr>
        <p:spPr>
          <a:xfrm>
            <a:off x="7758308" y="607389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>
            <a:off x="7964329" y="601655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>
            <a:off x="7900149" y="58557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1" name="Shape 829"/>
          <p:cNvSpPr/>
          <p:nvPr/>
        </p:nvSpPr>
        <p:spPr>
          <a:xfrm>
            <a:off x="7754899" y="58524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>
            <a:off x="7963515" y="60627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3" name="Shape 831"/>
          <p:cNvSpPr/>
          <p:nvPr/>
        </p:nvSpPr>
        <p:spPr>
          <a:xfrm>
            <a:off x="7974703" y="5875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>
            <a:off x="7882803" y="58585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5" name="Shape 833"/>
          <p:cNvSpPr/>
          <p:nvPr/>
        </p:nvSpPr>
        <p:spPr>
          <a:xfrm>
            <a:off x="7868633" y="61458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8025026" y="59945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7784596" y="61187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>
            <a:off x="7898901" y="61882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8111347" y="59408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7996888" y="59578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>
            <a:off x="8059084" y="60745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7937155" y="58235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8137013" y="60550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7964731" y="59337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8031708" y="5899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7784242" y="59015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7961517" y="58788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7889720" y="61275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7761291" y="58871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>
            <a:off x="8029720" y="59731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>
            <a:off x="8039141" y="5971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>
            <a:off x="7867631" y="61222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7965913" y="59371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8129127" y="58414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7995658" y="61557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7946456" y="58894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>
            <a:off x="7809295" y="5879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7976104" y="58742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8074158" y="60443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7921406" y="59204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7782041" y="60824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>
            <a:off x="7916468" y="59996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>
            <a:off x="8063422" y="601140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8144349" y="63897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7893453" y="65565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8139506" y="592361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7896437" y="60835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>
            <a:off x="8012885" y="60912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>
            <a:off x="8165359" y="65403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>
            <a:off x="7773717" y="64548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7773911" y="680327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8161408" y="60548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>
            <a:off x="7863021" y="65032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>
            <a:off x="7999671" y="66880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>
            <a:off x="7753953" y="66196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>
            <a:off x="7988407" y="69464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7948300" y="64840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8108626" y="580542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>
            <a:off x="8088928" y="56169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>
            <a:off x="7787326" y="61421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>
            <a:off x="8125514" y="662713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>
            <a:off x="7891234" y="706953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>
            <a:off x="7848816" y="56908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>
            <a:off x="7943927" y="56489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>
            <a:off x="8147130" y="55646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>
            <a:off x="8028892" y="60884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>
            <a:off x="7965296" y="55608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>
            <a:off x="8095189" y="549364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>
            <a:off x="7988393" y="492952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7928467" y="52434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8018071" y="49689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>
            <a:off x="7976857" y="439196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>
            <a:off x="8004229" y="57899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>
            <a:off x="7808043" y="56060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>
            <a:off x="8159463" y="53914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7866836" y="55321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>
            <a:off x="8141457" y="512698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>
            <a:off x="7857286" y="54553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>
            <a:off x="8069529" y="52013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>
            <a:off x="8117549" y="47458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>
            <a:off x="8159275" y="47709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>
            <a:off x="7802407" y="51540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>
            <a:off x="8015374" y="474468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>
            <a:off x="7892686" y="47504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>
            <a:off x="7914513" y="53099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7851714" y="69278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>
            <a:off x="7977488" y="644704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>
            <a:off x="7841819" y="641692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>
            <a:off x="7969371" y="66348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0" name="Shape 908"/>
          <p:cNvSpPr/>
          <p:nvPr/>
        </p:nvSpPr>
        <p:spPr>
          <a:xfrm>
            <a:off x="8113367" y="56893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>
            <a:off x="8034235" y="57069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>
            <a:off x="7856217" y="4906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>
            <a:off x="7782161" y="48529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>
            <a:off x="8134247" y="488623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>
            <a:off x="8106315" y="48474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>
            <a:off x="7828540" y="49000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>
            <a:off x="7801272" y="48786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>
            <a:off x="8169013" y="52901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>
            <a:off x="8014256" y="61256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>
            <a:off x="7753647" y="588595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7864838" y="58351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>
            <a:off x="7922359" y="593422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>
            <a:off x="7809718" y="616353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7836829" y="633861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7991582" y="61696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8110290" y="64028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7935201" y="64232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>
            <a:off x="8175199" y="63124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>
            <a:off x="7910821" y="46478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>
            <a:off x="8044257" y="433464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>
            <a:off x="7877101" y="595969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>
            <a:off x="7952590" y="596516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>
            <a:off x="7850628" y="616309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>
            <a:off x="7753143" y="49577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>
            <a:off x="8116528" y="483864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7871573" y="360815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>
            <a:off x="8179039" y="55594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8" name="Shape 936"/>
          <p:cNvSpPr/>
          <p:nvPr/>
        </p:nvSpPr>
        <p:spPr>
          <a:xfrm>
            <a:off x="8029040" y="55868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39" name="Shape 937"/>
          <p:cNvSpPr/>
          <p:nvPr/>
        </p:nvSpPr>
        <p:spPr>
          <a:xfrm>
            <a:off x="7818216" y="58843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8039478" y="567866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7907404" y="561835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7863849" y="571312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7973991" y="57355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8006073" y="61641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7811003" y="6023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8001993" y="61405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>
            <a:off x="7980638" y="600091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7772723" y="592909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>
            <a:off x="7929011" y="561702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>
            <a:off x="8013043" y="56917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8000352" y="59718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>
            <a:off x="8068735" y="567819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>
            <a:off x="7805717" y="598992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>
            <a:off x="7986485" y="53894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7759854" y="514940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>
            <a:off x="7939750" y="48386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>
            <a:off x="8095886" y="59633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>
            <a:off x="7882299" y="67714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>
            <a:off x="7816888" y="65853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>
            <a:off x="7902787" y="680337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>
            <a:off x="7980323" y="642106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>
            <a:off x="7976480" y="667913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>
            <a:off x="8023589" y="632647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>
            <a:off x="7797249" y="622415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>
            <a:off x="7984958" y="64494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>
            <a:off x="8065456" y="64483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>
            <a:off x="7777843" y="655619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>
            <a:off x="8121412" y="578056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>
            <a:off x="7954182" y="58094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>
            <a:off x="7807531" y="545566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8139057" y="572118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8046449" y="5877115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>
            <a:off x="8004584" y="553887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>
            <a:off x="8055955" y="605185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>
            <a:off x="7955090" y="594769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>
            <a:off x="8018466" y="588291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>
            <a:off x="7809416" y="540313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8053639" y="580628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>
            <a:off x="8111089" y="482395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>
            <a:off x="7820659" y="478326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>
            <a:off x="7886810" y="517160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2" name="Shape 980"/>
          <p:cNvSpPr/>
          <p:nvPr/>
        </p:nvSpPr>
        <p:spPr>
          <a:xfrm>
            <a:off x="7872467" y="398307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3" name="Shape 981"/>
          <p:cNvSpPr/>
          <p:nvPr/>
        </p:nvSpPr>
        <p:spPr>
          <a:xfrm>
            <a:off x="8140960" y="446044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>
            <a:off x="7897800" y="48221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>
            <a:off x="7839796" y="420447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>
            <a:off x="7960000" y="490146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>
            <a:off x="7989513" y="349388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>
            <a:off x="8181753" y="540285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>
            <a:off x="8038045" y="609961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>
            <a:off x="8018094" y="5026211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>
            <a:off x="8105545" y="54650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>
            <a:off x="7924575" y="5526267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>
            <a:off x="7790977" y="567281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>
            <a:off x="8013215" y="56662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>
            <a:off x="8057861" y="61629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>
            <a:off x="7996356" y="533502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>
            <a:off x="8118840" y="525234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>
            <a:off x="8079423" y="529414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>
            <a:off x="7815511" y="53262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>
            <a:off x="7793930" y="612701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>
            <a:off x="8006861" y="641744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>
            <a:off x="7839039" y="5899793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>
            <a:off x="7874252" y="58659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>
            <a:off x="8152165" y="629777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>
            <a:off x="7797317" y="61476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>
            <a:off x="8169982" y="510260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>
            <a:off x="7813938" y="488462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>
            <a:off x="8049772" y="458382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>
            <a:off x="7763504" y="685408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>
            <a:off x="7927476" y="59206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>
            <a:off x="8091512" y="626310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>
            <a:off x="7768556" y="6058289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>
            <a:off x="8135760" y="6569280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>
            <a:off x="8049984" y="639103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>
            <a:off x="7843995" y="6305934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>
            <a:off x="7943432" y="628478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>
            <a:off x="8055980" y="659397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>
            <a:off x="7816952" y="6706698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>
            <a:off x="7841953" y="5256146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0" name="Shape 1018"/>
          <p:cNvSpPr/>
          <p:nvPr/>
        </p:nvSpPr>
        <p:spPr>
          <a:xfrm>
            <a:off x="7963240" y="6530102"/>
            <a:ext cx="39370" cy="39370"/>
          </a:xfrm>
          <a:prstGeom prst="ellipse">
            <a:avLst/>
          </a:prstGeom>
          <a:solidFill>
            <a:srgbClr val="2D887E">
              <a:alpha val="39000"/>
            </a:srgbClr>
          </a:solidFill>
          <a:ln w="12700">
            <a:solidFill>
              <a:srgbClr val="2D887E">
                <a:alpha val="0"/>
              </a:srgbClr>
            </a:solidFill>
            <a:prstDash val="solid"/>
          </a:ln>
        </p:spPr>
      </p:sp>
      <p:sp>
        <p:nvSpPr>
          <p:cNvPr id="1021" name="Shape 1019"/>
          <p:cNvSpPr/>
          <p:nvPr/>
        </p:nvSpPr>
        <p:spPr>
          <a:xfrm>
            <a:off x="7988300" y="4786515"/>
            <a:ext cx="0" cy="1854305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022" name="Shape 1020"/>
          <p:cNvSpPr/>
          <p:nvPr/>
        </p:nvSpPr>
        <p:spPr>
          <a:xfrm>
            <a:off x="7874000" y="6640820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023" name="Shape 1021"/>
          <p:cNvSpPr/>
          <p:nvPr/>
        </p:nvSpPr>
        <p:spPr>
          <a:xfrm>
            <a:off x="7874000" y="4786515"/>
            <a:ext cx="228600" cy="0"/>
          </a:xfrm>
          <a:prstGeom prst="line">
            <a:avLst/>
          </a:prstGeom>
          <a:noFill/>
          <a:ln w="13970">
            <a:solidFill>
              <a:srgbClr val="2D887E"/>
            </a:solidFill>
            <a:prstDash val="solid"/>
          </a:ln>
        </p:spPr>
      </p:sp>
      <p:sp>
        <p:nvSpPr>
          <p:cNvPr id="1024" name="Shape 1022"/>
          <p:cNvSpPr/>
          <p:nvPr/>
        </p:nvSpPr>
        <p:spPr>
          <a:xfrm>
            <a:off x="7823200" y="5625703"/>
            <a:ext cx="330200" cy="485274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2D887E"/>
            </a:solidFill>
            <a:prstDash val="solid"/>
          </a:ln>
        </p:spPr>
      </p:sp>
      <p:sp>
        <p:nvSpPr>
          <p:cNvPr id="1025" name="Shape 1023"/>
          <p:cNvSpPr/>
          <p:nvPr/>
        </p:nvSpPr>
        <p:spPr>
          <a:xfrm>
            <a:off x="7823200" y="5919627"/>
            <a:ext cx="330200" cy="0"/>
          </a:xfrm>
          <a:prstGeom prst="line">
            <a:avLst/>
          </a:prstGeom>
          <a:noFill/>
          <a:ln w="31750">
            <a:solidFill>
              <a:srgbClr val="2D887E"/>
            </a:solidFill>
            <a:prstDash val="solid"/>
          </a:ln>
        </p:spPr>
      </p:sp>
      <p:sp>
        <p:nvSpPr>
          <p:cNvPr id="1026" name="Shape 1024"/>
          <p:cNvSpPr/>
          <p:nvPr/>
        </p:nvSpPr>
        <p:spPr>
          <a:xfrm>
            <a:off x="79883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027" name="Text 1025"/>
          <p:cNvSpPr/>
          <p:nvPr/>
        </p:nvSpPr>
        <p:spPr>
          <a:xfrm rot="19860000">
            <a:off x="69342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1028" name="Shape 1026"/>
          <p:cNvSpPr/>
          <p:nvPr/>
        </p:nvSpPr>
        <p:spPr>
          <a:xfrm>
            <a:off x="9625092" y="58020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29" name="Shape 1027"/>
          <p:cNvSpPr/>
          <p:nvPr/>
        </p:nvSpPr>
        <p:spPr>
          <a:xfrm>
            <a:off x="9582144" y="58932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0" name="Shape 1028"/>
          <p:cNvSpPr/>
          <p:nvPr/>
        </p:nvSpPr>
        <p:spPr>
          <a:xfrm>
            <a:off x="9334158" y="58218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1" name="Shape 1029"/>
          <p:cNvSpPr/>
          <p:nvPr/>
        </p:nvSpPr>
        <p:spPr>
          <a:xfrm>
            <a:off x="9552074" y="56754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2" name="Shape 1030"/>
          <p:cNvSpPr/>
          <p:nvPr/>
        </p:nvSpPr>
        <p:spPr>
          <a:xfrm>
            <a:off x="9216940" y="58221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3" name="Shape 1031"/>
          <p:cNvSpPr/>
          <p:nvPr/>
        </p:nvSpPr>
        <p:spPr>
          <a:xfrm>
            <a:off x="9415756" y="58523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4" name="Shape 1032"/>
          <p:cNvSpPr/>
          <p:nvPr/>
        </p:nvSpPr>
        <p:spPr>
          <a:xfrm>
            <a:off x="9385648" y="5956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>
            <a:off x="9440625" y="57756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>
            <a:off x="9419788" y="58581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7" name="Shape 1035"/>
          <p:cNvSpPr/>
          <p:nvPr/>
        </p:nvSpPr>
        <p:spPr>
          <a:xfrm>
            <a:off x="9629666" y="58431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8" name="Shape 1036"/>
          <p:cNvSpPr/>
          <p:nvPr/>
        </p:nvSpPr>
        <p:spPr>
          <a:xfrm>
            <a:off x="9430770" y="60440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39" name="Shape 1037"/>
          <p:cNvSpPr/>
          <p:nvPr/>
        </p:nvSpPr>
        <p:spPr>
          <a:xfrm>
            <a:off x="9575317" y="58794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0" name="Shape 1038"/>
          <p:cNvSpPr/>
          <p:nvPr/>
        </p:nvSpPr>
        <p:spPr>
          <a:xfrm>
            <a:off x="9416713" y="58148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1" name="Shape 1039"/>
          <p:cNvSpPr/>
          <p:nvPr/>
        </p:nvSpPr>
        <p:spPr>
          <a:xfrm>
            <a:off x="9618436" y="58414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2" name="Shape 1040"/>
          <p:cNvSpPr/>
          <p:nvPr/>
        </p:nvSpPr>
        <p:spPr>
          <a:xfrm>
            <a:off x="9257028" y="584683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3" name="Shape 1041"/>
          <p:cNvSpPr/>
          <p:nvPr/>
        </p:nvSpPr>
        <p:spPr>
          <a:xfrm>
            <a:off x="9248681" y="59524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4" name="Shape 1042"/>
          <p:cNvSpPr/>
          <p:nvPr/>
        </p:nvSpPr>
        <p:spPr>
          <a:xfrm>
            <a:off x="9274388" y="57409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5" name="Shape 1043"/>
          <p:cNvSpPr/>
          <p:nvPr/>
        </p:nvSpPr>
        <p:spPr>
          <a:xfrm>
            <a:off x="9364188" y="6105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6" name="Shape 1044"/>
          <p:cNvSpPr/>
          <p:nvPr/>
        </p:nvSpPr>
        <p:spPr>
          <a:xfrm>
            <a:off x="9265761" y="58703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7" name="Shape 1045"/>
          <p:cNvSpPr/>
          <p:nvPr/>
        </p:nvSpPr>
        <p:spPr>
          <a:xfrm>
            <a:off x="9575563" y="57185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8" name="Shape 1046"/>
          <p:cNvSpPr/>
          <p:nvPr/>
        </p:nvSpPr>
        <p:spPr>
          <a:xfrm>
            <a:off x="9588545" y="56966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49" name="Shape 1047"/>
          <p:cNvSpPr/>
          <p:nvPr/>
        </p:nvSpPr>
        <p:spPr>
          <a:xfrm>
            <a:off x="9274452" y="58452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0" name="Shape 1048"/>
          <p:cNvSpPr/>
          <p:nvPr/>
        </p:nvSpPr>
        <p:spPr>
          <a:xfrm>
            <a:off x="9379315" y="57719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1" name="Shape 1049"/>
          <p:cNvSpPr/>
          <p:nvPr/>
        </p:nvSpPr>
        <p:spPr>
          <a:xfrm>
            <a:off x="9249080" y="57923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2" name="Shape 1050"/>
          <p:cNvSpPr/>
          <p:nvPr/>
        </p:nvSpPr>
        <p:spPr>
          <a:xfrm>
            <a:off x="9233875" y="58624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3" name="Shape 1051"/>
          <p:cNvSpPr/>
          <p:nvPr/>
        </p:nvSpPr>
        <p:spPr>
          <a:xfrm>
            <a:off x="9402117" y="58385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4" name="Shape 1052"/>
          <p:cNvSpPr/>
          <p:nvPr/>
        </p:nvSpPr>
        <p:spPr>
          <a:xfrm>
            <a:off x="9281453" y="58661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5" name="Shape 1053"/>
          <p:cNvSpPr/>
          <p:nvPr/>
        </p:nvSpPr>
        <p:spPr>
          <a:xfrm>
            <a:off x="9598652" y="59250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6" name="Shape 1054"/>
          <p:cNvSpPr/>
          <p:nvPr/>
        </p:nvSpPr>
        <p:spPr>
          <a:xfrm>
            <a:off x="9353726" y="6098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7" name="Shape 1055"/>
          <p:cNvSpPr/>
          <p:nvPr/>
        </p:nvSpPr>
        <p:spPr>
          <a:xfrm>
            <a:off x="9319004" y="579186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8" name="Shape 1056"/>
          <p:cNvSpPr/>
          <p:nvPr/>
        </p:nvSpPr>
        <p:spPr>
          <a:xfrm>
            <a:off x="9206944" y="5844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59" name="Shape 1057"/>
          <p:cNvSpPr/>
          <p:nvPr/>
        </p:nvSpPr>
        <p:spPr>
          <a:xfrm>
            <a:off x="9625853" y="57606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0" name="Shape 1058"/>
          <p:cNvSpPr/>
          <p:nvPr/>
        </p:nvSpPr>
        <p:spPr>
          <a:xfrm>
            <a:off x="9386329" y="571680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1" name="Shape 1059"/>
          <p:cNvSpPr/>
          <p:nvPr/>
        </p:nvSpPr>
        <p:spPr>
          <a:xfrm>
            <a:off x="9352987" y="5892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2" name="Shape 1060"/>
          <p:cNvSpPr/>
          <p:nvPr/>
        </p:nvSpPr>
        <p:spPr>
          <a:xfrm>
            <a:off x="9602055" y="5695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3" name="Shape 1061"/>
          <p:cNvSpPr/>
          <p:nvPr/>
        </p:nvSpPr>
        <p:spPr>
          <a:xfrm>
            <a:off x="9552994" y="58402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4" name="Shape 1062"/>
          <p:cNvSpPr/>
          <p:nvPr/>
        </p:nvSpPr>
        <p:spPr>
          <a:xfrm>
            <a:off x="9245930" y="59806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5" name="Shape 1063"/>
          <p:cNvSpPr/>
          <p:nvPr/>
        </p:nvSpPr>
        <p:spPr>
          <a:xfrm>
            <a:off x="9322711" y="58400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6" name="Shape 1064"/>
          <p:cNvSpPr/>
          <p:nvPr/>
        </p:nvSpPr>
        <p:spPr>
          <a:xfrm>
            <a:off x="9366977" y="59193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7" name="Shape 1065"/>
          <p:cNvSpPr/>
          <p:nvPr/>
        </p:nvSpPr>
        <p:spPr>
          <a:xfrm>
            <a:off x="9330029" y="58570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8" name="Shape 1066"/>
          <p:cNvSpPr/>
          <p:nvPr/>
        </p:nvSpPr>
        <p:spPr>
          <a:xfrm>
            <a:off x="9486729" y="58564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69" name="Shape 1067"/>
          <p:cNvSpPr/>
          <p:nvPr/>
        </p:nvSpPr>
        <p:spPr>
          <a:xfrm>
            <a:off x="9365978" y="5914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0" name="Shape 1068"/>
          <p:cNvSpPr/>
          <p:nvPr/>
        </p:nvSpPr>
        <p:spPr>
          <a:xfrm>
            <a:off x="9263611" y="58570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1" name="Shape 1069"/>
          <p:cNvSpPr/>
          <p:nvPr/>
        </p:nvSpPr>
        <p:spPr>
          <a:xfrm>
            <a:off x="9287143" y="58815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2" name="Shape 1070"/>
          <p:cNvSpPr/>
          <p:nvPr/>
        </p:nvSpPr>
        <p:spPr>
          <a:xfrm>
            <a:off x="9206108" y="621870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3" name="Shape 1071"/>
          <p:cNvSpPr/>
          <p:nvPr/>
        </p:nvSpPr>
        <p:spPr>
          <a:xfrm>
            <a:off x="9412129" y="5739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4" name="Shape 1072"/>
          <p:cNvSpPr/>
          <p:nvPr/>
        </p:nvSpPr>
        <p:spPr>
          <a:xfrm>
            <a:off x="9347949" y="57189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5" name="Shape 1073"/>
          <p:cNvSpPr/>
          <p:nvPr/>
        </p:nvSpPr>
        <p:spPr>
          <a:xfrm>
            <a:off x="9202699" y="59963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6" name="Shape 1074"/>
          <p:cNvSpPr/>
          <p:nvPr/>
        </p:nvSpPr>
        <p:spPr>
          <a:xfrm>
            <a:off x="9411315" y="57123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7" name="Shape 1075"/>
          <p:cNvSpPr/>
          <p:nvPr/>
        </p:nvSpPr>
        <p:spPr>
          <a:xfrm>
            <a:off x="9422503" y="59079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8" name="Shape 1076"/>
          <p:cNvSpPr/>
          <p:nvPr/>
        </p:nvSpPr>
        <p:spPr>
          <a:xfrm>
            <a:off x="9330603" y="57922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79" name="Shape 1077"/>
          <p:cNvSpPr/>
          <p:nvPr/>
        </p:nvSpPr>
        <p:spPr>
          <a:xfrm>
            <a:off x="9316433" y="57791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0" name="Shape 1078"/>
          <p:cNvSpPr/>
          <p:nvPr/>
        </p:nvSpPr>
        <p:spPr>
          <a:xfrm>
            <a:off x="9472826" y="5930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1" name="Shape 1079"/>
          <p:cNvSpPr/>
          <p:nvPr/>
        </p:nvSpPr>
        <p:spPr>
          <a:xfrm>
            <a:off x="9232396" y="608093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2" name="Shape 1080"/>
          <p:cNvSpPr/>
          <p:nvPr/>
        </p:nvSpPr>
        <p:spPr>
          <a:xfrm>
            <a:off x="9346701" y="586798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3" name="Shape 1081"/>
          <p:cNvSpPr/>
          <p:nvPr/>
        </p:nvSpPr>
        <p:spPr>
          <a:xfrm>
            <a:off x="9559147" y="58142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4" name="Shape 1082"/>
          <p:cNvSpPr/>
          <p:nvPr/>
        </p:nvSpPr>
        <p:spPr>
          <a:xfrm>
            <a:off x="9444688" y="5885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5" name="Shape 1083"/>
          <p:cNvSpPr/>
          <p:nvPr/>
        </p:nvSpPr>
        <p:spPr>
          <a:xfrm>
            <a:off x="9506884" y="5894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6" name="Shape 1084"/>
          <p:cNvSpPr/>
          <p:nvPr/>
        </p:nvSpPr>
        <p:spPr>
          <a:xfrm>
            <a:off x="9384955" y="57311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7" name="Shape 1085"/>
          <p:cNvSpPr/>
          <p:nvPr/>
        </p:nvSpPr>
        <p:spPr>
          <a:xfrm>
            <a:off x="9584813" y="58838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8" name="Shape 1086"/>
          <p:cNvSpPr/>
          <p:nvPr/>
        </p:nvSpPr>
        <p:spPr>
          <a:xfrm>
            <a:off x="9412531" y="5912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89" name="Shape 1087"/>
          <p:cNvSpPr/>
          <p:nvPr/>
        </p:nvSpPr>
        <p:spPr>
          <a:xfrm>
            <a:off x="9479508" y="596536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0" name="Shape 1088"/>
          <p:cNvSpPr/>
          <p:nvPr/>
        </p:nvSpPr>
        <p:spPr>
          <a:xfrm>
            <a:off x="9232042" y="58598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1" name="Shape 1089"/>
          <p:cNvSpPr/>
          <p:nvPr/>
        </p:nvSpPr>
        <p:spPr>
          <a:xfrm>
            <a:off x="9409317" y="57875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2" name="Shape 1090"/>
          <p:cNvSpPr/>
          <p:nvPr/>
        </p:nvSpPr>
        <p:spPr>
          <a:xfrm>
            <a:off x="9337520" y="59915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3" name="Shape 1091"/>
          <p:cNvSpPr/>
          <p:nvPr/>
        </p:nvSpPr>
        <p:spPr>
          <a:xfrm>
            <a:off x="9209091" y="57915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4" name="Shape 1092"/>
          <p:cNvSpPr/>
          <p:nvPr/>
        </p:nvSpPr>
        <p:spPr>
          <a:xfrm>
            <a:off x="9477520" y="59536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5" name="Shape 1093"/>
          <p:cNvSpPr/>
          <p:nvPr/>
        </p:nvSpPr>
        <p:spPr>
          <a:xfrm>
            <a:off x="9486941" y="58223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6" name="Shape 1094"/>
          <p:cNvSpPr/>
          <p:nvPr/>
        </p:nvSpPr>
        <p:spPr>
          <a:xfrm>
            <a:off x="9315431" y="56093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7" name="Shape 1095"/>
          <p:cNvSpPr/>
          <p:nvPr/>
        </p:nvSpPr>
        <p:spPr>
          <a:xfrm>
            <a:off x="9413713" y="58054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8" name="Shape 1096"/>
          <p:cNvSpPr/>
          <p:nvPr/>
        </p:nvSpPr>
        <p:spPr>
          <a:xfrm>
            <a:off x="9576927" y="59938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099" name="Shape 1097"/>
          <p:cNvSpPr/>
          <p:nvPr/>
        </p:nvSpPr>
        <p:spPr>
          <a:xfrm>
            <a:off x="9443458" y="61599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0" name="Shape 1098"/>
          <p:cNvSpPr/>
          <p:nvPr/>
        </p:nvSpPr>
        <p:spPr>
          <a:xfrm>
            <a:off x="9394256" y="59819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1" name="Shape 1099"/>
          <p:cNvSpPr/>
          <p:nvPr/>
        </p:nvSpPr>
        <p:spPr>
          <a:xfrm>
            <a:off x="9257095" y="584462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2" name="Shape 1100"/>
          <p:cNvSpPr/>
          <p:nvPr/>
        </p:nvSpPr>
        <p:spPr>
          <a:xfrm>
            <a:off x="9423904" y="57347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3" name="Shape 1101"/>
          <p:cNvSpPr/>
          <p:nvPr/>
        </p:nvSpPr>
        <p:spPr>
          <a:xfrm>
            <a:off x="9521958" y="57580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4" name="Shape 1102"/>
          <p:cNvSpPr/>
          <p:nvPr/>
        </p:nvSpPr>
        <p:spPr>
          <a:xfrm>
            <a:off x="9369206" y="60382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5" name="Shape 1103"/>
          <p:cNvSpPr/>
          <p:nvPr/>
        </p:nvSpPr>
        <p:spPr>
          <a:xfrm>
            <a:off x="9229841" y="60865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6" name="Shape 1104"/>
          <p:cNvSpPr/>
          <p:nvPr/>
        </p:nvSpPr>
        <p:spPr>
          <a:xfrm>
            <a:off x="9364268" y="5947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7" name="Shape 1105"/>
          <p:cNvSpPr/>
          <p:nvPr/>
        </p:nvSpPr>
        <p:spPr>
          <a:xfrm>
            <a:off x="9511222" y="58174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8" name="Shape 1106"/>
          <p:cNvSpPr/>
          <p:nvPr/>
        </p:nvSpPr>
        <p:spPr>
          <a:xfrm>
            <a:off x="9592149" y="6021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09" name="Shape 1107"/>
          <p:cNvSpPr/>
          <p:nvPr/>
        </p:nvSpPr>
        <p:spPr>
          <a:xfrm>
            <a:off x="9341253" y="61642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0" name="Shape 1108"/>
          <p:cNvSpPr/>
          <p:nvPr/>
        </p:nvSpPr>
        <p:spPr>
          <a:xfrm>
            <a:off x="9587306" y="56644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1" name="Shape 1109"/>
          <p:cNvSpPr/>
          <p:nvPr/>
        </p:nvSpPr>
        <p:spPr>
          <a:xfrm>
            <a:off x="9344237" y="60895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2" name="Shape 1110"/>
          <p:cNvSpPr/>
          <p:nvPr/>
        </p:nvSpPr>
        <p:spPr>
          <a:xfrm>
            <a:off x="9460685" y="59421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3" name="Shape 1111"/>
          <p:cNvSpPr/>
          <p:nvPr/>
        </p:nvSpPr>
        <p:spPr>
          <a:xfrm>
            <a:off x="9613159" y="59006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4" name="Shape 1112"/>
          <p:cNvSpPr/>
          <p:nvPr/>
        </p:nvSpPr>
        <p:spPr>
          <a:xfrm>
            <a:off x="9221517" y="63162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5" name="Shape 1113"/>
          <p:cNvSpPr/>
          <p:nvPr/>
        </p:nvSpPr>
        <p:spPr>
          <a:xfrm>
            <a:off x="9221711" y="67405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6" name="Shape 1114"/>
          <p:cNvSpPr/>
          <p:nvPr/>
        </p:nvSpPr>
        <p:spPr>
          <a:xfrm>
            <a:off x="9609208" y="59409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7" name="Shape 1115"/>
          <p:cNvSpPr/>
          <p:nvPr/>
        </p:nvSpPr>
        <p:spPr>
          <a:xfrm>
            <a:off x="9310821" y="65063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8" name="Shape 1116"/>
          <p:cNvSpPr/>
          <p:nvPr/>
        </p:nvSpPr>
        <p:spPr>
          <a:xfrm>
            <a:off x="9447471" y="64919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19" name="Shape 1117"/>
          <p:cNvSpPr/>
          <p:nvPr/>
        </p:nvSpPr>
        <p:spPr>
          <a:xfrm>
            <a:off x="9201753" y="66433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0" name="Shape 1118"/>
          <p:cNvSpPr/>
          <p:nvPr/>
        </p:nvSpPr>
        <p:spPr>
          <a:xfrm>
            <a:off x="9436207" y="66663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1" name="Shape 1119"/>
          <p:cNvSpPr/>
          <p:nvPr/>
        </p:nvSpPr>
        <p:spPr>
          <a:xfrm>
            <a:off x="9396100" y="61711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2" name="Shape 1120"/>
          <p:cNvSpPr/>
          <p:nvPr/>
        </p:nvSpPr>
        <p:spPr>
          <a:xfrm>
            <a:off x="9556426" y="55843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3" name="Shape 1121"/>
          <p:cNvSpPr/>
          <p:nvPr/>
        </p:nvSpPr>
        <p:spPr>
          <a:xfrm>
            <a:off x="9536728" y="577994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4" name="Shape 1122"/>
          <p:cNvSpPr/>
          <p:nvPr/>
        </p:nvSpPr>
        <p:spPr>
          <a:xfrm>
            <a:off x="9235126" y="58187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5" name="Shape 1123"/>
          <p:cNvSpPr/>
          <p:nvPr/>
        </p:nvSpPr>
        <p:spPr>
          <a:xfrm>
            <a:off x="9573314" y="60467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6" name="Shape 1124"/>
          <p:cNvSpPr/>
          <p:nvPr/>
        </p:nvSpPr>
        <p:spPr>
          <a:xfrm>
            <a:off x="9339034" y="60550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7" name="Shape 1125"/>
          <p:cNvSpPr/>
          <p:nvPr/>
        </p:nvSpPr>
        <p:spPr>
          <a:xfrm>
            <a:off x="9296616" y="48577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8" name="Shape 1126"/>
          <p:cNvSpPr/>
          <p:nvPr/>
        </p:nvSpPr>
        <p:spPr>
          <a:xfrm>
            <a:off x="9391727" y="58259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29" name="Shape 1127"/>
          <p:cNvSpPr/>
          <p:nvPr/>
        </p:nvSpPr>
        <p:spPr>
          <a:xfrm>
            <a:off x="9594930" y="54492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0" name="Shape 1128"/>
          <p:cNvSpPr/>
          <p:nvPr/>
        </p:nvSpPr>
        <p:spPr>
          <a:xfrm>
            <a:off x="9476692" y="59471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1" name="Shape 1129"/>
          <p:cNvSpPr/>
          <p:nvPr/>
        </p:nvSpPr>
        <p:spPr>
          <a:xfrm>
            <a:off x="9413096" y="549232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2" name="Shape 1130"/>
          <p:cNvSpPr/>
          <p:nvPr/>
        </p:nvSpPr>
        <p:spPr>
          <a:xfrm>
            <a:off x="9542989" y="533617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3" name="Shape 1131"/>
          <p:cNvSpPr/>
          <p:nvPr/>
        </p:nvSpPr>
        <p:spPr>
          <a:xfrm>
            <a:off x="9436193" y="5406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4" name="Shape 1132"/>
          <p:cNvSpPr/>
          <p:nvPr/>
        </p:nvSpPr>
        <p:spPr>
          <a:xfrm>
            <a:off x="9376267" y="56607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5" name="Shape 1133"/>
          <p:cNvSpPr/>
          <p:nvPr/>
        </p:nvSpPr>
        <p:spPr>
          <a:xfrm>
            <a:off x="9465871" y="552192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6" name="Shape 1134"/>
          <p:cNvSpPr/>
          <p:nvPr/>
        </p:nvSpPr>
        <p:spPr>
          <a:xfrm>
            <a:off x="9424657" y="45855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7" name="Shape 1135"/>
          <p:cNvSpPr/>
          <p:nvPr/>
        </p:nvSpPr>
        <p:spPr>
          <a:xfrm>
            <a:off x="9452029" y="63834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8" name="Shape 1136"/>
          <p:cNvSpPr/>
          <p:nvPr/>
        </p:nvSpPr>
        <p:spPr>
          <a:xfrm>
            <a:off x="9255843" y="5414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39" name="Shape 1137"/>
          <p:cNvSpPr/>
          <p:nvPr/>
        </p:nvSpPr>
        <p:spPr>
          <a:xfrm>
            <a:off x="9607263" y="57411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0" name="Shape 1138"/>
          <p:cNvSpPr/>
          <p:nvPr/>
        </p:nvSpPr>
        <p:spPr>
          <a:xfrm>
            <a:off x="9314636" y="530655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1" name="Shape 1139"/>
          <p:cNvSpPr/>
          <p:nvPr/>
        </p:nvSpPr>
        <p:spPr>
          <a:xfrm>
            <a:off x="9589257" y="47480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2" name="Shape 1140"/>
          <p:cNvSpPr/>
          <p:nvPr/>
        </p:nvSpPr>
        <p:spPr>
          <a:xfrm>
            <a:off x="9305086" y="50734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3" name="Shape 1141"/>
          <p:cNvSpPr/>
          <p:nvPr/>
        </p:nvSpPr>
        <p:spPr>
          <a:xfrm>
            <a:off x="9517329" y="53752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4" name="Shape 1142"/>
          <p:cNvSpPr/>
          <p:nvPr/>
        </p:nvSpPr>
        <p:spPr>
          <a:xfrm>
            <a:off x="9565349" y="47201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5" name="Shape 1143"/>
          <p:cNvSpPr/>
          <p:nvPr/>
        </p:nvSpPr>
        <p:spPr>
          <a:xfrm>
            <a:off x="9607075" y="47729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6" name="Shape 1144"/>
          <p:cNvSpPr/>
          <p:nvPr/>
        </p:nvSpPr>
        <p:spPr>
          <a:xfrm>
            <a:off x="9250207" y="472330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7" name="Shape 1145"/>
          <p:cNvSpPr/>
          <p:nvPr/>
        </p:nvSpPr>
        <p:spPr>
          <a:xfrm>
            <a:off x="9463174" y="47111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8" name="Shape 1146"/>
          <p:cNvSpPr/>
          <p:nvPr/>
        </p:nvSpPr>
        <p:spPr>
          <a:xfrm>
            <a:off x="9340486" y="55733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49" name="Shape 1147"/>
          <p:cNvSpPr/>
          <p:nvPr/>
        </p:nvSpPr>
        <p:spPr>
          <a:xfrm>
            <a:off x="9362313" y="547437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0" name="Shape 1148"/>
          <p:cNvSpPr/>
          <p:nvPr/>
        </p:nvSpPr>
        <p:spPr>
          <a:xfrm>
            <a:off x="9299514" y="6606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1" name="Shape 1149"/>
          <p:cNvSpPr/>
          <p:nvPr/>
        </p:nvSpPr>
        <p:spPr>
          <a:xfrm>
            <a:off x="9425288" y="671487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2" name="Shape 1150"/>
          <p:cNvSpPr/>
          <p:nvPr/>
        </p:nvSpPr>
        <p:spPr>
          <a:xfrm>
            <a:off x="9289619" y="65418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3" name="Shape 1151"/>
          <p:cNvSpPr/>
          <p:nvPr/>
        </p:nvSpPr>
        <p:spPr>
          <a:xfrm>
            <a:off x="9417171" y="66522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4" name="Shape 1152"/>
          <p:cNvSpPr/>
          <p:nvPr/>
        </p:nvSpPr>
        <p:spPr>
          <a:xfrm>
            <a:off x="9561167" y="564439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5" name="Shape 1153"/>
          <p:cNvSpPr/>
          <p:nvPr/>
        </p:nvSpPr>
        <p:spPr>
          <a:xfrm>
            <a:off x="9482035" y="56953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6" name="Shape 1154"/>
          <p:cNvSpPr/>
          <p:nvPr/>
        </p:nvSpPr>
        <p:spPr>
          <a:xfrm>
            <a:off x="9304017" y="48894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7" name="Shape 1155"/>
          <p:cNvSpPr/>
          <p:nvPr/>
        </p:nvSpPr>
        <p:spPr>
          <a:xfrm>
            <a:off x="9229961" y="484995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8" name="Shape 1156"/>
          <p:cNvSpPr/>
          <p:nvPr/>
        </p:nvSpPr>
        <p:spPr>
          <a:xfrm>
            <a:off x="9582047" y="48931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59" name="Shape 1157"/>
          <p:cNvSpPr/>
          <p:nvPr/>
        </p:nvSpPr>
        <p:spPr>
          <a:xfrm>
            <a:off x="9554115" y="48548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0" name="Shape 1158"/>
          <p:cNvSpPr/>
          <p:nvPr/>
        </p:nvSpPr>
        <p:spPr>
          <a:xfrm>
            <a:off x="9276340" y="48865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1" name="Shape 1159"/>
          <p:cNvSpPr/>
          <p:nvPr/>
        </p:nvSpPr>
        <p:spPr>
          <a:xfrm>
            <a:off x="9249072" y="48835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2" name="Shape 1160"/>
          <p:cNvSpPr/>
          <p:nvPr/>
        </p:nvSpPr>
        <p:spPr>
          <a:xfrm>
            <a:off x="9616813" y="52436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3" name="Shape 1161"/>
          <p:cNvSpPr/>
          <p:nvPr/>
        </p:nvSpPr>
        <p:spPr>
          <a:xfrm>
            <a:off x="9462056" y="60821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4" name="Shape 1162"/>
          <p:cNvSpPr/>
          <p:nvPr/>
        </p:nvSpPr>
        <p:spPr>
          <a:xfrm>
            <a:off x="9201447" y="586428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5" name="Shape 1163"/>
          <p:cNvSpPr/>
          <p:nvPr/>
        </p:nvSpPr>
        <p:spPr>
          <a:xfrm>
            <a:off x="9312638" y="573046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6" name="Shape 1164"/>
          <p:cNvSpPr/>
          <p:nvPr/>
        </p:nvSpPr>
        <p:spPr>
          <a:xfrm>
            <a:off x="9370159" y="590478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7" name="Shape 1165"/>
          <p:cNvSpPr/>
          <p:nvPr/>
        </p:nvSpPr>
        <p:spPr>
          <a:xfrm>
            <a:off x="9257518" y="349340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8" name="Shape 1166"/>
          <p:cNvSpPr/>
          <p:nvPr/>
        </p:nvSpPr>
        <p:spPr>
          <a:xfrm>
            <a:off x="9284629" y="62503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69" name="Shape 1167"/>
          <p:cNvSpPr/>
          <p:nvPr/>
        </p:nvSpPr>
        <p:spPr>
          <a:xfrm>
            <a:off x="9439382" y="627407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0" name="Shape 1168"/>
          <p:cNvSpPr/>
          <p:nvPr/>
        </p:nvSpPr>
        <p:spPr>
          <a:xfrm>
            <a:off x="9558090" y="62072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1" name="Shape 1169"/>
          <p:cNvSpPr/>
          <p:nvPr/>
        </p:nvSpPr>
        <p:spPr>
          <a:xfrm>
            <a:off x="9383001" y="645043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2" name="Shape 1170"/>
          <p:cNvSpPr/>
          <p:nvPr/>
        </p:nvSpPr>
        <p:spPr>
          <a:xfrm>
            <a:off x="9622999" y="610450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3" name="Shape 1171"/>
          <p:cNvSpPr/>
          <p:nvPr/>
        </p:nvSpPr>
        <p:spPr>
          <a:xfrm>
            <a:off x="9358621" y="420105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4" name="Shape 1172"/>
          <p:cNvSpPr/>
          <p:nvPr/>
        </p:nvSpPr>
        <p:spPr>
          <a:xfrm>
            <a:off x="9492057" y="42772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5" name="Shape 1173"/>
          <p:cNvSpPr/>
          <p:nvPr/>
        </p:nvSpPr>
        <p:spPr>
          <a:xfrm>
            <a:off x="9324901" y="571403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6" name="Shape 1174"/>
          <p:cNvSpPr/>
          <p:nvPr/>
        </p:nvSpPr>
        <p:spPr>
          <a:xfrm>
            <a:off x="9400390" y="629798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7" name="Shape 1175"/>
          <p:cNvSpPr/>
          <p:nvPr/>
        </p:nvSpPr>
        <p:spPr>
          <a:xfrm>
            <a:off x="9298428" y="62298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8" name="Shape 1176"/>
          <p:cNvSpPr/>
          <p:nvPr/>
        </p:nvSpPr>
        <p:spPr>
          <a:xfrm>
            <a:off x="9200943" y="49448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79" name="Shape 1177"/>
          <p:cNvSpPr/>
          <p:nvPr/>
        </p:nvSpPr>
        <p:spPr>
          <a:xfrm>
            <a:off x="9564328" y="488282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0" name="Shape 1178"/>
          <p:cNvSpPr/>
          <p:nvPr/>
        </p:nvSpPr>
        <p:spPr>
          <a:xfrm>
            <a:off x="9319373" y="35257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1" name="Shape 1179"/>
          <p:cNvSpPr/>
          <p:nvPr/>
        </p:nvSpPr>
        <p:spPr>
          <a:xfrm>
            <a:off x="9626839" y="55009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2" name="Shape 1180"/>
          <p:cNvSpPr/>
          <p:nvPr/>
        </p:nvSpPr>
        <p:spPr>
          <a:xfrm>
            <a:off x="9476840" y="547854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3" name="Shape 1181"/>
          <p:cNvSpPr/>
          <p:nvPr/>
        </p:nvSpPr>
        <p:spPr>
          <a:xfrm>
            <a:off x="9266016" y="534288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4" name="Shape 1182"/>
          <p:cNvSpPr/>
          <p:nvPr/>
        </p:nvSpPr>
        <p:spPr>
          <a:xfrm>
            <a:off x="9487278" y="558995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5" name="Shape 1183"/>
          <p:cNvSpPr/>
          <p:nvPr/>
        </p:nvSpPr>
        <p:spPr>
          <a:xfrm>
            <a:off x="9355204" y="43411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6" name="Shape 1184"/>
          <p:cNvSpPr/>
          <p:nvPr/>
        </p:nvSpPr>
        <p:spPr>
          <a:xfrm>
            <a:off x="9311649" y="561211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7" name="Shape 1185"/>
          <p:cNvSpPr/>
          <p:nvPr/>
        </p:nvSpPr>
        <p:spPr>
          <a:xfrm>
            <a:off x="9421791" y="52925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8" name="Shape 1186"/>
          <p:cNvSpPr/>
          <p:nvPr/>
        </p:nvSpPr>
        <p:spPr>
          <a:xfrm>
            <a:off x="9453873" y="59518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89" name="Shape 1187"/>
          <p:cNvSpPr/>
          <p:nvPr/>
        </p:nvSpPr>
        <p:spPr>
          <a:xfrm>
            <a:off x="9258803" y="601503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0" name="Shape 1188"/>
          <p:cNvSpPr/>
          <p:nvPr/>
        </p:nvSpPr>
        <p:spPr>
          <a:xfrm>
            <a:off x="9449793" y="60869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1" name="Shape 1189"/>
          <p:cNvSpPr/>
          <p:nvPr/>
        </p:nvSpPr>
        <p:spPr>
          <a:xfrm>
            <a:off x="9428438" y="611567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2" name="Shape 1190"/>
          <p:cNvSpPr/>
          <p:nvPr/>
        </p:nvSpPr>
        <p:spPr>
          <a:xfrm>
            <a:off x="9220523" y="5795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3" name="Shape 1191"/>
          <p:cNvSpPr/>
          <p:nvPr/>
        </p:nvSpPr>
        <p:spPr>
          <a:xfrm>
            <a:off x="9376811" y="57599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4" name="Shape 1192"/>
          <p:cNvSpPr/>
          <p:nvPr/>
        </p:nvSpPr>
        <p:spPr>
          <a:xfrm>
            <a:off x="9460843" y="58723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5" name="Shape 1193"/>
          <p:cNvSpPr/>
          <p:nvPr/>
        </p:nvSpPr>
        <p:spPr>
          <a:xfrm>
            <a:off x="9448152" y="59641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6" name="Shape 1194"/>
          <p:cNvSpPr/>
          <p:nvPr/>
        </p:nvSpPr>
        <p:spPr>
          <a:xfrm>
            <a:off x="9516535" y="57604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7" name="Shape 1195"/>
          <p:cNvSpPr/>
          <p:nvPr/>
        </p:nvSpPr>
        <p:spPr>
          <a:xfrm>
            <a:off x="9253517" y="58375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8" name="Shape 1196"/>
          <p:cNvSpPr/>
          <p:nvPr/>
        </p:nvSpPr>
        <p:spPr>
          <a:xfrm>
            <a:off x="9434285" y="537078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199" name="Shape 1197"/>
          <p:cNvSpPr/>
          <p:nvPr/>
        </p:nvSpPr>
        <p:spPr>
          <a:xfrm>
            <a:off x="9207654" y="51783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0" name="Shape 1198"/>
          <p:cNvSpPr/>
          <p:nvPr/>
        </p:nvSpPr>
        <p:spPr>
          <a:xfrm>
            <a:off x="9387550" y="480599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1" name="Shape 1199"/>
          <p:cNvSpPr/>
          <p:nvPr/>
        </p:nvSpPr>
        <p:spPr>
          <a:xfrm>
            <a:off x="9543686" y="57707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2" name="Shape 1200"/>
          <p:cNvSpPr/>
          <p:nvPr/>
        </p:nvSpPr>
        <p:spPr>
          <a:xfrm>
            <a:off x="9330099" y="635215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3" name="Shape 1201"/>
          <p:cNvSpPr/>
          <p:nvPr/>
        </p:nvSpPr>
        <p:spPr>
          <a:xfrm>
            <a:off x="9264688" y="66260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4" name="Shape 1202"/>
          <p:cNvSpPr/>
          <p:nvPr/>
        </p:nvSpPr>
        <p:spPr>
          <a:xfrm>
            <a:off x="9350587" y="663285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5" name="Shape 1203"/>
          <p:cNvSpPr/>
          <p:nvPr/>
        </p:nvSpPr>
        <p:spPr>
          <a:xfrm>
            <a:off x="9428123" y="64734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6" name="Shape 1204"/>
          <p:cNvSpPr/>
          <p:nvPr/>
        </p:nvSpPr>
        <p:spPr>
          <a:xfrm>
            <a:off x="9424280" y="62229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7" name="Shape 1205"/>
          <p:cNvSpPr/>
          <p:nvPr/>
        </p:nvSpPr>
        <p:spPr>
          <a:xfrm>
            <a:off x="9471389" y="65477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8" name="Shape 1206"/>
          <p:cNvSpPr/>
          <p:nvPr/>
        </p:nvSpPr>
        <p:spPr>
          <a:xfrm>
            <a:off x="9245049" y="61631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09" name="Shape 1207"/>
          <p:cNvSpPr/>
          <p:nvPr/>
        </p:nvSpPr>
        <p:spPr>
          <a:xfrm>
            <a:off x="9432758" y="632597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0" name="Shape 1208"/>
          <p:cNvSpPr/>
          <p:nvPr/>
        </p:nvSpPr>
        <p:spPr>
          <a:xfrm>
            <a:off x="9513256" y="664786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1" name="Shape 1209"/>
          <p:cNvSpPr/>
          <p:nvPr/>
        </p:nvSpPr>
        <p:spPr>
          <a:xfrm>
            <a:off x="9225643" y="66568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2" name="Shape 1210"/>
          <p:cNvSpPr/>
          <p:nvPr/>
        </p:nvSpPr>
        <p:spPr>
          <a:xfrm>
            <a:off x="9569212" y="590890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3" name="Shape 1211"/>
          <p:cNvSpPr/>
          <p:nvPr/>
        </p:nvSpPr>
        <p:spPr>
          <a:xfrm>
            <a:off x="9401982" y="581015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4" name="Shape 1212"/>
          <p:cNvSpPr/>
          <p:nvPr/>
        </p:nvSpPr>
        <p:spPr>
          <a:xfrm>
            <a:off x="9255331" y="532329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5" name="Shape 1213"/>
          <p:cNvSpPr/>
          <p:nvPr/>
        </p:nvSpPr>
        <p:spPr>
          <a:xfrm>
            <a:off x="9586857" y="55342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6" name="Shape 1214"/>
          <p:cNvSpPr/>
          <p:nvPr/>
        </p:nvSpPr>
        <p:spPr>
          <a:xfrm>
            <a:off x="9494249" y="55311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7" name="Shape 1215"/>
          <p:cNvSpPr/>
          <p:nvPr/>
        </p:nvSpPr>
        <p:spPr>
          <a:xfrm>
            <a:off x="9452384" y="45398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8" name="Shape 1216"/>
          <p:cNvSpPr/>
          <p:nvPr/>
        </p:nvSpPr>
        <p:spPr>
          <a:xfrm>
            <a:off x="9503755" y="585362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19" name="Shape 1217"/>
          <p:cNvSpPr/>
          <p:nvPr/>
        </p:nvSpPr>
        <p:spPr>
          <a:xfrm>
            <a:off x="9402890" y="549508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0" name="Shape 1218"/>
          <p:cNvSpPr/>
          <p:nvPr/>
        </p:nvSpPr>
        <p:spPr>
          <a:xfrm>
            <a:off x="9466266" y="579602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1" name="Shape 1219"/>
          <p:cNvSpPr/>
          <p:nvPr/>
        </p:nvSpPr>
        <p:spPr>
          <a:xfrm>
            <a:off x="9257216" y="549265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2" name="Shape 1220"/>
          <p:cNvSpPr/>
          <p:nvPr/>
        </p:nvSpPr>
        <p:spPr>
          <a:xfrm>
            <a:off x="9501439" y="594178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3" name="Shape 1221"/>
          <p:cNvSpPr/>
          <p:nvPr/>
        </p:nvSpPr>
        <p:spPr>
          <a:xfrm>
            <a:off x="9558889" y="481550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4" name="Shape 1222"/>
          <p:cNvSpPr/>
          <p:nvPr/>
        </p:nvSpPr>
        <p:spPr>
          <a:xfrm>
            <a:off x="9268459" y="48131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5" name="Shape 1223"/>
          <p:cNvSpPr/>
          <p:nvPr/>
        </p:nvSpPr>
        <p:spPr>
          <a:xfrm>
            <a:off x="9334610" y="452599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6" name="Shape 1224"/>
          <p:cNvSpPr/>
          <p:nvPr/>
        </p:nvSpPr>
        <p:spPr>
          <a:xfrm>
            <a:off x="9320267" y="39637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7" name="Shape 1225"/>
          <p:cNvSpPr/>
          <p:nvPr/>
        </p:nvSpPr>
        <p:spPr>
          <a:xfrm>
            <a:off x="9588760" y="43390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8" name="Shape 1226"/>
          <p:cNvSpPr/>
          <p:nvPr/>
        </p:nvSpPr>
        <p:spPr>
          <a:xfrm>
            <a:off x="9345600" y="407537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29" name="Shape 1227"/>
          <p:cNvSpPr/>
          <p:nvPr/>
        </p:nvSpPr>
        <p:spPr>
          <a:xfrm>
            <a:off x="9287596" y="475606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0" name="Shape 1228"/>
          <p:cNvSpPr/>
          <p:nvPr/>
        </p:nvSpPr>
        <p:spPr>
          <a:xfrm>
            <a:off x="9407800" y="510249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1" name="Shape 1229"/>
          <p:cNvSpPr/>
          <p:nvPr/>
        </p:nvSpPr>
        <p:spPr>
          <a:xfrm>
            <a:off x="9437313" y="401947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2" name="Shape 1230"/>
          <p:cNvSpPr/>
          <p:nvPr/>
        </p:nvSpPr>
        <p:spPr>
          <a:xfrm>
            <a:off x="9629553" y="516574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3" name="Shape 1231"/>
          <p:cNvSpPr/>
          <p:nvPr/>
        </p:nvSpPr>
        <p:spPr>
          <a:xfrm>
            <a:off x="9485845" y="59991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4" name="Shape 1232"/>
          <p:cNvSpPr/>
          <p:nvPr/>
        </p:nvSpPr>
        <p:spPr>
          <a:xfrm>
            <a:off x="9465894" y="50302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5" name="Shape 1233"/>
          <p:cNvSpPr/>
          <p:nvPr/>
        </p:nvSpPr>
        <p:spPr>
          <a:xfrm>
            <a:off x="9553345" y="506156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6" name="Shape 1234"/>
          <p:cNvSpPr/>
          <p:nvPr/>
        </p:nvSpPr>
        <p:spPr>
          <a:xfrm>
            <a:off x="9372375" y="507611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7" name="Shape 1235"/>
          <p:cNvSpPr/>
          <p:nvPr/>
        </p:nvSpPr>
        <p:spPr>
          <a:xfrm>
            <a:off x="9238777" y="563171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8" name="Shape 1236"/>
          <p:cNvSpPr/>
          <p:nvPr/>
        </p:nvSpPr>
        <p:spPr>
          <a:xfrm>
            <a:off x="9461015" y="543577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39" name="Shape 1237"/>
          <p:cNvSpPr/>
          <p:nvPr/>
        </p:nvSpPr>
        <p:spPr>
          <a:xfrm>
            <a:off x="9505661" y="5988093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0" name="Shape 1238"/>
          <p:cNvSpPr/>
          <p:nvPr/>
        </p:nvSpPr>
        <p:spPr>
          <a:xfrm>
            <a:off x="9444156" y="530362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1" name="Shape 1239"/>
          <p:cNvSpPr/>
          <p:nvPr/>
        </p:nvSpPr>
        <p:spPr>
          <a:xfrm>
            <a:off x="9566640" y="527934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2" name="Shape 1240"/>
          <p:cNvSpPr/>
          <p:nvPr/>
        </p:nvSpPr>
        <p:spPr>
          <a:xfrm>
            <a:off x="9527223" y="527580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3" name="Shape 1241"/>
          <p:cNvSpPr/>
          <p:nvPr/>
        </p:nvSpPr>
        <p:spPr>
          <a:xfrm>
            <a:off x="9263311" y="526518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4" name="Shape 1242"/>
          <p:cNvSpPr/>
          <p:nvPr/>
        </p:nvSpPr>
        <p:spPr>
          <a:xfrm>
            <a:off x="9241730" y="59367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5" name="Shape 1243"/>
          <p:cNvSpPr/>
          <p:nvPr/>
        </p:nvSpPr>
        <p:spPr>
          <a:xfrm>
            <a:off x="9454661" y="624301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6" name="Shape 1244"/>
          <p:cNvSpPr/>
          <p:nvPr/>
        </p:nvSpPr>
        <p:spPr>
          <a:xfrm>
            <a:off x="9286839" y="561369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7" name="Shape 1245"/>
          <p:cNvSpPr/>
          <p:nvPr/>
        </p:nvSpPr>
        <p:spPr>
          <a:xfrm>
            <a:off x="9322052" y="576622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8" name="Shape 1246"/>
          <p:cNvSpPr/>
          <p:nvPr/>
        </p:nvSpPr>
        <p:spPr>
          <a:xfrm>
            <a:off x="9599965" y="611264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49" name="Shape 1247"/>
          <p:cNvSpPr/>
          <p:nvPr/>
        </p:nvSpPr>
        <p:spPr>
          <a:xfrm>
            <a:off x="9245117" y="606111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0" name="Shape 1248"/>
          <p:cNvSpPr/>
          <p:nvPr/>
        </p:nvSpPr>
        <p:spPr>
          <a:xfrm>
            <a:off x="9617782" y="511444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1" name="Shape 1249"/>
          <p:cNvSpPr/>
          <p:nvPr/>
        </p:nvSpPr>
        <p:spPr>
          <a:xfrm>
            <a:off x="9261738" y="490803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2" name="Shape 1250"/>
          <p:cNvSpPr/>
          <p:nvPr/>
        </p:nvSpPr>
        <p:spPr>
          <a:xfrm>
            <a:off x="9497572" y="485406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3" name="Shape 1251"/>
          <p:cNvSpPr/>
          <p:nvPr/>
        </p:nvSpPr>
        <p:spPr>
          <a:xfrm>
            <a:off x="9211304" y="655403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4" name="Shape 1252"/>
          <p:cNvSpPr/>
          <p:nvPr/>
        </p:nvSpPr>
        <p:spPr>
          <a:xfrm>
            <a:off x="9375276" y="619867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5" name="Shape 1253"/>
          <p:cNvSpPr/>
          <p:nvPr/>
        </p:nvSpPr>
        <p:spPr>
          <a:xfrm>
            <a:off x="9539312" y="6017141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6" name="Shape 1254"/>
          <p:cNvSpPr/>
          <p:nvPr/>
        </p:nvSpPr>
        <p:spPr>
          <a:xfrm>
            <a:off x="9216356" y="608293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7" name="Shape 1255"/>
          <p:cNvSpPr/>
          <p:nvPr/>
        </p:nvSpPr>
        <p:spPr>
          <a:xfrm>
            <a:off x="9583560" y="6459314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8" name="Shape 1256"/>
          <p:cNvSpPr/>
          <p:nvPr/>
        </p:nvSpPr>
        <p:spPr>
          <a:xfrm>
            <a:off x="9497784" y="6156735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59" name="Shape 1257"/>
          <p:cNvSpPr/>
          <p:nvPr/>
        </p:nvSpPr>
        <p:spPr>
          <a:xfrm>
            <a:off x="9291795" y="6327412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0" name="Shape 1258"/>
          <p:cNvSpPr/>
          <p:nvPr/>
        </p:nvSpPr>
        <p:spPr>
          <a:xfrm>
            <a:off x="9391232" y="6251299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1" name="Shape 1259"/>
          <p:cNvSpPr/>
          <p:nvPr/>
        </p:nvSpPr>
        <p:spPr>
          <a:xfrm>
            <a:off x="9503780" y="6677416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2" name="Shape 1260"/>
          <p:cNvSpPr/>
          <p:nvPr/>
        </p:nvSpPr>
        <p:spPr>
          <a:xfrm>
            <a:off x="9264752" y="6665910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3" name="Shape 1261"/>
          <p:cNvSpPr/>
          <p:nvPr/>
        </p:nvSpPr>
        <p:spPr>
          <a:xfrm>
            <a:off x="9289753" y="5225298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4" name="Shape 1262"/>
          <p:cNvSpPr/>
          <p:nvPr/>
        </p:nvSpPr>
        <p:spPr>
          <a:xfrm>
            <a:off x="9411040" y="6404727"/>
            <a:ext cx="39370" cy="39370"/>
          </a:xfrm>
          <a:prstGeom prst="ellipse">
            <a:avLst/>
          </a:prstGeom>
          <a:solidFill>
            <a:srgbClr val="5879BD">
              <a:alpha val="39000"/>
            </a:srgbClr>
          </a:solidFill>
          <a:ln w="12700">
            <a:solidFill>
              <a:srgbClr val="5879BD">
                <a:alpha val="0"/>
              </a:srgbClr>
            </a:solidFill>
            <a:prstDash val="solid"/>
          </a:ln>
        </p:spPr>
      </p:sp>
      <p:sp>
        <p:nvSpPr>
          <p:cNvPr id="1265" name="Shape 1263"/>
          <p:cNvSpPr/>
          <p:nvPr/>
        </p:nvSpPr>
        <p:spPr>
          <a:xfrm>
            <a:off x="9436100" y="4704639"/>
            <a:ext cx="0" cy="1879452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266" name="Shape 1264"/>
          <p:cNvSpPr/>
          <p:nvPr/>
        </p:nvSpPr>
        <p:spPr>
          <a:xfrm>
            <a:off x="9321800" y="6584091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267" name="Shape 1265"/>
          <p:cNvSpPr/>
          <p:nvPr/>
        </p:nvSpPr>
        <p:spPr>
          <a:xfrm>
            <a:off x="9321800" y="4704639"/>
            <a:ext cx="228600" cy="0"/>
          </a:xfrm>
          <a:prstGeom prst="line">
            <a:avLst/>
          </a:prstGeom>
          <a:noFill/>
          <a:ln w="13970">
            <a:solidFill>
              <a:srgbClr val="5879BD"/>
            </a:solidFill>
            <a:prstDash val="solid"/>
          </a:ln>
        </p:spPr>
      </p:sp>
      <p:sp>
        <p:nvSpPr>
          <p:cNvPr id="1268" name="Shape 1266"/>
          <p:cNvSpPr/>
          <p:nvPr/>
        </p:nvSpPr>
        <p:spPr>
          <a:xfrm>
            <a:off x="9271000" y="5512013"/>
            <a:ext cx="330200" cy="522703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5879BD"/>
            </a:solidFill>
            <a:prstDash val="solid"/>
          </a:ln>
        </p:spPr>
      </p:sp>
      <p:sp>
        <p:nvSpPr>
          <p:cNvPr id="1269" name="Shape 1267"/>
          <p:cNvSpPr/>
          <p:nvPr/>
        </p:nvSpPr>
        <p:spPr>
          <a:xfrm>
            <a:off x="9271000" y="5845619"/>
            <a:ext cx="330200" cy="0"/>
          </a:xfrm>
          <a:prstGeom prst="line">
            <a:avLst/>
          </a:prstGeom>
          <a:noFill/>
          <a:ln w="31750">
            <a:solidFill>
              <a:srgbClr val="5879BD"/>
            </a:solidFill>
            <a:prstDash val="solid"/>
          </a:ln>
        </p:spPr>
      </p:sp>
      <p:sp>
        <p:nvSpPr>
          <p:cNvPr id="1270" name="Shape 1268"/>
          <p:cNvSpPr/>
          <p:nvPr/>
        </p:nvSpPr>
        <p:spPr>
          <a:xfrm>
            <a:off x="94361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271" name="Text 1269"/>
          <p:cNvSpPr/>
          <p:nvPr/>
        </p:nvSpPr>
        <p:spPr>
          <a:xfrm rot="19860000">
            <a:off x="83820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PocketXMol-tuned</a:t>
            </a:r>
          </a:p>
        </p:txBody>
      </p:sp>
      <p:sp>
        <p:nvSpPr>
          <p:cNvPr id="1272" name="Shape 1270"/>
          <p:cNvSpPr/>
          <p:nvPr/>
        </p:nvSpPr>
        <p:spPr>
          <a:xfrm>
            <a:off x="11072892" y="518191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3" name="Shape 1271"/>
          <p:cNvSpPr/>
          <p:nvPr/>
        </p:nvSpPr>
        <p:spPr>
          <a:xfrm>
            <a:off x="11029944" y="51658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4" name="Shape 1272"/>
          <p:cNvSpPr/>
          <p:nvPr/>
        </p:nvSpPr>
        <p:spPr>
          <a:xfrm>
            <a:off x="10781958" y="50093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5" name="Shape 1273"/>
          <p:cNvSpPr/>
          <p:nvPr/>
        </p:nvSpPr>
        <p:spPr>
          <a:xfrm>
            <a:off x="10999874" y="506640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6" name="Shape 1274"/>
          <p:cNvSpPr/>
          <p:nvPr/>
        </p:nvSpPr>
        <p:spPr>
          <a:xfrm>
            <a:off x="10664740" y="530921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7" name="Shape 1275"/>
          <p:cNvSpPr/>
          <p:nvPr/>
        </p:nvSpPr>
        <p:spPr>
          <a:xfrm>
            <a:off x="10863556" y="524743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8" name="Shape 1276"/>
          <p:cNvSpPr/>
          <p:nvPr/>
        </p:nvSpPr>
        <p:spPr>
          <a:xfrm>
            <a:off x="10833448" y="52464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79" name="Shape 1277"/>
          <p:cNvSpPr/>
          <p:nvPr/>
        </p:nvSpPr>
        <p:spPr>
          <a:xfrm>
            <a:off x="10888425" y="54122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0" name="Shape 1278"/>
          <p:cNvSpPr/>
          <p:nvPr/>
        </p:nvSpPr>
        <p:spPr>
          <a:xfrm>
            <a:off x="10867588" y="51906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1" name="Shape 1279"/>
          <p:cNvSpPr/>
          <p:nvPr/>
        </p:nvSpPr>
        <p:spPr>
          <a:xfrm>
            <a:off x="11077466" y="493784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2" name="Shape 1280"/>
          <p:cNvSpPr/>
          <p:nvPr/>
        </p:nvSpPr>
        <p:spPr>
          <a:xfrm>
            <a:off x="10878570" y="545933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3" name="Shape 1281"/>
          <p:cNvSpPr/>
          <p:nvPr/>
        </p:nvSpPr>
        <p:spPr>
          <a:xfrm>
            <a:off x="11023117" y="47210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4" name="Shape 1282"/>
          <p:cNvSpPr/>
          <p:nvPr/>
        </p:nvSpPr>
        <p:spPr>
          <a:xfrm>
            <a:off x="10864513" y="525472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5" name="Shape 1283"/>
          <p:cNvSpPr/>
          <p:nvPr/>
        </p:nvSpPr>
        <p:spPr>
          <a:xfrm>
            <a:off x="11066236" y="533234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6" name="Shape 1284"/>
          <p:cNvSpPr/>
          <p:nvPr/>
        </p:nvSpPr>
        <p:spPr>
          <a:xfrm>
            <a:off x="10704828" y="470809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7" name="Shape 1285"/>
          <p:cNvSpPr/>
          <p:nvPr/>
        </p:nvSpPr>
        <p:spPr>
          <a:xfrm>
            <a:off x="10696481" y="50146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8" name="Shape 1286"/>
          <p:cNvSpPr/>
          <p:nvPr/>
        </p:nvSpPr>
        <p:spPr>
          <a:xfrm>
            <a:off x="10722188" y="54632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89" name="Shape 1287"/>
          <p:cNvSpPr/>
          <p:nvPr/>
        </p:nvSpPr>
        <p:spPr>
          <a:xfrm>
            <a:off x="10811988" y="465595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0" name="Shape 1288"/>
          <p:cNvSpPr/>
          <p:nvPr/>
        </p:nvSpPr>
        <p:spPr>
          <a:xfrm>
            <a:off x="10713561" y="50152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1" name="Shape 1289"/>
          <p:cNvSpPr/>
          <p:nvPr/>
        </p:nvSpPr>
        <p:spPr>
          <a:xfrm>
            <a:off x="11023363" y="52100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2" name="Shape 1290"/>
          <p:cNvSpPr/>
          <p:nvPr/>
        </p:nvSpPr>
        <p:spPr>
          <a:xfrm>
            <a:off x="11036345" y="515293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3" name="Shape 1291"/>
          <p:cNvSpPr/>
          <p:nvPr/>
        </p:nvSpPr>
        <p:spPr>
          <a:xfrm>
            <a:off x="10722252" y="51686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4" name="Shape 1292"/>
          <p:cNvSpPr/>
          <p:nvPr/>
        </p:nvSpPr>
        <p:spPr>
          <a:xfrm>
            <a:off x="10827115" y="49644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5" name="Shape 1293"/>
          <p:cNvSpPr/>
          <p:nvPr/>
        </p:nvSpPr>
        <p:spPr>
          <a:xfrm>
            <a:off x="10696880" y="51120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6" name="Shape 1294"/>
          <p:cNvSpPr/>
          <p:nvPr/>
        </p:nvSpPr>
        <p:spPr>
          <a:xfrm>
            <a:off x="10681675" y="51384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7" name="Shape 1295"/>
          <p:cNvSpPr/>
          <p:nvPr/>
        </p:nvSpPr>
        <p:spPr>
          <a:xfrm>
            <a:off x="10849917" y="53165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8" name="Shape 1296"/>
          <p:cNvSpPr/>
          <p:nvPr/>
        </p:nvSpPr>
        <p:spPr>
          <a:xfrm>
            <a:off x="10729253" y="48722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299" name="Shape 1297"/>
          <p:cNvSpPr/>
          <p:nvPr/>
        </p:nvSpPr>
        <p:spPr>
          <a:xfrm>
            <a:off x="11046452" y="531986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0" name="Shape 1298"/>
          <p:cNvSpPr/>
          <p:nvPr/>
        </p:nvSpPr>
        <p:spPr>
          <a:xfrm>
            <a:off x="10801526" y="52263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1" name="Shape 1299"/>
          <p:cNvSpPr/>
          <p:nvPr/>
        </p:nvSpPr>
        <p:spPr>
          <a:xfrm>
            <a:off x="10766804" y="48157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2" name="Shape 1300"/>
          <p:cNvSpPr/>
          <p:nvPr/>
        </p:nvSpPr>
        <p:spPr>
          <a:xfrm>
            <a:off x="10654744" y="49389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3" name="Shape 1301"/>
          <p:cNvSpPr/>
          <p:nvPr/>
        </p:nvSpPr>
        <p:spPr>
          <a:xfrm>
            <a:off x="11073653" y="48955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4" name="Shape 1302"/>
          <p:cNvSpPr/>
          <p:nvPr/>
        </p:nvSpPr>
        <p:spPr>
          <a:xfrm>
            <a:off x="10834129" y="507485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5" name="Shape 1303"/>
          <p:cNvSpPr/>
          <p:nvPr/>
        </p:nvSpPr>
        <p:spPr>
          <a:xfrm>
            <a:off x="10800787" y="509220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6" name="Shape 1304"/>
          <p:cNvSpPr/>
          <p:nvPr/>
        </p:nvSpPr>
        <p:spPr>
          <a:xfrm>
            <a:off x="11049855" y="523368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7" name="Shape 1305"/>
          <p:cNvSpPr/>
          <p:nvPr/>
        </p:nvSpPr>
        <p:spPr>
          <a:xfrm>
            <a:off x="11000794" y="50562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8" name="Shape 1306"/>
          <p:cNvSpPr/>
          <p:nvPr/>
        </p:nvSpPr>
        <p:spPr>
          <a:xfrm>
            <a:off x="10693730" y="48073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09" name="Shape 1307"/>
          <p:cNvSpPr/>
          <p:nvPr/>
        </p:nvSpPr>
        <p:spPr>
          <a:xfrm>
            <a:off x="10770511" y="520167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0" name="Shape 1308"/>
          <p:cNvSpPr/>
          <p:nvPr/>
        </p:nvSpPr>
        <p:spPr>
          <a:xfrm>
            <a:off x="10814777" y="51909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1" name="Shape 1309"/>
          <p:cNvSpPr/>
          <p:nvPr/>
        </p:nvSpPr>
        <p:spPr>
          <a:xfrm>
            <a:off x="10777829" y="530371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2" name="Shape 1310"/>
          <p:cNvSpPr/>
          <p:nvPr/>
        </p:nvSpPr>
        <p:spPr>
          <a:xfrm>
            <a:off x="10934529" y="508654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3" name="Shape 1311"/>
          <p:cNvSpPr/>
          <p:nvPr/>
        </p:nvSpPr>
        <p:spPr>
          <a:xfrm>
            <a:off x="10813778" y="506626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4" name="Shape 1312"/>
          <p:cNvSpPr/>
          <p:nvPr/>
        </p:nvSpPr>
        <p:spPr>
          <a:xfrm>
            <a:off x="10711411" y="48952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5" name="Shape 1313"/>
          <p:cNvSpPr/>
          <p:nvPr/>
        </p:nvSpPr>
        <p:spPr>
          <a:xfrm>
            <a:off x="10734943" y="485132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6" name="Shape 1314"/>
          <p:cNvSpPr/>
          <p:nvPr/>
        </p:nvSpPr>
        <p:spPr>
          <a:xfrm>
            <a:off x="10653908" y="55265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7" name="Shape 1315"/>
          <p:cNvSpPr/>
          <p:nvPr/>
        </p:nvSpPr>
        <p:spPr>
          <a:xfrm>
            <a:off x="10859929" y="530021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8" name="Shape 1316"/>
          <p:cNvSpPr/>
          <p:nvPr/>
        </p:nvSpPr>
        <p:spPr>
          <a:xfrm>
            <a:off x="10795749" y="477892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19" name="Shape 1317"/>
          <p:cNvSpPr/>
          <p:nvPr/>
        </p:nvSpPr>
        <p:spPr>
          <a:xfrm>
            <a:off x="10650499" y="519783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0" name="Shape 1318"/>
          <p:cNvSpPr/>
          <p:nvPr/>
        </p:nvSpPr>
        <p:spPr>
          <a:xfrm>
            <a:off x="10859115" y="51150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1" name="Shape 1319"/>
          <p:cNvSpPr/>
          <p:nvPr/>
        </p:nvSpPr>
        <p:spPr>
          <a:xfrm>
            <a:off x="10870303" y="48374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2" name="Shape 1320"/>
          <p:cNvSpPr/>
          <p:nvPr/>
        </p:nvSpPr>
        <p:spPr>
          <a:xfrm>
            <a:off x="10778403" y="514916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3" name="Shape 1321"/>
          <p:cNvSpPr/>
          <p:nvPr/>
        </p:nvSpPr>
        <p:spPr>
          <a:xfrm>
            <a:off x="10764233" y="508011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4" name="Shape 1322"/>
          <p:cNvSpPr/>
          <p:nvPr/>
        </p:nvSpPr>
        <p:spPr>
          <a:xfrm>
            <a:off x="10920626" y="521486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5" name="Shape 1323"/>
          <p:cNvSpPr/>
          <p:nvPr/>
        </p:nvSpPr>
        <p:spPr>
          <a:xfrm>
            <a:off x="10680196" y="538326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6" name="Shape 1324"/>
          <p:cNvSpPr/>
          <p:nvPr/>
        </p:nvSpPr>
        <p:spPr>
          <a:xfrm>
            <a:off x="10794501" y="523090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7" name="Shape 1325"/>
          <p:cNvSpPr/>
          <p:nvPr/>
        </p:nvSpPr>
        <p:spPr>
          <a:xfrm>
            <a:off x="11006947" y="488303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8" name="Shape 1326"/>
          <p:cNvSpPr/>
          <p:nvPr/>
        </p:nvSpPr>
        <p:spPr>
          <a:xfrm>
            <a:off x="10892488" y="53714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29" name="Shape 1327"/>
          <p:cNvSpPr/>
          <p:nvPr/>
        </p:nvSpPr>
        <p:spPr>
          <a:xfrm>
            <a:off x="10954684" y="51357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0" name="Shape 1328"/>
          <p:cNvSpPr/>
          <p:nvPr/>
        </p:nvSpPr>
        <p:spPr>
          <a:xfrm>
            <a:off x="10832755" y="487243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1" name="Shape 1329"/>
          <p:cNvSpPr/>
          <p:nvPr/>
        </p:nvSpPr>
        <p:spPr>
          <a:xfrm>
            <a:off x="11032613" y="558612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2" name="Shape 1330"/>
          <p:cNvSpPr/>
          <p:nvPr/>
        </p:nvSpPr>
        <p:spPr>
          <a:xfrm>
            <a:off x="10860331" y="493992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3" name="Shape 1331"/>
          <p:cNvSpPr/>
          <p:nvPr/>
        </p:nvSpPr>
        <p:spPr>
          <a:xfrm>
            <a:off x="10927308" y="51686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4" name="Shape 1332"/>
          <p:cNvSpPr/>
          <p:nvPr/>
        </p:nvSpPr>
        <p:spPr>
          <a:xfrm>
            <a:off x="10679842" y="52381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5" name="Shape 1333"/>
          <p:cNvSpPr/>
          <p:nvPr/>
        </p:nvSpPr>
        <p:spPr>
          <a:xfrm>
            <a:off x="10857117" y="464991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6" name="Shape 1334"/>
          <p:cNvSpPr/>
          <p:nvPr/>
        </p:nvSpPr>
        <p:spPr>
          <a:xfrm>
            <a:off x="10785320" y="523042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7" name="Shape 1335"/>
          <p:cNvSpPr/>
          <p:nvPr/>
        </p:nvSpPr>
        <p:spPr>
          <a:xfrm>
            <a:off x="10656891" y="51821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8" name="Shape 1336"/>
          <p:cNvSpPr/>
          <p:nvPr/>
        </p:nvSpPr>
        <p:spPr>
          <a:xfrm>
            <a:off x="10925320" y="481792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39" name="Shape 1337"/>
          <p:cNvSpPr/>
          <p:nvPr/>
        </p:nvSpPr>
        <p:spPr>
          <a:xfrm>
            <a:off x="10934741" y="52651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0" name="Shape 1338"/>
          <p:cNvSpPr/>
          <p:nvPr/>
        </p:nvSpPr>
        <p:spPr>
          <a:xfrm>
            <a:off x="10763231" y="52464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1" name="Shape 1339"/>
          <p:cNvSpPr/>
          <p:nvPr/>
        </p:nvSpPr>
        <p:spPr>
          <a:xfrm>
            <a:off x="10861513" y="49509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2" name="Shape 1340"/>
          <p:cNvSpPr/>
          <p:nvPr/>
        </p:nvSpPr>
        <p:spPr>
          <a:xfrm>
            <a:off x="11024727" y="516737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3" name="Shape 1341"/>
          <p:cNvSpPr/>
          <p:nvPr/>
        </p:nvSpPr>
        <p:spPr>
          <a:xfrm>
            <a:off x="10891258" y="528932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4" name="Shape 1342"/>
          <p:cNvSpPr/>
          <p:nvPr/>
        </p:nvSpPr>
        <p:spPr>
          <a:xfrm>
            <a:off x="10842056" y="497418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5" name="Shape 1343"/>
          <p:cNvSpPr/>
          <p:nvPr/>
        </p:nvSpPr>
        <p:spPr>
          <a:xfrm>
            <a:off x="10704895" y="506160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6" name="Shape 1344"/>
          <p:cNvSpPr/>
          <p:nvPr/>
        </p:nvSpPr>
        <p:spPr>
          <a:xfrm>
            <a:off x="10871704" y="527869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7" name="Shape 1345"/>
          <p:cNvSpPr/>
          <p:nvPr/>
        </p:nvSpPr>
        <p:spPr>
          <a:xfrm>
            <a:off x="10969758" y="493213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8" name="Shape 1346"/>
          <p:cNvSpPr/>
          <p:nvPr/>
        </p:nvSpPr>
        <p:spPr>
          <a:xfrm>
            <a:off x="10817006" y="52122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49" name="Shape 1347"/>
          <p:cNvSpPr/>
          <p:nvPr/>
        </p:nvSpPr>
        <p:spPr>
          <a:xfrm>
            <a:off x="10677641" y="532445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0" name="Shape 1348"/>
          <p:cNvSpPr/>
          <p:nvPr/>
        </p:nvSpPr>
        <p:spPr>
          <a:xfrm>
            <a:off x="10812068" y="531432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1" name="Shape 1349"/>
          <p:cNvSpPr/>
          <p:nvPr/>
        </p:nvSpPr>
        <p:spPr>
          <a:xfrm>
            <a:off x="10959022" y="456462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2" name="Shape 1350"/>
          <p:cNvSpPr/>
          <p:nvPr/>
        </p:nvSpPr>
        <p:spPr>
          <a:xfrm>
            <a:off x="11039949" y="443384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3" name="Shape 1351"/>
          <p:cNvSpPr/>
          <p:nvPr/>
        </p:nvSpPr>
        <p:spPr>
          <a:xfrm>
            <a:off x="10789053" y="50511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4" name="Shape 1352"/>
          <p:cNvSpPr/>
          <p:nvPr/>
        </p:nvSpPr>
        <p:spPr>
          <a:xfrm>
            <a:off x="11035106" y="525460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5" name="Shape 1353"/>
          <p:cNvSpPr/>
          <p:nvPr/>
        </p:nvSpPr>
        <p:spPr>
          <a:xfrm>
            <a:off x="10792037" y="529727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6" name="Shape 1354"/>
          <p:cNvSpPr/>
          <p:nvPr/>
        </p:nvSpPr>
        <p:spPr>
          <a:xfrm>
            <a:off x="10908485" y="541061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7" name="Shape 1355"/>
          <p:cNvSpPr/>
          <p:nvPr/>
        </p:nvSpPr>
        <p:spPr>
          <a:xfrm>
            <a:off x="11060959" y="513797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8" name="Shape 1356"/>
          <p:cNvSpPr/>
          <p:nvPr/>
        </p:nvSpPr>
        <p:spPr>
          <a:xfrm>
            <a:off x="10669317" y="55420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59" name="Shape 1357"/>
          <p:cNvSpPr/>
          <p:nvPr/>
        </p:nvSpPr>
        <p:spPr>
          <a:xfrm>
            <a:off x="10669511" y="513422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0" name="Shape 1358"/>
          <p:cNvSpPr/>
          <p:nvPr/>
        </p:nvSpPr>
        <p:spPr>
          <a:xfrm>
            <a:off x="11057008" y="55101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1" name="Shape 1359"/>
          <p:cNvSpPr/>
          <p:nvPr/>
        </p:nvSpPr>
        <p:spPr>
          <a:xfrm>
            <a:off x="10758621" y="445385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2" name="Shape 1360"/>
          <p:cNvSpPr/>
          <p:nvPr/>
        </p:nvSpPr>
        <p:spPr>
          <a:xfrm>
            <a:off x="10895271" y="444913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3" name="Shape 1361"/>
          <p:cNvSpPr/>
          <p:nvPr/>
        </p:nvSpPr>
        <p:spPr>
          <a:xfrm>
            <a:off x="10649553" y="55345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4" name="Shape 1362"/>
          <p:cNvSpPr/>
          <p:nvPr/>
        </p:nvSpPr>
        <p:spPr>
          <a:xfrm>
            <a:off x="10884007" y="570345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5" name="Shape 1363"/>
          <p:cNvSpPr/>
          <p:nvPr/>
        </p:nvSpPr>
        <p:spPr>
          <a:xfrm>
            <a:off x="10843900" y="552582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6" name="Shape 1364"/>
          <p:cNvSpPr/>
          <p:nvPr/>
        </p:nvSpPr>
        <p:spPr>
          <a:xfrm>
            <a:off x="11004226" y="39194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7" name="Shape 1365"/>
          <p:cNvSpPr/>
          <p:nvPr/>
        </p:nvSpPr>
        <p:spPr>
          <a:xfrm>
            <a:off x="10984528" y="458941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8" name="Shape 1366"/>
          <p:cNvSpPr/>
          <p:nvPr/>
        </p:nvSpPr>
        <p:spPr>
          <a:xfrm>
            <a:off x="10682926" y="42975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69" name="Shape 1367"/>
          <p:cNvSpPr/>
          <p:nvPr/>
        </p:nvSpPr>
        <p:spPr>
          <a:xfrm>
            <a:off x="11021114" y="54206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0" name="Shape 1368"/>
          <p:cNvSpPr/>
          <p:nvPr/>
        </p:nvSpPr>
        <p:spPr>
          <a:xfrm>
            <a:off x="10786834" y="530477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1" name="Shape 1369"/>
          <p:cNvSpPr/>
          <p:nvPr/>
        </p:nvSpPr>
        <p:spPr>
          <a:xfrm>
            <a:off x="10744416" y="51378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2" name="Shape 1370"/>
          <p:cNvSpPr/>
          <p:nvPr/>
        </p:nvSpPr>
        <p:spPr>
          <a:xfrm>
            <a:off x="10839527" y="527015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3" name="Shape 1371"/>
          <p:cNvSpPr/>
          <p:nvPr/>
        </p:nvSpPr>
        <p:spPr>
          <a:xfrm>
            <a:off x="11042730" y="444200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4" name="Shape 1372"/>
          <p:cNvSpPr/>
          <p:nvPr/>
        </p:nvSpPr>
        <p:spPr>
          <a:xfrm>
            <a:off x="10924492" y="493479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5" name="Shape 1373"/>
          <p:cNvSpPr/>
          <p:nvPr/>
        </p:nvSpPr>
        <p:spPr>
          <a:xfrm>
            <a:off x="10860896" y="479300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6" name="Shape 1374"/>
          <p:cNvSpPr/>
          <p:nvPr/>
        </p:nvSpPr>
        <p:spPr>
          <a:xfrm>
            <a:off x="10990789" y="574272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7" name="Shape 1375"/>
          <p:cNvSpPr/>
          <p:nvPr/>
        </p:nvSpPr>
        <p:spPr>
          <a:xfrm>
            <a:off x="10883993" y="53976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8" name="Shape 1376"/>
          <p:cNvSpPr/>
          <p:nvPr/>
        </p:nvSpPr>
        <p:spPr>
          <a:xfrm>
            <a:off x="10824067" y="513265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79" name="Shape 1377"/>
          <p:cNvSpPr/>
          <p:nvPr/>
        </p:nvSpPr>
        <p:spPr>
          <a:xfrm>
            <a:off x="10913671" y="54680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0" name="Shape 1378"/>
          <p:cNvSpPr/>
          <p:nvPr/>
        </p:nvSpPr>
        <p:spPr>
          <a:xfrm>
            <a:off x="10872457" y="509688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1" name="Shape 1379"/>
          <p:cNvSpPr/>
          <p:nvPr/>
        </p:nvSpPr>
        <p:spPr>
          <a:xfrm>
            <a:off x="10899829" y="40028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2" name="Shape 1380"/>
          <p:cNvSpPr/>
          <p:nvPr/>
        </p:nvSpPr>
        <p:spPr>
          <a:xfrm>
            <a:off x="10703643" y="455464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3" name="Shape 1381"/>
          <p:cNvSpPr/>
          <p:nvPr/>
        </p:nvSpPr>
        <p:spPr>
          <a:xfrm>
            <a:off x="11055063" y="479055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4" name="Shape 1382"/>
          <p:cNvSpPr/>
          <p:nvPr/>
        </p:nvSpPr>
        <p:spPr>
          <a:xfrm>
            <a:off x="10762436" y="492027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5" name="Shape 1383"/>
          <p:cNvSpPr/>
          <p:nvPr/>
        </p:nvSpPr>
        <p:spPr>
          <a:xfrm>
            <a:off x="11037057" y="486575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6" name="Shape 1384"/>
          <p:cNvSpPr/>
          <p:nvPr/>
        </p:nvSpPr>
        <p:spPr>
          <a:xfrm>
            <a:off x="10752886" y="48509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7" name="Shape 1385"/>
          <p:cNvSpPr/>
          <p:nvPr/>
        </p:nvSpPr>
        <p:spPr>
          <a:xfrm>
            <a:off x="10965129" y="47375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8" name="Shape 1386"/>
          <p:cNvSpPr/>
          <p:nvPr/>
        </p:nvSpPr>
        <p:spPr>
          <a:xfrm>
            <a:off x="11013149" y="506496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89" name="Shape 1387"/>
          <p:cNvSpPr/>
          <p:nvPr/>
        </p:nvSpPr>
        <p:spPr>
          <a:xfrm>
            <a:off x="11054875" y="52645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0" name="Shape 1388"/>
          <p:cNvSpPr/>
          <p:nvPr/>
        </p:nvSpPr>
        <p:spPr>
          <a:xfrm>
            <a:off x="10698007" y="498984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1" name="Shape 1389"/>
          <p:cNvSpPr/>
          <p:nvPr/>
        </p:nvSpPr>
        <p:spPr>
          <a:xfrm>
            <a:off x="10910974" y="51869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2" name="Shape 1390"/>
          <p:cNvSpPr/>
          <p:nvPr/>
        </p:nvSpPr>
        <p:spPr>
          <a:xfrm>
            <a:off x="10788286" y="493973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3" name="Shape 1391"/>
          <p:cNvSpPr/>
          <p:nvPr/>
        </p:nvSpPr>
        <p:spPr>
          <a:xfrm>
            <a:off x="10810113" y="485750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4" name="Shape 1392"/>
          <p:cNvSpPr/>
          <p:nvPr/>
        </p:nvSpPr>
        <p:spPr>
          <a:xfrm>
            <a:off x="10747314" y="571574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5" name="Shape 1393"/>
          <p:cNvSpPr/>
          <p:nvPr/>
        </p:nvSpPr>
        <p:spPr>
          <a:xfrm>
            <a:off x="10873088" y="57044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6" name="Shape 1394"/>
          <p:cNvSpPr/>
          <p:nvPr/>
        </p:nvSpPr>
        <p:spPr>
          <a:xfrm>
            <a:off x="10737419" y="483298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7" name="Shape 1395"/>
          <p:cNvSpPr/>
          <p:nvPr/>
        </p:nvSpPr>
        <p:spPr>
          <a:xfrm>
            <a:off x="10864971" y="561268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8" name="Shape 1396"/>
          <p:cNvSpPr/>
          <p:nvPr/>
        </p:nvSpPr>
        <p:spPr>
          <a:xfrm>
            <a:off x="11008967" y="445050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399" name="Shape 1397"/>
          <p:cNvSpPr/>
          <p:nvPr/>
        </p:nvSpPr>
        <p:spPr>
          <a:xfrm>
            <a:off x="10929835" y="524039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0" name="Shape 1398"/>
          <p:cNvSpPr/>
          <p:nvPr/>
        </p:nvSpPr>
        <p:spPr>
          <a:xfrm>
            <a:off x="10751817" y="475294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1" name="Shape 1399"/>
          <p:cNvSpPr/>
          <p:nvPr/>
        </p:nvSpPr>
        <p:spPr>
          <a:xfrm>
            <a:off x="10677761" y="49795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2" name="Shape 1400"/>
          <p:cNvSpPr/>
          <p:nvPr/>
        </p:nvSpPr>
        <p:spPr>
          <a:xfrm>
            <a:off x="11029847" y="46271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3" name="Shape 1401"/>
          <p:cNvSpPr/>
          <p:nvPr/>
        </p:nvSpPr>
        <p:spPr>
          <a:xfrm>
            <a:off x="11001915" y="47431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4" name="Shape 1402"/>
          <p:cNvSpPr/>
          <p:nvPr/>
        </p:nvSpPr>
        <p:spPr>
          <a:xfrm>
            <a:off x="10724140" y="489786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5" name="Shape 1403"/>
          <p:cNvSpPr/>
          <p:nvPr/>
        </p:nvSpPr>
        <p:spPr>
          <a:xfrm>
            <a:off x="10696872" y="476625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6" name="Shape 1404"/>
          <p:cNvSpPr/>
          <p:nvPr/>
        </p:nvSpPr>
        <p:spPr>
          <a:xfrm>
            <a:off x="11064613" y="484394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7" name="Shape 1405"/>
          <p:cNvSpPr/>
          <p:nvPr/>
        </p:nvSpPr>
        <p:spPr>
          <a:xfrm>
            <a:off x="10909856" y="54594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8" name="Shape 1406"/>
          <p:cNvSpPr/>
          <p:nvPr/>
        </p:nvSpPr>
        <p:spPr>
          <a:xfrm>
            <a:off x="10649247" y="564895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09" name="Shape 1407"/>
          <p:cNvSpPr/>
          <p:nvPr/>
        </p:nvSpPr>
        <p:spPr>
          <a:xfrm>
            <a:off x="10760438" y="547446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0" name="Shape 1408"/>
          <p:cNvSpPr/>
          <p:nvPr/>
        </p:nvSpPr>
        <p:spPr>
          <a:xfrm>
            <a:off x="10817959" y="54532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1" name="Shape 1409"/>
          <p:cNvSpPr/>
          <p:nvPr/>
        </p:nvSpPr>
        <p:spPr>
          <a:xfrm>
            <a:off x="10705318" y="54264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2" name="Shape 1410"/>
          <p:cNvSpPr/>
          <p:nvPr/>
        </p:nvSpPr>
        <p:spPr>
          <a:xfrm>
            <a:off x="10732429" y="546644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3" name="Shape 1411"/>
          <p:cNvSpPr/>
          <p:nvPr/>
        </p:nvSpPr>
        <p:spPr>
          <a:xfrm>
            <a:off x="10887182" y="564086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4" name="Shape 1412"/>
          <p:cNvSpPr/>
          <p:nvPr/>
        </p:nvSpPr>
        <p:spPr>
          <a:xfrm>
            <a:off x="11005890" y="56333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5" name="Shape 1413"/>
          <p:cNvSpPr/>
          <p:nvPr/>
        </p:nvSpPr>
        <p:spPr>
          <a:xfrm>
            <a:off x="10830801" y="52950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6" name="Shape 1414"/>
          <p:cNvSpPr/>
          <p:nvPr/>
        </p:nvSpPr>
        <p:spPr>
          <a:xfrm>
            <a:off x="11070799" y="541795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7" name="Shape 1415"/>
          <p:cNvSpPr/>
          <p:nvPr/>
        </p:nvSpPr>
        <p:spPr>
          <a:xfrm>
            <a:off x="10806421" y="365715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8" name="Shape 1416"/>
          <p:cNvSpPr/>
          <p:nvPr/>
        </p:nvSpPr>
        <p:spPr>
          <a:xfrm>
            <a:off x="10939857" y="42109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19" name="Shape 1417"/>
          <p:cNvSpPr/>
          <p:nvPr/>
        </p:nvSpPr>
        <p:spPr>
          <a:xfrm>
            <a:off x="10772701" y="46512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0" name="Shape 1418"/>
          <p:cNvSpPr/>
          <p:nvPr/>
        </p:nvSpPr>
        <p:spPr>
          <a:xfrm>
            <a:off x="10848190" y="554163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1" name="Shape 1419"/>
          <p:cNvSpPr/>
          <p:nvPr/>
        </p:nvSpPr>
        <p:spPr>
          <a:xfrm>
            <a:off x="10746228" y="539924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2" name="Shape 1420"/>
          <p:cNvSpPr/>
          <p:nvPr/>
        </p:nvSpPr>
        <p:spPr>
          <a:xfrm>
            <a:off x="10648743" y="40841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3" name="Shape 1421"/>
          <p:cNvSpPr/>
          <p:nvPr/>
        </p:nvSpPr>
        <p:spPr>
          <a:xfrm>
            <a:off x="11012128" y="27242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4" name="Shape 1422"/>
          <p:cNvSpPr/>
          <p:nvPr/>
        </p:nvSpPr>
        <p:spPr>
          <a:xfrm>
            <a:off x="10767173" y="301870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5" name="Shape 1423"/>
          <p:cNvSpPr/>
          <p:nvPr/>
        </p:nvSpPr>
        <p:spPr>
          <a:xfrm>
            <a:off x="11074639" y="53052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6" name="Shape 1424"/>
          <p:cNvSpPr/>
          <p:nvPr/>
        </p:nvSpPr>
        <p:spPr>
          <a:xfrm>
            <a:off x="10924640" y="57260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7" name="Shape 1425"/>
          <p:cNvSpPr/>
          <p:nvPr/>
        </p:nvSpPr>
        <p:spPr>
          <a:xfrm>
            <a:off x="10713816" y="561365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8" name="Shape 1426"/>
          <p:cNvSpPr/>
          <p:nvPr/>
        </p:nvSpPr>
        <p:spPr>
          <a:xfrm>
            <a:off x="10935078" y="574444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29" name="Shape 1427"/>
          <p:cNvSpPr/>
          <p:nvPr/>
        </p:nvSpPr>
        <p:spPr>
          <a:xfrm>
            <a:off x="10803004" y="442799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0" name="Shape 1428"/>
          <p:cNvSpPr/>
          <p:nvPr/>
        </p:nvSpPr>
        <p:spPr>
          <a:xfrm>
            <a:off x="10759449" y="573988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1" name="Shape 1429"/>
          <p:cNvSpPr/>
          <p:nvPr/>
        </p:nvSpPr>
        <p:spPr>
          <a:xfrm>
            <a:off x="10869591" y="327466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2" name="Shape 1430"/>
          <p:cNvSpPr/>
          <p:nvPr/>
        </p:nvSpPr>
        <p:spPr>
          <a:xfrm>
            <a:off x="10901673" y="47195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3" name="Shape 1431"/>
          <p:cNvSpPr/>
          <p:nvPr/>
        </p:nvSpPr>
        <p:spPr>
          <a:xfrm>
            <a:off x="10706603" y="480272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4" name="Shape 1432"/>
          <p:cNvSpPr/>
          <p:nvPr/>
        </p:nvSpPr>
        <p:spPr>
          <a:xfrm>
            <a:off x="10897593" y="480143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5" name="Shape 1433"/>
          <p:cNvSpPr/>
          <p:nvPr/>
        </p:nvSpPr>
        <p:spPr>
          <a:xfrm>
            <a:off x="10876238" y="468497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6" name="Shape 1434"/>
          <p:cNvSpPr/>
          <p:nvPr/>
        </p:nvSpPr>
        <p:spPr>
          <a:xfrm>
            <a:off x="10668323" y="506001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7" name="Shape 1435"/>
          <p:cNvSpPr/>
          <p:nvPr/>
        </p:nvSpPr>
        <p:spPr>
          <a:xfrm>
            <a:off x="10824611" y="514089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8" name="Shape 1436"/>
          <p:cNvSpPr/>
          <p:nvPr/>
        </p:nvSpPr>
        <p:spPr>
          <a:xfrm>
            <a:off x="10908643" y="439247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39" name="Shape 1437"/>
          <p:cNvSpPr/>
          <p:nvPr/>
        </p:nvSpPr>
        <p:spPr>
          <a:xfrm>
            <a:off x="10895952" y="490170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0" name="Shape 1438"/>
          <p:cNvSpPr/>
          <p:nvPr/>
        </p:nvSpPr>
        <p:spPr>
          <a:xfrm>
            <a:off x="10964335" y="504211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>
            <a:off x="10701317" y="491464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>
            <a:off x="10882085" y="51782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>
            <a:off x="10655454" y="494638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>
            <a:off x="10835350" y="465198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>
            <a:off x="10991486" y="605033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>
            <a:off x="10777899" y="51068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>
            <a:off x="10712488" y="503813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>
            <a:off x="10798387" y="447894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>
            <a:off x="10875923" y="45529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>
            <a:off x="10872080" y="486495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>
            <a:off x="10919189" y="530959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>
            <a:off x="10692849" y="447577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>
            <a:off x="10880558" y="53322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>
            <a:off x="10961056" y="493949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>
            <a:off x="10673443" y="48098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>
            <a:off x="11017012" y="512843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>
            <a:off x="10849782" y="54463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10703131" y="507738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>
            <a:off x="11034657" y="469506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0" name="Shape 1458"/>
          <p:cNvSpPr/>
          <p:nvPr/>
        </p:nvSpPr>
        <p:spPr>
          <a:xfrm>
            <a:off x="10942049" y="465586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1" name="Shape 1459"/>
          <p:cNvSpPr/>
          <p:nvPr/>
        </p:nvSpPr>
        <p:spPr>
          <a:xfrm>
            <a:off x="10900184" y="516976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2" name="Shape 1460"/>
          <p:cNvSpPr/>
          <p:nvPr/>
        </p:nvSpPr>
        <p:spPr>
          <a:xfrm>
            <a:off x="10951555" y="458595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3" name="Shape 1461"/>
          <p:cNvSpPr/>
          <p:nvPr/>
        </p:nvSpPr>
        <p:spPr>
          <a:xfrm>
            <a:off x="10850690" y="498422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4" name="Shape 1462"/>
          <p:cNvSpPr/>
          <p:nvPr/>
        </p:nvSpPr>
        <p:spPr>
          <a:xfrm>
            <a:off x="10914066" y="639318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5" name="Shape 1463"/>
          <p:cNvSpPr/>
          <p:nvPr/>
        </p:nvSpPr>
        <p:spPr>
          <a:xfrm>
            <a:off x="10705016" y="532818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6" name="Shape 1464"/>
          <p:cNvSpPr/>
          <p:nvPr/>
        </p:nvSpPr>
        <p:spPr>
          <a:xfrm>
            <a:off x="10949239" y="410639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7" name="Shape 1465"/>
          <p:cNvSpPr/>
          <p:nvPr/>
        </p:nvSpPr>
        <p:spPr>
          <a:xfrm>
            <a:off x="11006689" y="435013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8" name="Shape 1466"/>
          <p:cNvSpPr/>
          <p:nvPr/>
        </p:nvSpPr>
        <p:spPr>
          <a:xfrm>
            <a:off x="10716259" y="445209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69" name="Shape 1467"/>
          <p:cNvSpPr/>
          <p:nvPr/>
        </p:nvSpPr>
        <p:spPr>
          <a:xfrm>
            <a:off x="10782410" y="4287525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0" name="Shape 1468"/>
          <p:cNvSpPr/>
          <p:nvPr/>
        </p:nvSpPr>
        <p:spPr>
          <a:xfrm>
            <a:off x="10768067" y="331763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1" name="Shape 1469"/>
          <p:cNvSpPr/>
          <p:nvPr/>
        </p:nvSpPr>
        <p:spPr>
          <a:xfrm>
            <a:off x="11036560" y="446371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2" name="Shape 1470"/>
          <p:cNvSpPr/>
          <p:nvPr/>
        </p:nvSpPr>
        <p:spPr>
          <a:xfrm>
            <a:off x="10793400" y="404315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3" name="Shape 1471"/>
          <p:cNvSpPr/>
          <p:nvPr/>
        </p:nvSpPr>
        <p:spPr>
          <a:xfrm>
            <a:off x="10735396" y="343922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4" name="Shape 1472"/>
          <p:cNvSpPr/>
          <p:nvPr/>
        </p:nvSpPr>
        <p:spPr>
          <a:xfrm>
            <a:off x="10855600" y="410117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5" name="Shape 1473"/>
          <p:cNvSpPr/>
          <p:nvPr/>
        </p:nvSpPr>
        <p:spPr>
          <a:xfrm>
            <a:off x="10885113" y="324577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6" name="Shape 1474"/>
          <p:cNvSpPr/>
          <p:nvPr/>
        </p:nvSpPr>
        <p:spPr>
          <a:xfrm>
            <a:off x="11077353" y="492795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7" name="Shape 1475"/>
          <p:cNvSpPr/>
          <p:nvPr/>
        </p:nvSpPr>
        <p:spPr>
          <a:xfrm>
            <a:off x="10933645" y="516343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>
            <a:off x="10913694" y="398943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79" name="Shape 1477"/>
          <p:cNvSpPr/>
          <p:nvPr/>
        </p:nvSpPr>
        <p:spPr>
          <a:xfrm>
            <a:off x="11001145" y="455805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0" name="Shape 1478"/>
          <p:cNvSpPr/>
          <p:nvPr/>
        </p:nvSpPr>
        <p:spPr>
          <a:xfrm>
            <a:off x="10820175" y="452900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1" name="Shape 1479"/>
          <p:cNvSpPr/>
          <p:nvPr/>
        </p:nvSpPr>
        <p:spPr>
          <a:xfrm>
            <a:off x="10686577" y="472208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2" name="Shape 1480"/>
          <p:cNvSpPr/>
          <p:nvPr/>
        </p:nvSpPr>
        <p:spPr>
          <a:xfrm>
            <a:off x="10908815" y="48019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3" name="Shape 1481"/>
          <p:cNvSpPr/>
          <p:nvPr/>
        </p:nvSpPr>
        <p:spPr>
          <a:xfrm>
            <a:off x="10953461" y="491283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4" name="Shape 1482"/>
          <p:cNvSpPr/>
          <p:nvPr/>
        </p:nvSpPr>
        <p:spPr>
          <a:xfrm>
            <a:off x="10891956" y="46867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5" name="Shape 1483"/>
          <p:cNvSpPr/>
          <p:nvPr/>
        </p:nvSpPr>
        <p:spPr>
          <a:xfrm>
            <a:off x="11014440" y="407503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6" name="Shape 1484"/>
          <p:cNvSpPr/>
          <p:nvPr/>
        </p:nvSpPr>
        <p:spPr>
          <a:xfrm>
            <a:off x="10975023" y="456141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7" name="Shape 1485"/>
          <p:cNvSpPr/>
          <p:nvPr/>
        </p:nvSpPr>
        <p:spPr>
          <a:xfrm>
            <a:off x="10711111" y="400972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8" name="Shape 1486"/>
          <p:cNvSpPr/>
          <p:nvPr/>
        </p:nvSpPr>
        <p:spPr>
          <a:xfrm>
            <a:off x="10689530" y="526590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89" name="Shape 1487"/>
          <p:cNvSpPr/>
          <p:nvPr/>
        </p:nvSpPr>
        <p:spPr>
          <a:xfrm>
            <a:off x="10902461" y="523379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0" name="Shape 1488"/>
          <p:cNvSpPr/>
          <p:nvPr/>
        </p:nvSpPr>
        <p:spPr>
          <a:xfrm>
            <a:off x="10734639" y="52077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1" name="Shape 1489"/>
          <p:cNvSpPr/>
          <p:nvPr/>
        </p:nvSpPr>
        <p:spPr>
          <a:xfrm>
            <a:off x="10769852" y="5630221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>
            <a:off x="11047765" y="555358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3" name="Shape 1491"/>
          <p:cNvSpPr/>
          <p:nvPr/>
        </p:nvSpPr>
        <p:spPr>
          <a:xfrm>
            <a:off x="10692917" y="546405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4" name="Shape 1492"/>
          <p:cNvSpPr/>
          <p:nvPr/>
        </p:nvSpPr>
        <p:spPr>
          <a:xfrm>
            <a:off x="11065582" y="412532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5" name="Shape 1493"/>
          <p:cNvSpPr/>
          <p:nvPr/>
        </p:nvSpPr>
        <p:spPr>
          <a:xfrm>
            <a:off x="10709538" y="40484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6" name="Shape 1494"/>
          <p:cNvSpPr/>
          <p:nvPr/>
        </p:nvSpPr>
        <p:spPr>
          <a:xfrm>
            <a:off x="10945372" y="497197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7" name="Shape 1495"/>
          <p:cNvSpPr/>
          <p:nvPr/>
        </p:nvSpPr>
        <p:spPr>
          <a:xfrm>
            <a:off x="10659104" y="5207360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8" name="Shape 1496"/>
          <p:cNvSpPr/>
          <p:nvPr/>
        </p:nvSpPr>
        <p:spPr>
          <a:xfrm>
            <a:off x="10823076" y="538711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499" name="Shape 1497"/>
          <p:cNvSpPr/>
          <p:nvPr/>
        </p:nvSpPr>
        <p:spPr>
          <a:xfrm>
            <a:off x="10987112" y="514359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0" name="Shape 1498"/>
          <p:cNvSpPr/>
          <p:nvPr/>
        </p:nvSpPr>
        <p:spPr>
          <a:xfrm>
            <a:off x="10664156" y="451796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1" name="Shape 1499"/>
          <p:cNvSpPr/>
          <p:nvPr/>
        </p:nvSpPr>
        <p:spPr>
          <a:xfrm>
            <a:off x="11031360" y="5707659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2" name="Shape 1500"/>
          <p:cNvSpPr/>
          <p:nvPr/>
        </p:nvSpPr>
        <p:spPr>
          <a:xfrm>
            <a:off x="10945584" y="5882447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3" name="Shape 1501"/>
          <p:cNvSpPr/>
          <p:nvPr/>
        </p:nvSpPr>
        <p:spPr>
          <a:xfrm>
            <a:off x="10739595" y="5654982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4" name="Shape 1502"/>
          <p:cNvSpPr/>
          <p:nvPr/>
        </p:nvSpPr>
        <p:spPr>
          <a:xfrm>
            <a:off x="10839032" y="5706643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5" name="Shape 1503"/>
          <p:cNvSpPr/>
          <p:nvPr/>
        </p:nvSpPr>
        <p:spPr>
          <a:xfrm>
            <a:off x="10951580" y="557964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6" name="Shape 1504"/>
          <p:cNvSpPr/>
          <p:nvPr/>
        </p:nvSpPr>
        <p:spPr>
          <a:xfrm>
            <a:off x="10712552" y="5621116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7" name="Shape 1505"/>
          <p:cNvSpPr/>
          <p:nvPr/>
        </p:nvSpPr>
        <p:spPr>
          <a:xfrm>
            <a:off x="10737553" y="4628298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8" name="Shape 1506"/>
          <p:cNvSpPr/>
          <p:nvPr/>
        </p:nvSpPr>
        <p:spPr>
          <a:xfrm>
            <a:off x="10858840" y="4319404"/>
            <a:ext cx="39370" cy="39370"/>
          </a:xfrm>
          <a:prstGeom prst="ellipse">
            <a:avLst/>
          </a:prstGeom>
          <a:solidFill>
            <a:srgbClr val="B57442">
              <a:alpha val="39000"/>
            </a:srgbClr>
          </a:solidFill>
          <a:ln w="12700">
            <a:solidFill>
              <a:srgbClr val="B57442">
                <a:alpha val="0"/>
              </a:srgbClr>
            </a:solidFill>
            <a:prstDash val="solid"/>
          </a:ln>
        </p:spPr>
      </p:sp>
      <p:sp>
        <p:nvSpPr>
          <p:cNvPr id="1509" name="Shape 1507"/>
          <p:cNvSpPr/>
          <p:nvPr/>
        </p:nvSpPr>
        <p:spPr>
          <a:xfrm>
            <a:off x="10883900" y="4067080"/>
            <a:ext cx="0" cy="1617119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1510" name="Shape 1508"/>
          <p:cNvSpPr/>
          <p:nvPr/>
        </p:nvSpPr>
        <p:spPr>
          <a:xfrm>
            <a:off x="10769600" y="5684200"/>
            <a:ext cx="228600" cy="0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1511" name="Shape 1509"/>
          <p:cNvSpPr/>
          <p:nvPr/>
        </p:nvSpPr>
        <p:spPr>
          <a:xfrm>
            <a:off x="10769600" y="4067080"/>
            <a:ext cx="228600" cy="0"/>
          </a:xfrm>
          <a:prstGeom prst="line">
            <a:avLst/>
          </a:prstGeom>
          <a:noFill/>
          <a:ln w="13970">
            <a:solidFill>
              <a:srgbClr val="B57442"/>
            </a:solidFill>
            <a:prstDash val="solid"/>
          </a:ln>
        </p:spPr>
      </p:sp>
      <p:sp>
        <p:nvSpPr>
          <p:cNvPr id="1512" name="Shape 1510"/>
          <p:cNvSpPr/>
          <p:nvPr/>
        </p:nvSpPr>
        <p:spPr>
          <a:xfrm>
            <a:off x="10718800" y="4772631"/>
            <a:ext cx="330200" cy="550771"/>
          </a:xfrm>
          <a:prstGeom prst="rect">
            <a:avLst/>
          </a:prstGeom>
          <a:solidFill>
            <a:srgbClr val="FFFFFF">
              <a:alpha val="84000"/>
            </a:srgbClr>
          </a:solidFill>
          <a:ln w="19685">
            <a:solidFill>
              <a:srgbClr val="B57442"/>
            </a:solidFill>
            <a:prstDash val="solid"/>
          </a:ln>
        </p:spPr>
      </p:sp>
      <p:sp>
        <p:nvSpPr>
          <p:cNvPr id="1513" name="Shape 1511"/>
          <p:cNvSpPr/>
          <p:nvPr/>
        </p:nvSpPr>
        <p:spPr>
          <a:xfrm>
            <a:off x="10718800" y="5097068"/>
            <a:ext cx="330200" cy="0"/>
          </a:xfrm>
          <a:prstGeom prst="line">
            <a:avLst/>
          </a:prstGeom>
          <a:noFill/>
          <a:ln w="31750">
            <a:solidFill>
              <a:srgbClr val="B57442"/>
            </a:solidFill>
            <a:prstDash val="solid"/>
          </a:ln>
        </p:spPr>
      </p:sp>
      <p:sp>
        <p:nvSpPr>
          <p:cNvPr id="1514" name="Shape 1512"/>
          <p:cNvSpPr/>
          <p:nvPr/>
        </p:nvSpPr>
        <p:spPr>
          <a:xfrm>
            <a:off x="10883900" y="7404100"/>
            <a:ext cx="0" cy="63500"/>
          </a:xfrm>
          <a:prstGeom prst="line">
            <a:avLst/>
          </a:prstGeom>
          <a:noFill/>
          <a:ln w="10160">
            <a:solidFill>
              <a:srgbClr val="25323B"/>
            </a:solidFill>
            <a:prstDash val="solid"/>
          </a:ln>
        </p:spPr>
      </p:sp>
      <p:sp>
        <p:nvSpPr>
          <p:cNvPr id="1515" name="Text 1513"/>
          <p:cNvSpPr/>
          <p:nvPr/>
        </p:nvSpPr>
        <p:spPr>
          <a:xfrm rot="19860000">
            <a:off x="9829800" y="8026400"/>
            <a:ext cx="2108200" cy="304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Emap2lig-Build</a:t>
            </a:r>
          </a:p>
        </p:txBody>
      </p:sp>
      <p:sp>
        <p:nvSpPr>
          <p:cNvPr id="1516" name="Text 1514"/>
          <p:cNvSpPr/>
          <p:nvPr/>
        </p:nvSpPr>
        <p:spPr>
          <a:xfrm>
            <a:off x="632328" y="544205"/>
            <a:ext cx="393700" cy="38100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RMSD (Å)</a:t>
            </a:r>
            <a:endParaRPr lang="en-US" sz="1600" dirty="0"/>
          </a:p>
        </p:txBody>
      </p:sp>
      <p:sp>
        <p:nvSpPr>
          <p:cNvPr id="1517" name="Text 1515"/>
          <p:cNvSpPr/>
          <p:nvPr/>
        </p:nvSpPr>
        <p:spPr>
          <a:xfrm>
            <a:off x="6477000" y="531707"/>
            <a:ext cx="393700" cy="38100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3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RMSD (Å)</a:t>
            </a:r>
            <a:endParaRPr lang="en-US" sz="16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02_predicted_pose_3300">
            <a:extLst>
              <a:ext uri="{FF2B5EF4-FFF2-40B4-BE49-F238E27FC236}">
                <a16:creationId xmlns:a16="http://schemas.microsoft.com/office/drawing/2014/main" id="{4F1C634D-A514-4D8B-99D9-B1F14B04A572}"/>
              </a:ext>
            </a:extLst>
          </p:cNvPr>
          <p:cNvSpPr>
            <a:spLocks noGrp="1"/>
          </p:cNvSpPr>
          <p:nvPr/>
        </p:nvSpPr>
        <p:spPr>
          <a:xfrm>
            <a:off x="2794210" y="1809591"/>
            <a:ext cx="6857395" cy="5524012"/>
          </a:xfrm>
          <a:custGeom>
            <a:avLst/>
            <a:gdLst/>
            <a:ahLst/>
            <a:cxnLst/>
            <a:rect l="0" t="0" r="0" b="0"/>
            <a:pathLst>
              <a:path w="6480000" h="5220000">
                <a:moveTo>
                  <a:pt x="0" y="5220000"/>
                </a:moveTo>
                <a:lnTo>
                  <a:pt x="6480000" y="5220000"/>
                </a:lnTo>
                <a:lnTo>
                  <a:pt x="6480000" y="0"/>
                </a:lnTo>
                <a:lnTo>
                  <a:pt x="0" y="0"/>
                </a:lnTo>
                <a:lnTo>
                  <a:pt x="0" y="5220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2_predicted_pose_3301">
            <a:extLst>
              <a:ext uri="{FF2B5EF4-FFF2-40B4-BE49-F238E27FC236}">
                <a16:creationId xmlns:a16="http://schemas.microsoft.com/office/drawing/2014/main" id="{57EDA375-768F-4775-881E-6907C731C295}"/>
              </a:ext>
            </a:extLst>
          </p:cNvPr>
          <p:cNvSpPr>
            <a:spLocks noGrp="1"/>
          </p:cNvSpPr>
          <p:nvPr/>
        </p:nvSpPr>
        <p:spPr>
          <a:xfrm>
            <a:off x="3548525" y="2638192"/>
            <a:ext cx="2541965" cy="1635108"/>
          </a:xfrm>
          <a:custGeom>
            <a:avLst/>
            <a:gdLst/>
            <a:ahLst/>
            <a:cxnLst/>
            <a:rect l="0" t="0" r="0" b="0"/>
            <a:pathLst>
              <a:path w="2402069" h="1545120">
                <a:moveTo>
                  <a:pt x="0" y="1545120"/>
                </a:moveTo>
                <a:lnTo>
                  <a:pt x="2402069" y="1545120"/>
                </a:lnTo>
                <a:lnTo>
                  <a:pt x="2402069" y="0"/>
                </a:lnTo>
                <a:lnTo>
                  <a:pt x="0" y="0"/>
                </a:lnTo>
                <a:lnTo>
                  <a:pt x="0" y="154512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2_predicted_pose_3302">
            <a:extLst>
              <a:ext uri="{FF2B5EF4-FFF2-40B4-BE49-F238E27FC236}">
                <a16:creationId xmlns:a16="http://schemas.microsoft.com/office/drawing/2014/main" id="{8CFBF945-3068-493C-9AAA-0B2D90541EE3}"/>
              </a:ext>
            </a:extLst>
          </p:cNvPr>
          <p:cNvSpPr>
            <a:spLocks noGrp="1"/>
          </p:cNvSpPr>
          <p:nvPr/>
        </p:nvSpPr>
        <p:spPr>
          <a:xfrm>
            <a:off x="3548525" y="3493530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4" name="02_predicted_pose_3303">
            <a:extLst>
              <a:ext uri="{FF2B5EF4-FFF2-40B4-BE49-F238E27FC236}">
                <a16:creationId xmlns:a16="http://schemas.microsoft.com/office/drawing/2014/main" id="{F7A55B42-5338-403F-A025-DCBB2D220326}"/>
              </a:ext>
            </a:extLst>
          </p:cNvPr>
          <p:cNvSpPr>
            <a:spLocks noGrp="1"/>
          </p:cNvSpPr>
          <p:nvPr/>
        </p:nvSpPr>
        <p:spPr>
          <a:xfrm>
            <a:off x="3548525" y="3356220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5" name="02_predicted_pose_3304">
            <a:extLst>
              <a:ext uri="{FF2B5EF4-FFF2-40B4-BE49-F238E27FC236}">
                <a16:creationId xmlns:a16="http://schemas.microsoft.com/office/drawing/2014/main" id="{8CA75C1D-E6C3-4EF3-97A3-6C6DF46AC76A}"/>
              </a:ext>
            </a:extLst>
          </p:cNvPr>
          <p:cNvSpPr>
            <a:spLocks noGrp="1"/>
          </p:cNvSpPr>
          <p:nvPr/>
        </p:nvSpPr>
        <p:spPr>
          <a:xfrm>
            <a:off x="4214277" y="4273300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6" name="text_3305">
            <a:extLst>
              <a:ext uri="{FF2B5EF4-FFF2-40B4-BE49-F238E27FC236}">
                <a16:creationId xmlns:a16="http://schemas.microsoft.com/office/drawing/2014/main" id="{03B776A6-0E54-48C3-90A2-5FACC3DCB438}"/>
              </a:ext>
            </a:extLst>
          </p:cNvPr>
          <p:cNvSpPr>
            <a:spLocks noGrp="1"/>
          </p:cNvSpPr>
          <p:nvPr/>
        </p:nvSpPr>
        <p:spPr>
          <a:xfrm>
            <a:off x="3829971" y="4346956"/>
            <a:ext cx="782053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PocketXMol-tuned</a:t>
            </a:r>
          </a:p>
        </p:txBody>
      </p:sp>
      <p:sp>
        <p:nvSpPr>
          <p:cNvPr id="7" name="02_predicted_pose_3306">
            <a:extLst>
              <a:ext uri="{FF2B5EF4-FFF2-40B4-BE49-F238E27FC236}">
                <a16:creationId xmlns:a16="http://schemas.microsoft.com/office/drawing/2014/main" id="{46A94631-39D9-4A8D-86E1-8737DF87A0B1}"/>
              </a:ext>
            </a:extLst>
          </p:cNvPr>
          <p:cNvSpPr>
            <a:spLocks noGrp="1"/>
          </p:cNvSpPr>
          <p:nvPr/>
        </p:nvSpPr>
        <p:spPr>
          <a:xfrm>
            <a:off x="5424737" y="4273300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_3307">
            <a:extLst>
              <a:ext uri="{FF2B5EF4-FFF2-40B4-BE49-F238E27FC236}">
                <a16:creationId xmlns:a16="http://schemas.microsoft.com/office/drawing/2014/main" id="{80198C13-A99F-4935-955E-930AF8904ABC}"/>
              </a:ext>
            </a:extLst>
          </p:cNvPr>
          <p:cNvSpPr>
            <a:spLocks noGrp="1"/>
          </p:cNvSpPr>
          <p:nvPr/>
        </p:nvSpPr>
        <p:spPr>
          <a:xfrm>
            <a:off x="5108448" y="4347236"/>
            <a:ext cx="64601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Emap2lig-Build</a:t>
            </a:r>
          </a:p>
        </p:txBody>
      </p:sp>
      <p:sp>
        <p:nvSpPr>
          <p:cNvPr id="9" name="02_predicted_pose_3308">
            <a:extLst>
              <a:ext uri="{FF2B5EF4-FFF2-40B4-BE49-F238E27FC236}">
                <a16:creationId xmlns:a16="http://schemas.microsoft.com/office/drawing/2014/main" id="{E0861BEB-6027-4009-B94A-04538FF4A313}"/>
              </a:ext>
            </a:extLst>
          </p:cNvPr>
          <p:cNvSpPr>
            <a:spLocks noGrp="1"/>
          </p:cNvSpPr>
          <p:nvPr/>
        </p:nvSpPr>
        <p:spPr>
          <a:xfrm>
            <a:off x="3508205" y="427330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" name="text_3309">
            <a:extLst>
              <a:ext uri="{FF2B5EF4-FFF2-40B4-BE49-F238E27FC236}">
                <a16:creationId xmlns:a16="http://schemas.microsoft.com/office/drawing/2014/main" id="{18459E52-B442-4FF3-9B62-6252B8C5DC0B}"/>
              </a:ext>
            </a:extLst>
          </p:cNvPr>
          <p:cNvSpPr>
            <a:spLocks noGrp="1"/>
          </p:cNvSpPr>
          <p:nvPr/>
        </p:nvSpPr>
        <p:spPr>
          <a:xfrm>
            <a:off x="3337119" y="4232648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1" name="02_predicted_pose_3310">
            <a:extLst>
              <a:ext uri="{FF2B5EF4-FFF2-40B4-BE49-F238E27FC236}">
                <a16:creationId xmlns:a16="http://schemas.microsoft.com/office/drawing/2014/main" id="{014A89FA-3F76-4EC6-B084-31D8560D1C1A}"/>
              </a:ext>
            </a:extLst>
          </p:cNvPr>
          <p:cNvSpPr>
            <a:spLocks noGrp="1"/>
          </p:cNvSpPr>
          <p:nvPr/>
        </p:nvSpPr>
        <p:spPr>
          <a:xfrm>
            <a:off x="3508205" y="3962999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2" name="text_3311">
            <a:extLst>
              <a:ext uri="{FF2B5EF4-FFF2-40B4-BE49-F238E27FC236}">
                <a16:creationId xmlns:a16="http://schemas.microsoft.com/office/drawing/2014/main" id="{8D0D3C74-8E19-4B82-9370-830029A0D992}"/>
              </a:ext>
            </a:extLst>
          </p:cNvPr>
          <p:cNvSpPr>
            <a:spLocks noGrp="1"/>
          </p:cNvSpPr>
          <p:nvPr/>
        </p:nvSpPr>
        <p:spPr>
          <a:xfrm>
            <a:off x="3337119" y="3922347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3" name="02_predicted_pose_3312">
            <a:extLst>
              <a:ext uri="{FF2B5EF4-FFF2-40B4-BE49-F238E27FC236}">
                <a16:creationId xmlns:a16="http://schemas.microsoft.com/office/drawing/2014/main" id="{B4F7452C-04E1-43A4-AFF5-4243D2DEA981}"/>
              </a:ext>
            </a:extLst>
          </p:cNvPr>
          <p:cNvSpPr>
            <a:spLocks noGrp="1"/>
          </p:cNvSpPr>
          <p:nvPr/>
        </p:nvSpPr>
        <p:spPr>
          <a:xfrm>
            <a:off x="3508205" y="3728265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4" name="text_3313">
            <a:extLst>
              <a:ext uri="{FF2B5EF4-FFF2-40B4-BE49-F238E27FC236}">
                <a16:creationId xmlns:a16="http://schemas.microsoft.com/office/drawing/2014/main" id="{461C4C64-3181-4752-85F5-BAF08C96C5CC}"/>
              </a:ext>
            </a:extLst>
          </p:cNvPr>
          <p:cNvSpPr>
            <a:spLocks noGrp="1"/>
          </p:cNvSpPr>
          <p:nvPr/>
        </p:nvSpPr>
        <p:spPr>
          <a:xfrm>
            <a:off x="3415580" y="3687612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02_predicted_pose_3314">
            <a:extLst>
              <a:ext uri="{FF2B5EF4-FFF2-40B4-BE49-F238E27FC236}">
                <a16:creationId xmlns:a16="http://schemas.microsoft.com/office/drawing/2014/main" id="{315E7F35-70EE-45A3-8BDF-7E036641DA2A}"/>
              </a:ext>
            </a:extLst>
          </p:cNvPr>
          <p:cNvSpPr>
            <a:spLocks noGrp="1"/>
          </p:cNvSpPr>
          <p:nvPr/>
        </p:nvSpPr>
        <p:spPr>
          <a:xfrm>
            <a:off x="3508205" y="349353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6" name="text_3315">
            <a:extLst>
              <a:ext uri="{FF2B5EF4-FFF2-40B4-BE49-F238E27FC236}">
                <a16:creationId xmlns:a16="http://schemas.microsoft.com/office/drawing/2014/main" id="{7C5E32BD-7568-4BFC-830C-2B3587E9D0C6}"/>
              </a:ext>
            </a:extLst>
          </p:cNvPr>
          <p:cNvSpPr>
            <a:spLocks noGrp="1"/>
          </p:cNvSpPr>
          <p:nvPr/>
        </p:nvSpPr>
        <p:spPr>
          <a:xfrm>
            <a:off x="3415580" y="3452879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02_predicted_pose_3316">
            <a:extLst>
              <a:ext uri="{FF2B5EF4-FFF2-40B4-BE49-F238E27FC236}">
                <a16:creationId xmlns:a16="http://schemas.microsoft.com/office/drawing/2014/main" id="{6DCD94DA-2361-406E-AD8E-D4A6E5FF15A4}"/>
              </a:ext>
            </a:extLst>
          </p:cNvPr>
          <p:cNvSpPr>
            <a:spLocks noGrp="1"/>
          </p:cNvSpPr>
          <p:nvPr/>
        </p:nvSpPr>
        <p:spPr>
          <a:xfrm>
            <a:off x="3508205" y="335622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8" name="text_3317">
            <a:extLst>
              <a:ext uri="{FF2B5EF4-FFF2-40B4-BE49-F238E27FC236}">
                <a16:creationId xmlns:a16="http://schemas.microsoft.com/office/drawing/2014/main" id="{95439B2F-7102-4EE6-AC12-A577A72DCBDB}"/>
              </a:ext>
            </a:extLst>
          </p:cNvPr>
          <p:cNvSpPr>
            <a:spLocks noGrp="1"/>
          </p:cNvSpPr>
          <p:nvPr/>
        </p:nvSpPr>
        <p:spPr>
          <a:xfrm>
            <a:off x="3415580" y="3315568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02_predicted_pose_3318">
            <a:extLst>
              <a:ext uri="{FF2B5EF4-FFF2-40B4-BE49-F238E27FC236}">
                <a16:creationId xmlns:a16="http://schemas.microsoft.com/office/drawing/2014/main" id="{DD1B6157-D8D0-49E2-A10C-232D07073BAE}"/>
              </a:ext>
            </a:extLst>
          </p:cNvPr>
          <p:cNvSpPr>
            <a:spLocks noGrp="1"/>
          </p:cNvSpPr>
          <p:nvPr/>
        </p:nvSpPr>
        <p:spPr>
          <a:xfrm>
            <a:off x="3508205" y="3183229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0" name="text_3319">
            <a:extLst>
              <a:ext uri="{FF2B5EF4-FFF2-40B4-BE49-F238E27FC236}">
                <a16:creationId xmlns:a16="http://schemas.microsoft.com/office/drawing/2014/main" id="{99906F21-0542-45DF-A19D-A76E8C7B5605}"/>
              </a:ext>
            </a:extLst>
          </p:cNvPr>
          <p:cNvSpPr>
            <a:spLocks noGrp="1"/>
          </p:cNvSpPr>
          <p:nvPr/>
        </p:nvSpPr>
        <p:spPr>
          <a:xfrm>
            <a:off x="3415580" y="3142577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02_predicted_pose_3320">
            <a:extLst>
              <a:ext uri="{FF2B5EF4-FFF2-40B4-BE49-F238E27FC236}">
                <a16:creationId xmlns:a16="http://schemas.microsoft.com/office/drawing/2014/main" id="{52A885BE-64D3-4A9E-969F-0A87CA948832}"/>
              </a:ext>
            </a:extLst>
          </p:cNvPr>
          <p:cNvSpPr>
            <a:spLocks noGrp="1"/>
          </p:cNvSpPr>
          <p:nvPr/>
        </p:nvSpPr>
        <p:spPr>
          <a:xfrm>
            <a:off x="3508205" y="2948494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2" name="text_3321">
            <a:extLst>
              <a:ext uri="{FF2B5EF4-FFF2-40B4-BE49-F238E27FC236}">
                <a16:creationId xmlns:a16="http://schemas.microsoft.com/office/drawing/2014/main" id="{16D93084-5ED9-49E7-AF16-41FB4C2312B0}"/>
              </a:ext>
            </a:extLst>
          </p:cNvPr>
          <p:cNvSpPr>
            <a:spLocks noGrp="1"/>
          </p:cNvSpPr>
          <p:nvPr/>
        </p:nvSpPr>
        <p:spPr>
          <a:xfrm>
            <a:off x="3363272" y="2907843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3" name="02_predicted_pose_3322">
            <a:extLst>
              <a:ext uri="{FF2B5EF4-FFF2-40B4-BE49-F238E27FC236}">
                <a16:creationId xmlns:a16="http://schemas.microsoft.com/office/drawing/2014/main" id="{3E46199D-4CDA-4CC8-B405-2107325E306A}"/>
              </a:ext>
            </a:extLst>
          </p:cNvPr>
          <p:cNvSpPr>
            <a:spLocks noGrp="1"/>
          </p:cNvSpPr>
          <p:nvPr/>
        </p:nvSpPr>
        <p:spPr>
          <a:xfrm>
            <a:off x="3508205" y="271376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4" name="text_3323">
            <a:extLst>
              <a:ext uri="{FF2B5EF4-FFF2-40B4-BE49-F238E27FC236}">
                <a16:creationId xmlns:a16="http://schemas.microsoft.com/office/drawing/2014/main" id="{E1582130-ED0F-450B-9198-E9468326560E}"/>
              </a:ext>
            </a:extLst>
          </p:cNvPr>
          <p:cNvSpPr>
            <a:spLocks noGrp="1"/>
          </p:cNvSpPr>
          <p:nvPr/>
        </p:nvSpPr>
        <p:spPr>
          <a:xfrm>
            <a:off x="3363272" y="2673108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5" name="text_3324">
            <a:extLst>
              <a:ext uri="{FF2B5EF4-FFF2-40B4-BE49-F238E27FC236}">
                <a16:creationId xmlns:a16="http://schemas.microsoft.com/office/drawing/2014/main" id="{A8767219-F7EF-46E5-8CE6-E5DC9425077A}"/>
              </a:ext>
            </a:extLst>
          </p:cNvPr>
          <p:cNvSpPr>
            <a:spLocks noGrp="1"/>
          </p:cNvSpPr>
          <p:nvPr/>
        </p:nvSpPr>
        <p:spPr>
          <a:xfrm rot="-5400000">
            <a:off x="2998120" y="3388548"/>
            <a:ext cx="503180" cy="1343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47">
                <a:solidFill>
                  <a:srgbClr val="273744"/>
                </a:solidFill>
                <a:latin typeface="Arial"/>
                <a:ea typeface="Arial"/>
                <a:cs typeface="Arial"/>
              </a:rPr>
              <a:t>RMSD (Å)</a:t>
            </a:r>
          </a:p>
        </p:txBody>
      </p:sp>
      <p:sp>
        <p:nvSpPr>
          <p:cNvPr id="26" name="02_predicted_pose_3325">
            <a:extLst>
              <a:ext uri="{FF2B5EF4-FFF2-40B4-BE49-F238E27FC236}">
                <a16:creationId xmlns:a16="http://schemas.microsoft.com/office/drawing/2014/main" id="{F5FF715A-15B1-44F2-AF2F-6213B919E9B8}"/>
              </a:ext>
            </a:extLst>
          </p:cNvPr>
          <p:cNvSpPr>
            <a:spLocks noGrp="1"/>
          </p:cNvSpPr>
          <p:nvPr/>
        </p:nvSpPr>
        <p:spPr>
          <a:xfrm>
            <a:off x="4136175" y="381827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" name="02_predicted_pose_3326">
            <a:extLst>
              <a:ext uri="{FF2B5EF4-FFF2-40B4-BE49-F238E27FC236}">
                <a16:creationId xmlns:a16="http://schemas.microsoft.com/office/drawing/2014/main" id="{56A33195-E5CA-4B49-ACBB-52086F37D56A}"/>
              </a:ext>
            </a:extLst>
          </p:cNvPr>
          <p:cNvSpPr>
            <a:spLocks noGrp="1"/>
          </p:cNvSpPr>
          <p:nvPr/>
        </p:nvSpPr>
        <p:spPr>
          <a:xfrm>
            <a:off x="4150760" y="378770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" name="02_predicted_pose_3327">
            <a:extLst>
              <a:ext uri="{FF2B5EF4-FFF2-40B4-BE49-F238E27FC236}">
                <a16:creationId xmlns:a16="http://schemas.microsoft.com/office/drawing/2014/main" id="{AEE1020C-E0D7-456F-8BF8-498435D5C570}"/>
              </a:ext>
            </a:extLst>
          </p:cNvPr>
          <p:cNvSpPr>
            <a:spLocks noGrp="1"/>
          </p:cNvSpPr>
          <p:nvPr/>
        </p:nvSpPr>
        <p:spPr>
          <a:xfrm>
            <a:off x="4165343" y="380541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" name="02_predicted_pose_3328">
            <a:extLst>
              <a:ext uri="{FF2B5EF4-FFF2-40B4-BE49-F238E27FC236}">
                <a16:creationId xmlns:a16="http://schemas.microsoft.com/office/drawing/2014/main" id="{D144890A-D768-4913-B17B-DDDFFA72DF39}"/>
              </a:ext>
            </a:extLst>
          </p:cNvPr>
          <p:cNvSpPr>
            <a:spLocks noGrp="1"/>
          </p:cNvSpPr>
          <p:nvPr/>
        </p:nvSpPr>
        <p:spPr>
          <a:xfrm>
            <a:off x="4179927" y="365998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" name="02_predicted_pose_3329">
            <a:extLst>
              <a:ext uri="{FF2B5EF4-FFF2-40B4-BE49-F238E27FC236}">
                <a16:creationId xmlns:a16="http://schemas.microsoft.com/office/drawing/2014/main" id="{0775DC8E-8A3A-4054-ADF5-AAEBA52CD8C8}"/>
              </a:ext>
            </a:extLst>
          </p:cNvPr>
          <p:cNvSpPr>
            <a:spLocks noGrp="1"/>
          </p:cNvSpPr>
          <p:nvPr/>
        </p:nvSpPr>
        <p:spPr>
          <a:xfrm>
            <a:off x="4194511" y="38254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" name="02_predicted_pose_3330">
            <a:extLst>
              <a:ext uri="{FF2B5EF4-FFF2-40B4-BE49-F238E27FC236}">
                <a16:creationId xmlns:a16="http://schemas.microsoft.com/office/drawing/2014/main" id="{76DAF926-D705-451E-9517-8FB0CB9F6E45}"/>
              </a:ext>
            </a:extLst>
          </p:cNvPr>
          <p:cNvSpPr>
            <a:spLocks noGrp="1"/>
          </p:cNvSpPr>
          <p:nvPr/>
        </p:nvSpPr>
        <p:spPr>
          <a:xfrm>
            <a:off x="4209095" y="379085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" name="02_predicted_pose_3331">
            <a:extLst>
              <a:ext uri="{FF2B5EF4-FFF2-40B4-BE49-F238E27FC236}">
                <a16:creationId xmlns:a16="http://schemas.microsoft.com/office/drawing/2014/main" id="{E6D38EED-98E8-44DC-A943-9D2ED97D17F9}"/>
              </a:ext>
            </a:extLst>
          </p:cNvPr>
          <p:cNvSpPr>
            <a:spLocks noGrp="1"/>
          </p:cNvSpPr>
          <p:nvPr/>
        </p:nvSpPr>
        <p:spPr>
          <a:xfrm>
            <a:off x="4223679" y="36460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" name="02_predicted_pose_3332">
            <a:extLst>
              <a:ext uri="{FF2B5EF4-FFF2-40B4-BE49-F238E27FC236}">
                <a16:creationId xmlns:a16="http://schemas.microsoft.com/office/drawing/2014/main" id="{CEBF17C5-FF2C-4512-90C1-23D91C4DA39C}"/>
              </a:ext>
            </a:extLst>
          </p:cNvPr>
          <p:cNvSpPr>
            <a:spLocks noGrp="1"/>
          </p:cNvSpPr>
          <p:nvPr/>
        </p:nvSpPr>
        <p:spPr>
          <a:xfrm>
            <a:off x="4238262" y="37759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" name="02_predicted_pose_3333">
            <a:extLst>
              <a:ext uri="{FF2B5EF4-FFF2-40B4-BE49-F238E27FC236}">
                <a16:creationId xmlns:a16="http://schemas.microsoft.com/office/drawing/2014/main" id="{32A35694-7D57-49B5-A00F-7F874C464B95}"/>
              </a:ext>
            </a:extLst>
          </p:cNvPr>
          <p:cNvSpPr>
            <a:spLocks noGrp="1"/>
          </p:cNvSpPr>
          <p:nvPr/>
        </p:nvSpPr>
        <p:spPr>
          <a:xfrm>
            <a:off x="4252846" y="38077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" name="02_predicted_pose_3334">
            <a:extLst>
              <a:ext uri="{FF2B5EF4-FFF2-40B4-BE49-F238E27FC236}">
                <a16:creationId xmlns:a16="http://schemas.microsoft.com/office/drawing/2014/main" id="{9D376604-FB93-46EF-B661-83314CF6A2BF}"/>
              </a:ext>
            </a:extLst>
          </p:cNvPr>
          <p:cNvSpPr>
            <a:spLocks noGrp="1"/>
          </p:cNvSpPr>
          <p:nvPr/>
        </p:nvSpPr>
        <p:spPr>
          <a:xfrm>
            <a:off x="4267431" y="373082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" name="02_predicted_pose_3335">
            <a:extLst>
              <a:ext uri="{FF2B5EF4-FFF2-40B4-BE49-F238E27FC236}">
                <a16:creationId xmlns:a16="http://schemas.microsoft.com/office/drawing/2014/main" id="{38818220-9F17-4382-BA25-86DF617D23A4}"/>
              </a:ext>
            </a:extLst>
          </p:cNvPr>
          <p:cNvSpPr>
            <a:spLocks noGrp="1"/>
          </p:cNvSpPr>
          <p:nvPr/>
        </p:nvSpPr>
        <p:spPr>
          <a:xfrm>
            <a:off x="4150395" y="35819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" name="02_predicted_pose_3336">
            <a:extLst>
              <a:ext uri="{FF2B5EF4-FFF2-40B4-BE49-F238E27FC236}">
                <a16:creationId xmlns:a16="http://schemas.microsoft.com/office/drawing/2014/main" id="{08A56639-A102-442D-9D57-3938C1B74117}"/>
              </a:ext>
            </a:extLst>
          </p:cNvPr>
          <p:cNvSpPr>
            <a:spLocks noGrp="1"/>
          </p:cNvSpPr>
          <p:nvPr/>
        </p:nvSpPr>
        <p:spPr>
          <a:xfrm>
            <a:off x="4248835" y="359138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" name="02_predicted_pose_3337">
            <a:extLst>
              <a:ext uri="{FF2B5EF4-FFF2-40B4-BE49-F238E27FC236}">
                <a16:creationId xmlns:a16="http://schemas.microsoft.com/office/drawing/2014/main" id="{CBB006BE-609E-4F9A-94A8-9D4BA3A08999}"/>
              </a:ext>
            </a:extLst>
          </p:cNvPr>
          <p:cNvSpPr>
            <a:spLocks noGrp="1"/>
          </p:cNvSpPr>
          <p:nvPr/>
        </p:nvSpPr>
        <p:spPr>
          <a:xfrm>
            <a:off x="4347277" y="359170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" name="02_predicted_pose_3338">
            <a:extLst>
              <a:ext uri="{FF2B5EF4-FFF2-40B4-BE49-F238E27FC236}">
                <a16:creationId xmlns:a16="http://schemas.microsoft.com/office/drawing/2014/main" id="{1F4A0BDC-1030-43CD-B314-EB67E6A3A2D1}"/>
              </a:ext>
            </a:extLst>
          </p:cNvPr>
          <p:cNvSpPr>
            <a:spLocks noGrp="1"/>
          </p:cNvSpPr>
          <p:nvPr/>
        </p:nvSpPr>
        <p:spPr>
          <a:xfrm>
            <a:off x="4082215" y="383361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" name="02_predicted_pose_3339">
            <a:extLst>
              <a:ext uri="{FF2B5EF4-FFF2-40B4-BE49-F238E27FC236}">
                <a16:creationId xmlns:a16="http://schemas.microsoft.com/office/drawing/2014/main" id="{72B4D30C-8AF6-4F33-88F8-2216F7CAAF25}"/>
              </a:ext>
            </a:extLst>
          </p:cNvPr>
          <p:cNvSpPr>
            <a:spLocks noGrp="1"/>
          </p:cNvSpPr>
          <p:nvPr/>
        </p:nvSpPr>
        <p:spPr>
          <a:xfrm>
            <a:off x="4180656" y="371003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" name="02_predicted_pose_3340">
            <a:extLst>
              <a:ext uri="{FF2B5EF4-FFF2-40B4-BE49-F238E27FC236}">
                <a16:creationId xmlns:a16="http://schemas.microsoft.com/office/drawing/2014/main" id="{3C56ABCC-27AB-4FC8-A5E4-9B4A6B9D21BF}"/>
              </a:ext>
            </a:extLst>
          </p:cNvPr>
          <p:cNvSpPr>
            <a:spLocks noGrp="1"/>
          </p:cNvSpPr>
          <p:nvPr/>
        </p:nvSpPr>
        <p:spPr>
          <a:xfrm>
            <a:off x="4279098" y="384776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" name="02_predicted_pose_3341">
            <a:extLst>
              <a:ext uri="{FF2B5EF4-FFF2-40B4-BE49-F238E27FC236}">
                <a16:creationId xmlns:a16="http://schemas.microsoft.com/office/drawing/2014/main" id="{E8E29C30-2D9D-40BB-9F13-82C1B73C4CB9}"/>
              </a:ext>
            </a:extLst>
          </p:cNvPr>
          <p:cNvSpPr>
            <a:spLocks noGrp="1"/>
          </p:cNvSpPr>
          <p:nvPr/>
        </p:nvSpPr>
        <p:spPr>
          <a:xfrm>
            <a:off x="4377538" y="37634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" name="02_predicted_pose_3342">
            <a:extLst>
              <a:ext uri="{FF2B5EF4-FFF2-40B4-BE49-F238E27FC236}">
                <a16:creationId xmlns:a16="http://schemas.microsoft.com/office/drawing/2014/main" id="{73FBFFF2-352B-49A5-A4D6-6B0FC429BD69}"/>
              </a:ext>
            </a:extLst>
          </p:cNvPr>
          <p:cNvSpPr>
            <a:spLocks noGrp="1"/>
          </p:cNvSpPr>
          <p:nvPr/>
        </p:nvSpPr>
        <p:spPr>
          <a:xfrm>
            <a:off x="4112477" y="372933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" name="02_predicted_pose_3343">
            <a:extLst>
              <a:ext uri="{FF2B5EF4-FFF2-40B4-BE49-F238E27FC236}">
                <a16:creationId xmlns:a16="http://schemas.microsoft.com/office/drawing/2014/main" id="{F8A0EEAA-A55D-48ED-A156-FCD79384E1FE}"/>
              </a:ext>
            </a:extLst>
          </p:cNvPr>
          <p:cNvSpPr>
            <a:spLocks noGrp="1"/>
          </p:cNvSpPr>
          <p:nvPr/>
        </p:nvSpPr>
        <p:spPr>
          <a:xfrm>
            <a:off x="4210918" y="379408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" name="02_predicted_pose_3344">
            <a:extLst>
              <a:ext uri="{FF2B5EF4-FFF2-40B4-BE49-F238E27FC236}">
                <a16:creationId xmlns:a16="http://schemas.microsoft.com/office/drawing/2014/main" id="{B2425413-DB40-4E9D-988F-3A1E3D95CB7B}"/>
              </a:ext>
            </a:extLst>
          </p:cNvPr>
          <p:cNvSpPr>
            <a:spLocks noGrp="1"/>
          </p:cNvSpPr>
          <p:nvPr/>
        </p:nvSpPr>
        <p:spPr>
          <a:xfrm>
            <a:off x="4309359" y="378487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" name="02_predicted_pose_3345">
            <a:extLst>
              <a:ext uri="{FF2B5EF4-FFF2-40B4-BE49-F238E27FC236}">
                <a16:creationId xmlns:a16="http://schemas.microsoft.com/office/drawing/2014/main" id="{290CCEA6-F325-4719-B6FD-C87B8FA6B5F6}"/>
              </a:ext>
            </a:extLst>
          </p:cNvPr>
          <p:cNvSpPr>
            <a:spLocks noGrp="1"/>
          </p:cNvSpPr>
          <p:nvPr/>
        </p:nvSpPr>
        <p:spPr>
          <a:xfrm>
            <a:off x="4164978" y="35695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" name="02_predicted_pose_3346">
            <a:extLst>
              <a:ext uri="{FF2B5EF4-FFF2-40B4-BE49-F238E27FC236}">
                <a16:creationId xmlns:a16="http://schemas.microsoft.com/office/drawing/2014/main" id="{C0C5C001-AB6F-4EE1-96C8-A18303B318E1}"/>
              </a:ext>
            </a:extLst>
          </p:cNvPr>
          <p:cNvSpPr>
            <a:spLocks noGrp="1"/>
          </p:cNvSpPr>
          <p:nvPr/>
        </p:nvSpPr>
        <p:spPr>
          <a:xfrm>
            <a:off x="4263420" y="36999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" name="02_predicted_pose_3347">
            <a:extLst>
              <a:ext uri="{FF2B5EF4-FFF2-40B4-BE49-F238E27FC236}">
                <a16:creationId xmlns:a16="http://schemas.microsoft.com/office/drawing/2014/main" id="{D18B2BCC-FC7F-47BF-963E-5EC8AF010AF0}"/>
              </a:ext>
            </a:extLst>
          </p:cNvPr>
          <p:cNvSpPr>
            <a:spLocks noGrp="1"/>
          </p:cNvSpPr>
          <p:nvPr/>
        </p:nvSpPr>
        <p:spPr>
          <a:xfrm>
            <a:off x="4361861" y="38789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9" name="02_predicted_pose_3348">
            <a:extLst>
              <a:ext uri="{FF2B5EF4-FFF2-40B4-BE49-F238E27FC236}">
                <a16:creationId xmlns:a16="http://schemas.microsoft.com/office/drawing/2014/main" id="{DC07A15F-0102-465F-9E75-75F85D8BBA7E}"/>
              </a:ext>
            </a:extLst>
          </p:cNvPr>
          <p:cNvSpPr>
            <a:spLocks noGrp="1"/>
          </p:cNvSpPr>
          <p:nvPr/>
        </p:nvSpPr>
        <p:spPr>
          <a:xfrm>
            <a:off x="4096799" y="377595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0" name="02_predicted_pose_3349">
            <a:extLst>
              <a:ext uri="{FF2B5EF4-FFF2-40B4-BE49-F238E27FC236}">
                <a16:creationId xmlns:a16="http://schemas.microsoft.com/office/drawing/2014/main" id="{F183BDCE-2456-4B09-A138-3A5E3C03AA14}"/>
              </a:ext>
            </a:extLst>
          </p:cNvPr>
          <p:cNvSpPr>
            <a:spLocks noGrp="1"/>
          </p:cNvSpPr>
          <p:nvPr/>
        </p:nvSpPr>
        <p:spPr>
          <a:xfrm>
            <a:off x="4195240" y="38424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1" name="02_predicted_pose_3350">
            <a:extLst>
              <a:ext uri="{FF2B5EF4-FFF2-40B4-BE49-F238E27FC236}">
                <a16:creationId xmlns:a16="http://schemas.microsoft.com/office/drawing/2014/main" id="{C4F6CF6D-BD82-4B88-BCE5-3148F63D88A1}"/>
              </a:ext>
            </a:extLst>
          </p:cNvPr>
          <p:cNvSpPr>
            <a:spLocks noGrp="1"/>
          </p:cNvSpPr>
          <p:nvPr/>
        </p:nvSpPr>
        <p:spPr>
          <a:xfrm>
            <a:off x="4293681" y="370656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2" name="02_predicted_pose_3351">
            <a:extLst>
              <a:ext uri="{FF2B5EF4-FFF2-40B4-BE49-F238E27FC236}">
                <a16:creationId xmlns:a16="http://schemas.microsoft.com/office/drawing/2014/main" id="{923C0F8E-D12B-499E-86FA-3ABBA1D5AD84}"/>
              </a:ext>
            </a:extLst>
          </p:cNvPr>
          <p:cNvSpPr>
            <a:spLocks noGrp="1"/>
          </p:cNvSpPr>
          <p:nvPr/>
        </p:nvSpPr>
        <p:spPr>
          <a:xfrm>
            <a:off x="4028620" y="37749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" name="02_predicted_pose_3352">
            <a:extLst>
              <a:ext uri="{FF2B5EF4-FFF2-40B4-BE49-F238E27FC236}">
                <a16:creationId xmlns:a16="http://schemas.microsoft.com/office/drawing/2014/main" id="{75E8F2BF-3D1F-40A6-8174-E263B770931B}"/>
              </a:ext>
            </a:extLst>
          </p:cNvPr>
          <p:cNvSpPr>
            <a:spLocks noGrp="1"/>
          </p:cNvSpPr>
          <p:nvPr/>
        </p:nvSpPr>
        <p:spPr>
          <a:xfrm>
            <a:off x="4127061" y="37899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" name="02_predicted_pose_3353">
            <a:extLst>
              <a:ext uri="{FF2B5EF4-FFF2-40B4-BE49-F238E27FC236}">
                <a16:creationId xmlns:a16="http://schemas.microsoft.com/office/drawing/2014/main" id="{6CA50B87-8AC2-43F7-885F-6346DF238906}"/>
              </a:ext>
            </a:extLst>
          </p:cNvPr>
          <p:cNvSpPr>
            <a:spLocks noGrp="1"/>
          </p:cNvSpPr>
          <p:nvPr/>
        </p:nvSpPr>
        <p:spPr>
          <a:xfrm>
            <a:off x="4225501" y="37570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" name="02_predicted_pose_3354">
            <a:extLst>
              <a:ext uri="{FF2B5EF4-FFF2-40B4-BE49-F238E27FC236}">
                <a16:creationId xmlns:a16="http://schemas.microsoft.com/office/drawing/2014/main" id="{AB58497F-0EC5-479C-9DA9-0BAADF2B052C}"/>
              </a:ext>
            </a:extLst>
          </p:cNvPr>
          <p:cNvSpPr>
            <a:spLocks noGrp="1"/>
          </p:cNvSpPr>
          <p:nvPr/>
        </p:nvSpPr>
        <p:spPr>
          <a:xfrm>
            <a:off x="4323943" y="363693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" name="02_predicted_pose_3355">
            <a:extLst>
              <a:ext uri="{FF2B5EF4-FFF2-40B4-BE49-F238E27FC236}">
                <a16:creationId xmlns:a16="http://schemas.microsoft.com/office/drawing/2014/main" id="{4642CA09-97D4-4FA1-A615-A6F18660D757}"/>
              </a:ext>
            </a:extLst>
          </p:cNvPr>
          <p:cNvSpPr>
            <a:spLocks noGrp="1"/>
          </p:cNvSpPr>
          <p:nvPr/>
        </p:nvSpPr>
        <p:spPr>
          <a:xfrm>
            <a:off x="4179563" y="384792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" name="02_predicted_pose_3356">
            <a:extLst>
              <a:ext uri="{FF2B5EF4-FFF2-40B4-BE49-F238E27FC236}">
                <a16:creationId xmlns:a16="http://schemas.microsoft.com/office/drawing/2014/main" id="{E3FE3624-0847-49AB-8250-D4D0A9D950C4}"/>
              </a:ext>
            </a:extLst>
          </p:cNvPr>
          <p:cNvSpPr>
            <a:spLocks noGrp="1"/>
          </p:cNvSpPr>
          <p:nvPr/>
        </p:nvSpPr>
        <p:spPr>
          <a:xfrm>
            <a:off x="4278004" y="370696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" name="02_predicted_pose_3357">
            <a:extLst>
              <a:ext uri="{FF2B5EF4-FFF2-40B4-BE49-F238E27FC236}">
                <a16:creationId xmlns:a16="http://schemas.microsoft.com/office/drawing/2014/main" id="{E744A7D9-A5BB-4727-A75B-4DC5BA80593B}"/>
              </a:ext>
            </a:extLst>
          </p:cNvPr>
          <p:cNvSpPr>
            <a:spLocks noGrp="1"/>
          </p:cNvSpPr>
          <p:nvPr/>
        </p:nvSpPr>
        <p:spPr>
          <a:xfrm>
            <a:off x="4376444" y="38070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" name="02_predicted_pose_3358">
            <a:extLst>
              <a:ext uri="{FF2B5EF4-FFF2-40B4-BE49-F238E27FC236}">
                <a16:creationId xmlns:a16="http://schemas.microsoft.com/office/drawing/2014/main" id="{2E3A3122-1309-4359-8C2C-A9B21CBEE7D4}"/>
              </a:ext>
            </a:extLst>
          </p:cNvPr>
          <p:cNvSpPr>
            <a:spLocks noGrp="1"/>
          </p:cNvSpPr>
          <p:nvPr/>
        </p:nvSpPr>
        <p:spPr>
          <a:xfrm>
            <a:off x="4111383" y="38047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" name="02_predicted_pose_3359">
            <a:extLst>
              <a:ext uri="{FF2B5EF4-FFF2-40B4-BE49-F238E27FC236}">
                <a16:creationId xmlns:a16="http://schemas.microsoft.com/office/drawing/2014/main" id="{9C15F108-494F-46C1-B327-A26E3E4369D0}"/>
              </a:ext>
            </a:extLst>
          </p:cNvPr>
          <p:cNvSpPr>
            <a:spLocks noGrp="1"/>
          </p:cNvSpPr>
          <p:nvPr/>
        </p:nvSpPr>
        <p:spPr>
          <a:xfrm>
            <a:off x="4209824" y="382207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" name="02_predicted_pose_3360">
            <a:extLst>
              <a:ext uri="{FF2B5EF4-FFF2-40B4-BE49-F238E27FC236}">
                <a16:creationId xmlns:a16="http://schemas.microsoft.com/office/drawing/2014/main" id="{17FBC203-C77A-4D15-AA57-711D26B9797A}"/>
              </a:ext>
            </a:extLst>
          </p:cNvPr>
          <p:cNvSpPr>
            <a:spLocks noGrp="1"/>
          </p:cNvSpPr>
          <p:nvPr/>
        </p:nvSpPr>
        <p:spPr>
          <a:xfrm>
            <a:off x="4308265" y="38011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" name="02_predicted_pose_3361">
            <a:extLst>
              <a:ext uri="{FF2B5EF4-FFF2-40B4-BE49-F238E27FC236}">
                <a16:creationId xmlns:a16="http://schemas.microsoft.com/office/drawing/2014/main" id="{06499690-96ED-49B9-8887-FB4220464F3A}"/>
              </a:ext>
            </a:extLst>
          </p:cNvPr>
          <p:cNvSpPr>
            <a:spLocks noGrp="1"/>
          </p:cNvSpPr>
          <p:nvPr/>
        </p:nvSpPr>
        <p:spPr>
          <a:xfrm>
            <a:off x="4043203" y="384751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" name="02_predicted_pose_3362">
            <a:extLst>
              <a:ext uri="{FF2B5EF4-FFF2-40B4-BE49-F238E27FC236}">
                <a16:creationId xmlns:a16="http://schemas.microsoft.com/office/drawing/2014/main" id="{286D7AD9-E631-4F4D-96ED-91F15CDFE08D}"/>
              </a:ext>
            </a:extLst>
          </p:cNvPr>
          <p:cNvSpPr>
            <a:spLocks noGrp="1"/>
          </p:cNvSpPr>
          <p:nvPr/>
        </p:nvSpPr>
        <p:spPr>
          <a:xfrm>
            <a:off x="4141644" y="38160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" name="02_predicted_pose_3363">
            <a:extLst>
              <a:ext uri="{FF2B5EF4-FFF2-40B4-BE49-F238E27FC236}">
                <a16:creationId xmlns:a16="http://schemas.microsoft.com/office/drawing/2014/main" id="{265A1ED2-3505-47DB-B0AF-EBF809DBD4F4}"/>
              </a:ext>
            </a:extLst>
          </p:cNvPr>
          <p:cNvSpPr>
            <a:spLocks noGrp="1"/>
          </p:cNvSpPr>
          <p:nvPr/>
        </p:nvSpPr>
        <p:spPr>
          <a:xfrm>
            <a:off x="4240086" y="37991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" name="02_predicted_pose_3364">
            <a:extLst>
              <a:ext uri="{FF2B5EF4-FFF2-40B4-BE49-F238E27FC236}">
                <a16:creationId xmlns:a16="http://schemas.microsoft.com/office/drawing/2014/main" id="{FD6AE4FC-5871-4C83-B685-91FF416EDE5F}"/>
              </a:ext>
            </a:extLst>
          </p:cNvPr>
          <p:cNvSpPr>
            <a:spLocks noGrp="1"/>
          </p:cNvSpPr>
          <p:nvPr/>
        </p:nvSpPr>
        <p:spPr>
          <a:xfrm>
            <a:off x="4338526" y="361635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" name="02_predicted_pose_3365">
            <a:extLst>
              <a:ext uri="{FF2B5EF4-FFF2-40B4-BE49-F238E27FC236}">
                <a16:creationId xmlns:a16="http://schemas.microsoft.com/office/drawing/2014/main" id="{163B6A4C-75F0-4F9D-9203-35923F54A751}"/>
              </a:ext>
            </a:extLst>
          </p:cNvPr>
          <p:cNvSpPr>
            <a:spLocks noGrp="1"/>
          </p:cNvSpPr>
          <p:nvPr/>
        </p:nvSpPr>
        <p:spPr>
          <a:xfrm>
            <a:off x="4194147" y="38321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" name="02_predicted_pose_3366">
            <a:extLst>
              <a:ext uri="{FF2B5EF4-FFF2-40B4-BE49-F238E27FC236}">
                <a16:creationId xmlns:a16="http://schemas.microsoft.com/office/drawing/2014/main" id="{B5D21998-437E-4A07-92BC-062A83F194D3}"/>
              </a:ext>
            </a:extLst>
          </p:cNvPr>
          <p:cNvSpPr>
            <a:spLocks noGrp="1"/>
          </p:cNvSpPr>
          <p:nvPr/>
        </p:nvSpPr>
        <p:spPr>
          <a:xfrm>
            <a:off x="4292587" y="358560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" name="02_predicted_pose_3367">
            <a:extLst>
              <a:ext uri="{FF2B5EF4-FFF2-40B4-BE49-F238E27FC236}">
                <a16:creationId xmlns:a16="http://schemas.microsoft.com/office/drawing/2014/main" id="{C644052C-1D92-4ACA-A7EC-2F3D04A47A49}"/>
              </a:ext>
            </a:extLst>
          </p:cNvPr>
          <p:cNvSpPr>
            <a:spLocks noGrp="1"/>
          </p:cNvSpPr>
          <p:nvPr/>
        </p:nvSpPr>
        <p:spPr>
          <a:xfrm>
            <a:off x="4027526" y="356974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" name="02_predicted_pose_3368">
            <a:extLst>
              <a:ext uri="{FF2B5EF4-FFF2-40B4-BE49-F238E27FC236}">
                <a16:creationId xmlns:a16="http://schemas.microsoft.com/office/drawing/2014/main" id="{6F695541-9DFC-4557-AFEE-39CD67887C70}"/>
              </a:ext>
            </a:extLst>
          </p:cNvPr>
          <p:cNvSpPr>
            <a:spLocks noGrp="1"/>
          </p:cNvSpPr>
          <p:nvPr/>
        </p:nvSpPr>
        <p:spPr>
          <a:xfrm>
            <a:off x="4125967" y="375183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" name="02_predicted_pose_3369">
            <a:extLst>
              <a:ext uri="{FF2B5EF4-FFF2-40B4-BE49-F238E27FC236}">
                <a16:creationId xmlns:a16="http://schemas.microsoft.com/office/drawing/2014/main" id="{FE9B8B94-39C3-453D-85FA-19ECF570825D}"/>
              </a:ext>
            </a:extLst>
          </p:cNvPr>
          <p:cNvSpPr>
            <a:spLocks noGrp="1"/>
          </p:cNvSpPr>
          <p:nvPr/>
        </p:nvSpPr>
        <p:spPr>
          <a:xfrm>
            <a:off x="4224408" y="383836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" name="02_predicted_pose_3370">
            <a:extLst>
              <a:ext uri="{FF2B5EF4-FFF2-40B4-BE49-F238E27FC236}">
                <a16:creationId xmlns:a16="http://schemas.microsoft.com/office/drawing/2014/main" id="{9DDAC744-984D-45FE-9FEE-6505D817007B}"/>
              </a:ext>
            </a:extLst>
          </p:cNvPr>
          <p:cNvSpPr>
            <a:spLocks noGrp="1"/>
          </p:cNvSpPr>
          <p:nvPr/>
        </p:nvSpPr>
        <p:spPr>
          <a:xfrm>
            <a:off x="4322849" y="383655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" name="02_predicted_pose_3371">
            <a:extLst>
              <a:ext uri="{FF2B5EF4-FFF2-40B4-BE49-F238E27FC236}">
                <a16:creationId xmlns:a16="http://schemas.microsoft.com/office/drawing/2014/main" id="{0F39E680-5579-4408-B079-28BEFBBB5598}"/>
              </a:ext>
            </a:extLst>
          </p:cNvPr>
          <p:cNvSpPr>
            <a:spLocks noGrp="1"/>
          </p:cNvSpPr>
          <p:nvPr/>
        </p:nvSpPr>
        <p:spPr>
          <a:xfrm>
            <a:off x="4057787" y="357529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" name="02_predicted_pose_3372">
            <a:extLst>
              <a:ext uri="{FF2B5EF4-FFF2-40B4-BE49-F238E27FC236}">
                <a16:creationId xmlns:a16="http://schemas.microsoft.com/office/drawing/2014/main" id="{31918C94-F3B1-480B-BCEB-FA0E11FFF3A6}"/>
              </a:ext>
            </a:extLst>
          </p:cNvPr>
          <p:cNvSpPr>
            <a:spLocks noGrp="1"/>
          </p:cNvSpPr>
          <p:nvPr/>
        </p:nvSpPr>
        <p:spPr>
          <a:xfrm>
            <a:off x="4156229" y="376815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" name="02_predicted_pose_3373">
            <a:extLst>
              <a:ext uri="{FF2B5EF4-FFF2-40B4-BE49-F238E27FC236}">
                <a16:creationId xmlns:a16="http://schemas.microsoft.com/office/drawing/2014/main" id="{389391AB-5785-40C1-B58E-23D90C5F91E4}"/>
              </a:ext>
            </a:extLst>
          </p:cNvPr>
          <p:cNvSpPr>
            <a:spLocks noGrp="1"/>
          </p:cNvSpPr>
          <p:nvPr/>
        </p:nvSpPr>
        <p:spPr>
          <a:xfrm>
            <a:off x="4254669" y="387233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" name="02_predicted_pose_3374">
            <a:extLst>
              <a:ext uri="{FF2B5EF4-FFF2-40B4-BE49-F238E27FC236}">
                <a16:creationId xmlns:a16="http://schemas.microsoft.com/office/drawing/2014/main" id="{335C207D-18D0-4E77-9D25-A2A12B297649}"/>
              </a:ext>
            </a:extLst>
          </p:cNvPr>
          <p:cNvSpPr>
            <a:spLocks noGrp="1"/>
          </p:cNvSpPr>
          <p:nvPr/>
        </p:nvSpPr>
        <p:spPr>
          <a:xfrm>
            <a:off x="4353110" y="35426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" name="02_predicted_pose_3375">
            <a:extLst>
              <a:ext uri="{FF2B5EF4-FFF2-40B4-BE49-F238E27FC236}">
                <a16:creationId xmlns:a16="http://schemas.microsoft.com/office/drawing/2014/main" id="{A9530CBA-424F-4758-8BC1-C2E3634E2673}"/>
              </a:ext>
            </a:extLst>
          </p:cNvPr>
          <p:cNvSpPr>
            <a:spLocks noGrp="1"/>
          </p:cNvSpPr>
          <p:nvPr/>
        </p:nvSpPr>
        <p:spPr>
          <a:xfrm>
            <a:off x="4208730" y="37967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" name="02_predicted_pose_3376">
            <a:extLst>
              <a:ext uri="{FF2B5EF4-FFF2-40B4-BE49-F238E27FC236}">
                <a16:creationId xmlns:a16="http://schemas.microsoft.com/office/drawing/2014/main" id="{2A1D66C1-B122-4D00-89DC-12199827AB55}"/>
              </a:ext>
            </a:extLst>
          </p:cNvPr>
          <p:cNvSpPr>
            <a:spLocks noGrp="1"/>
          </p:cNvSpPr>
          <p:nvPr/>
        </p:nvSpPr>
        <p:spPr>
          <a:xfrm>
            <a:off x="4307171" y="38543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" name="02_predicted_pose_3377">
            <a:extLst>
              <a:ext uri="{FF2B5EF4-FFF2-40B4-BE49-F238E27FC236}">
                <a16:creationId xmlns:a16="http://schemas.microsoft.com/office/drawing/2014/main" id="{258DB688-B7EC-408D-9510-0DAAFC7C9C1E}"/>
              </a:ext>
            </a:extLst>
          </p:cNvPr>
          <p:cNvSpPr>
            <a:spLocks noGrp="1"/>
          </p:cNvSpPr>
          <p:nvPr/>
        </p:nvSpPr>
        <p:spPr>
          <a:xfrm>
            <a:off x="4042109" y="38936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" name="02_predicted_pose_3378">
            <a:extLst>
              <a:ext uri="{FF2B5EF4-FFF2-40B4-BE49-F238E27FC236}">
                <a16:creationId xmlns:a16="http://schemas.microsoft.com/office/drawing/2014/main" id="{62AF39A5-AA1B-45FF-9BC5-485A11B876DC}"/>
              </a:ext>
            </a:extLst>
          </p:cNvPr>
          <p:cNvSpPr>
            <a:spLocks noGrp="1"/>
          </p:cNvSpPr>
          <p:nvPr/>
        </p:nvSpPr>
        <p:spPr>
          <a:xfrm>
            <a:off x="4140551" y="361315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" name="02_predicted_pose_3379">
            <a:extLst>
              <a:ext uri="{FF2B5EF4-FFF2-40B4-BE49-F238E27FC236}">
                <a16:creationId xmlns:a16="http://schemas.microsoft.com/office/drawing/2014/main" id="{DB2A2F7E-0D01-4788-AC02-3DA624E816ED}"/>
              </a:ext>
            </a:extLst>
          </p:cNvPr>
          <p:cNvSpPr>
            <a:spLocks noGrp="1"/>
          </p:cNvSpPr>
          <p:nvPr/>
        </p:nvSpPr>
        <p:spPr>
          <a:xfrm>
            <a:off x="4238992" y="37954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" name="02_predicted_pose_3380">
            <a:extLst>
              <a:ext uri="{FF2B5EF4-FFF2-40B4-BE49-F238E27FC236}">
                <a16:creationId xmlns:a16="http://schemas.microsoft.com/office/drawing/2014/main" id="{9CBC4BB4-8BE5-407D-B467-ABAA19B8A150}"/>
              </a:ext>
            </a:extLst>
          </p:cNvPr>
          <p:cNvSpPr>
            <a:spLocks noGrp="1"/>
          </p:cNvSpPr>
          <p:nvPr/>
        </p:nvSpPr>
        <p:spPr>
          <a:xfrm>
            <a:off x="4337432" y="358359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" name="02_predicted_pose_3381">
            <a:extLst>
              <a:ext uri="{FF2B5EF4-FFF2-40B4-BE49-F238E27FC236}">
                <a16:creationId xmlns:a16="http://schemas.microsoft.com/office/drawing/2014/main" id="{28704C8B-3683-4E15-8BD5-36C3E847E6E7}"/>
              </a:ext>
            </a:extLst>
          </p:cNvPr>
          <p:cNvSpPr>
            <a:spLocks noGrp="1"/>
          </p:cNvSpPr>
          <p:nvPr/>
        </p:nvSpPr>
        <p:spPr>
          <a:xfrm>
            <a:off x="4072372" y="37728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" name="02_predicted_pose_3382">
            <a:extLst>
              <a:ext uri="{FF2B5EF4-FFF2-40B4-BE49-F238E27FC236}">
                <a16:creationId xmlns:a16="http://schemas.microsoft.com/office/drawing/2014/main" id="{65E06AD8-E269-482B-B949-CCD703521D66}"/>
              </a:ext>
            </a:extLst>
          </p:cNvPr>
          <p:cNvSpPr>
            <a:spLocks noGrp="1"/>
          </p:cNvSpPr>
          <p:nvPr/>
        </p:nvSpPr>
        <p:spPr>
          <a:xfrm>
            <a:off x="4170812" y="378282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" name="02_predicted_pose_3383">
            <a:extLst>
              <a:ext uri="{FF2B5EF4-FFF2-40B4-BE49-F238E27FC236}">
                <a16:creationId xmlns:a16="http://schemas.microsoft.com/office/drawing/2014/main" id="{AF513453-A036-4BF1-9BEF-23D62C140C81}"/>
              </a:ext>
            </a:extLst>
          </p:cNvPr>
          <p:cNvSpPr>
            <a:spLocks noGrp="1"/>
          </p:cNvSpPr>
          <p:nvPr/>
        </p:nvSpPr>
        <p:spPr>
          <a:xfrm>
            <a:off x="4269253" y="36784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" name="02_predicted_pose_3384">
            <a:extLst>
              <a:ext uri="{FF2B5EF4-FFF2-40B4-BE49-F238E27FC236}">
                <a16:creationId xmlns:a16="http://schemas.microsoft.com/office/drawing/2014/main" id="{B6631B4F-9518-42E6-82EB-E8F2160DD360}"/>
              </a:ext>
            </a:extLst>
          </p:cNvPr>
          <p:cNvSpPr>
            <a:spLocks noGrp="1"/>
          </p:cNvSpPr>
          <p:nvPr/>
        </p:nvSpPr>
        <p:spPr>
          <a:xfrm>
            <a:off x="4367695" y="375812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" name="02_predicted_pose_3385">
            <a:extLst>
              <a:ext uri="{FF2B5EF4-FFF2-40B4-BE49-F238E27FC236}">
                <a16:creationId xmlns:a16="http://schemas.microsoft.com/office/drawing/2014/main" id="{7CA01497-CBBD-460A-809E-C301DCCD92DF}"/>
              </a:ext>
            </a:extLst>
          </p:cNvPr>
          <p:cNvSpPr>
            <a:spLocks noGrp="1"/>
          </p:cNvSpPr>
          <p:nvPr/>
        </p:nvSpPr>
        <p:spPr>
          <a:xfrm>
            <a:off x="4321755" y="359104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" name="02_predicted_pose_3386">
            <a:extLst>
              <a:ext uri="{FF2B5EF4-FFF2-40B4-BE49-F238E27FC236}">
                <a16:creationId xmlns:a16="http://schemas.microsoft.com/office/drawing/2014/main" id="{776D3531-A16E-4EFA-A45A-085A7C1815A6}"/>
              </a:ext>
            </a:extLst>
          </p:cNvPr>
          <p:cNvSpPr>
            <a:spLocks noGrp="1"/>
          </p:cNvSpPr>
          <p:nvPr/>
        </p:nvSpPr>
        <p:spPr>
          <a:xfrm>
            <a:off x="4056694" y="38102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" name="02_predicted_pose_3387">
            <a:extLst>
              <a:ext uri="{FF2B5EF4-FFF2-40B4-BE49-F238E27FC236}">
                <a16:creationId xmlns:a16="http://schemas.microsoft.com/office/drawing/2014/main" id="{C2EC60CE-FAA1-4400-93D1-A9F6FDBC8099}"/>
              </a:ext>
            </a:extLst>
          </p:cNvPr>
          <p:cNvSpPr>
            <a:spLocks noGrp="1"/>
          </p:cNvSpPr>
          <p:nvPr/>
        </p:nvSpPr>
        <p:spPr>
          <a:xfrm>
            <a:off x="4155135" y="376147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" name="02_predicted_pose_3388">
            <a:extLst>
              <a:ext uri="{FF2B5EF4-FFF2-40B4-BE49-F238E27FC236}">
                <a16:creationId xmlns:a16="http://schemas.microsoft.com/office/drawing/2014/main" id="{9BFF2522-346F-4330-9C60-FAB5A3506187}"/>
              </a:ext>
            </a:extLst>
          </p:cNvPr>
          <p:cNvSpPr>
            <a:spLocks noGrp="1"/>
          </p:cNvSpPr>
          <p:nvPr/>
        </p:nvSpPr>
        <p:spPr>
          <a:xfrm>
            <a:off x="4253575" y="37898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" name="02_predicted_pose_3389">
            <a:extLst>
              <a:ext uri="{FF2B5EF4-FFF2-40B4-BE49-F238E27FC236}">
                <a16:creationId xmlns:a16="http://schemas.microsoft.com/office/drawing/2014/main" id="{CB273166-C44B-49FA-A1AD-D54F849B19F7}"/>
              </a:ext>
            </a:extLst>
          </p:cNvPr>
          <p:cNvSpPr>
            <a:spLocks noGrp="1"/>
          </p:cNvSpPr>
          <p:nvPr/>
        </p:nvSpPr>
        <p:spPr>
          <a:xfrm>
            <a:off x="4352017" y="378035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" name="02_predicted_pose_3390">
            <a:extLst>
              <a:ext uri="{FF2B5EF4-FFF2-40B4-BE49-F238E27FC236}">
                <a16:creationId xmlns:a16="http://schemas.microsoft.com/office/drawing/2014/main" id="{38653A09-7B6B-4C84-9C85-409C9646E45A}"/>
              </a:ext>
            </a:extLst>
          </p:cNvPr>
          <p:cNvSpPr>
            <a:spLocks noGrp="1"/>
          </p:cNvSpPr>
          <p:nvPr/>
        </p:nvSpPr>
        <p:spPr>
          <a:xfrm>
            <a:off x="4086955" y="37611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" name="02_predicted_pose_3391">
            <a:extLst>
              <a:ext uri="{FF2B5EF4-FFF2-40B4-BE49-F238E27FC236}">
                <a16:creationId xmlns:a16="http://schemas.microsoft.com/office/drawing/2014/main" id="{9E4C53BC-A0E7-4D09-A8CF-66A68F3EDCF4}"/>
              </a:ext>
            </a:extLst>
          </p:cNvPr>
          <p:cNvSpPr>
            <a:spLocks noGrp="1"/>
          </p:cNvSpPr>
          <p:nvPr/>
        </p:nvSpPr>
        <p:spPr>
          <a:xfrm>
            <a:off x="4185396" y="37351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" name="02_predicted_pose_3392">
            <a:extLst>
              <a:ext uri="{FF2B5EF4-FFF2-40B4-BE49-F238E27FC236}">
                <a16:creationId xmlns:a16="http://schemas.microsoft.com/office/drawing/2014/main" id="{2A374352-630A-4EE5-93A7-66F90AFDC186}"/>
              </a:ext>
            </a:extLst>
          </p:cNvPr>
          <p:cNvSpPr>
            <a:spLocks noGrp="1"/>
          </p:cNvSpPr>
          <p:nvPr/>
        </p:nvSpPr>
        <p:spPr>
          <a:xfrm>
            <a:off x="4283837" y="380371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" name="02_predicted_pose_3393">
            <a:extLst>
              <a:ext uri="{FF2B5EF4-FFF2-40B4-BE49-F238E27FC236}">
                <a16:creationId xmlns:a16="http://schemas.microsoft.com/office/drawing/2014/main" id="{AD19319C-FEF4-466B-B3B4-B84CF1F4E9F3}"/>
              </a:ext>
            </a:extLst>
          </p:cNvPr>
          <p:cNvSpPr>
            <a:spLocks noGrp="1"/>
          </p:cNvSpPr>
          <p:nvPr/>
        </p:nvSpPr>
        <p:spPr>
          <a:xfrm>
            <a:off x="4018776" y="388955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" name="02_predicted_pose_3394">
            <a:extLst>
              <a:ext uri="{FF2B5EF4-FFF2-40B4-BE49-F238E27FC236}">
                <a16:creationId xmlns:a16="http://schemas.microsoft.com/office/drawing/2014/main" id="{78F58D33-0D20-402B-B172-7E9EB7D0C10D}"/>
              </a:ext>
            </a:extLst>
          </p:cNvPr>
          <p:cNvSpPr>
            <a:spLocks noGrp="1"/>
          </p:cNvSpPr>
          <p:nvPr/>
        </p:nvSpPr>
        <p:spPr>
          <a:xfrm>
            <a:off x="4237898" y="38134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" name="02_predicted_pose_3395">
            <a:extLst>
              <a:ext uri="{FF2B5EF4-FFF2-40B4-BE49-F238E27FC236}">
                <a16:creationId xmlns:a16="http://schemas.microsoft.com/office/drawing/2014/main" id="{EEE566C6-9C3D-44EA-980C-A33CB1A4D48A}"/>
              </a:ext>
            </a:extLst>
          </p:cNvPr>
          <p:cNvSpPr>
            <a:spLocks noGrp="1"/>
          </p:cNvSpPr>
          <p:nvPr/>
        </p:nvSpPr>
        <p:spPr>
          <a:xfrm>
            <a:off x="4336339" y="378546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" name="02_predicted_pose_3396">
            <a:extLst>
              <a:ext uri="{FF2B5EF4-FFF2-40B4-BE49-F238E27FC236}">
                <a16:creationId xmlns:a16="http://schemas.microsoft.com/office/drawing/2014/main" id="{09FFB847-D9B5-47DB-B1E5-7EE41F6515E1}"/>
              </a:ext>
            </a:extLst>
          </p:cNvPr>
          <p:cNvSpPr>
            <a:spLocks noGrp="1"/>
          </p:cNvSpPr>
          <p:nvPr/>
        </p:nvSpPr>
        <p:spPr>
          <a:xfrm>
            <a:off x="4071278" y="35860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" name="02_predicted_pose_3397">
            <a:extLst>
              <a:ext uri="{FF2B5EF4-FFF2-40B4-BE49-F238E27FC236}">
                <a16:creationId xmlns:a16="http://schemas.microsoft.com/office/drawing/2014/main" id="{85D13A4C-2C70-4F81-9B98-6B37C3401C32}"/>
              </a:ext>
            </a:extLst>
          </p:cNvPr>
          <p:cNvSpPr>
            <a:spLocks noGrp="1"/>
          </p:cNvSpPr>
          <p:nvPr/>
        </p:nvSpPr>
        <p:spPr>
          <a:xfrm>
            <a:off x="4169718" y="37672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9" name="02_predicted_pose_3398">
            <a:extLst>
              <a:ext uri="{FF2B5EF4-FFF2-40B4-BE49-F238E27FC236}">
                <a16:creationId xmlns:a16="http://schemas.microsoft.com/office/drawing/2014/main" id="{CFBF60BF-2DD7-4537-B3F5-E2E3CC9D5BFB}"/>
              </a:ext>
            </a:extLst>
          </p:cNvPr>
          <p:cNvSpPr>
            <a:spLocks noGrp="1"/>
          </p:cNvSpPr>
          <p:nvPr/>
        </p:nvSpPr>
        <p:spPr>
          <a:xfrm>
            <a:off x="4268160" y="35736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0" name="02_predicted_pose_3399">
            <a:extLst>
              <a:ext uri="{FF2B5EF4-FFF2-40B4-BE49-F238E27FC236}">
                <a16:creationId xmlns:a16="http://schemas.microsoft.com/office/drawing/2014/main" id="{E3D76EB7-2B9E-4036-8CED-6CC0193C4B5E}"/>
              </a:ext>
            </a:extLst>
          </p:cNvPr>
          <p:cNvSpPr>
            <a:spLocks noGrp="1"/>
          </p:cNvSpPr>
          <p:nvPr/>
        </p:nvSpPr>
        <p:spPr>
          <a:xfrm>
            <a:off x="4366601" y="36179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1" name="02_predicted_pose_3400">
            <a:extLst>
              <a:ext uri="{FF2B5EF4-FFF2-40B4-BE49-F238E27FC236}">
                <a16:creationId xmlns:a16="http://schemas.microsoft.com/office/drawing/2014/main" id="{9BAFA984-FD2D-4643-94DA-577199F8432B}"/>
              </a:ext>
            </a:extLst>
          </p:cNvPr>
          <p:cNvSpPr>
            <a:spLocks noGrp="1"/>
          </p:cNvSpPr>
          <p:nvPr/>
        </p:nvSpPr>
        <p:spPr>
          <a:xfrm>
            <a:off x="4101539" y="381171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2" name="02_predicted_pose_3401">
            <a:extLst>
              <a:ext uri="{FF2B5EF4-FFF2-40B4-BE49-F238E27FC236}">
                <a16:creationId xmlns:a16="http://schemas.microsoft.com/office/drawing/2014/main" id="{0A22ED4C-1EDA-4F21-AB08-BD0D820AA654}"/>
              </a:ext>
            </a:extLst>
          </p:cNvPr>
          <p:cNvSpPr>
            <a:spLocks noGrp="1"/>
          </p:cNvSpPr>
          <p:nvPr/>
        </p:nvSpPr>
        <p:spPr>
          <a:xfrm>
            <a:off x="4199980" y="381314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" name="02_predicted_pose_3402">
            <a:extLst>
              <a:ext uri="{FF2B5EF4-FFF2-40B4-BE49-F238E27FC236}">
                <a16:creationId xmlns:a16="http://schemas.microsoft.com/office/drawing/2014/main" id="{966E9FAA-4349-4FF9-BEA8-74D3AA68A0CB}"/>
              </a:ext>
            </a:extLst>
          </p:cNvPr>
          <p:cNvSpPr>
            <a:spLocks noGrp="1"/>
          </p:cNvSpPr>
          <p:nvPr/>
        </p:nvSpPr>
        <p:spPr>
          <a:xfrm>
            <a:off x="4162062" y="369459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" name="02_predicted_pose_3403">
            <a:extLst>
              <a:ext uri="{FF2B5EF4-FFF2-40B4-BE49-F238E27FC236}">
                <a16:creationId xmlns:a16="http://schemas.microsoft.com/office/drawing/2014/main" id="{D44D55AF-164C-4256-8896-E31C3F97575D}"/>
              </a:ext>
            </a:extLst>
          </p:cNvPr>
          <p:cNvSpPr>
            <a:spLocks noGrp="1"/>
          </p:cNvSpPr>
          <p:nvPr/>
        </p:nvSpPr>
        <p:spPr>
          <a:xfrm>
            <a:off x="4176645" y="38533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" name="02_predicted_pose_3404">
            <a:extLst>
              <a:ext uri="{FF2B5EF4-FFF2-40B4-BE49-F238E27FC236}">
                <a16:creationId xmlns:a16="http://schemas.microsoft.com/office/drawing/2014/main" id="{333C2C73-E737-4345-9E03-6496FB4B1199}"/>
              </a:ext>
            </a:extLst>
          </p:cNvPr>
          <p:cNvSpPr>
            <a:spLocks noGrp="1"/>
          </p:cNvSpPr>
          <p:nvPr/>
        </p:nvSpPr>
        <p:spPr>
          <a:xfrm>
            <a:off x="4153311" y="37858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" name="02_predicted_pose_3405">
            <a:extLst>
              <a:ext uri="{FF2B5EF4-FFF2-40B4-BE49-F238E27FC236}">
                <a16:creationId xmlns:a16="http://schemas.microsoft.com/office/drawing/2014/main" id="{DFA8AE02-3AF1-4793-B622-96F662B2019A}"/>
              </a:ext>
            </a:extLst>
          </p:cNvPr>
          <p:cNvSpPr>
            <a:spLocks noGrp="1"/>
          </p:cNvSpPr>
          <p:nvPr/>
        </p:nvSpPr>
        <p:spPr>
          <a:xfrm>
            <a:off x="4182479" y="38334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" name="02_predicted_pose_3406">
            <a:extLst>
              <a:ext uri="{FF2B5EF4-FFF2-40B4-BE49-F238E27FC236}">
                <a16:creationId xmlns:a16="http://schemas.microsoft.com/office/drawing/2014/main" id="{F9F9A157-AA42-424D-B384-A8EBC0F82073}"/>
              </a:ext>
            </a:extLst>
          </p:cNvPr>
          <p:cNvSpPr>
            <a:spLocks noGrp="1"/>
          </p:cNvSpPr>
          <p:nvPr/>
        </p:nvSpPr>
        <p:spPr>
          <a:xfrm>
            <a:off x="4211647" y="381967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" name="02_predicted_pose_3407">
            <a:extLst>
              <a:ext uri="{FF2B5EF4-FFF2-40B4-BE49-F238E27FC236}">
                <a16:creationId xmlns:a16="http://schemas.microsoft.com/office/drawing/2014/main" id="{1340B248-6C7D-49AB-AC0A-553871430154}"/>
              </a:ext>
            </a:extLst>
          </p:cNvPr>
          <p:cNvSpPr>
            <a:spLocks noGrp="1"/>
          </p:cNvSpPr>
          <p:nvPr/>
        </p:nvSpPr>
        <p:spPr>
          <a:xfrm>
            <a:off x="4193052" y="37721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" name="02_predicted_pose_3408">
            <a:extLst>
              <a:ext uri="{FF2B5EF4-FFF2-40B4-BE49-F238E27FC236}">
                <a16:creationId xmlns:a16="http://schemas.microsoft.com/office/drawing/2014/main" id="{D78BE8E5-D6CF-4C4A-AC43-80D1D50A88C0}"/>
              </a:ext>
            </a:extLst>
          </p:cNvPr>
          <p:cNvSpPr>
            <a:spLocks noGrp="1"/>
          </p:cNvSpPr>
          <p:nvPr/>
        </p:nvSpPr>
        <p:spPr>
          <a:xfrm>
            <a:off x="4026432" y="38609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" name="02_predicted_pose_3409">
            <a:extLst>
              <a:ext uri="{FF2B5EF4-FFF2-40B4-BE49-F238E27FC236}">
                <a16:creationId xmlns:a16="http://schemas.microsoft.com/office/drawing/2014/main" id="{537788DE-A146-4BAF-B95C-5F35A2F73514}"/>
              </a:ext>
            </a:extLst>
          </p:cNvPr>
          <p:cNvSpPr>
            <a:spLocks noGrp="1"/>
          </p:cNvSpPr>
          <p:nvPr/>
        </p:nvSpPr>
        <p:spPr>
          <a:xfrm>
            <a:off x="4223314" y="385681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" name="02_predicted_pose_3410">
            <a:extLst>
              <a:ext uri="{FF2B5EF4-FFF2-40B4-BE49-F238E27FC236}">
                <a16:creationId xmlns:a16="http://schemas.microsoft.com/office/drawing/2014/main" id="{56E7B5B9-A31A-4E77-911A-46F473EA14B0}"/>
              </a:ext>
            </a:extLst>
          </p:cNvPr>
          <p:cNvSpPr>
            <a:spLocks noGrp="1"/>
          </p:cNvSpPr>
          <p:nvPr/>
        </p:nvSpPr>
        <p:spPr>
          <a:xfrm>
            <a:off x="4056694" y="38164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" name="02_predicted_pose_3411">
            <a:extLst>
              <a:ext uri="{FF2B5EF4-FFF2-40B4-BE49-F238E27FC236}">
                <a16:creationId xmlns:a16="http://schemas.microsoft.com/office/drawing/2014/main" id="{EF8E8462-2661-4129-82CD-300C2EEC3D89}"/>
              </a:ext>
            </a:extLst>
          </p:cNvPr>
          <p:cNvSpPr>
            <a:spLocks noGrp="1"/>
          </p:cNvSpPr>
          <p:nvPr/>
        </p:nvSpPr>
        <p:spPr>
          <a:xfrm>
            <a:off x="4202532" y="394147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" name="02_predicted_pose_3412">
            <a:extLst>
              <a:ext uri="{FF2B5EF4-FFF2-40B4-BE49-F238E27FC236}">
                <a16:creationId xmlns:a16="http://schemas.microsoft.com/office/drawing/2014/main" id="{8E46FDB1-A31C-42B7-8ECB-2AEDBFD87D30}"/>
              </a:ext>
            </a:extLst>
          </p:cNvPr>
          <p:cNvSpPr>
            <a:spLocks noGrp="1"/>
          </p:cNvSpPr>
          <p:nvPr/>
        </p:nvSpPr>
        <p:spPr>
          <a:xfrm>
            <a:off x="4217116" y="39246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" name="02_predicted_pose_3413">
            <a:extLst>
              <a:ext uri="{FF2B5EF4-FFF2-40B4-BE49-F238E27FC236}">
                <a16:creationId xmlns:a16="http://schemas.microsoft.com/office/drawing/2014/main" id="{5153F9A5-E316-4463-B2D4-608051C2FCA7}"/>
              </a:ext>
            </a:extLst>
          </p:cNvPr>
          <p:cNvSpPr>
            <a:spLocks noGrp="1"/>
          </p:cNvSpPr>
          <p:nvPr/>
        </p:nvSpPr>
        <p:spPr>
          <a:xfrm>
            <a:off x="4260868" y="373871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" name="02_predicted_pose_3414">
            <a:extLst>
              <a:ext uri="{FF2B5EF4-FFF2-40B4-BE49-F238E27FC236}">
                <a16:creationId xmlns:a16="http://schemas.microsoft.com/office/drawing/2014/main" id="{E0757D33-8CD8-487B-9D13-68194561F33A}"/>
              </a:ext>
            </a:extLst>
          </p:cNvPr>
          <p:cNvSpPr>
            <a:spLocks noGrp="1"/>
          </p:cNvSpPr>
          <p:nvPr/>
        </p:nvSpPr>
        <p:spPr>
          <a:xfrm>
            <a:off x="4275451" y="38580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" name="02_predicted_pose_3415">
            <a:extLst>
              <a:ext uri="{FF2B5EF4-FFF2-40B4-BE49-F238E27FC236}">
                <a16:creationId xmlns:a16="http://schemas.microsoft.com/office/drawing/2014/main" id="{156ABE39-D2DB-424C-8B23-25AA3BFEED6C}"/>
              </a:ext>
            </a:extLst>
          </p:cNvPr>
          <p:cNvSpPr>
            <a:spLocks noGrp="1"/>
          </p:cNvSpPr>
          <p:nvPr/>
        </p:nvSpPr>
        <p:spPr>
          <a:xfrm>
            <a:off x="4319203" y="401570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" name="02_predicted_pose_3416">
            <a:extLst>
              <a:ext uri="{FF2B5EF4-FFF2-40B4-BE49-F238E27FC236}">
                <a16:creationId xmlns:a16="http://schemas.microsoft.com/office/drawing/2014/main" id="{D3370164-119C-4602-B350-FB070F17840E}"/>
              </a:ext>
            </a:extLst>
          </p:cNvPr>
          <p:cNvSpPr>
            <a:spLocks noGrp="1"/>
          </p:cNvSpPr>
          <p:nvPr/>
        </p:nvSpPr>
        <p:spPr>
          <a:xfrm>
            <a:off x="4333787" y="39765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" name="02_predicted_pose_3417">
            <a:extLst>
              <a:ext uri="{FF2B5EF4-FFF2-40B4-BE49-F238E27FC236}">
                <a16:creationId xmlns:a16="http://schemas.microsoft.com/office/drawing/2014/main" id="{59AD42DB-E52F-41C7-90A3-5CC16C9885F0}"/>
              </a:ext>
            </a:extLst>
          </p:cNvPr>
          <p:cNvSpPr>
            <a:spLocks noGrp="1"/>
          </p:cNvSpPr>
          <p:nvPr/>
        </p:nvSpPr>
        <p:spPr>
          <a:xfrm>
            <a:off x="4050131" y="400641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" name="02_predicted_pose_3418">
            <a:extLst>
              <a:ext uri="{FF2B5EF4-FFF2-40B4-BE49-F238E27FC236}">
                <a16:creationId xmlns:a16="http://schemas.microsoft.com/office/drawing/2014/main" id="{C40CCD90-F51A-4DAA-884A-250FD4CF997C}"/>
              </a:ext>
            </a:extLst>
          </p:cNvPr>
          <p:cNvSpPr>
            <a:spLocks noGrp="1"/>
          </p:cNvSpPr>
          <p:nvPr/>
        </p:nvSpPr>
        <p:spPr>
          <a:xfrm>
            <a:off x="4148571" y="38248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" name="02_predicted_pose_3419">
            <a:extLst>
              <a:ext uri="{FF2B5EF4-FFF2-40B4-BE49-F238E27FC236}">
                <a16:creationId xmlns:a16="http://schemas.microsoft.com/office/drawing/2014/main" id="{AB33BA1E-7E4D-4E75-AB41-9FB19A879F34}"/>
              </a:ext>
            </a:extLst>
          </p:cNvPr>
          <p:cNvSpPr>
            <a:spLocks noGrp="1"/>
          </p:cNvSpPr>
          <p:nvPr/>
        </p:nvSpPr>
        <p:spPr>
          <a:xfrm>
            <a:off x="4080392" y="378185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" name="02_predicted_pose_3420">
            <a:extLst>
              <a:ext uri="{FF2B5EF4-FFF2-40B4-BE49-F238E27FC236}">
                <a16:creationId xmlns:a16="http://schemas.microsoft.com/office/drawing/2014/main" id="{74DCF40C-5A57-403C-9F42-27858D5D177A}"/>
              </a:ext>
            </a:extLst>
          </p:cNvPr>
          <p:cNvSpPr>
            <a:spLocks noGrp="1"/>
          </p:cNvSpPr>
          <p:nvPr/>
        </p:nvSpPr>
        <p:spPr>
          <a:xfrm>
            <a:off x="4178834" y="375316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" name="02_predicted_pose_3421">
            <a:extLst>
              <a:ext uri="{FF2B5EF4-FFF2-40B4-BE49-F238E27FC236}">
                <a16:creationId xmlns:a16="http://schemas.microsoft.com/office/drawing/2014/main" id="{9E2CC068-C08B-4AE7-ABC2-555BD12B4F71}"/>
              </a:ext>
            </a:extLst>
          </p:cNvPr>
          <p:cNvSpPr>
            <a:spLocks noGrp="1"/>
          </p:cNvSpPr>
          <p:nvPr/>
        </p:nvSpPr>
        <p:spPr>
          <a:xfrm>
            <a:off x="4230970" y="38554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" name="02_predicted_pose_3422">
            <a:extLst>
              <a:ext uri="{FF2B5EF4-FFF2-40B4-BE49-F238E27FC236}">
                <a16:creationId xmlns:a16="http://schemas.microsoft.com/office/drawing/2014/main" id="{E322CE39-9E21-4F2D-A080-41B6AC46B14D}"/>
              </a:ext>
            </a:extLst>
          </p:cNvPr>
          <p:cNvSpPr>
            <a:spLocks noGrp="1"/>
          </p:cNvSpPr>
          <p:nvPr/>
        </p:nvSpPr>
        <p:spPr>
          <a:xfrm>
            <a:off x="4058881" y="376126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" name="02_predicted_pose_3423">
            <a:extLst>
              <a:ext uri="{FF2B5EF4-FFF2-40B4-BE49-F238E27FC236}">
                <a16:creationId xmlns:a16="http://schemas.microsoft.com/office/drawing/2014/main" id="{A0B7D500-3D4C-4A8D-8B65-7DD9264BF24E}"/>
              </a:ext>
            </a:extLst>
          </p:cNvPr>
          <p:cNvSpPr>
            <a:spLocks noGrp="1"/>
          </p:cNvSpPr>
          <p:nvPr/>
        </p:nvSpPr>
        <p:spPr>
          <a:xfrm>
            <a:off x="4088048" y="40089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" name="02_predicted_pose_3424">
            <a:extLst>
              <a:ext uri="{FF2B5EF4-FFF2-40B4-BE49-F238E27FC236}">
                <a16:creationId xmlns:a16="http://schemas.microsoft.com/office/drawing/2014/main" id="{C2C8A2F8-3665-49D6-BC67-7B696BE04403}"/>
              </a:ext>
            </a:extLst>
          </p:cNvPr>
          <p:cNvSpPr>
            <a:spLocks noGrp="1"/>
          </p:cNvSpPr>
          <p:nvPr/>
        </p:nvSpPr>
        <p:spPr>
          <a:xfrm>
            <a:off x="4327224" y="35233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" name="02_predicted_pose_3425">
            <a:extLst>
              <a:ext uri="{FF2B5EF4-FFF2-40B4-BE49-F238E27FC236}">
                <a16:creationId xmlns:a16="http://schemas.microsoft.com/office/drawing/2014/main" id="{37740B56-12A9-4FBD-A02F-CB7319816266}"/>
              </a:ext>
            </a:extLst>
          </p:cNvPr>
          <p:cNvSpPr>
            <a:spLocks noGrp="1"/>
          </p:cNvSpPr>
          <p:nvPr/>
        </p:nvSpPr>
        <p:spPr>
          <a:xfrm>
            <a:off x="4194147" y="375990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" name="02_predicted_pose_3426">
            <a:extLst>
              <a:ext uri="{FF2B5EF4-FFF2-40B4-BE49-F238E27FC236}">
                <a16:creationId xmlns:a16="http://schemas.microsoft.com/office/drawing/2014/main" id="{5E44D1D3-0F11-4FF5-B931-8E7D65F20EF1}"/>
              </a:ext>
            </a:extLst>
          </p:cNvPr>
          <p:cNvSpPr>
            <a:spLocks noGrp="1"/>
          </p:cNvSpPr>
          <p:nvPr/>
        </p:nvSpPr>
        <p:spPr>
          <a:xfrm>
            <a:off x="4065443" y="37899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" name="02_predicted_pose_3427">
            <a:extLst>
              <a:ext uri="{FF2B5EF4-FFF2-40B4-BE49-F238E27FC236}">
                <a16:creationId xmlns:a16="http://schemas.microsoft.com/office/drawing/2014/main" id="{9486FABB-7926-486D-9A19-CD3DB753D0EA}"/>
              </a:ext>
            </a:extLst>
          </p:cNvPr>
          <p:cNvSpPr>
            <a:spLocks noGrp="1"/>
          </p:cNvSpPr>
          <p:nvPr/>
        </p:nvSpPr>
        <p:spPr>
          <a:xfrm>
            <a:off x="4109195" y="370030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" name="02_predicted_pose_3428">
            <a:extLst>
              <a:ext uri="{FF2B5EF4-FFF2-40B4-BE49-F238E27FC236}">
                <a16:creationId xmlns:a16="http://schemas.microsoft.com/office/drawing/2014/main" id="{F9BEF3D2-E19D-42BF-B9D9-CA3B388763E7}"/>
              </a:ext>
            </a:extLst>
          </p:cNvPr>
          <p:cNvSpPr>
            <a:spLocks noGrp="1"/>
          </p:cNvSpPr>
          <p:nvPr/>
        </p:nvSpPr>
        <p:spPr>
          <a:xfrm>
            <a:off x="4152947" y="36432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" name="02_predicted_pose_3429">
            <a:extLst>
              <a:ext uri="{FF2B5EF4-FFF2-40B4-BE49-F238E27FC236}">
                <a16:creationId xmlns:a16="http://schemas.microsoft.com/office/drawing/2014/main" id="{9C22E154-77D0-47AB-9824-015B644A29FC}"/>
              </a:ext>
            </a:extLst>
          </p:cNvPr>
          <p:cNvSpPr>
            <a:spLocks noGrp="1"/>
          </p:cNvSpPr>
          <p:nvPr/>
        </p:nvSpPr>
        <p:spPr>
          <a:xfrm>
            <a:off x="4337432" y="285400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" name="02_predicted_pose_3430">
            <a:extLst>
              <a:ext uri="{FF2B5EF4-FFF2-40B4-BE49-F238E27FC236}">
                <a16:creationId xmlns:a16="http://schemas.microsoft.com/office/drawing/2014/main" id="{92853356-5DB5-4272-87DC-FFEE7005036B}"/>
              </a:ext>
            </a:extLst>
          </p:cNvPr>
          <p:cNvSpPr>
            <a:spLocks noGrp="1"/>
          </p:cNvSpPr>
          <p:nvPr/>
        </p:nvSpPr>
        <p:spPr>
          <a:xfrm>
            <a:off x="4017682" y="35460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" name="02_predicted_pose_3431">
            <a:extLst>
              <a:ext uri="{FF2B5EF4-FFF2-40B4-BE49-F238E27FC236}">
                <a16:creationId xmlns:a16="http://schemas.microsoft.com/office/drawing/2014/main" id="{F20B5A41-33C9-48D5-A40E-B7A502C00B0F}"/>
              </a:ext>
            </a:extLst>
          </p:cNvPr>
          <p:cNvSpPr>
            <a:spLocks noGrp="1"/>
          </p:cNvSpPr>
          <p:nvPr/>
        </p:nvSpPr>
        <p:spPr>
          <a:xfrm>
            <a:off x="4239721" y="285231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" name="02_predicted_pose_3432">
            <a:extLst>
              <a:ext uri="{FF2B5EF4-FFF2-40B4-BE49-F238E27FC236}">
                <a16:creationId xmlns:a16="http://schemas.microsoft.com/office/drawing/2014/main" id="{920BF861-8F62-4DEB-9490-13313F0F1FC4}"/>
              </a:ext>
            </a:extLst>
          </p:cNvPr>
          <p:cNvSpPr>
            <a:spLocks noGrp="1"/>
          </p:cNvSpPr>
          <p:nvPr/>
        </p:nvSpPr>
        <p:spPr>
          <a:xfrm>
            <a:off x="4338162" y="32058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" name="02_predicted_pose_3433">
            <a:extLst>
              <a:ext uri="{FF2B5EF4-FFF2-40B4-BE49-F238E27FC236}">
                <a16:creationId xmlns:a16="http://schemas.microsoft.com/office/drawing/2014/main" id="{B5234E90-14F5-4EC6-B84A-4724939AC82B}"/>
              </a:ext>
            </a:extLst>
          </p:cNvPr>
          <p:cNvSpPr>
            <a:spLocks noGrp="1"/>
          </p:cNvSpPr>
          <p:nvPr/>
        </p:nvSpPr>
        <p:spPr>
          <a:xfrm>
            <a:off x="4159145" y="28961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" name="02_predicted_pose_3434">
            <a:extLst>
              <a:ext uri="{FF2B5EF4-FFF2-40B4-BE49-F238E27FC236}">
                <a16:creationId xmlns:a16="http://schemas.microsoft.com/office/drawing/2014/main" id="{3D2E23A8-151C-4F3B-A7D7-AB364F766654}"/>
              </a:ext>
            </a:extLst>
          </p:cNvPr>
          <p:cNvSpPr>
            <a:spLocks noGrp="1"/>
          </p:cNvSpPr>
          <p:nvPr/>
        </p:nvSpPr>
        <p:spPr>
          <a:xfrm>
            <a:off x="4173729" y="34265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" name="02_predicted_pose_3435">
            <a:extLst>
              <a:ext uri="{FF2B5EF4-FFF2-40B4-BE49-F238E27FC236}">
                <a16:creationId xmlns:a16="http://schemas.microsoft.com/office/drawing/2014/main" id="{62682FB7-EAE6-4B68-8606-EEC8651845D1}"/>
              </a:ext>
            </a:extLst>
          </p:cNvPr>
          <p:cNvSpPr>
            <a:spLocks noGrp="1"/>
          </p:cNvSpPr>
          <p:nvPr/>
        </p:nvSpPr>
        <p:spPr>
          <a:xfrm>
            <a:off x="4090966" y="346484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" name="02_predicted_pose_3436">
            <a:extLst>
              <a:ext uri="{FF2B5EF4-FFF2-40B4-BE49-F238E27FC236}">
                <a16:creationId xmlns:a16="http://schemas.microsoft.com/office/drawing/2014/main" id="{5EC6C063-A28F-471C-A34D-121D526A02DD}"/>
              </a:ext>
            </a:extLst>
          </p:cNvPr>
          <p:cNvSpPr>
            <a:spLocks noGrp="1"/>
          </p:cNvSpPr>
          <p:nvPr/>
        </p:nvSpPr>
        <p:spPr>
          <a:xfrm>
            <a:off x="4105550" y="351439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" name="02_predicted_pose_3437">
            <a:extLst>
              <a:ext uri="{FF2B5EF4-FFF2-40B4-BE49-F238E27FC236}">
                <a16:creationId xmlns:a16="http://schemas.microsoft.com/office/drawing/2014/main" id="{36A7675E-D483-4CF7-B51B-10DC2C29FAEF}"/>
              </a:ext>
            </a:extLst>
          </p:cNvPr>
          <p:cNvSpPr>
            <a:spLocks noGrp="1"/>
          </p:cNvSpPr>
          <p:nvPr/>
        </p:nvSpPr>
        <p:spPr>
          <a:xfrm>
            <a:off x="4120133" y="349711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" name="02_predicted_pose_3438">
            <a:extLst>
              <a:ext uri="{FF2B5EF4-FFF2-40B4-BE49-F238E27FC236}">
                <a16:creationId xmlns:a16="http://schemas.microsoft.com/office/drawing/2014/main" id="{A2911E64-B18A-4000-B96E-7372BFE713E9}"/>
              </a:ext>
            </a:extLst>
          </p:cNvPr>
          <p:cNvSpPr>
            <a:spLocks noGrp="1"/>
          </p:cNvSpPr>
          <p:nvPr/>
        </p:nvSpPr>
        <p:spPr>
          <a:xfrm>
            <a:off x="4134717" y="346645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" name="02_predicted_pose_3439">
            <a:extLst>
              <a:ext uri="{FF2B5EF4-FFF2-40B4-BE49-F238E27FC236}">
                <a16:creationId xmlns:a16="http://schemas.microsoft.com/office/drawing/2014/main" id="{32D49C3B-2132-4C0A-BC72-6BF250872427}"/>
              </a:ext>
            </a:extLst>
          </p:cNvPr>
          <p:cNvSpPr>
            <a:spLocks noGrp="1"/>
          </p:cNvSpPr>
          <p:nvPr/>
        </p:nvSpPr>
        <p:spPr>
          <a:xfrm>
            <a:off x="4149302" y="348963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" name="02_predicted_pose_3440">
            <a:extLst>
              <a:ext uri="{FF2B5EF4-FFF2-40B4-BE49-F238E27FC236}">
                <a16:creationId xmlns:a16="http://schemas.microsoft.com/office/drawing/2014/main" id="{A48CE4C8-7BD3-463A-A940-8FF9A04266E7}"/>
              </a:ext>
            </a:extLst>
          </p:cNvPr>
          <p:cNvSpPr>
            <a:spLocks noGrp="1"/>
          </p:cNvSpPr>
          <p:nvPr/>
        </p:nvSpPr>
        <p:spPr>
          <a:xfrm>
            <a:off x="4163885" y="35051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" name="02_predicted_pose_3441">
            <a:extLst>
              <a:ext uri="{FF2B5EF4-FFF2-40B4-BE49-F238E27FC236}">
                <a16:creationId xmlns:a16="http://schemas.microsoft.com/office/drawing/2014/main" id="{4EAE9F40-8178-4BA6-8640-5944C84A0E8B}"/>
              </a:ext>
            </a:extLst>
          </p:cNvPr>
          <p:cNvSpPr>
            <a:spLocks noGrp="1"/>
          </p:cNvSpPr>
          <p:nvPr/>
        </p:nvSpPr>
        <p:spPr>
          <a:xfrm>
            <a:off x="4178469" y="350030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" name="02_predicted_pose_3442">
            <a:extLst>
              <a:ext uri="{FF2B5EF4-FFF2-40B4-BE49-F238E27FC236}">
                <a16:creationId xmlns:a16="http://schemas.microsoft.com/office/drawing/2014/main" id="{1C4BFE9D-609D-4C4B-A6C7-F3415CA155D7}"/>
              </a:ext>
            </a:extLst>
          </p:cNvPr>
          <p:cNvSpPr>
            <a:spLocks noGrp="1"/>
          </p:cNvSpPr>
          <p:nvPr/>
        </p:nvSpPr>
        <p:spPr>
          <a:xfrm>
            <a:off x="4193052" y="349727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" name="02_predicted_pose_3443">
            <a:extLst>
              <a:ext uri="{FF2B5EF4-FFF2-40B4-BE49-F238E27FC236}">
                <a16:creationId xmlns:a16="http://schemas.microsoft.com/office/drawing/2014/main" id="{F0C539CC-C31B-4DA0-B59E-DB643A42A5E9}"/>
              </a:ext>
            </a:extLst>
          </p:cNvPr>
          <p:cNvSpPr>
            <a:spLocks noGrp="1"/>
          </p:cNvSpPr>
          <p:nvPr/>
        </p:nvSpPr>
        <p:spPr>
          <a:xfrm>
            <a:off x="4207636" y="34951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" name="02_predicted_pose_3444">
            <a:extLst>
              <a:ext uri="{FF2B5EF4-FFF2-40B4-BE49-F238E27FC236}">
                <a16:creationId xmlns:a16="http://schemas.microsoft.com/office/drawing/2014/main" id="{AA15F3FB-90CE-485B-A53E-D587316A4283}"/>
              </a:ext>
            </a:extLst>
          </p:cNvPr>
          <p:cNvSpPr>
            <a:spLocks noGrp="1"/>
          </p:cNvSpPr>
          <p:nvPr/>
        </p:nvSpPr>
        <p:spPr>
          <a:xfrm>
            <a:off x="4222221" y="346612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" name="02_predicted_pose_3445">
            <a:extLst>
              <a:ext uri="{FF2B5EF4-FFF2-40B4-BE49-F238E27FC236}">
                <a16:creationId xmlns:a16="http://schemas.microsoft.com/office/drawing/2014/main" id="{15AB82BF-38BB-47F2-86ED-965319F7B1C2}"/>
              </a:ext>
            </a:extLst>
          </p:cNvPr>
          <p:cNvSpPr>
            <a:spLocks noGrp="1"/>
          </p:cNvSpPr>
          <p:nvPr/>
        </p:nvSpPr>
        <p:spPr>
          <a:xfrm>
            <a:off x="4105185" y="34855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" name="02_predicted_pose_3446">
            <a:extLst>
              <a:ext uri="{FF2B5EF4-FFF2-40B4-BE49-F238E27FC236}">
                <a16:creationId xmlns:a16="http://schemas.microsoft.com/office/drawing/2014/main" id="{2D0BE95F-ACA7-437B-A898-015233BCD834}"/>
              </a:ext>
            </a:extLst>
          </p:cNvPr>
          <p:cNvSpPr>
            <a:spLocks noGrp="1"/>
          </p:cNvSpPr>
          <p:nvPr/>
        </p:nvSpPr>
        <p:spPr>
          <a:xfrm>
            <a:off x="4307536" y="384650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" name="02_predicted_pose_3447">
            <a:extLst>
              <a:ext uri="{FF2B5EF4-FFF2-40B4-BE49-F238E27FC236}">
                <a16:creationId xmlns:a16="http://schemas.microsoft.com/office/drawing/2014/main" id="{9C835A50-A2C6-40AA-A627-6F1866C5FA47}"/>
              </a:ext>
            </a:extLst>
          </p:cNvPr>
          <p:cNvSpPr>
            <a:spLocks noGrp="1"/>
          </p:cNvSpPr>
          <p:nvPr/>
        </p:nvSpPr>
        <p:spPr>
          <a:xfrm>
            <a:off x="4171176" y="40096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9" name="02_predicted_pose_3448">
            <a:extLst>
              <a:ext uri="{FF2B5EF4-FFF2-40B4-BE49-F238E27FC236}">
                <a16:creationId xmlns:a16="http://schemas.microsoft.com/office/drawing/2014/main" id="{C8424C33-2A6B-4452-B71A-A0F7DC29F476}"/>
              </a:ext>
            </a:extLst>
          </p:cNvPr>
          <p:cNvSpPr>
            <a:spLocks noGrp="1"/>
          </p:cNvSpPr>
          <p:nvPr/>
        </p:nvSpPr>
        <p:spPr>
          <a:xfrm>
            <a:off x="4057058" y="39670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0" name="02_predicted_pose_3449">
            <a:extLst>
              <a:ext uri="{FF2B5EF4-FFF2-40B4-BE49-F238E27FC236}">
                <a16:creationId xmlns:a16="http://schemas.microsoft.com/office/drawing/2014/main" id="{228350E1-6B51-43BB-BF1E-46BFE997EE75}"/>
              </a:ext>
            </a:extLst>
          </p:cNvPr>
          <p:cNvSpPr>
            <a:spLocks noGrp="1"/>
          </p:cNvSpPr>
          <p:nvPr/>
        </p:nvSpPr>
        <p:spPr>
          <a:xfrm>
            <a:off x="4185761" y="388725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1" name="02_predicted_pose_3450">
            <a:extLst>
              <a:ext uri="{FF2B5EF4-FFF2-40B4-BE49-F238E27FC236}">
                <a16:creationId xmlns:a16="http://schemas.microsoft.com/office/drawing/2014/main" id="{DC41E5F8-F5C1-4703-9F12-646E2A6C87FD}"/>
              </a:ext>
            </a:extLst>
          </p:cNvPr>
          <p:cNvSpPr>
            <a:spLocks noGrp="1"/>
          </p:cNvSpPr>
          <p:nvPr/>
        </p:nvSpPr>
        <p:spPr>
          <a:xfrm>
            <a:off x="4299150" y="36850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2" name="02_predicted_pose_3451">
            <a:extLst>
              <a:ext uri="{FF2B5EF4-FFF2-40B4-BE49-F238E27FC236}">
                <a16:creationId xmlns:a16="http://schemas.microsoft.com/office/drawing/2014/main" id="{C1A45EFE-16E3-49C1-8DFA-CE6A8063CB35}"/>
              </a:ext>
            </a:extLst>
          </p:cNvPr>
          <p:cNvSpPr>
            <a:spLocks noGrp="1"/>
          </p:cNvSpPr>
          <p:nvPr/>
        </p:nvSpPr>
        <p:spPr>
          <a:xfrm>
            <a:off x="4357486" y="362291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" name="02_predicted_pose_3452">
            <a:extLst>
              <a:ext uri="{FF2B5EF4-FFF2-40B4-BE49-F238E27FC236}">
                <a16:creationId xmlns:a16="http://schemas.microsoft.com/office/drawing/2014/main" id="{99C00A12-8718-4B20-A23A-8D346BA46A37}"/>
              </a:ext>
            </a:extLst>
          </p:cNvPr>
          <p:cNvSpPr>
            <a:spLocks noGrp="1"/>
          </p:cNvSpPr>
          <p:nvPr/>
        </p:nvSpPr>
        <p:spPr>
          <a:xfrm>
            <a:off x="4138728" y="35607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" name="02_predicted_pose_3453">
            <a:extLst>
              <a:ext uri="{FF2B5EF4-FFF2-40B4-BE49-F238E27FC236}">
                <a16:creationId xmlns:a16="http://schemas.microsoft.com/office/drawing/2014/main" id="{0A909129-3359-4566-BCC5-4B28DF85021F}"/>
              </a:ext>
            </a:extLst>
          </p:cNvPr>
          <p:cNvSpPr>
            <a:spLocks noGrp="1"/>
          </p:cNvSpPr>
          <p:nvPr/>
        </p:nvSpPr>
        <p:spPr>
          <a:xfrm>
            <a:off x="4167896" y="350982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" name="02_predicted_pose_3454">
            <a:extLst>
              <a:ext uri="{FF2B5EF4-FFF2-40B4-BE49-F238E27FC236}">
                <a16:creationId xmlns:a16="http://schemas.microsoft.com/office/drawing/2014/main" id="{831C0D51-8ED8-406D-AAE5-A8465D426525}"/>
              </a:ext>
            </a:extLst>
          </p:cNvPr>
          <p:cNvSpPr>
            <a:spLocks noGrp="1"/>
          </p:cNvSpPr>
          <p:nvPr/>
        </p:nvSpPr>
        <p:spPr>
          <a:xfrm>
            <a:off x="4211647" y="35114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" name="02_predicted_pose_3455">
            <a:extLst>
              <a:ext uri="{FF2B5EF4-FFF2-40B4-BE49-F238E27FC236}">
                <a16:creationId xmlns:a16="http://schemas.microsoft.com/office/drawing/2014/main" id="{B4C40B0D-BF0B-41C0-8758-61C7397ED4C3}"/>
              </a:ext>
            </a:extLst>
          </p:cNvPr>
          <p:cNvSpPr>
            <a:spLocks noGrp="1"/>
          </p:cNvSpPr>
          <p:nvPr/>
        </p:nvSpPr>
        <p:spPr>
          <a:xfrm>
            <a:off x="4240815" y="353985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" name="02_predicted_pose_3456">
            <a:extLst>
              <a:ext uri="{FF2B5EF4-FFF2-40B4-BE49-F238E27FC236}">
                <a16:creationId xmlns:a16="http://schemas.microsoft.com/office/drawing/2014/main" id="{0BA47AA7-B68B-4724-9F75-00D03ECFF495}"/>
              </a:ext>
            </a:extLst>
          </p:cNvPr>
          <p:cNvSpPr>
            <a:spLocks noGrp="1"/>
          </p:cNvSpPr>
          <p:nvPr/>
        </p:nvSpPr>
        <p:spPr>
          <a:xfrm>
            <a:off x="4255399" y="352021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" name="02_predicted_pose_3457">
            <a:extLst>
              <a:ext uri="{FF2B5EF4-FFF2-40B4-BE49-F238E27FC236}">
                <a16:creationId xmlns:a16="http://schemas.microsoft.com/office/drawing/2014/main" id="{618A10FA-CA8D-400F-8D3D-F26E7951C832}"/>
              </a:ext>
            </a:extLst>
          </p:cNvPr>
          <p:cNvSpPr>
            <a:spLocks noGrp="1"/>
          </p:cNvSpPr>
          <p:nvPr/>
        </p:nvSpPr>
        <p:spPr>
          <a:xfrm>
            <a:off x="4152947" y="350781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" name="02_predicted_pose_3458">
            <a:extLst>
              <a:ext uri="{FF2B5EF4-FFF2-40B4-BE49-F238E27FC236}">
                <a16:creationId xmlns:a16="http://schemas.microsoft.com/office/drawing/2014/main" id="{1191CC02-C938-4795-9712-F6E25CD984CE}"/>
              </a:ext>
            </a:extLst>
          </p:cNvPr>
          <p:cNvSpPr>
            <a:spLocks noGrp="1"/>
          </p:cNvSpPr>
          <p:nvPr/>
        </p:nvSpPr>
        <p:spPr>
          <a:xfrm>
            <a:off x="4261597" y="384200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" name="02_predicted_pose_3459">
            <a:extLst>
              <a:ext uri="{FF2B5EF4-FFF2-40B4-BE49-F238E27FC236}">
                <a16:creationId xmlns:a16="http://schemas.microsoft.com/office/drawing/2014/main" id="{C4023391-7CE0-4D08-86BA-2ECCF574A577}"/>
              </a:ext>
            </a:extLst>
          </p:cNvPr>
          <p:cNvSpPr>
            <a:spLocks noGrp="1"/>
          </p:cNvSpPr>
          <p:nvPr/>
        </p:nvSpPr>
        <p:spPr>
          <a:xfrm>
            <a:off x="4290765" y="387077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" name="02_predicted_pose_3460">
            <a:extLst>
              <a:ext uri="{FF2B5EF4-FFF2-40B4-BE49-F238E27FC236}">
                <a16:creationId xmlns:a16="http://schemas.microsoft.com/office/drawing/2014/main" id="{F84DB103-38AB-40E7-A5F5-2AE94CBAA47B}"/>
              </a:ext>
            </a:extLst>
          </p:cNvPr>
          <p:cNvSpPr>
            <a:spLocks noGrp="1"/>
          </p:cNvSpPr>
          <p:nvPr/>
        </p:nvSpPr>
        <p:spPr>
          <a:xfrm>
            <a:off x="4319932" y="37212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" name="02_predicted_pose_3461">
            <a:extLst>
              <a:ext uri="{FF2B5EF4-FFF2-40B4-BE49-F238E27FC236}">
                <a16:creationId xmlns:a16="http://schemas.microsoft.com/office/drawing/2014/main" id="{F2B02CA9-B075-4FFC-BB20-01065B7A5E3C}"/>
              </a:ext>
            </a:extLst>
          </p:cNvPr>
          <p:cNvSpPr>
            <a:spLocks noGrp="1"/>
          </p:cNvSpPr>
          <p:nvPr/>
        </p:nvSpPr>
        <p:spPr>
          <a:xfrm>
            <a:off x="4349099" y="377757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" name="02_predicted_pose_3462">
            <a:extLst>
              <a:ext uri="{FF2B5EF4-FFF2-40B4-BE49-F238E27FC236}">
                <a16:creationId xmlns:a16="http://schemas.microsoft.com/office/drawing/2014/main" id="{3CD7B179-9D34-4307-8E3C-17BDC9C43024}"/>
              </a:ext>
            </a:extLst>
          </p:cNvPr>
          <p:cNvSpPr>
            <a:spLocks noGrp="1"/>
          </p:cNvSpPr>
          <p:nvPr/>
        </p:nvSpPr>
        <p:spPr>
          <a:xfrm>
            <a:off x="4095706" y="359830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" name="02_predicted_pose_3463">
            <a:extLst>
              <a:ext uri="{FF2B5EF4-FFF2-40B4-BE49-F238E27FC236}">
                <a16:creationId xmlns:a16="http://schemas.microsoft.com/office/drawing/2014/main" id="{8C9424E2-7CB8-4B9F-B5A6-86F32DD2AA00}"/>
              </a:ext>
            </a:extLst>
          </p:cNvPr>
          <p:cNvSpPr>
            <a:spLocks noGrp="1"/>
          </p:cNvSpPr>
          <p:nvPr/>
        </p:nvSpPr>
        <p:spPr>
          <a:xfrm>
            <a:off x="4104821" y="40304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" name="02_predicted_pose_3464">
            <a:extLst>
              <a:ext uri="{FF2B5EF4-FFF2-40B4-BE49-F238E27FC236}">
                <a16:creationId xmlns:a16="http://schemas.microsoft.com/office/drawing/2014/main" id="{06A2127B-1961-406C-B254-742C2A5CDF03}"/>
              </a:ext>
            </a:extLst>
          </p:cNvPr>
          <p:cNvSpPr>
            <a:spLocks noGrp="1"/>
          </p:cNvSpPr>
          <p:nvPr/>
        </p:nvSpPr>
        <p:spPr>
          <a:xfrm>
            <a:off x="4119404" y="38123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" name="02_predicted_pose_3465">
            <a:extLst>
              <a:ext uri="{FF2B5EF4-FFF2-40B4-BE49-F238E27FC236}">
                <a16:creationId xmlns:a16="http://schemas.microsoft.com/office/drawing/2014/main" id="{689938E5-598F-4CCA-BB12-A2F3E62BF7D1}"/>
              </a:ext>
            </a:extLst>
          </p:cNvPr>
          <p:cNvSpPr>
            <a:spLocks noGrp="1"/>
          </p:cNvSpPr>
          <p:nvPr/>
        </p:nvSpPr>
        <p:spPr>
          <a:xfrm>
            <a:off x="4148571" y="392771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" name="02_predicted_pose_3466">
            <a:extLst>
              <a:ext uri="{FF2B5EF4-FFF2-40B4-BE49-F238E27FC236}">
                <a16:creationId xmlns:a16="http://schemas.microsoft.com/office/drawing/2014/main" id="{8A9DF158-2C8B-470C-96C2-3E66F10CE9AF}"/>
              </a:ext>
            </a:extLst>
          </p:cNvPr>
          <p:cNvSpPr>
            <a:spLocks noGrp="1"/>
          </p:cNvSpPr>
          <p:nvPr/>
        </p:nvSpPr>
        <p:spPr>
          <a:xfrm>
            <a:off x="4177740" y="379257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" name="02_predicted_pose_3467">
            <a:extLst>
              <a:ext uri="{FF2B5EF4-FFF2-40B4-BE49-F238E27FC236}">
                <a16:creationId xmlns:a16="http://schemas.microsoft.com/office/drawing/2014/main" id="{9628A5CD-FBCA-4280-A3D9-AC7D35BFB919}"/>
              </a:ext>
            </a:extLst>
          </p:cNvPr>
          <p:cNvSpPr>
            <a:spLocks noGrp="1"/>
          </p:cNvSpPr>
          <p:nvPr/>
        </p:nvSpPr>
        <p:spPr>
          <a:xfrm>
            <a:off x="4206907" y="388628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" name="02_predicted_pose_3468">
            <a:extLst>
              <a:ext uri="{FF2B5EF4-FFF2-40B4-BE49-F238E27FC236}">
                <a16:creationId xmlns:a16="http://schemas.microsoft.com/office/drawing/2014/main" id="{C60D47FA-EF47-4AD5-A16C-DA437EE77490}"/>
              </a:ext>
            </a:extLst>
          </p:cNvPr>
          <p:cNvSpPr>
            <a:spLocks noGrp="1"/>
          </p:cNvSpPr>
          <p:nvPr/>
        </p:nvSpPr>
        <p:spPr>
          <a:xfrm>
            <a:off x="4233159" y="27895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" name="02_predicted_pose_3469">
            <a:extLst>
              <a:ext uri="{FF2B5EF4-FFF2-40B4-BE49-F238E27FC236}">
                <a16:creationId xmlns:a16="http://schemas.microsoft.com/office/drawing/2014/main" id="{5AE3068E-53D2-41B1-A591-F77E51792DAB}"/>
              </a:ext>
            </a:extLst>
          </p:cNvPr>
          <p:cNvSpPr>
            <a:spLocks noGrp="1"/>
          </p:cNvSpPr>
          <p:nvPr/>
        </p:nvSpPr>
        <p:spPr>
          <a:xfrm>
            <a:off x="4247742" y="277733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" name="02_predicted_pose_3470">
            <a:extLst>
              <a:ext uri="{FF2B5EF4-FFF2-40B4-BE49-F238E27FC236}">
                <a16:creationId xmlns:a16="http://schemas.microsoft.com/office/drawing/2014/main" id="{FB9CDADD-6EBA-4649-970E-36B7976D4E84}"/>
              </a:ext>
            </a:extLst>
          </p:cNvPr>
          <p:cNvSpPr>
            <a:spLocks noGrp="1"/>
          </p:cNvSpPr>
          <p:nvPr/>
        </p:nvSpPr>
        <p:spPr>
          <a:xfrm>
            <a:off x="4174823" y="376856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" name="02_predicted_pose_3471">
            <a:extLst>
              <a:ext uri="{FF2B5EF4-FFF2-40B4-BE49-F238E27FC236}">
                <a16:creationId xmlns:a16="http://schemas.microsoft.com/office/drawing/2014/main" id="{96736C33-8D98-4928-925B-C746DF20A3E5}"/>
              </a:ext>
            </a:extLst>
          </p:cNvPr>
          <p:cNvSpPr>
            <a:spLocks noGrp="1"/>
          </p:cNvSpPr>
          <p:nvPr/>
        </p:nvSpPr>
        <p:spPr>
          <a:xfrm>
            <a:off x="4119039" y="382843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" name="02_predicted_pose_3472">
            <a:extLst>
              <a:ext uri="{FF2B5EF4-FFF2-40B4-BE49-F238E27FC236}">
                <a16:creationId xmlns:a16="http://schemas.microsoft.com/office/drawing/2014/main" id="{0E669562-A4CA-4B7E-B0B8-C6A151D92ACD}"/>
              </a:ext>
            </a:extLst>
          </p:cNvPr>
          <p:cNvSpPr>
            <a:spLocks noGrp="1"/>
          </p:cNvSpPr>
          <p:nvPr/>
        </p:nvSpPr>
        <p:spPr>
          <a:xfrm>
            <a:off x="4030807" y="37165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" name="02_predicted_pose_3473">
            <a:extLst>
              <a:ext uri="{FF2B5EF4-FFF2-40B4-BE49-F238E27FC236}">
                <a16:creationId xmlns:a16="http://schemas.microsoft.com/office/drawing/2014/main" id="{6F8F36BB-2053-4A54-90DA-08C2793CC7F2}"/>
              </a:ext>
            </a:extLst>
          </p:cNvPr>
          <p:cNvSpPr>
            <a:spLocks noGrp="1"/>
          </p:cNvSpPr>
          <p:nvPr/>
        </p:nvSpPr>
        <p:spPr>
          <a:xfrm>
            <a:off x="4288942" y="289904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" name="02_predicted_pose_3474">
            <a:extLst>
              <a:ext uri="{FF2B5EF4-FFF2-40B4-BE49-F238E27FC236}">
                <a16:creationId xmlns:a16="http://schemas.microsoft.com/office/drawing/2014/main" id="{6474C4C6-9E79-4568-B7B1-5170FED7A25F}"/>
              </a:ext>
            </a:extLst>
          </p:cNvPr>
          <p:cNvSpPr>
            <a:spLocks noGrp="1"/>
          </p:cNvSpPr>
          <p:nvPr/>
        </p:nvSpPr>
        <p:spPr>
          <a:xfrm>
            <a:off x="4243366" y="27593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" name="02_predicted_pose_3475">
            <a:extLst>
              <a:ext uri="{FF2B5EF4-FFF2-40B4-BE49-F238E27FC236}">
                <a16:creationId xmlns:a16="http://schemas.microsoft.com/office/drawing/2014/main" id="{DBEE084C-E236-437F-BC04-5A299CEEF435}"/>
              </a:ext>
            </a:extLst>
          </p:cNvPr>
          <p:cNvSpPr>
            <a:spLocks noGrp="1"/>
          </p:cNvSpPr>
          <p:nvPr/>
        </p:nvSpPr>
        <p:spPr>
          <a:xfrm>
            <a:off x="4257951" y="278271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" name="02_predicted_pose_3476">
            <a:extLst>
              <a:ext uri="{FF2B5EF4-FFF2-40B4-BE49-F238E27FC236}">
                <a16:creationId xmlns:a16="http://schemas.microsoft.com/office/drawing/2014/main" id="{F2059D6D-3891-4E51-92F5-72CA24275861}"/>
              </a:ext>
            </a:extLst>
          </p:cNvPr>
          <p:cNvSpPr>
            <a:spLocks noGrp="1"/>
          </p:cNvSpPr>
          <p:nvPr/>
        </p:nvSpPr>
        <p:spPr>
          <a:xfrm>
            <a:off x="4052683" y="316520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" name="02_predicted_pose_3477">
            <a:extLst>
              <a:ext uri="{FF2B5EF4-FFF2-40B4-BE49-F238E27FC236}">
                <a16:creationId xmlns:a16="http://schemas.microsoft.com/office/drawing/2014/main" id="{AE9B1CFF-D71C-479E-B16F-B4ABC473A4EC}"/>
              </a:ext>
            </a:extLst>
          </p:cNvPr>
          <p:cNvSpPr>
            <a:spLocks noGrp="1"/>
          </p:cNvSpPr>
          <p:nvPr/>
        </p:nvSpPr>
        <p:spPr>
          <a:xfrm>
            <a:off x="4243731" y="314791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" name="02_predicted_pose_3478">
            <a:extLst>
              <a:ext uri="{FF2B5EF4-FFF2-40B4-BE49-F238E27FC236}">
                <a16:creationId xmlns:a16="http://schemas.microsoft.com/office/drawing/2014/main" id="{18C19C78-F35A-4D49-91E1-EF7091BEB9A3}"/>
              </a:ext>
            </a:extLst>
          </p:cNvPr>
          <p:cNvSpPr>
            <a:spLocks noGrp="1"/>
          </p:cNvSpPr>
          <p:nvPr/>
        </p:nvSpPr>
        <p:spPr>
          <a:xfrm>
            <a:off x="4258315" y="31593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" name="02_predicted_pose_3479">
            <a:extLst>
              <a:ext uri="{FF2B5EF4-FFF2-40B4-BE49-F238E27FC236}">
                <a16:creationId xmlns:a16="http://schemas.microsoft.com/office/drawing/2014/main" id="{3CC9B740-8049-4C33-B750-7052396A1727}"/>
              </a:ext>
            </a:extLst>
          </p:cNvPr>
          <p:cNvSpPr>
            <a:spLocks noGrp="1"/>
          </p:cNvSpPr>
          <p:nvPr/>
        </p:nvSpPr>
        <p:spPr>
          <a:xfrm>
            <a:off x="4272899" y="37004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" name="02_predicted_pose_3480">
            <a:extLst>
              <a:ext uri="{FF2B5EF4-FFF2-40B4-BE49-F238E27FC236}">
                <a16:creationId xmlns:a16="http://schemas.microsoft.com/office/drawing/2014/main" id="{3845AEDF-32E7-4B01-8C80-ADBB82AD1408}"/>
              </a:ext>
            </a:extLst>
          </p:cNvPr>
          <p:cNvSpPr>
            <a:spLocks noGrp="1"/>
          </p:cNvSpPr>
          <p:nvPr/>
        </p:nvSpPr>
        <p:spPr>
          <a:xfrm>
            <a:off x="4287483" y="312752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" name="02_predicted_pose_3481">
            <a:extLst>
              <a:ext uri="{FF2B5EF4-FFF2-40B4-BE49-F238E27FC236}">
                <a16:creationId xmlns:a16="http://schemas.microsoft.com/office/drawing/2014/main" id="{4FB01506-FB57-4BCA-89DC-8951ED624CB5}"/>
              </a:ext>
            </a:extLst>
          </p:cNvPr>
          <p:cNvSpPr>
            <a:spLocks noGrp="1"/>
          </p:cNvSpPr>
          <p:nvPr/>
        </p:nvSpPr>
        <p:spPr>
          <a:xfrm>
            <a:off x="4302067" y="321490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" name="02_predicted_pose_3482">
            <a:extLst>
              <a:ext uri="{FF2B5EF4-FFF2-40B4-BE49-F238E27FC236}">
                <a16:creationId xmlns:a16="http://schemas.microsoft.com/office/drawing/2014/main" id="{25464D17-D958-4A44-AF40-E2B1BC6E3C73}"/>
              </a:ext>
            </a:extLst>
          </p:cNvPr>
          <p:cNvSpPr>
            <a:spLocks noGrp="1"/>
          </p:cNvSpPr>
          <p:nvPr/>
        </p:nvSpPr>
        <p:spPr>
          <a:xfrm>
            <a:off x="4118675" y="350063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" name="02_predicted_pose_3483">
            <a:extLst>
              <a:ext uri="{FF2B5EF4-FFF2-40B4-BE49-F238E27FC236}">
                <a16:creationId xmlns:a16="http://schemas.microsoft.com/office/drawing/2014/main" id="{A3E16477-ED26-4276-8E5E-306D6F4696AA}"/>
              </a:ext>
            </a:extLst>
          </p:cNvPr>
          <p:cNvSpPr>
            <a:spLocks noGrp="1"/>
          </p:cNvSpPr>
          <p:nvPr/>
        </p:nvSpPr>
        <p:spPr>
          <a:xfrm>
            <a:off x="4206907" y="380956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" name="02_predicted_pose_3484">
            <a:extLst>
              <a:ext uri="{FF2B5EF4-FFF2-40B4-BE49-F238E27FC236}">
                <a16:creationId xmlns:a16="http://schemas.microsoft.com/office/drawing/2014/main" id="{53C403E7-3472-4B07-968E-A4C93329B785}"/>
              </a:ext>
            </a:extLst>
          </p:cNvPr>
          <p:cNvSpPr>
            <a:spLocks noGrp="1"/>
          </p:cNvSpPr>
          <p:nvPr/>
        </p:nvSpPr>
        <p:spPr>
          <a:xfrm>
            <a:off x="4236075" y="38152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" name="02_predicted_pose_3485">
            <a:extLst>
              <a:ext uri="{FF2B5EF4-FFF2-40B4-BE49-F238E27FC236}">
                <a16:creationId xmlns:a16="http://schemas.microsoft.com/office/drawing/2014/main" id="{C16E536A-1CB6-47E3-B9F7-44F1E6D45B8A}"/>
              </a:ext>
            </a:extLst>
          </p:cNvPr>
          <p:cNvSpPr>
            <a:spLocks noGrp="1"/>
          </p:cNvSpPr>
          <p:nvPr/>
        </p:nvSpPr>
        <p:spPr>
          <a:xfrm>
            <a:off x="4265242" y="38082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" name="02_predicted_pose_3486">
            <a:extLst>
              <a:ext uri="{FF2B5EF4-FFF2-40B4-BE49-F238E27FC236}">
                <a16:creationId xmlns:a16="http://schemas.microsoft.com/office/drawing/2014/main" id="{DDE141D4-F85B-4D0C-A07E-C45A788E3DA4}"/>
              </a:ext>
            </a:extLst>
          </p:cNvPr>
          <p:cNvSpPr>
            <a:spLocks noGrp="1"/>
          </p:cNvSpPr>
          <p:nvPr/>
        </p:nvSpPr>
        <p:spPr>
          <a:xfrm>
            <a:off x="4294411" y="35756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" name="02_predicted_pose_3487">
            <a:extLst>
              <a:ext uri="{FF2B5EF4-FFF2-40B4-BE49-F238E27FC236}">
                <a16:creationId xmlns:a16="http://schemas.microsoft.com/office/drawing/2014/main" id="{4C73C9AE-70A4-4AA3-82F5-4F624CD65FA3}"/>
              </a:ext>
            </a:extLst>
          </p:cNvPr>
          <p:cNvSpPr>
            <a:spLocks noGrp="1"/>
          </p:cNvSpPr>
          <p:nvPr/>
        </p:nvSpPr>
        <p:spPr>
          <a:xfrm>
            <a:off x="4378997" y="36024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" name="02_predicted_pose_3488">
            <a:extLst>
              <a:ext uri="{FF2B5EF4-FFF2-40B4-BE49-F238E27FC236}">
                <a16:creationId xmlns:a16="http://schemas.microsoft.com/office/drawing/2014/main" id="{8AE02AD8-0467-4079-911B-36A62411E7F1}"/>
              </a:ext>
            </a:extLst>
          </p:cNvPr>
          <p:cNvSpPr>
            <a:spLocks noGrp="1"/>
          </p:cNvSpPr>
          <p:nvPr/>
        </p:nvSpPr>
        <p:spPr>
          <a:xfrm>
            <a:off x="4044662" y="38114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" name="02_predicted_pose_3489">
            <a:extLst>
              <a:ext uri="{FF2B5EF4-FFF2-40B4-BE49-F238E27FC236}">
                <a16:creationId xmlns:a16="http://schemas.microsoft.com/office/drawing/2014/main" id="{7536387B-CDDC-47F7-80B5-963F679C7016}"/>
              </a:ext>
            </a:extLst>
          </p:cNvPr>
          <p:cNvSpPr>
            <a:spLocks noGrp="1"/>
          </p:cNvSpPr>
          <p:nvPr/>
        </p:nvSpPr>
        <p:spPr>
          <a:xfrm>
            <a:off x="4073830" y="374143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" name="02_predicted_pose_3490">
            <a:extLst>
              <a:ext uri="{FF2B5EF4-FFF2-40B4-BE49-F238E27FC236}">
                <a16:creationId xmlns:a16="http://schemas.microsoft.com/office/drawing/2014/main" id="{814B0E81-158A-4485-AD24-15781C7BB28D}"/>
              </a:ext>
            </a:extLst>
          </p:cNvPr>
          <p:cNvSpPr>
            <a:spLocks noGrp="1"/>
          </p:cNvSpPr>
          <p:nvPr/>
        </p:nvSpPr>
        <p:spPr>
          <a:xfrm>
            <a:off x="4102997" y="376771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" name="02_predicted_pose_3491">
            <a:extLst>
              <a:ext uri="{FF2B5EF4-FFF2-40B4-BE49-F238E27FC236}">
                <a16:creationId xmlns:a16="http://schemas.microsoft.com/office/drawing/2014/main" id="{1C14A7DD-D2B1-4463-A502-59E0B514CD71}"/>
              </a:ext>
            </a:extLst>
          </p:cNvPr>
          <p:cNvSpPr>
            <a:spLocks noGrp="1"/>
          </p:cNvSpPr>
          <p:nvPr/>
        </p:nvSpPr>
        <p:spPr>
          <a:xfrm>
            <a:off x="4132165" y="377591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" name="02_predicted_pose_3492">
            <a:extLst>
              <a:ext uri="{FF2B5EF4-FFF2-40B4-BE49-F238E27FC236}">
                <a16:creationId xmlns:a16="http://schemas.microsoft.com/office/drawing/2014/main" id="{99A07840-DFC6-4705-8021-4DA6487EE97A}"/>
              </a:ext>
            </a:extLst>
          </p:cNvPr>
          <p:cNvSpPr>
            <a:spLocks noGrp="1"/>
          </p:cNvSpPr>
          <p:nvPr/>
        </p:nvSpPr>
        <p:spPr>
          <a:xfrm>
            <a:off x="4029713" y="36741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" name="02_predicted_pose_3493">
            <a:extLst>
              <a:ext uri="{FF2B5EF4-FFF2-40B4-BE49-F238E27FC236}">
                <a16:creationId xmlns:a16="http://schemas.microsoft.com/office/drawing/2014/main" id="{2131E764-546B-4D4D-9C85-76E55D3A501E}"/>
              </a:ext>
            </a:extLst>
          </p:cNvPr>
          <p:cNvSpPr>
            <a:spLocks noGrp="1"/>
          </p:cNvSpPr>
          <p:nvPr/>
        </p:nvSpPr>
        <p:spPr>
          <a:xfrm>
            <a:off x="4082215" y="355792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" name="02_predicted_pose_3494">
            <a:extLst>
              <a:ext uri="{FF2B5EF4-FFF2-40B4-BE49-F238E27FC236}">
                <a16:creationId xmlns:a16="http://schemas.microsoft.com/office/drawing/2014/main" id="{CA6A2D6C-F071-424B-8DF0-54E11428670E}"/>
              </a:ext>
            </a:extLst>
          </p:cNvPr>
          <p:cNvSpPr>
            <a:spLocks noGrp="1"/>
          </p:cNvSpPr>
          <p:nvPr/>
        </p:nvSpPr>
        <p:spPr>
          <a:xfrm>
            <a:off x="4232429" y="385881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" name="02_predicted_pose_3495">
            <a:extLst>
              <a:ext uri="{FF2B5EF4-FFF2-40B4-BE49-F238E27FC236}">
                <a16:creationId xmlns:a16="http://schemas.microsoft.com/office/drawing/2014/main" id="{23A62C96-8873-4FDF-A3D4-EAF297B96E79}"/>
              </a:ext>
            </a:extLst>
          </p:cNvPr>
          <p:cNvSpPr>
            <a:spLocks noGrp="1"/>
          </p:cNvSpPr>
          <p:nvPr/>
        </p:nvSpPr>
        <p:spPr>
          <a:xfrm>
            <a:off x="4261597" y="387292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" name="02_predicted_pose_3496">
            <a:extLst>
              <a:ext uri="{FF2B5EF4-FFF2-40B4-BE49-F238E27FC236}">
                <a16:creationId xmlns:a16="http://schemas.microsoft.com/office/drawing/2014/main" id="{921FB6F3-65A4-4D66-A22B-09BD60183E48}"/>
              </a:ext>
            </a:extLst>
          </p:cNvPr>
          <p:cNvSpPr>
            <a:spLocks noGrp="1"/>
          </p:cNvSpPr>
          <p:nvPr/>
        </p:nvSpPr>
        <p:spPr>
          <a:xfrm>
            <a:off x="4305349" y="39024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8" name="02_predicted_pose_3497">
            <a:extLst>
              <a:ext uri="{FF2B5EF4-FFF2-40B4-BE49-F238E27FC236}">
                <a16:creationId xmlns:a16="http://schemas.microsoft.com/office/drawing/2014/main" id="{B1B411E3-427D-4E5A-854D-8165E242CF25}"/>
              </a:ext>
            </a:extLst>
          </p:cNvPr>
          <p:cNvSpPr>
            <a:spLocks noGrp="1"/>
          </p:cNvSpPr>
          <p:nvPr/>
        </p:nvSpPr>
        <p:spPr>
          <a:xfrm>
            <a:off x="4334516" y="38881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9" name="02_predicted_pose_3498">
            <a:extLst>
              <a:ext uri="{FF2B5EF4-FFF2-40B4-BE49-F238E27FC236}">
                <a16:creationId xmlns:a16="http://schemas.microsoft.com/office/drawing/2014/main" id="{50AF02C0-F6C2-4740-B8E8-B9744903D971}"/>
              </a:ext>
            </a:extLst>
          </p:cNvPr>
          <p:cNvSpPr>
            <a:spLocks noGrp="1"/>
          </p:cNvSpPr>
          <p:nvPr/>
        </p:nvSpPr>
        <p:spPr>
          <a:xfrm>
            <a:off x="4363684" y="39635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0" name="02_predicted_pose_3499">
            <a:extLst>
              <a:ext uri="{FF2B5EF4-FFF2-40B4-BE49-F238E27FC236}">
                <a16:creationId xmlns:a16="http://schemas.microsoft.com/office/drawing/2014/main" id="{4616883A-C0EE-4655-B1D3-7B98BC9CCADA}"/>
              </a:ext>
            </a:extLst>
          </p:cNvPr>
          <p:cNvSpPr>
            <a:spLocks noGrp="1"/>
          </p:cNvSpPr>
          <p:nvPr/>
        </p:nvSpPr>
        <p:spPr>
          <a:xfrm>
            <a:off x="4345090" y="387448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1" name="02_predicted_pose_3500">
            <a:extLst>
              <a:ext uri="{FF2B5EF4-FFF2-40B4-BE49-F238E27FC236}">
                <a16:creationId xmlns:a16="http://schemas.microsoft.com/office/drawing/2014/main" id="{FFC9A037-2FD0-494E-87DB-8941116AB1D5}"/>
              </a:ext>
            </a:extLst>
          </p:cNvPr>
          <p:cNvSpPr>
            <a:spLocks noGrp="1"/>
          </p:cNvSpPr>
          <p:nvPr/>
        </p:nvSpPr>
        <p:spPr>
          <a:xfrm>
            <a:off x="4080028" y="39794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2" name="02_predicted_pose_3501">
            <a:extLst>
              <a:ext uri="{FF2B5EF4-FFF2-40B4-BE49-F238E27FC236}">
                <a16:creationId xmlns:a16="http://schemas.microsoft.com/office/drawing/2014/main" id="{D0D372D8-5AED-42FC-9B3E-6C704B8DD197}"/>
              </a:ext>
            </a:extLst>
          </p:cNvPr>
          <p:cNvSpPr>
            <a:spLocks noGrp="1"/>
          </p:cNvSpPr>
          <p:nvPr/>
        </p:nvSpPr>
        <p:spPr>
          <a:xfrm>
            <a:off x="4375351" y="384281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3" name="02_predicted_pose_3502">
            <a:extLst>
              <a:ext uri="{FF2B5EF4-FFF2-40B4-BE49-F238E27FC236}">
                <a16:creationId xmlns:a16="http://schemas.microsoft.com/office/drawing/2014/main" id="{3E1BC242-1AB3-4041-A6A7-68C02E739FA1}"/>
              </a:ext>
            </a:extLst>
          </p:cNvPr>
          <p:cNvSpPr>
            <a:spLocks noGrp="1"/>
          </p:cNvSpPr>
          <p:nvPr/>
        </p:nvSpPr>
        <p:spPr>
          <a:xfrm>
            <a:off x="4208730" y="396093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4" name="02_predicted_pose_3503">
            <a:extLst>
              <a:ext uri="{FF2B5EF4-FFF2-40B4-BE49-F238E27FC236}">
                <a16:creationId xmlns:a16="http://schemas.microsoft.com/office/drawing/2014/main" id="{7F80128A-E7DB-4DAA-9DA3-89ADC560EF67}"/>
              </a:ext>
            </a:extLst>
          </p:cNvPr>
          <p:cNvSpPr>
            <a:spLocks noGrp="1"/>
          </p:cNvSpPr>
          <p:nvPr/>
        </p:nvSpPr>
        <p:spPr>
          <a:xfrm>
            <a:off x="4307171" y="382919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5" name="02_predicted_pose_3504">
            <a:extLst>
              <a:ext uri="{FF2B5EF4-FFF2-40B4-BE49-F238E27FC236}">
                <a16:creationId xmlns:a16="http://schemas.microsoft.com/office/drawing/2014/main" id="{345DB7D6-0124-4B14-A909-D7ECB0526A55}"/>
              </a:ext>
            </a:extLst>
          </p:cNvPr>
          <p:cNvSpPr>
            <a:spLocks noGrp="1"/>
          </p:cNvSpPr>
          <p:nvPr/>
        </p:nvSpPr>
        <p:spPr>
          <a:xfrm>
            <a:off x="4037370" y="351496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6" name="02_predicted_pose_3505">
            <a:extLst>
              <a:ext uri="{FF2B5EF4-FFF2-40B4-BE49-F238E27FC236}">
                <a16:creationId xmlns:a16="http://schemas.microsoft.com/office/drawing/2014/main" id="{C057C832-E0F5-4191-A7E2-8CF1CBF22801}"/>
              </a:ext>
            </a:extLst>
          </p:cNvPr>
          <p:cNvSpPr>
            <a:spLocks noGrp="1"/>
          </p:cNvSpPr>
          <p:nvPr/>
        </p:nvSpPr>
        <p:spPr>
          <a:xfrm>
            <a:off x="4051954" y="34441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7" name="02_predicted_pose_3506">
            <a:extLst>
              <a:ext uri="{FF2B5EF4-FFF2-40B4-BE49-F238E27FC236}">
                <a16:creationId xmlns:a16="http://schemas.microsoft.com/office/drawing/2014/main" id="{B1149B88-CF18-4D02-87C6-4E25A76F10D3}"/>
              </a:ext>
            </a:extLst>
          </p:cNvPr>
          <p:cNvSpPr>
            <a:spLocks noGrp="1"/>
          </p:cNvSpPr>
          <p:nvPr/>
        </p:nvSpPr>
        <p:spPr>
          <a:xfrm>
            <a:off x="4066538" y="34975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8" name="02_predicted_pose_3507">
            <a:extLst>
              <a:ext uri="{FF2B5EF4-FFF2-40B4-BE49-F238E27FC236}">
                <a16:creationId xmlns:a16="http://schemas.microsoft.com/office/drawing/2014/main" id="{6FB2ECEE-F7BF-4F2C-B6E6-BFB93A47B651}"/>
              </a:ext>
            </a:extLst>
          </p:cNvPr>
          <p:cNvSpPr>
            <a:spLocks noGrp="1"/>
          </p:cNvSpPr>
          <p:nvPr/>
        </p:nvSpPr>
        <p:spPr>
          <a:xfrm>
            <a:off x="4081121" y="368041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09" name="02_predicted_pose_3508">
            <a:extLst>
              <a:ext uri="{FF2B5EF4-FFF2-40B4-BE49-F238E27FC236}">
                <a16:creationId xmlns:a16="http://schemas.microsoft.com/office/drawing/2014/main" id="{47FAB5F5-3AA3-4748-8A65-AF8952E58084}"/>
              </a:ext>
            </a:extLst>
          </p:cNvPr>
          <p:cNvSpPr>
            <a:spLocks noGrp="1"/>
          </p:cNvSpPr>
          <p:nvPr/>
        </p:nvSpPr>
        <p:spPr>
          <a:xfrm>
            <a:off x="4034089" y="373238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0" name="02_predicted_pose_3509">
            <a:extLst>
              <a:ext uri="{FF2B5EF4-FFF2-40B4-BE49-F238E27FC236}">
                <a16:creationId xmlns:a16="http://schemas.microsoft.com/office/drawing/2014/main" id="{B2AECC43-0B5D-40D3-94F6-E841EF60D743}"/>
              </a:ext>
            </a:extLst>
          </p:cNvPr>
          <p:cNvSpPr>
            <a:spLocks noGrp="1"/>
          </p:cNvSpPr>
          <p:nvPr/>
        </p:nvSpPr>
        <p:spPr>
          <a:xfrm>
            <a:off x="4063256" y="364263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1" name="02_predicted_pose_3510">
            <a:extLst>
              <a:ext uri="{FF2B5EF4-FFF2-40B4-BE49-F238E27FC236}">
                <a16:creationId xmlns:a16="http://schemas.microsoft.com/office/drawing/2014/main" id="{D4CF78B1-1165-4231-80ED-2DA5CEA76B02}"/>
              </a:ext>
            </a:extLst>
          </p:cNvPr>
          <p:cNvSpPr>
            <a:spLocks noGrp="1"/>
          </p:cNvSpPr>
          <p:nvPr/>
        </p:nvSpPr>
        <p:spPr>
          <a:xfrm>
            <a:off x="4152582" y="38313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2" name="02_predicted_pose_3511">
            <a:extLst>
              <a:ext uri="{FF2B5EF4-FFF2-40B4-BE49-F238E27FC236}">
                <a16:creationId xmlns:a16="http://schemas.microsoft.com/office/drawing/2014/main" id="{4773F566-C0A7-479C-9847-FC1E057FAC34}"/>
              </a:ext>
            </a:extLst>
          </p:cNvPr>
          <p:cNvSpPr>
            <a:spLocks noGrp="1"/>
          </p:cNvSpPr>
          <p:nvPr/>
        </p:nvSpPr>
        <p:spPr>
          <a:xfrm>
            <a:off x="4097528" y="340497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3" name="02_predicted_pose_3512">
            <a:extLst>
              <a:ext uri="{FF2B5EF4-FFF2-40B4-BE49-F238E27FC236}">
                <a16:creationId xmlns:a16="http://schemas.microsoft.com/office/drawing/2014/main" id="{60D10F1D-E584-4A8A-8E63-2437431C03E2}"/>
              </a:ext>
            </a:extLst>
          </p:cNvPr>
          <p:cNvSpPr>
            <a:spLocks noGrp="1"/>
          </p:cNvSpPr>
          <p:nvPr/>
        </p:nvSpPr>
        <p:spPr>
          <a:xfrm>
            <a:off x="4112112" y="38527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4" name="02_predicted_pose_3513">
            <a:extLst>
              <a:ext uri="{FF2B5EF4-FFF2-40B4-BE49-F238E27FC236}">
                <a16:creationId xmlns:a16="http://schemas.microsoft.com/office/drawing/2014/main" id="{E3BA5A22-63CA-40D9-8012-CA03D85C6C2B}"/>
              </a:ext>
            </a:extLst>
          </p:cNvPr>
          <p:cNvSpPr>
            <a:spLocks noGrp="1"/>
          </p:cNvSpPr>
          <p:nvPr/>
        </p:nvSpPr>
        <p:spPr>
          <a:xfrm>
            <a:off x="4126696" y="378630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5" name="02_predicted_pose_3514">
            <a:extLst>
              <a:ext uri="{FF2B5EF4-FFF2-40B4-BE49-F238E27FC236}">
                <a16:creationId xmlns:a16="http://schemas.microsoft.com/office/drawing/2014/main" id="{B9B1F4BF-30C1-4344-A1DF-6FB6B8BAFFE0}"/>
              </a:ext>
            </a:extLst>
          </p:cNvPr>
          <p:cNvSpPr>
            <a:spLocks noGrp="1"/>
          </p:cNvSpPr>
          <p:nvPr/>
        </p:nvSpPr>
        <p:spPr>
          <a:xfrm>
            <a:off x="4075288" y="339065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6" name="02_predicted_pose_3515">
            <a:extLst>
              <a:ext uri="{FF2B5EF4-FFF2-40B4-BE49-F238E27FC236}">
                <a16:creationId xmlns:a16="http://schemas.microsoft.com/office/drawing/2014/main" id="{7A76AC34-E9C5-4E56-B9C4-A85EA24788A6}"/>
              </a:ext>
            </a:extLst>
          </p:cNvPr>
          <p:cNvSpPr>
            <a:spLocks noGrp="1"/>
          </p:cNvSpPr>
          <p:nvPr/>
        </p:nvSpPr>
        <p:spPr>
          <a:xfrm>
            <a:off x="4089872" y="33451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7" name="02_predicted_pose_3516">
            <a:extLst>
              <a:ext uri="{FF2B5EF4-FFF2-40B4-BE49-F238E27FC236}">
                <a16:creationId xmlns:a16="http://schemas.microsoft.com/office/drawing/2014/main" id="{1D149B44-AC27-4206-A2A8-1C9372786921}"/>
              </a:ext>
            </a:extLst>
          </p:cNvPr>
          <p:cNvSpPr>
            <a:spLocks noGrp="1"/>
          </p:cNvSpPr>
          <p:nvPr/>
        </p:nvSpPr>
        <p:spPr>
          <a:xfrm>
            <a:off x="4104455" y="33206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8" name="02_predicted_pose_3517">
            <a:extLst>
              <a:ext uri="{FF2B5EF4-FFF2-40B4-BE49-F238E27FC236}">
                <a16:creationId xmlns:a16="http://schemas.microsoft.com/office/drawing/2014/main" id="{0157C2EB-F3A9-4A5F-8F98-725E59FDCBA1}"/>
              </a:ext>
            </a:extLst>
          </p:cNvPr>
          <p:cNvSpPr>
            <a:spLocks noGrp="1"/>
          </p:cNvSpPr>
          <p:nvPr/>
        </p:nvSpPr>
        <p:spPr>
          <a:xfrm>
            <a:off x="4124873" y="30470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19" name="02_predicted_pose_3518">
            <a:extLst>
              <a:ext uri="{FF2B5EF4-FFF2-40B4-BE49-F238E27FC236}">
                <a16:creationId xmlns:a16="http://schemas.microsoft.com/office/drawing/2014/main" id="{C9E3826B-8B75-4160-A4D5-09325045A135}"/>
              </a:ext>
            </a:extLst>
          </p:cNvPr>
          <p:cNvSpPr>
            <a:spLocks noGrp="1"/>
          </p:cNvSpPr>
          <p:nvPr/>
        </p:nvSpPr>
        <p:spPr>
          <a:xfrm>
            <a:off x="4168625" y="28964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0" name="02_predicted_pose_3519">
            <a:extLst>
              <a:ext uri="{FF2B5EF4-FFF2-40B4-BE49-F238E27FC236}">
                <a16:creationId xmlns:a16="http://schemas.microsoft.com/office/drawing/2014/main" id="{5D6EF725-08D4-4DF4-8B9D-4B5488BC2FED}"/>
              </a:ext>
            </a:extLst>
          </p:cNvPr>
          <p:cNvSpPr>
            <a:spLocks noGrp="1"/>
          </p:cNvSpPr>
          <p:nvPr/>
        </p:nvSpPr>
        <p:spPr>
          <a:xfrm>
            <a:off x="4139093" y="293087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1" name="02_predicted_pose_3520">
            <a:extLst>
              <a:ext uri="{FF2B5EF4-FFF2-40B4-BE49-F238E27FC236}">
                <a16:creationId xmlns:a16="http://schemas.microsoft.com/office/drawing/2014/main" id="{55855428-6E39-44F8-8FC4-AD5ACA819DA9}"/>
              </a:ext>
            </a:extLst>
          </p:cNvPr>
          <p:cNvSpPr>
            <a:spLocks noGrp="1"/>
          </p:cNvSpPr>
          <p:nvPr/>
        </p:nvSpPr>
        <p:spPr>
          <a:xfrm>
            <a:off x="4237533" y="31017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2" name="02_predicted_pose_3521">
            <a:extLst>
              <a:ext uri="{FF2B5EF4-FFF2-40B4-BE49-F238E27FC236}">
                <a16:creationId xmlns:a16="http://schemas.microsoft.com/office/drawing/2014/main" id="{AAE20A7A-D173-488C-9AEF-12B1A26912BE}"/>
              </a:ext>
            </a:extLst>
          </p:cNvPr>
          <p:cNvSpPr>
            <a:spLocks noGrp="1"/>
          </p:cNvSpPr>
          <p:nvPr/>
        </p:nvSpPr>
        <p:spPr>
          <a:xfrm>
            <a:off x="4366235" y="292539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3" name="02_predicted_pose_3522">
            <a:extLst>
              <a:ext uri="{FF2B5EF4-FFF2-40B4-BE49-F238E27FC236}">
                <a16:creationId xmlns:a16="http://schemas.microsoft.com/office/drawing/2014/main" id="{02E20393-C869-480D-BD07-5C0F4A0B1D88}"/>
              </a:ext>
            </a:extLst>
          </p:cNvPr>
          <p:cNvSpPr>
            <a:spLocks noGrp="1"/>
          </p:cNvSpPr>
          <p:nvPr/>
        </p:nvSpPr>
        <p:spPr>
          <a:xfrm>
            <a:off x="4101174" y="306518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4" name="02_predicted_pose_3523">
            <a:extLst>
              <a:ext uri="{FF2B5EF4-FFF2-40B4-BE49-F238E27FC236}">
                <a16:creationId xmlns:a16="http://schemas.microsoft.com/office/drawing/2014/main" id="{95D8F1BE-A574-4D8A-BA6C-29722B6F8694}"/>
              </a:ext>
            </a:extLst>
          </p:cNvPr>
          <p:cNvSpPr>
            <a:spLocks noGrp="1"/>
          </p:cNvSpPr>
          <p:nvPr/>
        </p:nvSpPr>
        <p:spPr>
          <a:xfrm>
            <a:off x="4256857" y="364710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5" name="02_predicted_pose_3524">
            <a:extLst>
              <a:ext uri="{FF2B5EF4-FFF2-40B4-BE49-F238E27FC236}">
                <a16:creationId xmlns:a16="http://schemas.microsoft.com/office/drawing/2014/main" id="{16FC3490-B1DE-4339-B4E2-656638DC3830}"/>
              </a:ext>
            </a:extLst>
          </p:cNvPr>
          <p:cNvSpPr>
            <a:spLocks noGrp="1"/>
          </p:cNvSpPr>
          <p:nvPr/>
        </p:nvSpPr>
        <p:spPr>
          <a:xfrm>
            <a:off x="4271440" y="38734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6" name="02_predicted_pose_3525">
            <a:extLst>
              <a:ext uri="{FF2B5EF4-FFF2-40B4-BE49-F238E27FC236}">
                <a16:creationId xmlns:a16="http://schemas.microsoft.com/office/drawing/2014/main" id="{B2836B07-B041-4301-AEF3-BC81E32B43E7}"/>
              </a:ext>
            </a:extLst>
          </p:cNvPr>
          <p:cNvSpPr>
            <a:spLocks noGrp="1"/>
          </p:cNvSpPr>
          <p:nvPr/>
        </p:nvSpPr>
        <p:spPr>
          <a:xfrm>
            <a:off x="4229512" y="37672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7" name="02_predicted_pose_3526">
            <a:extLst>
              <a:ext uri="{FF2B5EF4-FFF2-40B4-BE49-F238E27FC236}">
                <a16:creationId xmlns:a16="http://schemas.microsoft.com/office/drawing/2014/main" id="{00961182-6ABB-478E-AEA1-389D742C78DB}"/>
              </a:ext>
            </a:extLst>
          </p:cNvPr>
          <p:cNvSpPr>
            <a:spLocks noGrp="1"/>
          </p:cNvSpPr>
          <p:nvPr/>
        </p:nvSpPr>
        <p:spPr>
          <a:xfrm>
            <a:off x="4244097" y="357588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8" name="02_predicted_pose_3527">
            <a:extLst>
              <a:ext uri="{FF2B5EF4-FFF2-40B4-BE49-F238E27FC236}">
                <a16:creationId xmlns:a16="http://schemas.microsoft.com/office/drawing/2014/main" id="{194F56D8-B3CD-481D-B614-3DF51687CE8C}"/>
              </a:ext>
            </a:extLst>
          </p:cNvPr>
          <p:cNvSpPr>
            <a:spLocks noGrp="1"/>
          </p:cNvSpPr>
          <p:nvPr/>
        </p:nvSpPr>
        <p:spPr>
          <a:xfrm>
            <a:off x="4258680" y="357016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29" name="02_predicted_pose_3528">
            <a:extLst>
              <a:ext uri="{FF2B5EF4-FFF2-40B4-BE49-F238E27FC236}">
                <a16:creationId xmlns:a16="http://schemas.microsoft.com/office/drawing/2014/main" id="{E05E3482-4C8A-4B14-A399-47C794804F0A}"/>
              </a:ext>
            </a:extLst>
          </p:cNvPr>
          <p:cNvSpPr>
            <a:spLocks noGrp="1"/>
          </p:cNvSpPr>
          <p:nvPr/>
        </p:nvSpPr>
        <p:spPr>
          <a:xfrm>
            <a:off x="4287847" y="354614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0" name="02_predicted_pose_3529">
            <a:extLst>
              <a:ext uri="{FF2B5EF4-FFF2-40B4-BE49-F238E27FC236}">
                <a16:creationId xmlns:a16="http://schemas.microsoft.com/office/drawing/2014/main" id="{F0910291-D37A-40F3-9420-12C0146CE381}"/>
              </a:ext>
            </a:extLst>
          </p:cNvPr>
          <p:cNvSpPr>
            <a:spLocks noGrp="1"/>
          </p:cNvSpPr>
          <p:nvPr/>
        </p:nvSpPr>
        <p:spPr>
          <a:xfrm>
            <a:off x="4302431" y="37519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1" name="02_predicted_pose_3530">
            <a:extLst>
              <a:ext uri="{FF2B5EF4-FFF2-40B4-BE49-F238E27FC236}">
                <a16:creationId xmlns:a16="http://schemas.microsoft.com/office/drawing/2014/main" id="{1CAF81E4-E64C-4325-981F-CE4482C1E594}"/>
              </a:ext>
            </a:extLst>
          </p:cNvPr>
          <p:cNvSpPr>
            <a:spLocks noGrp="1"/>
          </p:cNvSpPr>
          <p:nvPr/>
        </p:nvSpPr>
        <p:spPr>
          <a:xfrm>
            <a:off x="4105185" y="393756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2" name="02_predicted_pose_3531">
            <a:extLst>
              <a:ext uri="{FF2B5EF4-FFF2-40B4-BE49-F238E27FC236}">
                <a16:creationId xmlns:a16="http://schemas.microsoft.com/office/drawing/2014/main" id="{252FE7A8-DF56-48AE-80FD-09E2F910716C}"/>
              </a:ext>
            </a:extLst>
          </p:cNvPr>
          <p:cNvSpPr>
            <a:spLocks noGrp="1"/>
          </p:cNvSpPr>
          <p:nvPr/>
        </p:nvSpPr>
        <p:spPr>
          <a:xfrm>
            <a:off x="4213835" y="360588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3" name="02_predicted_pose_3532">
            <a:extLst>
              <a:ext uri="{FF2B5EF4-FFF2-40B4-BE49-F238E27FC236}">
                <a16:creationId xmlns:a16="http://schemas.microsoft.com/office/drawing/2014/main" id="{395F5DEE-8332-4DDF-AEB0-CCB1F8C7FB22}"/>
              </a:ext>
            </a:extLst>
          </p:cNvPr>
          <p:cNvSpPr>
            <a:spLocks noGrp="1"/>
          </p:cNvSpPr>
          <p:nvPr/>
        </p:nvSpPr>
        <p:spPr>
          <a:xfrm>
            <a:off x="4257586" y="36474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4" name="02_predicted_pose_3533">
            <a:extLst>
              <a:ext uri="{FF2B5EF4-FFF2-40B4-BE49-F238E27FC236}">
                <a16:creationId xmlns:a16="http://schemas.microsoft.com/office/drawing/2014/main" id="{9C27712E-67BB-4E03-96C6-27210EF59785}"/>
              </a:ext>
            </a:extLst>
          </p:cNvPr>
          <p:cNvSpPr>
            <a:spLocks noGrp="1"/>
          </p:cNvSpPr>
          <p:nvPr/>
        </p:nvSpPr>
        <p:spPr>
          <a:xfrm>
            <a:off x="4272170" y="36017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5" name="02_predicted_pose_3534">
            <a:extLst>
              <a:ext uri="{FF2B5EF4-FFF2-40B4-BE49-F238E27FC236}">
                <a16:creationId xmlns:a16="http://schemas.microsoft.com/office/drawing/2014/main" id="{51C79942-6907-4154-8B5C-D415CF1E2517}"/>
              </a:ext>
            </a:extLst>
          </p:cNvPr>
          <p:cNvSpPr>
            <a:spLocks noGrp="1"/>
          </p:cNvSpPr>
          <p:nvPr/>
        </p:nvSpPr>
        <p:spPr>
          <a:xfrm>
            <a:off x="4301338" y="35883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6" name="02_predicted_pose_3535">
            <a:extLst>
              <a:ext uri="{FF2B5EF4-FFF2-40B4-BE49-F238E27FC236}">
                <a16:creationId xmlns:a16="http://schemas.microsoft.com/office/drawing/2014/main" id="{79E2D6FA-B995-4017-8678-7E91E2736E77}"/>
              </a:ext>
            </a:extLst>
          </p:cNvPr>
          <p:cNvSpPr>
            <a:spLocks noGrp="1"/>
          </p:cNvSpPr>
          <p:nvPr/>
        </p:nvSpPr>
        <p:spPr>
          <a:xfrm>
            <a:off x="4185761" y="38392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7" name="02_predicted_pose_3536">
            <a:extLst>
              <a:ext uri="{FF2B5EF4-FFF2-40B4-BE49-F238E27FC236}">
                <a16:creationId xmlns:a16="http://schemas.microsoft.com/office/drawing/2014/main" id="{1490C200-3D47-43B3-A31E-0A3DE960A26A}"/>
              </a:ext>
            </a:extLst>
          </p:cNvPr>
          <p:cNvSpPr>
            <a:spLocks noGrp="1"/>
          </p:cNvSpPr>
          <p:nvPr/>
        </p:nvSpPr>
        <p:spPr>
          <a:xfrm>
            <a:off x="4214928" y="38767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8" name="02_predicted_pose_3537">
            <a:extLst>
              <a:ext uri="{FF2B5EF4-FFF2-40B4-BE49-F238E27FC236}">
                <a16:creationId xmlns:a16="http://schemas.microsoft.com/office/drawing/2014/main" id="{B8A57C1B-95E4-4111-930C-F2D69FE9CC7D}"/>
              </a:ext>
            </a:extLst>
          </p:cNvPr>
          <p:cNvSpPr>
            <a:spLocks noGrp="1"/>
          </p:cNvSpPr>
          <p:nvPr/>
        </p:nvSpPr>
        <p:spPr>
          <a:xfrm>
            <a:off x="4244097" y="369893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39" name="02_predicted_pose_3538">
            <a:extLst>
              <a:ext uri="{FF2B5EF4-FFF2-40B4-BE49-F238E27FC236}">
                <a16:creationId xmlns:a16="http://schemas.microsoft.com/office/drawing/2014/main" id="{6E144F71-A2EB-4AB9-AB0A-CD4DF581D788}"/>
              </a:ext>
            </a:extLst>
          </p:cNvPr>
          <p:cNvSpPr>
            <a:spLocks noGrp="1"/>
          </p:cNvSpPr>
          <p:nvPr/>
        </p:nvSpPr>
        <p:spPr>
          <a:xfrm>
            <a:off x="4273264" y="37824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0" name="02_predicted_pose_3539">
            <a:extLst>
              <a:ext uri="{FF2B5EF4-FFF2-40B4-BE49-F238E27FC236}">
                <a16:creationId xmlns:a16="http://schemas.microsoft.com/office/drawing/2014/main" id="{D60350B2-5C4B-4632-9C59-F8F94429C0D4}"/>
              </a:ext>
            </a:extLst>
          </p:cNvPr>
          <p:cNvSpPr>
            <a:spLocks noGrp="1"/>
          </p:cNvSpPr>
          <p:nvPr/>
        </p:nvSpPr>
        <p:spPr>
          <a:xfrm>
            <a:off x="4302431" y="39541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1" name="02_predicted_pose_3540">
            <a:extLst>
              <a:ext uri="{FF2B5EF4-FFF2-40B4-BE49-F238E27FC236}">
                <a16:creationId xmlns:a16="http://schemas.microsoft.com/office/drawing/2014/main" id="{36B8F8DE-01C8-4A01-A1DF-A708E47EAB65}"/>
              </a:ext>
            </a:extLst>
          </p:cNvPr>
          <p:cNvSpPr>
            <a:spLocks noGrp="1"/>
          </p:cNvSpPr>
          <p:nvPr/>
        </p:nvSpPr>
        <p:spPr>
          <a:xfrm>
            <a:off x="4199980" y="38294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2" name="02_predicted_pose_3541">
            <a:extLst>
              <a:ext uri="{FF2B5EF4-FFF2-40B4-BE49-F238E27FC236}">
                <a16:creationId xmlns:a16="http://schemas.microsoft.com/office/drawing/2014/main" id="{FC59AEB0-440B-4C0B-A2DB-61D869B119E6}"/>
              </a:ext>
            </a:extLst>
          </p:cNvPr>
          <p:cNvSpPr>
            <a:spLocks noGrp="1"/>
          </p:cNvSpPr>
          <p:nvPr/>
        </p:nvSpPr>
        <p:spPr>
          <a:xfrm>
            <a:off x="4323943" y="296938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3" name="02_predicted_pose_3542">
            <a:extLst>
              <a:ext uri="{FF2B5EF4-FFF2-40B4-BE49-F238E27FC236}">
                <a16:creationId xmlns:a16="http://schemas.microsoft.com/office/drawing/2014/main" id="{4970F049-8B13-4806-8EB3-B714F88907DD}"/>
              </a:ext>
            </a:extLst>
          </p:cNvPr>
          <p:cNvSpPr>
            <a:spLocks noGrp="1"/>
          </p:cNvSpPr>
          <p:nvPr/>
        </p:nvSpPr>
        <p:spPr>
          <a:xfrm>
            <a:off x="4338526" y="35166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4" name="02_predicted_pose_3543">
            <a:extLst>
              <a:ext uri="{FF2B5EF4-FFF2-40B4-BE49-F238E27FC236}">
                <a16:creationId xmlns:a16="http://schemas.microsoft.com/office/drawing/2014/main" id="{42FFC28B-9BF4-450F-BB49-1719847C6DAD}"/>
              </a:ext>
            </a:extLst>
          </p:cNvPr>
          <p:cNvSpPr>
            <a:spLocks noGrp="1"/>
          </p:cNvSpPr>
          <p:nvPr/>
        </p:nvSpPr>
        <p:spPr>
          <a:xfrm>
            <a:off x="4108831" y="30468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5" name="02_predicted_pose_3544">
            <a:extLst>
              <a:ext uri="{FF2B5EF4-FFF2-40B4-BE49-F238E27FC236}">
                <a16:creationId xmlns:a16="http://schemas.microsoft.com/office/drawing/2014/main" id="{A3E1905D-C1A9-4612-9C92-5FD773ECA5D6}"/>
              </a:ext>
            </a:extLst>
          </p:cNvPr>
          <p:cNvSpPr>
            <a:spLocks noGrp="1"/>
          </p:cNvSpPr>
          <p:nvPr/>
        </p:nvSpPr>
        <p:spPr>
          <a:xfrm>
            <a:off x="4121957" y="40376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6" name="02_predicted_pose_3545">
            <a:extLst>
              <a:ext uri="{FF2B5EF4-FFF2-40B4-BE49-F238E27FC236}">
                <a16:creationId xmlns:a16="http://schemas.microsoft.com/office/drawing/2014/main" id="{91766740-1AA4-4DE6-AD4D-AFB38EF070E7}"/>
              </a:ext>
            </a:extLst>
          </p:cNvPr>
          <p:cNvSpPr>
            <a:spLocks noGrp="1"/>
          </p:cNvSpPr>
          <p:nvPr/>
        </p:nvSpPr>
        <p:spPr>
          <a:xfrm>
            <a:off x="4166073" y="38721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7" name="02_predicted_pose_3546">
            <a:extLst>
              <a:ext uri="{FF2B5EF4-FFF2-40B4-BE49-F238E27FC236}">
                <a16:creationId xmlns:a16="http://schemas.microsoft.com/office/drawing/2014/main" id="{B9B57BE9-B6AA-4EBC-9B7C-2928896B876D}"/>
              </a:ext>
            </a:extLst>
          </p:cNvPr>
          <p:cNvSpPr>
            <a:spLocks noGrp="1"/>
          </p:cNvSpPr>
          <p:nvPr/>
        </p:nvSpPr>
        <p:spPr>
          <a:xfrm>
            <a:off x="4127426" y="38733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8" name="02_predicted_pose_3547">
            <a:extLst>
              <a:ext uri="{FF2B5EF4-FFF2-40B4-BE49-F238E27FC236}">
                <a16:creationId xmlns:a16="http://schemas.microsoft.com/office/drawing/2014/main" id="{64A41CF3-C563-4D62-949B-B03B9E55EF1D}"/>
              </a:ext>
            </a:extLst>
          </p:cNvPr>
          <p:cNvSpPr>
            <a:spLocks noGrp="1"/>
          </p:cNvSpPr>
          <p:nvPr/>
        </p:nvSpPr>
        <p:spPr>
          <a:xfrm>
            <a:off x="4072372" y="387516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49" name="02_predicted_pose_3548">
            <a:extLst>
              <a:ext uri="{FF2B5EF4-FFF2-40B4-BE49-F238E27FC236}">
                <a16:creationId xmlns:a16="http://schemas.microsoft.com/office/drawing/2014/main" id="{EFF77604-B34D-44E1-B7F0-7D300D3E0B98}"/>
              </a:ext>
            </a:extLst>
          </p:cNvPr>
          <p:cNvSpPr>
            <a:spLocks noGrp="1"/>
          </p:cNvSpPr>
          <p:nvPr/>
        </p:nvSpPr>
        <p:spPr>
          <a:xfrm>
            <a:off x="4212376" y="390926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0" name="02_predicted_pose_3549">
            <a:extLst>
              <a:ext uri="{FF2B5EF4-FFF2-40B4-BE49-F238E27FC236}">
                <a16:creationId xmlns:a16="http://schemas.microsoft.com/office/drawing/2014/main" id="{D2BA4BF0-4EDF-41FD-B541-72224B675FDF}"/>
              </a:ext>
            </a:extLst>
          </p:cNvPr>
          <p:cNvSpPr>
            <a:spLocks noGrp="1"/>
          </p:cNvSpPr>
          <p:nvPr/>
        </p:nvSpPr>
        <p:spPr>
          <a:xfrm>
            <a:off x="4226960" y="38939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1" name="02_predicted_pose_3550">
            <a:extLst>
              <a:ext uri="{FF2B5EF4-FFF2-40B4-BE49-F238E27FC236}">
                <a16:creationId xmlns:a16="http://schemas.microsoft.com/office/drawing/2014/main" id="{FD223AE0-1E58-4A25-92C3-65F71836DA28}"/>
              </a:ext>
            </a:extLst>
          </p:cNvPr>
          <p:cNvSpPr>
            <a:spLocks noGrp="1"/>
          </p:cNvSpPr>
          <p:nvPr/>
        </p:nvSpPr>
        <p:spPr>
          <a:xfrm>
            <a:off x="4241544" y="40775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2" name="02_predicted_pose_3551">
            <a:extLst>
              <a:ext uri="{FF2B5EF4-FFF2-40B4-BE49-F238E27FC236}">
                <a16:creationId xmlns:a16="http://schemas.microsoft.com/office/drawing/2014/main" id="{449FF647-DB4D-40F1-B6F0-4944D201941D}"/>
              </a:ext>
            </a:extLst>
          </p:cNvPr>
          <p:cNvSpPr>
            <a:spLocks noGrp="1"/>
          </p:cNvSpPr>
          <p:nvPr/>
        </p:nvSpPr>
        <p:spPr>
          <a:xfrm>
            <a:off x="4256128" y="381178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3" name="02_predicted_pose_3552">
            <a:extLst>
              <a:ext uri="{FF2B5EF4-FFF2-40B4-BE49-F238E27FC236}">
                <a16:creationId xmlns:a16="http://schemas.microsoft.com/office/drawing/2014/main" id="{E742DE8D-5524-4647-BC4E-14BA0B062287}"/>
              </a:ext>
            </a:extLst>
          </p:cNvPr>
          <p:cNvSpPr>
            <a:spLocks noGrp="1"/>
          </p:cNvSpPr>
          <p:nvPr/>
        </p:nvSpPr>
        <p:spPr>
          <a:xfrm>
            <a:off x="4039193" y="397621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4" name="02_predicted_pose_3553">
            <a:extLst>
              <a:ext uri="{FF2B5EF4-FFF2-40B4-BE49-F238E27FC236}">
                <a16:creationId xmlns:a16="http://schemas.microsoft.com/office/drawing/2014/main" id="{9FE97F73-274A-4501-9B6D-34C1ABB8FD65}"/>
              </a:ext>
            </a:extLst>
          </p:cNvPr>
          <p:cNvSpPr>
            <a:spLocks noGrp="1"/>
          </p:cNvSpPr>
          <p:nvPr/>
        </p:nvSpPr>
        <p:spPr>
          <a:xfrm>
            <a:off x="4068361" y="39445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5" name="02_predicted_pose_3554">
            <a:extLst>
              <a:ext uri="{FF2B5EF4-FFF2-40B4-BE49-F238E27FC236}">
                <a16:creationId xmlns:a16="http://schemas.microsoft.com/office/drawing/2014/main" id="{80776479-5BEE-4663-9163-3C9EDC220FC7}"/>
              </a:ext>
            </a:extLst>
          </p:cNvPr>
          <p:cNvSpPr>
            <a:spLocks noGrp="1"/>
          </p:cNvSpPr>
          <p:nvPr/>
        </p:nvSpPr>
        <p:spPr>
          <a:xfrm>
            <a:off x="4292223" y="332218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6" name="02_predicted_pose_3555">
            <a:extLst>
              <a:ext uri="{FF2B5EF4-FFF2-40B4-BE49-F238E27FC236}">
                <a16:creationId xmlns:a16="http://schemas.microsoft.com/office/drawing/2014/main" id="{6DD2EE6A-2080-46BC-8A33-94DAA1F85416}"/>
              </a:ext>
            </a:extLst>
          </p:cNvPr>
          <p:cNvSpPr>
            <a:spLocks noGrp="1"/>
          </p:cNvSpPr>
          <p:nvPr/>
        </p:nvSpPr>
        <p:spPr>
          <a:xfrm>
            <a:off x="4329047" y="388908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7" name="02_predicted_pose_3556">
            <a:extLst>
              <a:ext uri="{FF2B5EF4-FFF2-40B4-BE49-F238E27FC236}">
                <a16:creationId xmlns:a16="http://schemas.microsoft.com/office/drawing/2014/main" id="{683E2473-FFC3-4F68-9D03-3B661EAAF4A4}"/>
              </a:ext>
            </a:extLst>
          </p:cNvPr>
          <p:cNvSpPr>
            <a:spLocks noGrp="1"/>
          </p:cNvSpPr>
          <p:nvPr/>
        </p:nvSpPr>
        <p:spPr>
          <a:xfrm>
            <a:off x="5346635" y="35277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8" name="02_predicted_pose_3557">
            <a:extLst>
              <a:ext uri="{FF2B5EF4-FFF2-40B4-BE49-F238E27FC236}">
                <a16:creationId xmlns:a16="http://schemas.microsoft.com/office/drawing/2014/main" id="{5112FB5C-56B3-4A86-BE74-A882143CD03E}"/>
              </a:ext>
            </a:extLst>
          </p:cNvPr>
          <p:cNvSpPr>
            <a:spLocks noGrp="1"/>
          </p:cNvSpPr>
          <p:nvPr/>
        </p:nvSpPr>
        <p:spPr>
          <a:xfrm>
            <a:off x="5361219" y="35205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59" name="02_predicted_pose_3558">
            <a:extLst>
              <a:ext uri="{FF2B5EF4-FFF2-40B4-BE49-F238E27FC236}">
                <a16:creationId xmlns:a16="http://schemas.microsoft.com/office/drawing/2014/main" id="{A9B3E7C3-2B11-4359-9EBB-D68304994E11}"/>
              </a:ext>
            </a:extLst>
          </p:cNvPr>
          <p:cNvSpPr>
            <a:spLocks noGrp="1"/>
          </p:cNvSpPr>
          <p:nvPr/>
        </p:nvSpPr>
        <p:spPr>
          <a:xfrm>
            <a:off x="5375803" y="35964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0" name="02_predicted_pose_3559">
            <a:extLst>
              <a:ext uri="{FF2B5EF4-FFF2-40B4-BE49-F238E27FC236}">
                <a16:creationId xmlns:a16="http://schemas.microsoft.com/office/drawing/2014/main" id="{72D4D717-1AA3-466F-B183-493C75CCD0A8}"/>
              </a:ext>
            </a:extLst>
          </p:cNvPr>
          <p:cNvSpPr>
            <a:spLocks noGrp="1"/>
          </p:cNvSpPr>
          <p:nvPr/>
        </p:nvSpPr>
        <p:spPr>
          <a:xfrm>
            <a:off x="5390387" y="35625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1" name="02_predicted_pose_3560">
            <a:extLst>
              <a:ext uri="{FF2B5EF4-FFF2-40B4-BE49-F238E27FC236}">
                <a16:creationId xmlns:a16="http://schemas.microsoft.com/office/drawing/2014/main" id="{1C708871-A15F-467C-83BA-2AE427DFA06E}"/>
              </a:ext>
            </a:extLst>
          </p:cNvPr>
          <p:cNvSpPr>
            <a:spLocks noGrp="1"/>
          </p:cNvSpPr>
          <p:nvPr/>
        </p:nvSpPr>
        <p:spPr>
          <a:xfrm>
            <a:off x="5404971" y="35437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2" name="02_predicted_pose_3561">
            <a:extLst>
              <a:ext uri="{FF2B5EF4-FFF2-40B4-BE49-F238E27FC236}">
                <a16:creationId xmlns:a16="http://schemas.microsoft.com/office/drawing/2014/main" id="{D8D2F51F-0FF6-4425-A158-3BAFEDCADD4B}"/>
              </a:ext>
            </a:extLst>
          </p:cNvPr>
          <p:cNvSpPr>
            <a:spLocks noGrp="1"/>
          </p:cNvSpPr>
          <p:nvPr/>
        </p:nvSpPr>
        <p:spPr>
          <a:xfrm>
            <a:off x="5419555" y="35421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3" name="02_predicted_pose_3562">
            <a:extLst>
              <a:ext uri="{FF2B5EF4-FFF2-40B4-BE49-F238E27FC236}">
                <a16:creationId xmlns:a16="http://schemas.microsoft.com/office/drawing/2014/main" id="{5C7C395A-47D7-4B65-82FD-D68ED34899A4}"/>
              </a:ext>
            </a:extLst>
          </p:cNvPr>
          <p:cNvSpPr>
            <a:spLocks noGrp="1"/>
          </p:cNvSpPr>
          <p:nvPr/>
        </p:nvSpPr>
        <p:spPr>
          <a:xfrm>
            <a:off x="5434138" y="35277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4" name="02_predicted_pose_3563">
            <a:extLst>
              <a:ext uri="{FF2B5EF4-FFF2-40B4-BE49-F238E27FC236}">
                <a16:creationId xmlns:a16="http://schemas.microsoft.com/office/drawing/2014/main" id="{CE7BD7D7-7CE1-4103-8FF4-533148549F04}"/>
              </a:ext>
            </a:extLst>
          </p:cNvPr>
          <p:cNvSpPr>
            <a:spLocks noGrp="1"/>
          </p:cNvSpPr>
          <p:nvPr/>
        </p:nvSpPr>
        <p:spPr>
          <a:xfrm>
            <a:off x="5448722" y="37044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5" name="02_predicted_pose_3564">
            <a:extLst>
              <a:ext uri="{FF2B5EF4-FFF2-40B4-BE49-F238E27FC236}">
                <a16:creationId xmlns:a16="http://schemas.microsoft.com/office/drawing/2014/main" id="{17AB5C10-7A7B-4068-BBE1-C4550E62D01E}"/>
              </a:ext>
            </a:extLst>
          </p:cNvPr>
          <p:cNvSpPr>
            <a:spLocks noGrp="1"/>
          </p:cNvSpPr>
          <p:nvPr/>
        </p:nvSpPr>
        <p:spPr>
          <a:xfrm>
            <a:off x="5463306" y="35841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6" name="02_predicted_pose_3565">
            <a:extLst>
              <a:ext uri="{FF2B5EF4-FFF2-40B4-BE49-F238E27FC236}">
                <a16:creationId xmlns:a16="http://schemas.microsoft.com/office/drawing/2014/main" id="{12B79865-F709-4292-A81F-BAE7DBBF6868}"/>
              </a:ext>
            </a:extLst>
          </p:cNvPr>
          <p:cNvSpPr>
            <a:spLocks noGrp="1"/>
          </p:cNvSpPr>
          <p:nvPr/>
        </p:nvSpPr>
        <p:spPr>
          <a:xfrm>
            <a:off x="5477890" y="35372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7" name="02_predicted_pose_3566">
            <a:extLst>
              <a:ext uri="{FF2B5EF4-FFF2-40B4-BE49-F238E27FC236}">
                <a16:creationId xmlns:a16="http://schemas.microsoft.com/office/drawing/2014/main" id="{BE077C86-CBC4-444F-AFAA-A5C1F38F0BAA}"/>
              </a:ext>
            </a:extLst>
          </p:cNvPr>
          <p:cNvSpPr>
            <a:spLocks noGrp="1"/>
          </p:cNvSpPr>
          <p:nvPr/>
        </p:nvSpPr>
        <p:spPr>
          <a:xfrm>
            <a:off x="5360854" y="35369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8" name="02_predicted_pose_3567">
            <a:extLst>
              <a:ext uri="{FF2B5EF4-FFF2-40B4-BE49-F238E27FC236}">
                <a16:creationId xmlns:a16="http://schemas.microsoft.com/office/drawing/2014/main" id="{43707AE9-974E-4101-A8F0-A62D8CD7FDB8}"/>
              </a:ext>
            </a:extLst>
          </p:cNvPr>
          <p:cNvSpPr>
            <a:spLocks noGrp="1"/>
          </p:cNvSpPr>
          <p:nvPr/>
        </p:nvSpPr>
        <p:spPr>
          <a:xfrm>
            <a:off x="5459296" y="35118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69" name="02_predicted_pose_3568">
            <a:extLst>
              <a:ext uri="{FF2B5EF4-FFF2-40B4-BE49-F238E27FC236}">
                <a16:creationId xmlns:a16="http://schemas.microsoft.com/office/drawing/2014/main" id="{AFF6EE14-1ED6-4306-8298-D89DE8435143}"/>
              </a:ext>
            </a:extLst>
          </p:cNvPr>
          <p:cNvSpPr>
            <a:spLocks noGrp="1"/>
          </p:cNvSpPr>
          <p:nvPr/>
        </p:nvSpPr>
        <p:spPr>
          <a:xfrm>
            <a:off x="5557736" y="35736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0" name="02_predicted_pose_3569">
            <a:extLst>
              <a:ext uri="{FF2B5EF4-FFF2-40B4-BE49-F238E27FC236}">
                <a16:creationId xmlns:a16="http://schemas.microsoft.com/office/drawing/2014/main" id="{001F8CF2-7BB2-41A9-8F2F-0CB32E6B0A86}"/>
              </a:ext>
            </a:extLst>
          </p:cNvPr>
          <p:cNvSpPr>
            <a:spLocks noGrp="1"/>
          </p:cNvSpPr>
          <p:nvPr/>
        </p:nvSpPr>
        <p:spPr>
          <a:xfrm>
            <a:off x="5292675" y="34811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1" name="02_predicted_pose_3570">
            <a:extLst>
              <a:ext uri="{FF2B5EF4-FFF2-40B4-BE49-F238E27FC236}">
                <a16:creationId xmlns:a16="http://schemas.microsoft.com/office/drawing/2014/main" id="{A15CC59A-EFE0-4011-9821-86B52C601E4E}"/>
              </a:ext>
            </a:extLst>
          </p:cNvPr>
          <p:cNvSpPr>
            <a:spLocks noGrp="1"/>
          </p:cNvSpPr>
          <p:nvPr/>
        </p:nvSpPr>
        <p:spPr>
          <a:xfrm>
            <a:off x="5391116" y="34833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2" name="02_predicted_pose_3571">
            <a:extLst>
              <a:ext uri="{FF2B5EF4-FFF2-40B4-BE49-F238E27FC236}">
                <a16:creationId xmlns:a16="http://schemas.microsoft.com/office/drawing/2014/main" id="{CCA917DD-0F0C-4842-B75C-A1E6C13F19A3}"/>
              </a:ext>
            </a:extLst>
          </p:cNvPr>
          <p:cNvSpPr>
            <a:spLocks noGrp="1"/>
          </p:cNvSpPr>
          <p:nvPr/>
        </p:nvSpPr>
        <p:spPr>
          <a:xfrm>
            <a:off x="5489557" y="35564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3" name="02_predicted_pose_3572">
            <a:extLst>
              <a:ext uri="{FF2B5EF4-FFF2-40B4-BE49-F238E27FC236}">
                <a16:creationId xmlns:a16="http://schemas.microsoft.com/office/drawing/2014/main" id="{CC5A8419-F71C-4D95-B874-6114F6EBB75C}"/>
              </a:ext>
            </a:extLst>
          </p:cNvPr>
          <p:cNvSpPr>
            <a:spLocks noGrp="1"/>
          </p:cNvSpPr>
          <p:nvPr/>
        </p:nvSpPr>
        <p:spPr>
          <a:xfrm>
            <a:off x="5587998" y="37297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4" name="02_predicted_pose_3573">
            <a:extLst>
              <a:ext uri="{FF2B5EF4-FFF2-40B4-BE49-F238E27FC236}">
                <a16:creationId xmlns:a16="http://schemas.microsoft.com/office/drawing/2014/main" id="{FB5862F5-B8A1-4E9A-8EC1-8907A22FE506}"/>
              </a:ext>
            </a:extLst>
          </p:cNvPr>
          <p:cNvSpPr>
            <a:spLocks noGrp="1"/>
          </p:cNvSpPr>
          <p:nvPr/>
        </p:nvSpPr>
        <p:spPr>
          <a:xfrm>
            <a:off x="5322936" y="34295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5" name="02_predicted_pose_3574">
            <a:extLst>
              <a:ext uri="{FF2B5EF4-FFF2-40B4-BE49-F238E27FC236}">
                <a16:creationId xmlns:a16="http://schemas.microsoft.com/office/drawing/2014/main" id="{7AC4F1BF-45E2-4590-A6EB-8E77C8400F69}"/>
              </a:ext>
            </a:extLst>
          </p:cNvPr>
          <p:cNvSpPr>
            <a:spLocks noGrp="1"/>
          </p:cNvSpPr>
          <p:nvPr/>
        </p:nvSpPr>
        <p:spPr>
          <a:xfrm>
            <a:off x="5421378" y="35917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6" name="02_predicted_pose_3575">
            <a:extLst>
              <a:ext uri="{FF2B5EF4-FFF2-40B4-BE49-F238E27FC236}">
                <a16:creationId xmlns:a16="http://schemas.microsoft.com/office/drawing/2014/main" id="{E380D597-AF46-43CA-B409-854BE1A99CC6}"/>
              </a:ext>
            </a:extLst>
          </p:cNvPr>
          <p:cNvSpPr>
            <a:spLocks noGrp="1"/>
          </p:cNvSpPr>
          <p:nvPr/>
        </p:nvSpPr>
        <p:spPr>
          <a:xfrm>
            <a:off x="5519819" y="36193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7" name="02_predicted_pose_3576">
            <a:extLst>
              <a:ext uri="{FF2B5EF4-FFF2-40B4-BE49-F238E27FC236}">
                <a16:creationId xmlns:a16="http://schemas.microsoft.com/office/drawing/2014/main" id="{B4D67C1E-6BEB-4EA8-A34C-213B529C4953}"/>
              </a:ext>
            </a:extLst>
          </p:cNvPr>
          <p:cNvSpPr>
            <a:spLocks noGrp="1"/>
          </p:cNvSpPr>
          <p:nvPr/>
        </p:nvSpPr>
        <p:spPr>
          <a:xfrm>
            <a:off x="5375439" y="34625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8" name="02_predicted_pose_3577">
            <a:extLst>
              <a:ext uri="{FF2B5EF4-FFF2-40B4-BE49-F238E27FC236}">
                <a16:creationId xmlns:a16="http://schemas.microsoft.com/office/drawing/2014/main" id="{C80786F4-BE59-432B-9381-5B44F5EA9F41}"/>
              </a:ext>
            </a:extLst>
          </p:cNvPr>
          <p:cNvSpPr>
            <a:spLocks noGrp="1"/>
          </p:cNvSpPr>
          <p:nvPr/>
        </p:nvSpPr>
        <p:spPr>
          <a:xfrm>
            <a:off x="5473879" y="36432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79" name="02_predicted_pose_3578">
            <a:extLst>
              <a:ext uri="{FF2B5EF4-FFF2-40B4-BE49-F238E27FC236}">
                <a16:creationId xmlns:a16="http://schemas.microsoft.com/office/drawing/2014/main" id="{7C70C104-4D90-49D2-AD1E-55D61D79DC44}"/>
              </a:ext>
            </a:extLst>
          </p:cNvPr>
          <p:cNvSpPr>
            <a:spLocks noGrp="1"/>
          </p:cNvSpPr>
          <p:nvPr/>
        </p:nvSpPr>
        <p:spPr>
          <a:xfrm>
            <a:off x="5572320" y="35559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0" name="02_predicted_pose_3579">
            <a:extLst>
              <a:ext uri="{FF2B5EF4-FFF2-40B4-BE49-F238E27FC236}">
                <a16:creationId xmlns:a16="http://schemas.microsoft.com/office/drawing/2014/main" id="{BFCE21AB-886D-48CB-9DDB-16F5C7439CB0}"/>
              </a:ext>
            </a:extLst>
          </p:cNvPr>
          <p:cNvSpPr>
            <a:spLocks noGrp="1"/>
          </p:cNvSpPr>
          <p:nvPr/>
        </p:nvSpPr>
        <p:spPr>
          <a:xfrm>
            <a:off x="5307258" y="36266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1" name="02_predicted_pose_3580">
            <a:extLst>
              <a:ext uri="{FF2B5EF4-FFF2-40B4-BE49-F238E27FC236}">
                <a16:creationId xmlns:a16="http://schemas.microsoft.com/office/drawing/2014/main" id="{624FB0DA-53C1-40BC-9353-FD45077D321C}"/>
              </a:ext>
            </a:extLst>
          </p:cNvPr>
          <p:cNvSpPr>
            <a:spLocks noGrp="1"/>
          </p:cNvSpPr>
          <p:nvPr/>
        </p:nvSpPr>
        <p:spPr>
          <a:xfrm>
            <a:off x="5405700" y="35372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2" name="02_predicted_pose_3581">
            <a:extLst>
              <a:ext uri="{FF2B5EF4-FFF2-40B4-BE49-F238E27FC236}">
                <a16:creationId xmlns:a16="http://schemas.microsoft.com/office/drawing/2014/main" id="{BD704534-AE92-4FEC-813D-4FA2CBDBFC5C}"/>
              </a:ext>
            </a:extLst>
          </p:cNvPr>
          <p:cNvSpPr>
            <a:spLocks noGrp="1"/>
          </p:cNvSpPr>
          <p:nvPr/>
        </p:nvSpPr>
        <p:spPr>
          <a:xfrm>
            <a:off x="5504141" y="36867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3" name="02_predicted_pose_3582">
            <a:extLst>
              <a:ext uri="{FF2B5EF4-FFF2-40B4-BE49-F238E27FC236}">
                <a16:creationId xmlns:a16="http://schemas.microsoft.com/office/drawing/2014/main" id="{182370CB-EA1B-44B3-A337-138FD5E14EFD}"/>
              </a:ext>
            </a:extLst>
          </p:cNvPr>
          <p:cNvSpPr>
            <a:spLocks noGrp="1"/>
          </p:cNvSpPr>
          <p:nvPr/>
        </p:nvSpPr>
        <p:spPr>
          <a:xfrm>
            <a:off x="5239079" y="34608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4" name="02_predicted_pose_3583">
            <a:extLst>
              <a:ext uri="{FF2B5EF4-FFF2-40B4-BE49-F238E27FC236}">
                <a16:creationId xmlns:a16="http://schemas.microsoft.com/office/drawing/2014/main" id="{56A5C271-17B7-4076-899E-D9602A1D1967}"/>
              </a:ext>
            </a:extLst>
          </p:cNvPr>
          <p:cNvSpPr>
            <a:spLocks noGrp="1"/>
          </p:cNvSpPr>
          <p:nvPr/>
        </p:nvSpPr>
        <p:spPr>
          <a:xfrm>
            <a:off x="5337521" y="36085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5" name="02_predicted_pose_3584">
            <a:extLst>
              <a:ext uri="{FF2B5EF4-FFF2-40B4-BE49-F238E27FC236}">
                <a16:creationId xmlns:a16="http://schemas.microsoft.com/office/drawing/2014/main" id="{967757C4-B6C5-46F6-996F-A9AF70F23C8E}"/>
              </a:ext>
            </a:extLst>
          </p:cNvPr>
          <p:cNvSpPr>
            <a:spLocks noGrp="1"/>
          </p:cNvSpPr>
          <p:nvPr/>
        </p:nvSpPr>
        <p:spPr>
          <a:xfrm>
            <a:off x="5435962" y="36602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6" name="02_predicted_pose_3585">
            <a:extLst>
              <a:ext uri="{FF2B5EF4-FFF2-40B4-BE49-F238E27FC236}">
                <a16:creationId xmlns:a16="http://schemas.microsoft.com/office/drawing/2014/main" id="{8A57D8BD-522A-4C14-B3DF-A06B74297F49}"/>
              </a:ext>
            </a:extLst>
          </p:cNvPr>
          <p:cNvSpPr>
            <a:spLocks noGrp="1"/>
          </p:cNvSpPr>
          <p:nvPr/>
        </p:nvSpPr>
        <p:spPr>
          <a:xfrm>
            <a:off x="5534402" y="34339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7" name="02_predicted_pose_3586">
            <a:extLst>
              <a:ext uri="{FF2B5EF4-FFF2-40B4-BE49-F238E27FC236}">
                <a16:creationId xmlns:a16="http://schemas.microsoft.com/office/drawing/2014/main" id="{192FCDE1-EA27-4BFA-8852-B079B407FC0E}"/>
              </a:ext>
            </a:extLst>
          </p:cNvPr>
          <p:cNvSpPr>
            <a:spLocks noGrp="1"/>
          </p:cNvSpPr>
          <p:nvPr/>
        </p:nvSpPr>
        <p:spPr>
          <a:xfrm>
            <a:off x="5390022" y="35257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8" name="02_predicted_pose_3587">
            <a:extLst>
              <a:ext uri="{FF2B5EF4-FFF2-40B4-BE49-F238E27FC236}">
                <a16:creationId xmlns:a16="http://schemas.microsoft.com/office/drawing/2014/main" id="{CE52B9E0-B4F9-4546-AEE1-B0D4B699E0FB}"/>
              </a:ext>
            </a:extLst>
          </p:cNvPr>
          <p:cNvSpPr>
            <a:spLocks noGrp="1"/>
          </p:cNvSpPr>
          <p:nvPr/>
        </p:nvSpPr>
        <p:spPr>
          <a:xfrm>
            <a:off x="5488463" y="35578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89" name="02_predicted_pose_3588">
            <a:extLst>
              <a:ext uri="{FF2B5EF4-FFF2-40B4-BE49-F238E27FC236}">
                <a16:creationId xmlns:a16="http://schemas.microsoft.com/office/drawing/2014/main" id="{30F312B6-7C1C-4384-8743-C08BDE65DFA9}"/>
              </a:ext>
            </a:extLst>
          </p:cNvPr>
          <p:cNvSpPr>
            <a:spLocks noGrp="1"/>
          </p:cNvSpPr>
          <p:nvPr/>
        </p:nvSpPr>
        <p:spPr>
          <a:xfrm>
            <a:off x="5586905" y="35356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0" name="02_predicted_pose_3589">
            <a:extLst>
              <a:ext uri="{FF2B5EF4-FFF2-40B4-BE49-F238E27FC236}">
                <a16:creationId xmlns:a16="http://schemas.microsoft.com/office/drawing/2014/main" id="{CC722863-E381-404F-B682-C0C9D5813AE9}"/>
              </a:ext>
            </a:extLst>
          </p:cNvPr>
          <p:cNvSpPr>
            <a:spLocks noGrp="1"/>
          </p:cNvSpPr>
          <p:nvPr/>
        </p:nvSpPr>
        <p:spPr>
          <a:xfrm>
            <a:off x="5321843" y="34437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1" name="02_predicted_pose_3590">
            <a:extLst>
              <a:ext uri="{FF2B5EF4-FFF2-40B4-BE49-F238E27FC236}">
                <a16:creationId xmlns:a16="http://schemas.microsoft.com/office/drawing/2014/main" id="{7F151036-D276-4EE2-A111-87D564C5A951}"/>
              </a:ext>
            </a:extLst>
          </p:cNvPr>
          <p:cNvSpPr>
            <a:spLocks noGrp="1"/>
          </p:cNvSpPr>
          <p:nvPr/>
        </p:nvSpPr>
        <p:spPr>
          <a:xfrm>
            <a:off x="5420284" y="36594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2" name="02_predicted_pose_3591">
            <a:extLst>
              <a:ext uri="{FF2B5EF4-FFF2-40B4-BE49-F238E27FC236}">
                <a16:creationId xmlns:a16="http://schemas.microsoft.com/office/drawing/2014/main" id="{FAB9ED12-91EE-40B1-9B95-3E9E34B020E4}"/>
              </a:ext>
            </a:extLst>
          </p:cNvPr>
          <p:cNvSpPr>
            <a:spLocks noGrp="1"/>
          </p:cNvSpPr>
          <p:nvPr/>
        </p:nvSpPr>
        <p:spPr>
          <a:xfrm>
            <a:off x="5518724" y="34220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3" name="02_predicted_pose_3592">
            <a:extLst>
              <a:ext uri="{FF2B5EF4-FFF2-40B4-BE49-F238E27FC236}">
                <a16:creationId xmlns:a16="http://schemas.microsoft.com/office/drawing/2014/main" id="{FF57460B-EB38-43A4-A87A-18CA17836463}"/>
              </a:ext>
            </a:extLst>
          </p:cNvPr>
          <p:cNvSpPr>
            <a:spLocks noGrp="1"/>
          </p:cNvSpPr>
          <p:nvPr/>
        </p:nvSpPr>
        <p:spPr>
          <a:xfrm>
            <a:off x="5253663" y="35327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4" name="02_predicted_pose_3593">
            <a:extLst>
              <a:ext uri="{FF2B5EF4-FFF2-40B4-BE49-F238E27FC236}">
                <a16:creationId xmlns:a16="http://schemas.microsoft.com/office/drawing/2014/main" id="{1ACF6A76-6911-4610-AA2F-EFE912ECA4CE}"/>
              </a:ext>
            </a:extLst>
          </p:cNvPr>
          <p:cNvSpPr>
            <a:spLocks noGrp="1"/>
          </p:cNvSpPr>
          <p:nvPr/>
        </p:nvSpPr>
        <p:spPr>
          <a:xfrm>
            <a:off x="5352104" y="36292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5" name="02_predicted_pose_3594">
            <a:extLst>
              <a:ext uri="{FF2B5EF4-FFF2-40B4-BE49-F238E27FC236}">
                <a16:creationId xmlns:a16="http://schemas.microsoft.com/office/drawing/2014/main" id="{5846D69F-9A89-44E7-924A-9C71B389BBAC}"/>
              </a:ext>
            </a:extLst>
          </p:cNvPr>
          <p:cNvSpPr>
            <a:spLocks noGrp="1"/>
          </p:cNvSpPr>
          <p:nvPr/>
        </p:nvSpPr>
        <p:spPr>
          <a:xfrm>
            <a:off x="5450545" y="358883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6" name="02_predicted_pose_3595">
            <a:extLst>
              <a:ext uri="{FF2B5EF4-FFF2-40B4-BE49-F238E27FC236}">
                <a16:creationId xmlns:a16="http://schemas.microsoft.com/office/drawing/2014/main" id="{3CD5D884-F491-425F-A866-924DB3D553A6}"/>
              </a:ext>
            </a:extLst>
          </p:cNvPr>
          <p:cNvSpPr>
            <a:spLocks noGrp="1"/>
          </p:cNvSpPr>
          <p:nvPr/>
        </p:nvSpPr>
        <p:spPr>
          <a:xfrm>
            <a:off x="5548986" y="36648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7" name="02_predicted_pose_3596">
            <a:extLst>
              <a:ext uri="{FF2B5EF4-FFF2-40B4-BE49-F238E27FC236}">
                <a16:creationId xmlns:a16="http://schemas.microsoft.com/office/drawing/2014/main" id="{47961DBF-F797-4F46-B8BD-F980041B0806}"/>
              </a:ext>
            </a:extLst>
          </p:cNvPr>
          <p:cNvSpPr>
            <a:spLocks noGrp="1"/>
          </p:cNvSpPr>
          <p:nvPr/>
        </p:nvSpPr>
        <p:spPr>
          <a:xfrm>
            <a:off x="5404606" y="34678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8" name="02_predicted_pose_3597">
            <a:extLst>
              <a:ext uri="{FF2B5EF4-FFF2-40B4-BE49-F238E27FC236}">
                <a16:creationId xmlns:a16="http://schemas.microsoft.com/office/drawing/2014/main" id="{538DD50C-1FB9-42E2-B8AC-EC07F286B14A}"/>
              </a:ext>
            </a:extLst>
          </p:cNvPr>
          <p:cNvSpPr>
            <a:spLocks noGrp="1"/>
          </p:cNvSpPr>
          <p:nvPr/>
        </p:nvSpPr>
        <p:spPr>
          <a:xfrm>
            <a:off x="5503048" y="34641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299" name="02_predicted_pose_3598">
            <a:extLst>
              <a:ext uri="{FF2B5EF4-FFF2-40B4-BE49-F238E27FC236}">
                <a16:creationId xmlns:a16="http://schemas.microsoft.com/office/drawing/2014/main" id="{2A0FE57F-5947-48A0-9AA0-925224927623}"/>
              </a:ext>
            </a:extLst>
          </p:cNvPr>
          <p:cNvSpPr>
            <a:spLocks noGrp="1"/>
          </p:cNvSpPr>
          <p:nvPr/>
        </p:nvSpPr>
        <p:spPr>
          <a:xfrm>
            <a:off x="5237986" y="35181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0" name="02_predicted_pose_3599">
            <a:extLst>
              <a:ext uri="{FF2B5EF4-FFF2-40B4-BE49-F238E27FC236}">
                <a16:creationId xmlns:a16="http://schemas.microsoft.com/office/drawing/2014/main" id="{0680ED2B-7F19-42E5-B5FB-29A2B70492EE}"/>
              </a:ext>
            </a:extLst>
          </p:cNvPr>
          <p:cNvSpPr>
            <a:spLocks noGrp="1"/>
          </p:cNvSpPr>
          <p:nvPr/>
        </p:nvSpPr>
        <p:spPr>
          <a:xfrm>
            <a:off x="5336427" y="34890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1" name="02_predicted_pose_3600">
            <a:extLst>
              <a:ext uri="{FF2B5EF4-FFF2-40B4-BE49-F238E27FC236}">
                <a16:creationId xmlns:a16="http://schemas.microsoft.com/office/drawing/2014/main" id="{F701CE26-099D-4128-9274-7BDACBD6C5BE}"/>
              </a:ext>
            </a:extLst>
          </p:cNvPr>
          <p:cNvSpPr>
            <a:spLocks noGrp="1"/>
          </p:cNvSpPr>
          <p:nvPr/>
        </p:nvSpPr>
        <p:spPr>
          <a:xfrm>
            <a:off x="5434867" y="37483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2" name="02_predicted_pose_3601">
            <a:extLst>
              <a:ext uri="{FF2B5EF4-FFF2-40B4-BE49-F238E27FC236}">
                <a16:creationId xmlns:a16="http://schemas.microsoft.com/office/drawing/2014/main" id="{819B065E-0262-4D68-A6EE-A7B416797D5E}"/>
              </a:ext>
            </a:extLst>
          </p:cNvPr>
          <p:cNvSpPr>
            <a:spLocks noGrp="1"/>
          </p:cNvSpPr>
          <p:nvPr/>
        </p:nvSpPr>
        <p:spPr>
          <a:xfrm>
            <a:off x="5533309" y="36463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3" name="02_predicted_pose_3602">
            <a:extLst>
              <a:ext uri="{FF2B5EF4-FFF2-40B4-BE49-F238E27FC236}">
                <a16:creationId xmlns:a16="http://schemas.microsoft.com/office/drawing/2014/main" id="{C80BD4BD-FDF2-4C77-B904-3E8052B8CA95}"/>
              </a:ext>
            </a:extLst>
          </p:cNvPr>
          <p:cNvSpPr>
            <a:spLocks noGrp="1"/>
          </p:cNvSpPr>
          <p:nvPr/>
        </p:nvSpPr>
        <p:spPr>
          <a:xfrm>
            <a:off x="5268247" y="34121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4" name="02_predicted_pose_3603">
            <a:extLst>
              <a:ext uri="{FF2B5EF4-FFF2-40B4-BE49-F238E27FC236}">
                <a16:creationId xmlns:a16="http://schemas.microsoft.com/office/drawing/2014/main" id="{6D6E45CF-739E-4395-ABDD-60643A8113CE}"/>
              </a:ext>
            </a:extLst>
          </p:cNvPr>
          <p:cNvSpPr>
            <a:spLocks noGrp="1"/>
          </p:cNvSpPr>
          <p:nvPr/>
        </p:nvSpPr>
        <p:spPr>
          <a:xfrm>
            <a:off x="5366688" y="36216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5" name="02_predicted_pose_3604">
            <a:extLst>
              <a:ext uri="{FF2B5EF4-FFF2-40B4-BE49-F238E27FC236}">
                <a16:creationId xmlns:a16="http://schemas.microsoft.com/office/drawing/2014/main" id="{5CF829EC-4E02-454E-A862-F20883BDCFBB}"/>
              </a:ext>
            </a:extLst>
          </p:cNvPr>
          <p:cNvSpPr>
            <a:spLocks noGrp="1"/>
          </p:cNvSpPr>
          <p:nvPr/>
        </p:nvSpPr>
        <p:spPr>
          <a:xfrm>
            <a:off x="5465129" y="34947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6" name="02_predicted_pose_3605">
            <a:extLst>
              <a:ext uri="{FF2B5EF4-FFF2-40B4-BE49-F238E27FC236}">
                <a16:creationId xmlns:a16="http://schemas.microsoft.com/office/drawing/2014/main" id="{672BAF84-DA67-4C03-A9B8-3EA21F7D9DA0}"/>
              </a:ext>
            </a:extLst>
          </p:cNvPr>
          <p:cNvSpPr>
            <a:spLocks noGrp="1"/>
          </p:cNvSpPr>
          <p:nvPr/>
        </p:nvSpPr>
        <p:spPr>
          <a:xfrm>
            <a:off x="5563570" y="34073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7" name="02_predicted_pose_3606">
            <a:extLst>
              <a:ext uri="{FF2B5EF4-FFF2-40B4-BE49-F238E27FC236}">
                <a16:creationId xmlns:a16="http://schemas.microsoft.com/office/drawing/2014/main" id="{03776427-2CED-4160-9C4F-661318B1A27B}"/>
              </a:ext>
            </a:extLst>
          </p:cNvPr>
          <p:cNvSpPr>
            <a:spLocks noGrp="1"/>
          </p:cNvSpPr>
          <p:nvPr/>
        </p:nvSpPr>
        <p:spPr>
          <a:xfrm>
            <a:off x="5419189" y="36155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8" name="02_predicted_pose_3607">
            <a:extLst>
              <a:ext uri="{FF2B5EF4-FFF2-40B4-BE49-F238E27FC236}">
                <a16:creationId xmlns:a16="http://schemas.microsoft.com/office/drawing/2014/main" id="{47F688D6-E753-4967-A353-77AB11F3BFC0}"/>
              </a:ext>
            </a:extLst>
          </p:cNvPr>
          <p:cNvSpPr>
            <a:spLocks noGrp="1"/>
          </p:cNvSpPr>
          <p:nvPr/>
        </p:nvSpPr>
        <p:spPr>
          <a:xfrm>
            <a:off x="5517631" y="35368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09" name="02_predicted_pose_3608">
            <a:extLst>
              <a:ext uri="{FF2B5EF4-FFF2-40B4-BE49-F238E27FC236}">
                <a16:creationId xmlns:a16="http://schemas.microsoft.com/office/drawing/2014/main" id="{692EA7C7-A4D7-4174-9435-8C7F367D84E2}"/>
              </a:ext>
            </a:extLst>
          </p:cNvPr>
          <p:cNvSpPr>
            <a:spLocks noGrp="1"/>
          </p:cNvSpPr>
          <p:nvPr/>
        </p:nvSpPr>
        <p:spPr>
          <a:xfrm>
            <a:off x="5252570" y="365414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0" name="02_predicted_pose_3609">
            <a:extLst>
              <a:ext uri="{FF2B5EF4-FFF2-40B4-BE49-F238E27FC236}">
                <a16:creationId xmlns:a16="http://schemas.microsoft.com/office/drawing/2014/main" id="{7AC75CED-3D40-40BE-8A50-89796AE5EDD5}"/>
              </a:ext>
            </a:extLst>
          </p:cNvPr>
          <p:cNvSpPr>
            <a:spLocks noGrp="1"/>
          </p:cNvSpPr>
          <p:nvPr/>
        </p:nvSpPr>
        <p:spPr>
          <a:xfrm>
            <a:off x="5351010" y="36352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1" name="02_predicted_pose_3610">
            <a:extLst>
              <a:ext uri="{FF2B5EF4-FFF2-40B4-BE49-F238E27FC236}">
                <a16:creationId xmlns:a16="http://schemas.microsoft.com/office/drawing/2014/main" id="{A4CA0DF3-25D7-4117-A802-BE418474F113}"/>
              </a:ext>
            </a:extLst>
          </p:cNvPr>
          <p:cNvSpPr>
            <a:spLocks noGrp="1"/>
          </p:cNvSpPr>
          <p:nvPr/>
        </p:nvSpPr>
        <p:spPr>
          <a:xfrm>
            <a:off x="5449451" y="35143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2" name="02_predicted_pose_3611">
            <a:extLst>
              <a:ext uri="{FF2B5EF4-FFF2-40B4-BE49-F238E27FC236}">
                <a16:creationId xmlns:a16="http://schemas.microsoft.com/office/drawing/2014/main" id="{BC8414A0-D581-45BF-B09E-0E9067CBBD79}"/>
              </a:ext>
            </a:extLst>
          </p:cNvPr>
          <p:cNvSpPr>
            <a:spLocks noGrp="1"/>
          </p:cNvSpPr>
          <p:nvPr/>
        </p:nvSpPr>
        <p:spPr>
          <a:xfrm>
            <a:off x="5547893" y="34913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3" name="02_predicted_pose_3612">
            <a:extLst>
              <a:ext uri="{FF2B5EF4-FFF2-40B4-BE49-F238E27FC236}">
                <a16:creationId xmlns:a16="http://schemas.microsoft.com/office/drawing/2014/main" id="{2D96ECC0-2E69-4653-91F5-75075E24A2AA}"/>
              </a:ext>
            </a:extLst>
          </p:cNvPr>
          <p:cNvSpPr>
            <a:spLocks noGrp="1"/>
          </p:cNvSpPr>
          <p:nvPr/>
        </p:nvSpPr>
        <p:spPr>
          <a:xfrm>
            <a:off x="5282831" y="36689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4" name="02_predicted_pose_3613">
            <a:extLst>
              <a:ext uri="{FF2B5EF4-FFF2-40B4-BE49-F238E27FC236}">
                <a16:creationId xmlns:a16="http://schemas.microsoft.com/office/drawing/2014/main" id="{F05730C0-5D92-449A-89E8-1EBC3445EB3E}"/>
              </a:ext>
            </a:extLst>
          </p:cNvPr>
          <p:cNvSpPr>
            <a:spLocks noGrp="1"/>
          </p:cNvSpPr>
          <p:nvPr/>
        </p:nvSpPr>
        <p:spPr>
          <a:xfrm>
            <a:off x="5381272" y="36210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5" name="02_predicted_pose_3614">
            <a:extLst>
              <a:ext uri="{FF2B5EF4-FFF2-40B4-BE49-F238E27FC236}">
                <a16:creationId xmlns:a16="http://schemas.microsoft.com/office/drawing/2014/main" id="{54CB308D-48EC-4420-9FDE-0D2DE1A31825}"/>
              </a:ext>
            </a:extLst>
          </p:cNvPr>
          <p:cNvSpPr>
            <a:spLocks noGrp="1"/>
          </p:cNvSpPr>
          <p:nvPr/>
        </p:nvSpPr>
        <p:spPr>
          <a:xfrm>
            <a:off x="5479713" y="34736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6" name="02_predicted_pose_3615">
            <a:extLst>
              <a:ext uri="{FF2B5EF4-FFF2-40B4-BE49-F238E27FC236}">
                <a16:creationId xmlns:a16="http://schemas.microsoft.com/office/drawing/2014/main" id="{7ED30DBB-4B78-4438-A27B-B8A71D24D731}"/>
              </a:ext>
            </a:extLst>
          </p:cNvPr>
          <p:cNvSpPr>
            <a:spLocks noGrp="1"/>
          </p:cNvSpPr>
          <p:nvPr/>
        </p:nvSpPr>
        <p:spPr>
          <a:xfrm>
            <a:off x="5578154" y="37399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7" name="02_predicted_pose_3616">
            <a:extLst>
              <a:ext uri="{FF2B5EF4-FFF2-40B4-BE49-F238E27FC236}">
                <a16:creationId xmlns:a16="http://schemas.microsoft.com/office/drawing/2014/main" id="{D915D495-9B7C-4A0D-B671-7950E465DC8E}"/>
              </a:ext>
            </a:extLst>
          </p:cNvPr>
          <p:cNvSpPr>
            <a:spLocks noGrp="1"/>
          </p:cNvSpPr>
          <p:nvPr/>
        </p:nvSpPr>
        <p:spPr>
          <a:xfrm>
            <a:off x="5532215" y="34144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8" name="02_predicted_pose_3617">
            <a:extLst>
              <a:ext uri="{FF2B5EF4-FFF2-40B4-BE49-F238E27FC236}">
                <a16:creationId xmlns:a16="http://schemas.microsoft.com/office/drawing/2014/main" id="{8F3DA256-5E61-4905-9748-B980481212D9}"/>
              </a:ext>
            </a:extLst>
          </p:cNvPr>
          <p:cNvSpPr>
            <a:spLocks noGrp="1"/>
          </p:cNvSpPr>
          <p:nvPr/>
        </p:nvSpPr>
        <p:spPr>
          <a:xfrm>
            <a:off x="5267153" y="35954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19" name="02_predicted_pose_3618">
            <a:extLst>
              <a:ext uri="{FF2B5EF4-FFF2-40B4-BE49-F238E27FC236}">
                <a16:creationId xmlns:a16="http://schemas.microsoft.com/office/drawing/2014/main" id="{68524052-0A72-47B4-B066-E88C55FE6159}"/>
              </a:ext>
            </a:extLst>
          </p:cNvPr>
          <p:cNvSpPr>
            <a:spLocks noGrp="1"/>
          </p:cNvSpPr>
          <p:nvPr/>
        </p:nvSpPr>
        <p:spPr>
          <a:xfrm>
            <a:off x="5365594" y="34736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0" name="02_predicted_pose_3619">
            <a:extLst>
              <a:ext uri="{FF2B5EF4-FFF2-40B4-BE49-F238E27FC236}">
                <a16:creationId xmlns:a16="http://schemas.microsoft.com/office/drawing/2014/main" id="{384614D2-BA67-4A76-8617-B61AD07C3B83}"/>
              </a:ext>
            </a:extLst>
          </p:cNvPr>
          <p:cNvSpPr>
            <a:spLocks noGrp="1"/>
          </p:cNvSpPr>
          <p:nvPr/>
        </p:nvSpPr>
        <p:spPr>
          <a:xfrm>
            <a:off x="5464036" y="34715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1" name="02_predicted_pose_3620">
            <a:extLst>
              <a:ext uri="{FF2B5EF4-FFF2-40B4-BE49-F238E27FC236}">
                <a16:creationId xmlns:a16="http://schemas.microsoft.com/office/drawing/2014/main" id="{039FE400-525B-4E34-88CC-8C5EE85773D7}"/>
              </a:ext>
            </a:extLst>
          </p:cNvPr>
          <p:cNvSpPr>
            <a:spLocks noGrp="1"/>
          </p:cNvSpPr>
          <p:nvPr/>
        </p:nvSpPr>
        <p:spPr>
          <a:xfrm>
            <a:off x="5562476" y="347370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2" name="02_predicted_pose_3621">
            <a:extLst>
              <a:ext uri="{FF2B5EF4-FFF2-40B4-BE49-F238E27FC236}">
                <a16:creationId xmlns:a16="http://schemas.microsoft.com/office/drawing/2014/main" id="{B821AEC7-703C-4210-9F85-DEA6FAE16849}"/>
              </a:ext>
            </a:extLst>
          </p:cNvPr>
          <p:cNvSpPr>
            <a:spLocks noGrp="1"/>
          </p:cNvSpPr>
          <p:nvPr/>
        </p:nvSpPr>
        <p:spPr>
          <a:xfrm>
            <a:off x="5297415" y="35091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3" name="02_predicted_pose_3622">
            <a:extLst>
              <a:ext uri="{FF2B5EF4-FFF2-40B4-BE49-F238E27FC236}">
                <a16:creationId xmlns:a16="http://schemas.microsoft.com/office/drawing/2014/main" id="{64EF4B4B-841A-4339-A69E-704545DB10A6}"/>
              </a:ext>
            </a:extLst>
          </p:cNvPr>
          <p:cNvSpPr>
            <a:spLocks noGrp="1"/>
          </p:cNvSpPr>
          <p:nvPr/>
        </p:nvSpPr>
        <p:spPr>
          <a:xfrm>
            <a:off x="5395855" y="34616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4" name="02_predicted_pose_3623">
            <a:extLst>
              <a:ext uri="{FF2B5EF4-FFF2-40B4-BE49-F238E27FC236}">
                <a16:creationId xmlns:a16="http://schemas.microsoft.com/office/drawing/2014/main" id="{435E88F1-57CE-475C-AA5B-7D41401EEEA1}"/>
              </a:ext>
            </a:extLst>
          </p:cNvPr>
          <p:cNvSpPr>
            <a:spLocks noGrp="1"/>
          </p:cNvSpPr>
          <p:nvPr/>
        </p:nvSpPr>
        <p:spPr>
          <a:xfrm>
            <a:off x="5494297" y="36716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5" name="02_predicted_pose_3624">
            <a:extLst>
              <a:ext uri="{FF2B5EF4-FFF2-40B4-BE49-F238E27FC236}">
                <a16:creationId xmlns:a16="http://schemas.microsoft.com/office/drawing/2014/main" id="{7F464FF9-E3BB-44FE-8212-CAD35A2C3B8B}"/>
              </a:ext>
            </a:extLst>
          </p:cNvPr>
          <p:cNvSpPr>
            <a:spLocks noGrp="1"/>
          </p:cNvSpPr>
          <p:nvPr/>
        </p:nvSpPr>
        <p:spPr>
          <a:xfrm>
            <a:off x="5229235" y="345510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6" name="02_predicted_pose_3625">
            <a:extLst>
              <a:ext uri="{FF2B5EF4-FFF2-40B4-BE49-F238E27FC236}">
                <a16:creationId xmlns:a16="http://schemas.microsoft.com/office/drawing/2014/main" id="{A0E05BFA-1DB9-4CEA-9202-14B50F15C224}"/>
              </a:ext>
            </a:extLst>
          </p:cNvPr>
          <p:cNvSpPr>
            <a:spLocks noGrp="1"/>
          </p:cNvSpPr>
          <p:nvPr/>
        </p:nvSpPr>
        <p:spPr>
          <a:xfrm>
            <a:off x="5448358" y="35793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7" name="02_predicted_pose_3626">
            <a:extLst>
              <a:ext uri="{FF2B5EF4-FFF2-40B4-BE49-F238E27FC236}">
                <a16:creationId xmlns:a16="http://schemas.microsoft.com/office/drawing/2014/main" id="{BB353A3F-507D-4FE4-ADDD-8274C6428FDA}"/>
              </a:ext>
            </a:extLst>
          </p:cNvPr>
          <p:cNvSpPr>
            <a:spLocks noGrp="1"/>
          </p:cNvSpPr>
          <p:nvPr/>
        </p:nvSpPr>
        <p:spPr>
          <a:xfrm>
            <a:off x="5546798" y="35093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8" name="02_predicted_pose_3627">
            <a:extLst>
              <a:ext uri="{FF2B5EF4-FFF2-40B4-BE49-F238E27FC236}">
                <a16:creationId xmlns:a16="http://schemas.microsoft.com/office/drawing/2014/main" id="{C5D7F28E-ED18-494B-8DA7-81B85AEA596A}"/>
              </a:ext>
            </a:extLst>
          </p:cNvPr>
          <p:cNvSpPr>
            <a:spLocks noGrp="1"/>
          </p:cNvSpPr>
          <p:nvPr/>
        </p:nvSpPr>
        <p:spPr>
          <a:xfrm>
            <a:off x="5281737" y="36581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29" name="02_predicted_pose_3628">
            <a:extLst>
              <a:ext uri="{FF2B5EF4-FFF2-40B4-BE49-F238E27FC236}">
                <a16:creationId xmlns:a16="http://schemas.microsoft.com/office/drawing/2014/main" id="{8BBCF1C6-DE48-4BEF-A03F-CAB51D24B944}"/>
              </a:ext>
            </a:extLst>
          </p:cNvPr>
          <p:cNvSpPr>
            <a:spLocks noGrp="1"/>
          </p:cNvSpPr>
          <p:nvPr/>
        </p:nvSpPr>
        <p:spPr>
          <a:xfrm>
            <a:off x="5380179" y="34982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0" name="02_predicted_pose_3629">
            <a:extLst>
              <a:ext uri="{FF2B5EF4-FFF2-40B4-BE49-F238E27FC236}">
                <a16:creationId xmlns:a16="http://schemas.microsoft.com/office/drawing/2014/main" id="{D66ACCA1-2BC6-49DD-A231-96EC7BC2F663}"/>
              </a:ext>
            </a:extLst>
          </p:cNvPr>
          <p:cNvSpPr>
            <a:spLocks noGrp="1"/>
          </p:cNvSpPr>
          <p:nvPr/>
        </p:nvSpPr>
        <p:spPr>
          <a:xfrm>
            <a:off x="5478619" y="36035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1" name="02_predicted_pose_3630">
            <a:extLst>
              <a:ext uri="{FF2B5EF4-FFF2-40B4-BE49-F238E27FC236}">
                <a16:creationId xmlns:a16="http://schemas.microsoft.com/office/drawing/2014/main" id="{DDF4F7FB-E91F-410E-AB0D-8C6E36567CA5}"/>
              </a:ext>
            </a:extLst>
          </p:cNvPr>
          <p:cNvSpPr>
            <a:spLocks noGrp="1"/>
          </p:cNvSpPr>
          <p:nvPr/>
        </p:nvSpPr>
        <p:spPr>
          <a:xfrm>
            <a:off x="5577060" y="36476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2" name="02_predicted_pose_3631">
            <a:extLst>
              <a:ext uri="{FF2B5EF4-FFF2-40B4-BE49-F238E27FC236}">
                <a16:creationId xmlns:a16="http://schemas.microsoft.com/office/drawing/2014/main" id="{0BD10851-C69A-418E-919E-CDBC0179F274}"/>
              </a:ext>
            </a:extLst>
          </p:cNvPr>
          <p:cNvSpPr>
            <a:spLocks noGrp="1"/>
          </p:cNvSpPr>
          <p:nvPr/>
        </p:nvSpPr>
        <p:spPr>
          <a:xfrm>
            <a:off x="5311998" y="35198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3" name="02_predicted_pose_3632">
            <a:extLst>
              <a:ext uri="{FF2B5EF4-FFF2-40B4-BE49-F238E27FC236}">
                <a16:creationId xmlns:a16="http://schemas.microsoft.com/office/drawing/2014/main" id="{EC010F38-A815-4426-B80E-17BC945D2EC9}"/>
              </a:ext>
            </a:extLst>
          </p:cNvPr>
          <p:cNvSpPr>
            <a:spLocks noGrp="1"/>
          </p:cNvSpPr>
          <p:nvPr/>
        </p:nvSpPr>
        <p:spPr>
          <a:xfrm>
            <a:off x="5410440" y="36560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4" name="02_predicted_pose_3633">
            <a:extLst>
              <a:ext uri="{FF2B5EF4-FFF2-40B4-BE49-F238E27FC236}">
                <a16:creationId xmlns:a16="http://schemas.microsoft.com/office/drawing/2014/main" id="{3CA20B46-E244-48C5-913E-DC42A96FFB0F}"/>
              </a:ext>
            </a:extLst>
          </p:cNvPr>
          <p:cNvSpPr>
            <a:spLocks noGrp="1"/>
          </p:cNvSpPr>
          <p:nvPr/>
        </p:nvSpPr>
        <p:spPr>
          <a:xfrm>
            <a:off x="5372521" y="36456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5" name="02_predicted_pose_3634">
            <a:extLst>
              <a:ext uri="{FF2B5EF4-FFF2-40B4-BE49-F238E27FC236}">
                <a16:creationId xmlns:a16="http://schemas.microsoft.com/office/drawing/2014/main" id="{2309ABCC-A892-429C-B07B-7E941E3CEAFA}"/>
              </a:ext>
            </a:extLst>
          </p:cNvPr>
          <p:cNvSpPr>
            <a:spLocks noGrp="1"/>
          </p:cNvSpPr>
          <p:nvPr/>
        </p:nvSpPr>
        <p:spPr>
          <a:xfrm>
            <a:off x="5387106" y="35928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6" name="02_predicted_pose_3635">
            <a:extLst>
              <a:ext uri="{FF2B5EF4-FFF2-40B4-BE49-F238E27FC236}">
                <a16:creationId xmlns:a16="http://schemas.microsoft.com/office/drawing/2014/main" id="{A671A785-C6DF-4D28-AD9D-0C08B66D47C6}"/>
              </a:ext>
            </a:extLst>
          </p:cNvPr>
          <p:cNvSpPr>
            <a:spLocks noGrp="1"/>
          </p:cNvSpPr>
          <p:nvPr/>
        </p:nvSpPr>
        <p:spPr>
          <a:xfrm>
            <a:off x="5363772" y="34547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7" name="02_predicted_pose_3636">
            <a:extLst>
              <a:ext uri="{FF2B5EF4-FFF2-40B4-BE49-F238E27FC236}">
                <a16:creationId xmlns:a16="http://schemas.microsoft.com/office/drawing/2014/main" id="{C5EA10A1-B13E-42E2-A76D-132919ABA441}"/>
              </a:ext>
            </a:extLst>
          </p:cNvPr>
          <p:cNvSpPr>
            <a:spLocks noGrp="1"/>
          </p:cNvSpPr>
          <p:nvPr/>
        </p:nvSpPr>
        <p:spPr>
          <a:xfrm>
            <a:off x="5392939" y="34131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8" name="02_predicted_pose_3637">
            <a:extLst>
              <a:ext uri="{FF2B5EF4-FFF2-40B4-BE49-F238E27FC236}">
                <a16:creationId xmlns:a16="http://schemas.microsoft.com/office/drawing/2014/main" id="{3A3C498A-8906-4CF6-84EF-BFC00CF91408}"/>
              </a:ext>
            </a:extLst>
          </p:cNvPr>
          <p:cNvSpPr>
            <a:spLocks noGrp="1"/>
          </p:cNvSpPr>
          <p:nvPr/>
        </p:nvSpPr>
        <p:spPr>
          <a:xfrm>
            <a:off x="5422107" y="35495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39" name="02_predicted_pose_3638">
            <a:extLst>
              <a:ext uri="{FF2B5EF4-FFF2-40B4-BE49-F238E27FC236}">
                <a16:creationId xmlns:a16="http://schemas.microsoft.com/office/drawing/2014/main" id="{AE706CFA-A631-41C2-A6B9-E5C557AF11CB}"/>
              </a:ext>
            </a:extLst>
          </p:cNvPr>
          <p:cNvSpPr>
            <a:spLocks noGrp="1"/>
          </p:cNvSpPr>
          <p:nvPr/>
        </p:nvSpPr>
        <p:spPr>
          <a:xfrm>
            <a:off x="5403513" y="35794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0" name="02_predicted_pose_3639">
            <a:extLst>
              <a:ext uri="{FF2B5EF4-FFF2-40B4-BE49-F238E27FC236}">
                <a16:creationId xmlns:a16="http://schemas.microsoft.com/office/drawing/2014/main" id="{76DDC2B0-B27F-4D82-9FA5-866A8D4A985F}"/>
              </a:ext>
            </a:extLst>
          </p:cNvPr>
          <p:cNvSpPr>
            <a:spLocks noGrp="1"/>
          </p:cNvSpPr>
          <p:nvPr/>
        </p:nvSpPr>
        <p:spPr>
          <a:xfrm>
            <a:off x="5236892" y="36810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1" name="02_predicted_pose_3640">
            <a:extLst>
              <a:ext uri="{FF2B5EF4-FFF2-40B4-BE49-F238E27FC236}">
                <a16:creationId xmlns:a16="http://schemas.microsoft.com/office/drawing/2014/main" id="{3325E8F0-65A5-49F8-81C9-4117CC4F5F46}"/>
              </a:ext>
            </a:extLst>
          </p:cNvPr>
          <p:cNvSpPr>
            <a:spLocks noGrp="1"/>
          </p:cNvSpPr>
          <p:nvPr/>
        </p:nvSpPr>
        <p:spPr>
          <a:xfrm>
            <a:off x="5433774" y="36516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2" name="02_predicted_pose_3641">
            <a:extLst>
              <a:ext uri="{FF2B5EF4-FFF2-40B4-BE49-F238E27FC236}">
                <a16:creationId xmlns:a16="http://schemas.microsoft.com/office/drawing/2014/main" id="{B9B4FA6B-8B0E-4612-8115-56146F134A49}"/>
              </a:ext>
            </a:extLst>
          </p:cNvPr>
          <p:cNvSpPr>
            <a:spLocks noGrp="1"/>
          </p:cNvSpPr>
          <p:nvPr/>
        </p:nvSpPr>
        <p:spPr>
          <a:xfrm>
            <a:off x="5267153" y="36342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3" name="02_predicted_pose_3642">
            <a:extLst>
              <a:ext uri="{FF2B5EF4-FFF2-40B4-BE49-F238E27FC236}">
                <a16:creationId xmlns:a16="http://schemas.microsoft.com/office/drawing/2014/main" id="{B284D210-4F36-43F1-B668-520BEEAD8F3F}"/>
              </a:ext>
            </a:extLst>
          </p:cNvPr>
          <p:cNvSpPr>
            <a:spLocks noGrp="1"/>
          </p:cNvSpPr>
          <p:nvPr/>
        </p:nvSpPr>
        <p:spPr>
          <a:xfrm>
            <a:off x="5412991" y="375294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4" name="02_predicted_pose_3643">
            <a:extLst>
              <a:ext uri="{FF2B5EF4-FFF2-40B4-BE49-F238E27FC236}">
                <a16:creationId xmlns:a16="http://schemas.microsoft.com/office/drawing/2014/main" id="{031AC620-6D4C-42E1-B794-781EF849440E}"/>
              </a:ext>
            </a:extLst>
          </p:cNvPr>
          <p:cNvSpPr>
            <a:spLocks noGrp="1"/>
          </p:cNvSpPr>
          <p:nvPr/>
        </p:nvSpPr>
        <p:spPr>
          <a:xfrm>
            <a:off x="5427576" y="344143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5" name="02_predicted_pose_3644">
            <a:extLst>
              <a:ext uri="{FF2B5EF4-FFF2-40B4-BE49-F238E27FC236}">
                <a16:creationId xmlns:a16="http://schemas.microsoft.com/office/drawing/2014/main" id="{4E49CD5C-3ABA-4366-BDC2-ABF00D864DD1}"/>
              </a:ext>
            </a:extLst>
          </p:cNvPr>
          <p:cNvSpPr>
            <a:spLocks noGrp="1"/>
          </p:cNvSpPr>
          <p:nvPr/>
        </p:nvSpPr>
        <p:spPr>
          <a:xfrm>
            <a:off x="5471327" y="37435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6" name="02_predicted_pose_3645">
            <a:extLst>
              <a:ext uri="{FF2B5EF4-FFF2-40B4-BE49-F238E27FC236}">
                <a16:creationId xmlns:a16="http://schemas.microsoft.com/office/drawing/2014/main" id="{1C2B83D2-3E22-4A96-9B1E-5AACBADFD98E}"/>
              </a:ext>
            </a:extLst>
          </p:cNvPr>
          <p:cNvSpPr>
            <a:spLocks noGrp="1"/>
          </p:cNvSpPr>
          <p:nvPr/>
        </p:nvSpPr>
        <p:spPr>
          <a:xfrm>
            <a:off x="5485911" y="33351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7" name="02_predicted_pose_3646">
            <a:extLst>
              <a:ext uri="{FF2B5EF4-FFF2-40B4-BE49-F238E27FC236}">
                <a16:creationId xmlns:a16="http://schemas.microsoft.com/office/drawing/2014/main" id="{CB01587C-1682-487C-96DC-83DB49209D57}"/>
              </a:ext>
            </a:extLst>
          </p:cNvPr>
          <p:cNvSpPr>
            <a:spLocks noGrp="1"/>
          </p:cNvSpPr>
          <p:nvPr/>
        </p:nvSpPr>
        <p:spPr>
          <a:xfrm>
            <a:off x="5529662" y="34036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8" name="02_predicted_pose_3647">
            <a:extLst>
              <a:ext uri="{FF2B5EF4-FFF2-40B4-BE49-F238E27FC236}">
                <a16:creationId xmlns:a16="http://schemas.microsoft.com/office/drawing/2014/main" id="{73E88EFB-7697-4C7F-AE24-18C0AABFC8FC}"/>
              </a:ext>
            </a:extLst>
          </p:cNvPr>
          <p:cNvSpPr>
            <a:spLocks noGrp="1"/>
          </p:cNvSpPr>
          <p:nvPr/>
        </p:nvSpPr>
        <p:spPr>
          <a:xfrm>
            <a:off x="5544247" y="37179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49" name="02_predicted_pose_3648">
            <a:extLst>
              <a:ext uri="{FF2B5EF4-FFF2-40B4-BE49-F238E27FC236}">
                <a16:creationId xmlns:a16="http://schemas.microsoft.com/office/drawing/2014/main" id="{0BA4AEEF-4193-4CE4-B26F-A1ACF1D45628}"/>
              </a:ext>
            </a:extLst>
          </p:cNvPr>
          <p:cNvSpPr>
            <a:spLocks noGrp="1"/>
          </p:cNvSpPr>
          <p:nvPr/>
        </p:nvSpPr>
        <p:spPr>
          <a:xfrm>
            <a:off x="5260591" y="37807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0" name="02_predicted_pose_3649">
            <a:extLst>
              <a:ext uri="{FF2B5EF4-FFF2-40B4-BE49-F238E27FC236}">
                <a16:creationId xmlns:a16="http://schemas.microsoft.com/office/drawing/2014/main" id="{455C158A-2CA0-4F61-9BD2-9FA570F73851}"/>
              </a:ext>
            </a:extLst>
          </p:cNvPr>
          <p:cNvSpPr>
            <a:spLocks noGrp="1"/>
          </p:cNvSpPr>
          <p:nvPr/>
        </p:nvSpPr>
        <p:spPr>
          <a:xfrm>
            <a:off x="5359032" y="36817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1" name="02_predicted_pose_3650">
            <a:extLst>
              <a:ext uri="{FF2B5EF4-FFF2-40B4-BE49-F238E27FC236}">
                <a16:creationId xmlns:a16="http://schemas.microsoft.com/office/drawing/2014/main" id="{C8C3A60D-A8D7-4893-BC9A-C1D719B718BE}"/>
              </a:ext>
            </a:extLst>
          </p:cNvPr>
          <p:cNvSpPr>
            <a:spLocks noGrp="1"/>
          </p:cNvSpPr>
          <p:nvPr/>
        </p:nvSpPr>
        <p:spPr>
          <a:xfrm>
            <a:off x="5290852" y="32109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2" name="02_predicted_pose_3651">
            <a:extLst>
              <a:ext uri="{FF2B5EF4-FFF2-40B4-BE49-F238E27FC236}">
                <a16:creationId xmlns:a16="http://schemas.microsoft.com/office/drawing/2014/main" id="{9AB161D6-B8D0-4B5B-8A57-678875443995}"/>
              </a:ext>
            </a:extLst>
          </p:cNvPr>
          <p:cNvSpPr>
            <a:spLocks noGrp="1"/>
          </p:cNvSpPr>
          <p:nvPr/>
        </p:nvSpPr>
        <p:spPr>
          <a:xfrm>
            <a:off x="5389293" y="34672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3" name="02_predicted_pose_3652">
            <a:extLst>
              <a:ext uri="{FF2B5EF4-FFF2-40B4-BE49-F238E27FC236}">
                <a16:creationId xmlns:a16="http://schemas.microsoft.com/office/drawing/2014/main" id="{A8F7E61C-FE08-4466-AEBC-8032D1EE053D}"/>
              </a:ext>
            </a:extLst>
          </p:cNvPr>
          <p:cNvSpPr>
            <a:spLocks noGrp="1"/>
          </p:cNvSpPr>
          <p:nvPr/>
        </p:nvSpPr>
        <p:spPr>
          <a:xfrm>
            <a:off x="5441430" y="33095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4" name="02_predicted_pose_3653">
            <a:extLst>
              <a:ext uri="{FF2B5EF4-FFF2-40B4-BE49-F238E27FC236}">
                <a16:creationId xmlns:a16="http://schemas.microsoft.com/office/drawing/2014/main" id="{2A261FBF-C52B-410C-9473-E0BB6991DC4B}"/>
              </a:ext>
            </a:extLst>
          </p:cNvPr>
          <p:cNvSpPr>
            <a:spLocks noGrp="1"/>
          </p:cNvSpPr>
          <p:nvPr/>
        </p:nvSpPr>
        <p:spPr>
          <a:xfrm>
            <a:off x="5269341" y="33581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5" name="02_predicted_pose_3654">
            <a:extLst>
              <a:ext uri="{FF2B5EF4-FFF2-40B4-BE49-F238E27FC236}">
                <a16:creationId xmlns:a16="http://schemas.microsoft.com/office/drawing/2014/main" id="{5E6FC5F2-F16F-4797-9536-A31222E4CB8C}"/>
              </a:ext>
            </a:extLst>
          </p:cNvPr>
          <p:cNvSpPr>
            <a:spLocks noGrp="1"/>
          </p:cNvSpPr>
          <p:nvPr/>
        </p:nvSpPr>
        <p:spPr>
          <a:xfrm>
            <a:off x="5298509" y="33727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6" name="02_predicted_pose_3655">
            <a:extLst>
              <a:ext uri="{FF2B5EF4-FFF2-40B4-BE49-F238E27FC236}">
                <a16:creationId xmlns:a16="http://schemas.microsoft.com/office/drawing/2014/main" id="{BD19642B-5DB7-4656-A5E7-CD66DA5944B6}"/>
              </a:ext>
            </a:extLst>
          </p:cNvPr>
          <p:cNvSpPr>
            <a:spLocks noGrp="1"/>
          </p:cNvSpPr>
          <p:nvPr/>
        </p:nvSpPr>
        <p:spPr>
          <a:xfrm>
            <a:off x="5537684" y="32704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7" name="02_predicted_pose_3656">
            <a:extLst>
              <a:ext uri="{FF2B5EF4-FFF2-40B4-BE49-F238E27FC236}">
                <a16:creationId xmlns:a16="http://schemas.microsoft.com/office/drawing/2014/main" id="{0C986063-F197-4A59-AAAF-540BACCE9182}"/>
              </a:ext>
            </a:extLst>
          </p:cNvPr>
          <p:cNvSpPr>
            <a:spLocks noGrp="1"/>
          </p:cNvSpPr>
          <p:nvPr/>
        </p:nvSpPr>
        <p:spPr>
          <a:xfrm>
            <a:off x="5404606" y="36070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8" name="02_predicted_pose_3657">
            <a:extLst>
              <a:ext uri="{FF2B5EF4-FFF2-40B4-BE49-F238E27FC236}">
                <a16:creationId xmlns:a16="http://schemas.microsoft.com/office/drawing/2014/main" id="{2BEE0C4D-BEEC-4113-ABEA-9DC75643C4A6}"/>
              </a:ext>
            </a:extLst>
          </p:cNvPr>
          <p:cNvSpPr>
            <a:spLocks noGrp="1"/>
          </p:cNvSpPr>
          <p:nvPr/>
        </p:nvSpPr>
        <p:spPr>
          <a:xfrm>
            <a:off x="5275904" y="34855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59" name="02_predicted_pose_3658">
            <a:extLst>
              <a:ext uri="{FF2B5EF4-FFF2-40B4-BE49-F238E27FC236}">
                <a16:creationId xmlns:a16="http://schemas.microsoft.com/office/drawing/2014/main" id="{FCAE3319-527B-488B-B689-0352D1978E05}"/>
              </a:ext>
            </a:extLst>
          </p:cNvPr>
          <p:cNvSpPr>
            <a:spLocks noGrp="1"/>
          </p:cNvSpPr>
          <p:nvPr/>
        </p:nvSpPr>
        <p:spPr>
          <a:xfrm>
            <a:off x="5319656" y="33923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0" name="02_predicted_pose_3659">
            <a:extLst>
              <a:ext uri="{FF2B5EF4-FFF2-40B4-BE49-F238E27FC236}">
                <a16:creationId xmlns:a16="http://schemas.microsoft.com/office/drawing/2014/main" id="{29708643-97CF-499C-A221-BB308C054C89}"/>
              </a:ext>
            </a:extLst>
          </p:cNvPr>
          <p:cNvSpPr>
            <a:spLocks noGrp="1"/>
          </p:cNvSpPr>
          <p:nvPr/>
        </p:nvSpPr>
        <p:spPr>
          <a:xfrm>
            <a:off x="5363406" y="38118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1" name="02_predicted_pose_3660">
            <a:extLst>
              <a:ext uri="{FF2B5EF4-FFF2-40B4-BE49-F238E27FC236}">
                <a16:creationId xmlns:a16="http://schemas.microsoft.com/office/drawing/2014/main" id="{592B4E16-CD6F-4CB7-BB7E-2BFC8BCF3F42}"/>
              </a:ext>
            </a:extLst>
          </p:cNvPr>
          <p:cNvSpPr>
            <a:spLocks noGrp="1"/>
          </p:cNvSpPr>
          <p:nvPr/>
        </p:nvSpPr>
        <p:spPr>
          <a:xfrm>
            <a:off x="5547893" y="33589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2" name="02_predicted_pose_3661">
            <a:extLst>
              <a:ext uri="{FF2B5EF4-FFF2-40B4-BE49-F238E27FC236}">
                <a16:creationId xmlns:a16="http://schemas.microsoft.com/office/drawing/2014/main" id="{A0CDA088-8036-4533-A681-EB6798BF9BD9}"/>
              </a:ext>
            </a:extLst>
          </p:cNvPr>
          <p:cNvSpPr>
            <a:spLocks noGrp="1"/>
          </p:cNvSpPr>
          <p:nvPr/>
        </p:nvSpPr>
        <p:spPr>
          <a:xfrm>
            <a:off x="5228141" y="35770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3" name="02_predicted_pose_3662">
            <a:extLst>
              <a:ext uri="{FF2B5EF4-FFF2-40B4-BE49-F238E27FC236}">
                <a16:creationId xmlns:a16="http://schemas.microsoft.com/office/drawing/2014/main" id="{2F28AD4D-66B4-48B0-ACF7-99B6B41C0A61}"/>
              </a:ext>
            </a:extLst>
          </p:cNvPr>
          <p:cNvSpPr>
            <a:spLocks noGrp="1"/>
          </p:cNvSpPr>
          <p:nvPr/>
        </p:nvSpPr>
        <p:spPr>
          <a:xfrm>
            <a:off x="5450181" y="35882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4" name="02_predicted_pose_3663">
            <a:extLst>
              <a:ext uri="{FF2B5EF4-FFF2-40B4-BE49-F238E27FC236}">
                <a16:creationId xmlns:a16="http://schemas.microsoft.com/office/drawing/2014/main" id="{D272518E-5EDE-49FF-85E6-391879B8E15E}"/>
              </a:ext>
            </a:extLst>
          </p:cNvPr>
          <p:cNvSpPr>
            <a:spLocks noGrp="1"/>
          </p:cNvSpPr>
          <p:nvPr/>
        </p:nvSpPr>
        <p:spPr>
          <a:xfrm>
            <a:off x="5548622" y="350870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5" name="02_predicted_pose_3664">
            <a:extLst>
              <a:ext uri="{FF2B5EF4-FFF2-40B4-BE49-F238E27FC236}">
                <a16:creationId xmlns:a16="http://schemas.microsoft.com/office/drawing/2014/main" id="{D6452400-0FE2-4C12-B6D4-E7A8D2422561}"/>
              </a:ext>
            </a:extLst>
          </p:cNvPr>
          <p:cNvSpPr>
            <a:spLocks noGrp="1"/>
          </p:cNvSpPr>
          <p:nvPr/>
        </p:nvSpPr>
        <p:spPr>
          <a:xfrm>
            <a:off x="5369605" y="28940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6" name="02_predicted_pose_3665">
            <a:extLst>
              <a:ext uri="{FF2B5EF4-FFF2-40B4-BE49-F238E27FC236}">
                <a16:creationId xmlns:a16="http://schemas.microsoft.com/office/drawing/2014/main" id="{73D6931D-261C-4519-A828-7DB07EE59F87}"/>
              </a:ext>
            </a:extLst>
          </p:cNvPr>
          <p:cNvSpPr>
            <a:spLocks noGrp="1"/>
          </p:cNvSpPr>
          <p:nvPr/>
        </p:nvSpPr>
        <p:spPr>
          <a:xfrm>
            <a:off x="5384188" y="33734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7" name="02_predicted_pose_3666">
            <a:extLst>
              <a:ext uri="{FF2B5EF4-FFF2-40B4-BE49-F238E27FC236}">
                <a16:creationId xmlns:a16="http://schemas.microsoft.com/office/drawing/2014/main" id="{408D7878-0C98-4328-BDED-9AE5AB0FA5CE}"/>
              </a:ext>
            </a:extLst>
          </p:cNvPr>
          <p:cNvSpPr>
            <a:spLocks noGrp="1"/>
          </p:cNvSpPr>
          <p:nvPr/>
        </p:nvSpPr>
        <p:spPr>
          <a:xfrm>
            <a:off x="5301425" y="34853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8" name="02_predicted_pose_3667">
            <a:extLst>
              <a:ext uri="{FF2B5EF4-FFF2-40B4-BE49-F238E27FC236}">
                <a16:creationId xmlns:a16="http://schemas.microsoft.com/office/drawing/2014/main" id="{9B89FF0E-290A-4788-BE2A-FA777E858CA3}"/>
              </a:ext>
            </a:extLst>
          </p:cNvPr>
          <p:cNvSpPr>
            <a:spLocks noGrp="1"/>
          </p:cNvSpPr>
          <p:nvPr/>
        </p:nvSpPr>
        <p:spPr>
          <a:xfrm>
            <a:off x="5316009" y="35132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69" name="02_predicted_pose_3668">
            <a:extLst>
              <a:ext uri="{FF2B5EF4-FFF2-40B4-BE49-F238E27FC236}">
                <a16:creationId xmlns:a16="http://schemas.microsoft.com/office/drawing/2014/main" id="{F477EADA-20DA-4DA7-BAAD-6C4D087812B2}"/>
              </a:ext>
            </a:extLst>
          </p:cNvPr>
          <p:cNvSpPr>
            <a:spLocks noGrp="1"/>
          </p:cNvSpPr>
          <p:nvPr/>
        </p:nvSpPr>
        <p:spPr>
          <a:xfrm>
            <a:off x="5330593" y="34728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0" name="02_predicted_pose_3669">
            <a:extLst>
              <a:ext uri="{FF2B5EF4-FFF2-40B4-BE49-F238E27FC236}">
                <a16:creationId xmlns:a16="http://schemas.microsoft.com/office/drawing/2014/main" id="{354D25FF-C7B2-400D-9413-F8FFEAB9694B}"/>
              </a:ext>
            </a:extLst>
          </p:cNvPr>
          <p:cNvSpPr>
            <a:spLocks noGrp="1"/>
          </p:cNvSpPr>
          <p:nvPr/>
        </p:nvSpPr>
        <p:spPr>
          <a:xfrm>
            <a:off x="5345177" y="34769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1" name="02_predicted_pose_3670">
            <a:extLst>
              <a:ext uri="{FF2B5EF4-FFF2-40B4-BE49-F238E27FC236}">
                <a16:creationId xmlns:a16="http://schemas.microsoft.com/office/drawing/2014/main" id="{ECDDC3F4-DA37-4082-B5AA-A570F9600122}"/>
              </a:ext>
            </a:extLst>
          </p:cNvPr>
          <p:cNvSpPr>
            <a:spLocks noGrp="1"/>
          </p:cNvSpPr>
          <p:nvPr/>
        </p:nvSpPr>
        <p:spPr>
          <a:xfrm>
            <a:off x="5359761" y="34404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2" name="02_predicted_pose_3671">
            <a:extLst>
              <a:ext uri="{FF2B5EF4-FFF2-40B4-BE49-F238E27FC236}">
                <a16:creationId xmlns:a16="http://schemas.microsoft.com/office/drawing/2014/main" id="{18792617-4983-4400-B13B-83EBBC720B56}"/>
              </a:ext>
            </a:extLst>
          </p:cNvPr>
          <p:cNvSpPr>
            <a:spLocks noGrp="1"/>
          </p:cNvSpPr>
          <p:nvPr/>
        </p:nvSpPr>
        <p:spPr>
          <a:xfrm>
            <a:off x="5374344" y="34703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3" name="02_predicted_pose_3672">
            <a:extLst>
              <a:ext uri="{FF2B5EF4-FFF2-40B4-BE49-F238E27FC236}">
                <a16:creationId xmlns:a16="http://schemas.microsoft.com/office/drawing/2014/main" id="{C04EE54B-3ED0-4613-9DC3-19EB2FB6E57C}"/>
              </a:ext>
            </a:extLst>
          </p:cNvPr>
          <p:cNvSpPr>
            <a:spLocks noGrp="1"/>
          </p:cNvSpPr>
          <p:nvPr/>
        </p:nvSpPr>
        <p:spPr>
          <a:xfrm>
            <a:off x="5388928" y="34830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4" name="02_predicted_pose_3673">
            <a:extLst>
              <a:ext uri="{FF2B5EF4-FFF2-40B4-BE49-F238E27FC236}">
                <a16:creationId xmlns:a16="http://schemas.microsoft.com/office/drawing/2014/main" id="{42A5D6E4-78E9-4D44-9EA4-C7B85610C9A3}"/>
              </a:ext>
            </a:extLst>
          </p:cNvPr>
          <p:cNvSpPr>
            <a:spLocks noGrp="1"/>
          </p:cNvSpPr>
          <p:nvPr/>
        </p:nvSpPr>
        <p:spPr>
          <a:xfrm>
            <a:off x="5403513" y="34893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5" name="02_predicted_pose_3674">
            <a:extLst>
              <a:ext uri="{FF2B5EF4-FFF2-40B4-BE49-F238E27FC236}">
                <a16:creationId xmlns:a16="http://schemas.microsoft.com/office/drawing/2014/main" id="{87A9E23F-2649-471A-A33B-4A4E4CF26B4A}"/>
              </a:ext>
            </a:extLst>
          </p:cNvPr>
          <p:cNvSpPr>
            <a:spLocks noGrp="1"/>
          </p:cNvSpPr>
          <p:nvPr/>
        </p:nvSpPr>
        <p:spPr>
          <a:xfrm>
            <a:off x="5418096" y="35265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6" name="02_predicted_pose_3675">
            <a:extLst>
              <a:ext uri="{FF2B5EF4-FFF2-40B4-BE49-F238E27FC236}">
                <a16:creationId xmlns:a16="http://schemas.microsoft.com/office/drawing/2014/main" id="{4E3AA36E-319B-42AE-A562-58F57AE03E9C}"/>
              </a:ext>
            </a:extLst>
          </p:cNvPr>
          <p:cNvSpPr>
            <a:spLocks noGrp="1"/>
          </p:cNvSpPr>
          <p:nvPr/>
        </p:nvSpPr>
        <p:spPr>
          <a:xfrm>
            <a:off x="5432680" y="35760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7" name="02_predicted_pose_3676">
            <a:extLst>
              <a:ext uri="{FF2B5EF4-FFF2-40B4-BE49-F238E27FC236}">
                <a16:creationId xmlns:a16="http://schemas.microsoft.com/office/drawing/2014/main" id="{02CBBE1B-B7BD-4E4E-96B9-143509C42F1D}"/>
              </a:ext>
            </a:extLst>
          </p:cNvPr>
          <p:cNvSpPr>
            <a:spLocks noGrp="1"/>
          </p:cNvSpPr>
          <p:nvPr/>
        </p:nvSpPr>
        <p:spPr>
          <a:xfrm>
            <a:off x="5315645" y="35519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8" name="02_predicted_pose_3677">
            <a:extLst>
              <a:ext uri="{FF2B5EF4-FFF2-40B4-BE49-F238E27FC236}">
                <a16:creationId xmlns:a16="http://schemas.microsoft.com/office/drawing/2014/main" id="{28C75E9E-0B38-4E18-9C8D-412CD1528214}"/>
              </a:ext>
            </a:extLst>
          </p:cNvPr>
          <p:cNvSpPr>
            <a:spLocks noGrp="1"/>
          </p:cNvSpPr>
          <p:nvPr/>
        </p:nvSpPr>
        <p:spPr>
          <a:xfrm>
            <a:off x="5517995" y="37901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79" name="02_predicted_pose_3678">
            <a:extLst>
              <a:ext uri="{FF2B5EF4-FFF2-40B4-BE49-F238E27FC236}">
                <a16:creationId xmlns:a16="http://schemas.microsoft.com/office/drawing/2014/main" id="{13DBB1A3-3FAA-43BA-BE3D-86C0ADDE5694}"/>
              </a:ext>
            </a:extLst>
          </p:cNvPr>
          <p:cNvSpPr>
            <a:spLocks noGrp="1"/>
          </p:cNvSpPr>
          <p:nvPr/>
        </p:nvSpPr>
        <p:spPr>
          <a:xfrm>
            <a:off x="5381637" y="37838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0" name="02_predicted_pose_3679">
            <a:extLst>
              <a:ext uri="{FF2B5EF4-FFF2-40B4-BE49-F238E27FC236}">
                <a16:creationId xmlns:a16="http://schemas.microsoft.com/office/drawing/2014/main" id="{CA2AD686-A7CB-4335-A452-11FCA4AF4229}"/>
              </a:ext>
            </a:extLst>
          </p:cNvPr>
          <p:cNvSpPr>
            <a:spLocks noGrp="1"/>
          </p:cNvSpPr>
          <p:nvPr/>
        </p:nvSpPr>
        <p:spPr>
          <a:xfrm>
            <a:off x="5267518" y="34772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1" name="02_predicted_pose_3680">
            <a:extLst>
              <a:ext uri="{FF2B5EF4-FFF2-40B4-BE49-F238E27FC236}">
                <a16:creationId xmlns:a16="http://schemas.microsoft.com/office/drawing/2014/main" id="{8CC6707F-AF0B-4B28-B49B-78ACE4C330E4}"/>
              </a:ext>
            </a:extLst>
          </p:cNvPr>
          <p:cNvSpPr>
            <a:spLocks noGrp="1"/>
          </p:cNvSpPr>
          <p:nvPr/>
        </p:nvSpPr>
        <p:spPr>
          <a:xfrm>
            <a:off x="5396220" y="37538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2" name="02_predicted_pose_3681">
            <a:extLst>
              <a:ext uri="{FF2B5EF4-FFF2-40B4-BE49-F238E27FC236}">
                <a16:creationId xmlns:a16="http://schemas.microsoft.com/office/drawing/2014/main" id="{99005A6A-6DAA-448A-B01F-85C318A2F3D0}"/>
              </a:ext>
            </a:extLst>
          </p:cNvPr>
          <p:cNvSpPr>
            <a:spLocks noGrp="1"/>
          </p:cNvSpPr>
          <p:nvPr/>
        </p:nvSpPr>
        <p:spPr>
          <a:xfrm>
            <a:off x="5509610" y="33503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3" name="02_predicted_pose_3682">
            <a:extLst>
              <a:ext uri="{FF2B5EF4-FFF2-40B4-BE49-F238E27FC236}">
                <a16:creationId xmlns:a16="http://schemas.microsoft.com/office/drawing/2014/main" id="{44413FEF-9224-45CA-8D38-FEA94D0BF366}"/>
              </a:ext>
            </a:extLst>
          </p:cNvPr>
          <p:cNvSpPr>
            <a:spLocks noGrp="1"/>
          </p:cNvSpPr>
          <p:nvPr/>
        </p:nvSpPr>
        <p:spPr>
          <a:xfrm>
            <a:off x="5567945" y="36524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4" name="02_predicted_pose_3683">
            <a:extLst>
              <a:ext uri="{FF2B5EF4-FFF2-40B4-BE49-F238E27FC236}">
                <a16:creationId xmlns:a16="http://schemas.microsoft.com/office/drawing/2014/main" id="{1ABF2C07-2EA8-4799-A3F2-1B657B5E6DE3}"/>
              </a:ext>
            </a:extLst>
          </p:cNvPr>
          <p:cNvSpPr>
            <a:spLocks noGrp="1"/>
          </p:cNvSpPr>
          <p:nvPr/>
        </p:nvSpPr>
        <p:spPr>
          <a:xfrm>
            <a:off x="5349188" y="34883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5" name="02_predicted_pose_3684">
            <a:extLst>
              <a:ext uri="{FF2B5EF4-FFF2-40B4-BE49-F238E27FC236}">
                <a16:creationId xmlns:a16="http://schemas.microsoft.com/office/drawing/2014/main" id="{82154AAB-7CC3-47A6-AE00-4AB8045D5B89}"/>
              </a:ext>
            </a:extLst>
          </p:cNvPr>
          <p:cNvSpPr>
            <a:spLocks noGrp="1"/>
          </p:cNvSpPr>
          <p:nvPr/>
        </p:nvSpPr>
        <p:spPr>
          <a:xfrm>
            <a:off x="5378355" y="34652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6" name="02_predicted_pose_3685">
            <a:extLst>
              <a:ext uri="{FF2B5EF4-FFF2-40B4-BE49-F238E27FC236}">
                <a16:creationId xmlns:a16="http://schemas.microsoft.com/office/drawing/2014/main" id="{CCAED616-2BFE-4E16-8819-02874A808558}"/>
              </a:ext>
            </a:extLst>
          </p:cNvPr>
          <p:cNvSpPr>
            <a:spLocks noGrp="1"/>
          </p:cNvSpPr>
          <p:nvPr/>
        </p:nvSpPr>
        <p:spPr>
          <a:xfrm>
            <a:off x="5422107" y="34638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7" name="02_predicted_pose_3686">
            <a:extLst>
              <a:ext uri="{FF2B5EF4-FFF2-40B4-BE49-F238E27FC236}">
                <a16:creationId xmlns:a16="http://schemas.microsoft.com/office/drawing/2014/main" id="{F508D6D4-BDF5-4C70-9047-94DCAB3ACD89}"/>
              </a:ext>
            </a:extLst>
          </p:cNvPr>
          <p:cNvSpPr>
            <a:spLocks noGrp="1"/>
          </p:cNvSpPr>
          <p:nvPr/>
        </p:nvSpPr>
        <p:spPr>
          <a:xfrm>
            <a:off x="5451274" y="34718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8" name="02_predicted_pose_3687">
            <a:extLst>
              <a:ext uri="{FF2B5EF4-FFF2-40B4-BE49-F238E27FC236}">
                <a16:creationId xmlns:a16="http://schemas.microsoft.com/office/drawing/2014/main" id="{D009ECBF-1CFE-46B6-9A9C-2C8D133A79F0}"/>
              </a:ext>
            </a:extLst>
          </p:cNvPr>
          <p:cNvSpPr>
            <a:spLocks noGrp="1"/>
          </p:cNvSpPr>
          <p:nvPr/>
        </p:nvSpPr>
        <p:spPr>
          <a:xfrm>
            <a:off x="5465858" y="35105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89" name="02_predicted_pose_3688">
            <a:extLst>
              <a:ext uri="{FF2B5EF4-FFF2-40B4-BE49-F238E27FC236}">
                <a16:creationId xmlns:a16="http://schemas.microsoft.com/office/drawing/2014/main" id="{449EF97F-E431-4C95-8ED4-A96F3E5CB0B3}"/>
              </a:ext>
            </a:extLst>
          </p:cNvPr>
          <p:cNvSpPr>
            <a:spLocks noGrp="1"/>
          </p:cNvSpPr>
          <p:nvPr/>
        </p:nvSpPr>
        <p:spPr>
          <a:xfrm>
            <a:off x="5363406" y="34891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0" name="02_predicted_pose_3689">
            <a:extLst>
              <a:ext uri="{FF2B5EF4-FFF2-40B4-BE49-F238E27FC236}">
                <a16:creationId xmlns:a16="http://schemas.microsoft.com/office/drawing/2014/main" id="{F0A81F4B-49A2-42FE-BA80-FBD84DCFBC70}"/>
              </a:ext>
            </a:extLst>
          </p:cNvPr>
          <p:cNvSpPr>
            <a:spLocks noGrp="1"/>
          </p:cNvSpPr>
          <p:nvPr/>
        </p:nvSpPr>
        <p:spPr>
          <a:xfrm>
            <a:off x="5472056" y="37140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1" name="02_predicted_pose_3690">
            <a:extLst>
              <a:ext uri="{FF2B5EF4-FFF2-40B4-BE49-F238E27FC236}">
                <a16:creationId xmlns:a16="http://schemas.microsoft.com/office/drawing/2014/main" id="{F33922FE-BCA7-477F-903F-1537D3CA3369}"/>
              </a:ext>
            </a:extLst>
          </p:cNvPr>
          <p:cNvSpPr>
            <a:spLocks noGrp="1"/>
          </p:cNvSpPr>
          <p:nvPr/>
        </p:nvSpPr>
        <p:spPr>
          <a:xfrm>
            <a:off x="5501224" y="37219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2" name="02_predicted_pose_3691">
            <a:extLst>
              <a:ext uri="{FF2B5EF4-FFF2-40B4-BE49-F238E27FC236}">
                <a16:creationId xmlns:a16="http://schemas.microsoft.com/office/drawing/2014/main" id="{8AC7053C-851A-4E73-BF3C-51C9D15A8FDB}"/>
              </a:ext>
            </a:extLst>
          </p:cNvPr>
          <p:cNvSpPr>
            <a:spLocks noGrp="1"/>
          </p:cNvSpPr>
          <p:nvPr/>
        </p:nvSpPr>
        <p:spPr>
          <a:xfrm>
            <a:off x="5530391" y="36976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3" name="02_predicted_pose_3692">
            <a:extLst>
              <a:ext uri="{FF2B5EF4-FFF2-40B4-BE49-F238E27FC236}">
                <a16:creationId xmlns:a16="http://schemas.microsoft.com/office/drawing/2014/main" id="{AAFFDF20-5154-460F-B866-D5DCF2470D52}"/>
              </a:ext>
            </a:extLst>
          </p:cNvPr>
          <p:cNvSpPr>
            <a:spLocks noGrp="1"/>
          </p:cNvSpPr>
          <p:nvPr/>
        </p:nvSpPr>
        <p:spPr>
          <a:xfrm>
            <a:off x="5559560" y="37268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4" name="02_predicted_pose_3693">
            <a:extLst>
              <a:ext uri="{FF2B5EF4-FFF2-40B4-BE49-F238E27FC236}">
                <a16:creationId xmlns:a16="http://schemas.microsoft.com/office/drawing/2014/main" id="{8D9C66AA-802E-450A-A789-427C4345D1FA}"/>
              </a:ext>
            </a:extLst>
          </p:cNvPr>
          <p:cNvSpPr>
            <a:spLocks noGrp="1"/>
          </p:cNvSpPr>
          <p:nvPr/>
        </p:nvSpPr>
        <p:spPr>
          <a:xfrm>
            <a:off x="5306165" y="37189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5" name="02_predicted_pose_3694">
            <a:extLst>
              <a:ext uri="{FF2B5EF4-FFF2-40B4-BE49-F238E27FC236}">
                <a16:creationId xmlns:a16="http://schemas.microsoft.com/office/drawing/2014/main" id="{10718D2A-B824-4F3D-BAB5-04059F07D887}"/>
              </a:ext>
            </a:extLst>
          </p:cNvPr>
          <p:cNvSpPr>
            <a:spLocks noGrp="1"/>
          </p:cNvSpPr>
          <p:nvPr/>
        </p:nvSpPr>
        <p:spPr>
          <a:xfrm>
            <a:off x="5315280" y="36735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6" name="02_predicted_pose_3695">
            <a:extLst>
              <a:ext uri="{FF2B5EF4-FFF2-40B4-BE49-F238E27FC236}">
                <a16:creationId xmlns:a16="http://schemas.microsoft.com/office/drawing/2014/main" id="{0E7FB090-1A0B-415D-8D78-51B3FB1BFCFC}"/>
              </a:ext>
            </a:extLst>
          </p:cNvPr>
          <p:cNvSpPr>
            <a:spLocks noGrp="1"/>
          </p:cNvSpPr>
          <p:nvPr/>
        </p:nvSpPr>
        <p:spPr>
          <a:xfrm>
            <a:off x="5329863" y="37298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7" name="02_predicted_pose_3696">
            <a:extLst>
              <a:ext uri="{FF2B5EF4-FFF2-40B4-BE49-F238E27FC236}">
                <a16:creationId xmlns:a16="http://schemas.microsoft.com/office/drawing/2014/main" id="{B17391EC-D57E-4071-9773-53321533035A}"/>
              </a:ext>
            </a:extLst>
          </p:cNvPr>
          <p:cNvSpPr>
            <a:spLocks noGrp="1"/>
          </p:cNvSpPr>
          <p:nvPr/>
        </p:nvSpPr>
        <p:spPr>
          <a:xfrm>
            <a:off x="5359032" y="36836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8" name="02_predicted_pose_3697">
            <a:extLst>
              <a:ext uri="{FF2B5EF4-FFF2-40B4-BE49-F238E27FC236}">
                <a16:creationId xmlns:a16="http://schemas.microsoft.com/office/drawing/2014/main" id="{928E39A9-F0B4-40EC-8487-096AA4940FC3}"/>
              </a:ext>
            </a:extLst>
          </p:cNvPr>
          <p:cNvSpPr>
            <a:spLocks noGrp="1"/>
          </p:cNvSpPr>
          <p:nvPr/>
        </p:nvSpPr>
        <p:spPr>
          <a:xfrm>
            <a:off x="5388199" y="35695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399" name="02_predicted_pose_3698">
            <a:extLst>
              <a:ext uri="{FF2B5EF4-FFF2-40B4-BE49-F238E27FC236}">
                <a16:creationId xmlns:a16="http://schemas.microsoft.com/office/drawing/2014/main" id="{D34B6DA5-50FB-4413-9D22-126D1BA6ACFD}"/>
              </a:ext>
            </a:extLst>
          </p:cNvPr>
          <p:cNvSpPr>
            <a:spLocks noGrp="1"/>
          </p:cNvSpPr>
          <p:nvPr/>
        </p:nvSpPr>
        <p:spPr>
          <a:xfrm>
            <a:off x="5417367" y="36793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0" name="02_predicted_pose_3699">
            <a:extLst>
              <a:ext uri="{FF2B5EF4-FFF2-40B4-BE49-F238E27FC236}">
                <a16:creationId xmlns:a16="http://schemas.microsoft.com/office/drawing/2014/main" id="{354F0E28-E0A9-4E4A-AE8C-7458CA056C66}"/>
              </a:ext>
            </a:extLst>
          </p:cNvPr>
          <p:cNvSpPr>
            <a:spLocks noGrp="1"/>
          </p:cNvSpPr>
          <p:nvPr/>
        </p:nvSpPr>
        <p:spPr>
          <a:xfrm>
            <a:off x="5443618" y="29137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1" name="02_predicted_pose_3700">
            <a:extLst>
              <a:ext uri="{FF2B5EF4-FFF2-40B4-BE49-F238E27FC236}">
                <a16:creationId xmlns:a16="http://schemas.microsoft.com/office/drawing/2014/main" id="{AE279A28-3BD3-43EC-8AF9-2B3BD5D3E683}"/>
              </a:ext>
            </a:extLst>
          </p:cNvPr>
          <p:cNvSpPr>
            <a:spLocks noGrp="1"/>
          </p:cNvSpPr>
          <p:nvPr/>
        </p:nvSpPr>
        <p:spPr>
          <a:xfrm>
            <a:off x="5458201" y="31498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2" name="02_predicted_pose_3701">
            <a:extLst>
              <a:ext uri="{FF2B5EF4-FFF2-40B4-BE49-F238E27FC236}">
                <a16:creationId xmlns:a16="http://schemas.microsoft.com/office/drawing/2014/main" id="{1C9D72A3-98C4-4845-870F-BC58B18D182D}"/>
              </a:ext>
            </a:extLst>
          </p:cNvPr>
          <p:cNvSpPr>
            <a:spLocks noGrp="1"/>
          </p:cNvSpPr>
          <p:nvPr/>
        </p:nvSpPr>
        <p:spPr>
          <a:xfrm>
            <a:off x="5385282" y="34421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3" name="02_predicted_pose_3702">
            <a:extLst>
              <a:ext uri="{FF2B5EF4-FFF2-40B4-BE49-F238E27FC236}">
                <a16:creationId xmlns:a16="http://schemas.microsoft.com/office/drawing/2014/main" id="{88A460C0-9158-43EB-8CAD-7AEE54A72718}"/>
              </a:ext>
            </a:extLst>
          </p:cNvPr>
          <p:cNvSpPr>
            <a:spLocks noGrp="1"/>
          </p:cNvSpPr>
          <p:nvPr/>
        </p:nvSpPr>
        <p:spPr>
          <a:xfrm>
            <a:off x="5329499" y="37528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4" name="02_predicted_pose_3703">
            <a:extLst>
              <a:ext uri="{FF2B5EF4-FFF2-40B4-BE49-F238E27FC236}">
                <a16:creationId xmlns:a16="http://schemas.microsoft.com/office/drawing/2014/main" id="{AD034AAE-6D9C-4E42-A4F2-16B7A1BBC46E}"/>
              </a:ext>
            </a:extLst>
          </p:cNvPr>
          <p:cNvSpPr>
            <a:spLocks noGrp="1"/>
          </p:cNvSpPr>
          <p:nvPr/>
        </p:nvSpPr>
        <p:spPr>
          <a:xfrm>
            <a:off x="5241267" y="36745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5" name="02_predicted_pose_3704">
            <a:extLst>
              <a:ext uri="{FF2B5EF4-FFF2-40B4-BE49-F238E27FC236}">
                <a16:creationId xmlns:a16="http://schemas.microsoft.com/office/drawing/2014/main" id="{0CEA0620-48B8-4AC3-8D0E-A20C12DD58FD}"/>
              </a:ext>
            </a:extLst>
          </p:cNvPr>
          <p:cNvSpPr>
            <a:spLocks noGrp="1"/>
          </p:cNvSpPr>
          <p:nvPr/>
        </p:nvSpPr>
        <p:spPr>
          <a:xfrm>
            <a:off x="5499401" y="289683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6" name="02_predicted_pose_3705">
            <a:extLst>
              <a:ext uri="{FF2B5EF4-FFF2-40B4-BE49-F238E27FC236}">
                <a16:creationId xmlns:a16="http://schemas.microsoft.com/office/drawing/2014/main" id="{78A5A4CC-EA16-47CC-8AB9-627B102A93CA}"/>
              </a:ext>
            </a:extLst>
          </p:cNvPr>
          <p:cNvSpPr>
            <a:spLocks noGrp="1"/>
          </p:cNvSpPr>
          <p:nvPr/>
        </p:nvSpPr>
        <p:spPr>
          <a:xfrm>
            <a:off x="5453827" y="28320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7" name="02_predicted_pose_3706">
            <a:extLst>
              <a:ext uri="{FF2B5EF4-FFF2-40B4-BE49-F238E27FC236}">
                <a16:creationId xmlns:a16="http://schemas.microsoft.com/office/drawing/2014/main" id="{BA0000B0-8316-4045-A2A4-96BC321D9691}"/>
              </a:ext>
            </a:extLst>
          </p:cNvPr>
          <p:cNvSpPr>
            <a:spLocks noGrp="1"/>
          </p:cNvSpPr>
          <p:nvPr/>
        </p:nvSpPr>
        <p:spPr>
          <a:xfrm>
            <a:off x="5468410" y="28961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8" name="02_predicted_pose_3707">
            <a:extLst>
              <a:ext uri="{FF2B5EF4-FFF2-40B4-BE49-F238E27FC236}">
                <a16:creationId xmlns:a16="http://schemas.microsoft.com/office/drawing/2014/main" id="{FCCA1FE0-F7C9-450F-88A2-E218470A80E9}"/>
              </a:ext>
            </a:extLst>
          </p:cNvPr>
          <p:cNvSpPr>
            <a:spLocks noGrp="1"/>
          </p:cNvSpPr>
          <p:nvPr/>
        </p:nvSpPr>
        <p:spPr>
          <a:xfrm>
            <a:off x="5263142" y="31324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09" name="02_predicted_pose_3708">
            <a:extLst>
              <a:ext uri="{FF2B5EF4-FFF2-40B4-BE49-F238E27FC236}">
                <a16:creationId xmlns:a16="http://schemas.microsoft.com/office/drawing/2014/main" id="{644CF8D3-EB6A-463E-A6E3-DC511AB50DD9}"/>
              </a:ext>
            </a:extLst>
          </p:cNvPr>
          <p:cNvSpPr>
            <a:spLocks noGrp="1"/>
          </p:cNvSpPr>
          <p:nvPr/>
        </p:nvSpPr>
        <p:spPr>
          <a:xfrm>
            <a:off x="5454191" y="31550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0" name="02_predicted_pose_3709">
            <a:extLst>
              <a:ext uri="{FF2B5EF4-FFF2-40B4-BE49-F238E27FC236}">
                <a16:creationId xmlns:a16="http://schemas.microsoft.com/office/drawing/2014/main" id="{6025F415-407E-410D-A8AE-009C6719AF60}"/>
              </a:ext>
            </a:extLst>
          </p:cNvPr>
          <p:cNvSpPr>
            <a:spLocks noGrp="1"/>
          </p:cNvSpPr>
          <p:nvPr/>
        </p:nvSpPr>
        <p:spPr>
          <a:xfrm>
            <a:off x="5468775" y="32133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1" name="02_predicted_pose_3710">
            <a:extLst>
              <a:ext uri="{FF2B5EF4-FFF2-40B4-BE49-F238E27FC236}">
                <a16:creationId xmlns:a16="http://schemas.microsoft.com/office/drawing/2014/main" id="{BA2555ED-127E-4930-9215-274776CD4F27}"/>
              </a:ext>
            </a:extLst>
          </p:cNvPr>
          <p:cNvSpPr>
            <a:spLocks noGrp="1"/>
          </p:cNvSpPr>
          <p:nvPr/>
        </p:nvSpPr>
        <p:spPr>
          <a:xfrm>
            <a:off x="5483359" y="31454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2" name="02_predicted_pose_3711">
            <a:extLst>
              <a:ext uri="{FF2B5EF4-FFF2-40B4-BE49-F238E27FC236}">
                <a16:creationId xmlns:a16="http://schemas.microsoft.com/office/drawing/2014/main" id="{F5E9FFE6-07EC-4BAE-ACDA-CF90DAC3DC02}"/>
              </a:ext>
            </a:extLst>
          </p:cNvPr>
          <p:cNvSpPr>
            <a:spLocks noGrp="1"/>
          </p:cNvSpPr>
          <p:nvPr/>
        </p:nvSpPr>
        <p:spPr>
          <a:xfrm>
            <a:off x="5497943" y="34257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3" name="02_predicted_pose_3712">
            <a:extLst>
              <a:ext uri="{FF2B5EF4-FFF2-40B4-BE49-F238E27FC236}">
                <a16:creationId xmlns:a16="http://schemas.microsoft.com/office/drawing/2014/main" id="{1EB5AC20-A2DC-4C6C-B918-199A28B1AD0F}"/>
              </a:ext>
            </a:extLst>
          </p:cNvPr>
          <p:cNvSpPr>
            <a:spLocks noGrp="1"/>
          </p:cNvSpPr>
          <p:nvPr/>
        </p:nvSpPr>
        <p:spPr>
          <a:xfrm>
            <a:off x="5512526" y="32077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4" name="02_predicted_pose_3713">
            <a:extLst>
              <a:ext uri="{FF2B5EF4-FFF2-40B4-BE49-F238E27FC236}">
                <a16:creationId xmlns:a16="http://schemas.microsoft.com/office/drawing/2014/main" id="{F0C5FF8B-6B60-495D-8C0C-6E67C93B5438}"/>
              </a:ext>
            </a:extLst>
          </p:cNvPr>
          <p:cNvSpPr>
            <a:spLocks noGrp="1"/>
          </p:cNvSpPr>
          <p:nvPr/>
        </p:nvSpPr>
        <p:spPr>
          <a:xfrm>
            <a:off x="5329134" y="304650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5" name="02_predicted_pose_3714">
            <a:extLst>
              <a:ext uri="{FF2B5EF4-FFF2-40B4-BE49-F238E27FC236}">
                <a16:creationId xmlns:a16="http://schemas.microsoft.com/office/drawing/2014/main" id="{9CD7D817-66D9-4FE9-A2CA-4E2F4AD45E24}"/>
              </a:ext>
            </a:extLst>
          </p:cNvPr>
          <p:cNvSpPr>
            <a:spLocks noGrp="1"/>
          </p:cNvSpPr>
          <p:nvPr/>
        </p:nvSpPr>
        <p:spPr>
          <a:xfrm>
            <a:off x="5417367" y="34732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6" name="02_predicted_pose_3715">
            <a:extLst>
              <a:ext uri="{FF2B5EF4-FFF2-40B4-BE49-F238E27FC236}">
                <a16:creationId xmlns:a16="http://schemas.microsoft.com/office/drawing/2014/main" id="{1F51F296-93FA-40A1-921F-D9E7430F2E50}"/>
              </a:ext>
            </a:extLst>
          </p:cNvPr>
          <p:cNvSpPr>
            <a:spLocks noGrp="1"/>
          </p:cNvSpPr>
          <p:nvPr/>
        </p:nvSpPr>
        <p:spPr>
          <a:xfrm>
            <a:off x="5446534" y="34840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7" name="02_predicted_pose_3716">
            <a:extLst>
              <a:ext uri="{FF2B5EF4-FFF2-40B4-BE49-F238E27FC236}">
                <a16:creationId xmlns:a16="http://schemas.microsoft.com/office/drawing/2014/main" id="{3534B4CB-01BA-423B-BEF7-BABA7942AB7F}"/>
              </a:ext>
            </a:extLst>
          </p:cNvPr>
          <p:cNvSpPr>
            <a:spLocks noGrp="1"/>
          </p:cNvSpPr>
          <p:nvPr/>
        </p:nvSpPr>
        <p:spPr>
          <a:xfrm>
            <a:off x="5475703" y="34653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8" name="02_predicted_pose_3717">
            <a:extLst>
              <a:ext uri="{FF2B5EF4-FFF2-40B4-BE49-F238E27FC236}">
                <a16:creationId xmlns:a16="http://schemas.microsoft.com/office/drawing/2014/main" id="{32EF6EE2-98AE-4E97-9F53-395D4A0EB6B3}"/>
              </a:ext>
            </a:extLst>
          </p:cNvPr>
          <p:cNvSpPr>
            <a:spLocks noGrp="1"/>
          </p:cNvSpPr>
          <p:nvPr/>
        </p:nvSpPr>
        <p:spPr>
          <a:xfrm>
            <a:off x="5504870" y="35012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19" name="02_predicted_pose_3718">
            <a:extLst>
              <a:ext uri="{FF2B5EF4-FFF2-40B4-BE49-F238E27FC236}">
                <a16:creationId xmlns:a16="http://schemas.microsoft.com/office/drawing/2014/main" id="{40905853-4EDB-4706-AEC8-6AF8A486A07B}"/>
              </a:ext>
            </a:extLst>
          </p:cNvPr>
          <p:cNvSpPr>
            <a:spLocks noGrp="1"/>
          </p:cNvSpPr>
          <p:nvPr/>
        </p:nvSpPr>
        <p:spPr>
          <a:xfrm>
            <a:off x="5589456" y="34319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0" name="02_predicted_pose_3719">
            <a:extLst>
              <a:ext uri="{FF2B5EF4-FFF2-40B4-BE49-F238E27FC236}">
                <a16:creationId xmlns:a16="http://schemas.microsoft.com/office/drawing/2014/main" id="{E26A20CD-BD2D-4221-845F-8367FF5C8D31}"/>
              </a:ext>
            </a:extLst>
          </p:cNvPr>
          <p:cNvSpPr>
            <a:spLocks noGrp="1"/>
          </p:cNvSpPr>
          <p:nvPr/>
        </p:nvSpPr>
        <p:spPr>
          <a:xfrm>
            <a:off x="5255122" y="29970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1" name="02_predicted_pose_3720">
            <a:extLst>
              <a:ext uri="{FF2B5EF4-FFF2-40B4-BE49-F238E27FC236}">
                <a16:creationId xmlns:a16="http://schemas.microsoft.com/office/drawing/2014/main" id="{D3375A37-9FEE-427D-B242-4E080CAB35C6}"/>
              </a:ext>
            </a:extLst>
          </p:cNvPr>
          <p:cNvSpPr>
            <a:spLocks noGrp="1"/>
          </p:cNvSpPr>
          <p:nvPr/>
        </p:nvSpPr>
        <p:spPr>
          <a:xfrm>
            <a:off x="5284289" y="34153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2" name="02_predicted_pose_3721">
            <a:extLst>
              <a:ext uri="{FF2B5EF4-FFF2-40B4-BE49-F238E27FC236}">
                <a16:creationId xmlns:a16="http://schemas.microsoft.com/office/drawing/2014/main" id="{79B8AA73-DC11-4513-95CE-F117F8C07954}"/>
              </a:ext>
            </a:extLst>
          </p:cNvPr>
          <p:cNvSpPr>
            <a:spLocks noGrp="1"/>
          </p:cNvSpPr>
          <p:nvPr/>
        </p:nvSpPr>
        <p:spPr>
          <a:xfrm>
            <a:off x="5313456" y="33878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3" name="02_predicted_pose_3722">
            <a:extLst>
              <a:ext uri="{FF2B5EF4-FFF2-40B4-BE49-F238E27FC236}">
                <a16:creationId xmlns:a16="http://schemas.microsoft.com/office/drawing/2014/main" id="{F0762D22-4EC9-490B-AA37-B09493B33EA9}"/>
              </a:ext>
            </a:extLst>
          </p:cNvPr>
          <p:cNvSpPr>
            <a:spLocks noGrp="1"/>
          </p:cNvSpPr>
          <p:nvPr/>
        </p:nvSpPr>
        <p:spPr>
          <a:xfrm>
            <a:off x="5342625" y="33812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4" name="02_predicted_pose_3723">
            <a:extLst>
              <a:ext uri="{FF2B5EF4-FFF2-40B4-BE49-F238E27FC236}">
                <a16:creationId xmlns:a16="http://schemas.microsoft.com/office/drawing/2014/main" id="{BDCB1AF9-6034-4BBC-AF00-61385077B6EA}"/>
              </a:ext>
            </a:extLst>
          </p:cNvPr>
          <p:cNvSpPr>
            <a:spLocks noGrp="1"/>
          </p:cNvSpPr>
          <p:nvPr/>
        </p:nvSpPr>
        <p:spPr>
          <a:xfrm>
            <a:off x="5240173" y="34657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5" name="02_predicted_pose_3724">
            <a:extLst>
              <a:ext uri="{FF2B5EF4-FFF2-40B4-BE49-F238E27FC236}">
                <a16:creationId xmlns:a16="http://schemas.microsoft.com/office/drawing/2014/main" id="{530022BA-7742-43E7-81AF-F386130CFA5E}"/>
              </a:ext>
            </a:extLst>
          </p:cNvPr>
          <p:cNvSpPr>
            <a:spLocks noGrp="1"/>
          </p:cNvSpPr>
          <p:nvPr/>
        </p:nvSpPr>
        <p:spPr>
          <a:xfrm>
            <a:off x="5292675" y="37345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6" name="02_predicted_pose_3725">
            <a:extLst>
              <a:ext uri="{FF2B5EF4-FFF2-40B4-BE49-F238E27FC236}">
                <a16:creationId xmlns:a16="http://schemas.microsoft.com/office/drawing/2014/main" id="{EAA22C97-1D1C-4620-B43C-26E7C16385DE}"/>
              </a:ext>
            </a:extLst>
          </p:cNvPr>
          <p:cNvSpPr>
            <a:spLocks noGrp="1"/>
          </p:cNvSpPr>
          <p:nvPr/>
        </p:nvSpPr>
        <p:spPr>
          <a:xfrm>
            <a:off x="5442889" y="36251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7" name="02_predicted_pose_3726">
            <a:extLst>
              <a:ext uri="{FF2B5EF4-FFF2-40B4-BE49-F238E27FC236}">
                <a16:creationId xmlns:a16="http://schemas.microsoft.com/office/drawing/2014/main" id="{4570DFDF-D2EF-47E6-9519-E0010C983FE4}"/>
              </a:ext>
            </a:extLst>
          </p:cNvPr>
          <p:cNvSpPr>
            <a:spLocks noGrp="1"/>
          </p:cNvSpPr>
          <p:nvPr/>
        </p:nvSpPr>
        <p:spPr>
          <a:xfrm>
            <a:off x="5472056" y="35287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8" name="02_predicted_pose_3727">
            <a:extLst>
              <a:ext uri="{FF2B5EF4-FFF2-40B4-BE49-F238E27FC236}">
                <a16:creationId xmlns:a16="http://schemas.microsoft.com/office/drawing/2014/main" id="{866D5ED5-4628-47E2-A0E5-666F8FC33A19}"/>
              </a:ext>
            </a:extLst>
          </p:cNvPr>
          <p:cNvSpPr>
            <a:spLocks noGrp="1"/>
          </p:cNvSpPr>
          <p:nvPr/>
        </p:nvSpPr>
        <p:spPr>
          <a:xfrm>
            <a:off x="5515808" y="34152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29" name="02_predicted_pose_3728">
            <a:extLst>
              <a:ext uri="{FF2B5EF4-FFF2-40B4-BE49-F238E27FC236}">
                <a16:creationId xmlns:a16="http://schemas.microsoft.com/office/drawing/2014/main" id="{9E2B68A4-6C93-42E3-8F10-EB1A8F98E970}"/>
              </a:ext>
            </a:extLst>
          </p:cNvPr>
          <p:cNvSpPr>
            <a:spLocks noGrp="1"/>
          </p:cNvSpPr>
          <p:nvPr/>
        </p:nvSpPr>
        <p:spPr>
          <a:xfrm>
            <a:off x="5544976" y="34296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0" name="02_predicted_pose_3729">
            <a:extLst>
              <a:ext uri="{FF2B5EF4-FFF2-40B4-BE49-F238E27FC236}">
                <a16:creationId xmlns:a16="http://schemas.microsoft.com/office/drawing/2014/main" id="{6F360129-8C40-4C38-96DC-A57CBC64097A}"/>
              </a:ext>
            </a:extLst>
          </p:cNvPr>
          <p:cNvSpPr>
            <a:spLocks noGrp="1"/>
          </p:cNvSpPr>
          <p:nvPr/>
        </p:nvSpPr>
        <p:spPr>
          <a:xfrm>
            <a:off x="5574143" y="34402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1" name="02_predicted_pose_3730">
            <a:extLst>
              <a:ext uri="{FF2B5EF4-FFF2-40B4-BE49-F238E27FC236}">
                <a16:creationId xmlns:a16="http://schemas.microsoft.com/office/drawing/2014/main" id="{7AAA85D5-FEC1-45AF-9384-29DD1AD0BD5B}"/>
              </a:ext>
            </a:extLst>
          </p:cNvPr>
          <p:cNvSpPr>
            <a:spLocks noGrp="1"/>
          </p:cNvSpPr>
          <p:nvPr/>
        </p:nvSpPr>
        <p:spPr>
          <a:xfrm>
            <a:off x="5555549" y="36772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2" name="02_predicted_pose_3731">
            <a:extLst>
              <a:ext uri="{FF2B5EF4-FFF2-40B4-BE49-F238E27FC236}">
                <a16:creationId xmlns:a16="http://schemas.microsoft.com/office/drawing/2014/main" id="{AE1E6860-6E5B-49A1-BF31-D26203B95BD8}"/>
              </a:ext>
            </a:extLst>
          </p:cNvPr>
          <p:cNvSpPr>
            <a:spLocks noGrp="1"/>
          </p:cNvSpPr>
          <p:nvPr/>
        </p:nvSpPr>
        <p:spPr>
          <a:xfrm>
            <a:off x="5290487" y="34358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3" name="02_predicted_pose_3732">
            <a:extLst>
              <a:ext uri="{FF2B5EF4-FFF2-40B4-BE49-F238E27FC236}">
                <a16:creationId xmlns:a16="http://schemas.microsoft.com/office/drawing/2014/main" id="{A643B8CB-D24F-4739-99D6-F6AD41D4940C}"/>
              </a:ext>
            </a:extLst>
          </p:cNvPr>
          <p:cNvSpPr>
            <a:spLocks noGrp="1"/>
          </p:cNvSpPr>
          <p:nvPr/>
        </p:nvSpPr>
        <p:spPr>
          <a:xfrm>
            <a:off x="5585810" y="36913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4" name="02_predicted_pose_3733">
            <a:extLst>
              <a:ext uri="{FF2B5EF4-FFF2-40B4-BE49-F238E27FC236}">
                <a16:creationId xmlns:a16="http://schemas.microsoft.com/office/drawing/2014/main" id="{47380669-BD61-40B0-A967-204EE7A3119F}"/>
              </a:ext>
            </a:extLst>
          </p:cNvPr>
          <p:cNvSpPr>
            <a:spLocks noGrp="1"/>
          </p:cNvSpPr>
          <p:nvPr/>
        </p:nvSpPr>
        <p:spPr>
          <a:xfrm>
            <a:off x="5419189" y="34640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5" name="02_predicted_pose_3734">
            <a:extLst>
              <a:ext uri="{FF2B5EF4-FFF2-40B4-BE49-F238E27FC236}">
                <a16:creationId xmlns:a16="http://schemas.microsoft.com/office/drawing/2014/main" id="{878DADB9-740A-47D1-A4A9-A9D322CCDC95}"/>
              </a:ext>
            </a:extLst>
          </p:cNvPr>
          <p:cNvSpPr>
            <a:spLocks noGrp="1"/>
          </p:cNvSpPr>
          <p:nvPr/>
        </p:nvSpPr>
        <p:spPr>
          <a:xfrm>
            <a:off x="5517631" y="34250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6" name="02_predicted_pose_3735">
            <a:extLst>
              <a:ext uri="{FF2B5EF4-FFF2-40B4-BE49-F238E27FC236}">
                <a16:creationId xmlns:a16="http://schemas.microsoft.com/office/drawing/2014/main" id="{21F02DDE-E834-4EA5-BF5F-33B66B14E0AB}"/>
              </a:ext>
            </a:extLst>
          </p:cNvPr>
          <p:cNvSpPr>
            <a:spLocks noGrp="1"/>
          </p:cNvSpPr>
          <p:nvPr/>
        </p:nvSpPr>
        <p:spPr>
          <a:xfrm>
            <a:off x="5247830" y="36314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7" name="02_predicted_pose_3736">
            <a:extLst>
              <a:ext uri="{FF2B5EF4-FFF2-40B4-BE49-F238E27FC236}">
                <a16:creationId xmlns:a16="http://schemas.microsoft.com/office/drawing/2014/main" id="{453CB6CD-3A5B-4248-BC0A-4F9163A783A1}"/>
              </a:ext>
            </a:extLst>
          </p:cNvPr>
          <p:cNvSpPr>
            <a:spLocks noGrp="1"/>
          </p:cNvSpPr>
          <p:nvPr/>
        </p:nvSpPr>
        <p:spPr>
          <a:xfrm>
            <a:off x="5262413" y="34737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8" name="02_predicted_pose_3737">
            <a:extLst>
              <a:ext uri="{FF2B5EF4-FFF2-40B4-BE49-F238E27FC236}">
                <a16:creationId xmlns:a16="http://schemas.microsoft.com/office/drawing/2014/main" id="{9C182703-225D-42B5-A3A8-39495286F1A5}"/>
              </a:ext>
            </a:extLst>
          </p:cNvPr>
          <p:cNvSpPr>
            <a:spLocks noGrp="1"/>
          </p:cNvSpPr>
          <p:nvPr/>
        </p:nvSpPr>
        <p:spPr>
          <a:xfrm>
            <a:off x="5276997" y="35949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39" name="02_predicted_pose_3738">
            <a:extLst>
              <a:ext uri="{FF2B5EF4-FFF2-40B4-BE49-F238E27FC236}">
                <a16:creationId xmlns:a16="http://schemas.microsoft.com/office/drawing/2014/main" id="{2863E4CD-D035-4057-B296-E5D3703ACE87}"/>
              </a:ext>
            </a:extLst>
          </p:cNvPr>
          <p:cNvSpPr>
            <a:spLocks noGrp="1"/>
          </p:cNvSpPr>
          <p:nvPr/>
        </p:nvSpPr>
        <p:spPr>
          <a:xfrm>
            <a:off x="5291582" y="34758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0" name="02_predicted_pose_3739">
            <a:extLst>
              <a:ext uri="{FF2B5EF4-FFF2-40B4-BE49-F238E27FC236}">
                <a16:creationId xmlns:a16="http://schemas.microsoft.com/office/drawing/2014/main" id="{8FB715AA-D757-4A80-B562-22493813E5E8}"/>
              </a:ext>
            </a:extLst>
          </p:cNvPr>
          <p:cNvSpPr>
            <a:spLocks noGrp="1"/>
          </p:cNvSpPr>
          <p:nvPr/>
        </p:nvSpPr>
        <p:spPr>
          <a:xfrm>
            <a:off x="5244548" y="34258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1" name="02_predicted_pose_3740">
            <a:extLst>
              <a:ext uri="{FF2B5EF4-FFF2-40B4-BE49-F238E27FC236}">
                <a16:creationId xmlns:a16="http://schemas.microsoft.com/office/drawing/2014/main" id="{C246415C-E291-428C-B9A3-A0E3D8229422}"/>
              </a:ext>
            </a:extLst>
          </p:cNvPr>
          <p:cNvSpPr>
            <a:spLocks noGrp="1"/>
          </p:cNvSpPr>
          <p:nvPr/>
        </p:nvSpPr>
        <p:spPr>
          <a:xfrm>
            <a:off x="5273716" y="36436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2" name="02_predicted_pose_3741">
            <a:extLst>
              <a:ext uri="{FF2B5EF4-FFF2-40B4-BE49-F238E27FC236}">
                <a16:creationId xmlns:a16="http://schemas.microsoft.com/office/drawing/2014/main" id="{98BCD96B-7C9A-42F0-A154-6B51EA7374CA}"/>
              </a:ext>
            </a:extLst>
          </p:cNvPr>
          <p:cNvSpPr>
            <a:spLocks noGrp="1"/>
          </p:cNvSpPr>
          <p:nvPr/>
        </p:nvSpPr>
        <p:spPr>
          <a:xfrm>
            <a:off x="5363042" y="34645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3" name="02_predicted_pose_3742">
            <a:extLst>
              <a:ext uri="{FF2B5EF4-FFF2-40B4-BE49-F238E27FC236}">
                <a16:creationId xmlns:a16="http://schemas.microsoft.com/office/drawing/2014/main" id="{A27E1B72-240B-4AB2-AE8C-4A0B442D565C}"/>
              </a:ext>
            </a:extLst>
          </p:cNvPr>
          <p:cNvSpPr>
            <a:spLocks noGrp="1"/>
          </p:cNvSpPr>
          <p:nvPr/>
        </p:nvSpPr>
        <p:spPr>
          <a:xfrm>
            <a:off x="5307989" y="33842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4" name="02_predicted_pose_3743">
            <a:extLst>
              <a:ext uri="{FF2B5EF4-FFF2-40B4-BE49-F238E27FC236}">
                <a16:creationId xmlns:a16="http://schemas.microsoft.com/office/drawing/2014/main" id="{BB3F80E1-A188-4302-80C7-4A87BB6DFB6D}"/>
              </a:ext>
            </a:extLst>
          </p:cNvPr>
          <p:cNvSpPr>
            <a:spLocks noGrp="1"/>
          </p:cNvSpPr>
          <p:nvPr/>
        </p:nvSpPr>
        <p:spPr>
          <a:xfrm>
            <a:off x="5322572" y="38882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5" name="02_predicted_pose_3744">
            <a:extLst>
              <a:ext uri="{FF2B5EF4-FFF2-40B4-BE49-F238E27FC236}">
                <a16:creationId xmlns:a16="http://schemas.microsoft.com/office/drawing/2014/main" id="{A30E5E36-DCD4-49E3-9F1A-64DBCB1025F9}"/>
              </a:ext>
            </a:extLst>
          </p:cNvPr>
          <p:cNvSpPr>
            <a:spLocks noGrp="1"/>
          </p:cNvSpPr>
          <p:nvPr/>
        </p:nvSpPr>
        <p:spPr>
          <a:xfrm>
            <a:off x="5337156" y="33530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6" name="02_predicted_pose_3745">
            <a:extLst>
              <a:ext uri="{FF2B5EF4-FFF2-40B4-BE49-F238E27FC236}">
                <a16:creationId xmlns:a16="http://schemas.microsoft.com/office/drawing/2014/main" id="{F1A37C81-ECE8-445B-83D7-EEA3249EDFDE}"/>
              </a:ext>
            </a:extLst>
          </p:cNvPr>
          <p:cNvSpPr>
            <a:spLocks noGrp="1"/>
          </p:cNvSpPr>
          <p:nvPr/>
        </p:nvSpPr>
        <p:spPr>
          <a:xfrm>
            <a:off x="5285748" y="33603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7" name="02_predicted_pose_3746">
            <a:extLst>
              <a:ext uri="{FF2B5EF4-FFF2-40B4-BE49-F238E27FC236}">
                <a16:creationId xmlns:a16="http://schemas.microsoft.com/office/drawing/2014/main" id="{7E3BE275-8696-44E6-931E-1CD81AB1871E}"/>
              </a:ext>
            </a:extLst>
          </p:cNvPr>
          <p:cNvSpPr>
            <a:spLocks noGrp="1"/>
          </p:cNvSpPr>
          <p:nvPr/>
        </p:nvSpPr>
        <p:spPr>
          <a:xfrm>
            <a:off x="5300331" y="33858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8" name="02_predicted_pose_3747">
            <a:extLst>
              <a:ext uri="{FF2B5EF4-FFF2-40B4-BE49-F238E27FC236}">
                <a16:creationId xmlns:a16="http://schemas.microsoft.com/office/drawing/2014/main" id="{F234CA31-B60F-480E-BBDB-A72730E04E2C}"/>
              </a:ext>
            </a:extLst>
          </p:cNvPr>
          <p:cNvSpPr>
            <a:spLocks noGrp="1"/>
          </p:cNvSpPr>
          <p:nvPr/>
        </p:nvSpPr>
        <p:spPr>
          <a:xfrm>
            <a:off x="5314916" y="33395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49" name="02_predicted_pose_3748">
            <a:extLst>
              <a:ext uri="{FF2B5EF4-FFF2-40B4-BE49-F238E27FC236}">
                <a16:creationId xmlns:a16="http://schemas.microsoft.com/office/drawing/2014/main" id="{885F662E-FCB0-4F43-BBA8-E62BA3D97D10}"/>
              </a:ext>
            </a:extLst>
          </p:cNvPr>
          <p:cNvSpPr>
            <a:spLocks noGrp="1"/>
          </p:cNvSpPr>
          <p:nvPr/>
        </p:nvSpPr>
        <p:spPr>
          <a:xfrm>
            <a:off x="5335332" y="29383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0" name="02_predicted_pose_3749">
            <a:extLst>
              <a:ext uri="{FF2B5EF4-FFF2-40B4-BE49-F238E27FC236}">
                <a16:creationId xmlns:a16="http://schemas.microsoft.com/office/drawing/2014/main" id="{9C9F264A-A93C-4293-B438-C17341650692}"/>
              </a:ext>
            </a:extLst>
          </p:cNvPr>
          <p:cNvSpPr>
            <a:spLocks noGrp="1"/>
          </p:cNvSpPr>
          <p:nvPr/>
        </p:nvSpPr>
        <p:spPr>
          <a:xfrm>
            <a:off x="5379084" y="32154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1" name="02_predicted_pose_3750">
            <a:extLst>
              <a:ext uri="{FF2B5EF4-FFF2-40B4-BE49-F238E27FC236}">
                <a16:creationId xmlns:a16="http://schemas.microsoft.com/office/drawing/2014/main" id="{747F4384-BFE1-46AF-808A-E4CF52A79F6B}"/>
              </a:ext>
            </a:extLst>
          </p:cNvPr>
          <p:cNvSpPr>
            <a:spLocks noGrp="1"/>
          </p:cNvSpPr>
          <p:nvPr/>
        </p:nvSpPr>
        <p:spPr>
          <a:xfrm>
            <a:off x="5349552" y="29451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2" name="02_predicted_pose_3751">
            <a:extLst>
              <a:ext uri="{FF2B5EF4-FFF2-40B4-BE49-F238E27FC236}">
                <a16:creationId xmlns:a16="http://schemas.microsoft.com/office/drawing/2014/main" id="{8A2484BA-F0A8-477C-8065-3CBA6927220B}"/>
              </a:ext>
            </a:extLst>
          </p:cNvPr>
          <p:cNvSpPr>
            <a:spLocks noGrp="1"/>
          </p:cNvSpPr>
          <p:nvPr/>
        </p:nvSpPr>
        <p:spPr>
          <a:xfrm>
            <a:off x="5447993" y="30358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3" name="02_predicted_pose_3752">
            <a:extLst>
              <a:ext uri="{FF2B5EF4-FFF2-40B4-BE49-F238E27FC236}">
                <a16:creationId xmlns:a16="http://schemas.microsoft.com/office/drawing/2014/main" id="{D4C9ED4A-213A-4D54-9917-ACCA09DD6C95}"/>
              </a:ext>
            </a:extLst>
          </p:cNvPr>
          <p:cNvSpPr>
            <a:spLocks noGrp="1"/>
          </p:cNvSpPr>
          <p:nvPr/>
        </p:nvSpPr>
        <p:spPr>
          <a:xfrm>
            <a:off x="5576696" y="31779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4" name="02_predicted_pose_3753">
            <a:extLst>
              <a:ext uri="{FF2B5EF4-FFF2-40B4-BE49-F238E27FC236}">
                <a16:creationId xmlns:a16="http://schemas.microsoft.com/office/drawing/2014/main" id="{8F38DC9E-5B8C-4D0D-9AC5-1576A04F9618}"/>
              </a:ext>
            </a:extLst>
          </p:cNvPr>
          <p:cNvSpPr>
            <a:spLocks noGrp="1"/>
          </p:cNvSpPr>
          <p:nvPr/>
        </p:nvSpPr>
        <p:spPr>
          <a:xfrm>
            <a:off x="5311634" y="29579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5" name="02_predicted_pose_3754">
            <a:extLst>
              <a:ext uri="{FF2B5EF4-FFF2-40B4-BE49-F238E27FC236}">
                <a16:creationId xmlns:a16="http://schemas.microsoft.com/office/drawing/2014/main" id="{0678EED2-1042-4014-A380-AD3B584871BF}"/>
              </a:ext>
            </a:extLst>
          </p:cNvPr>
          <p:cNvSpPr>
            <a:spLocks noGrp="1"/>
          </p:cNvSpPr>
          <p:nvPr/>
        </p:nvSpPr>
        <p:spPr>
          <a:xfrm>
            <a:off x="5467317" y="35525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6" name="02_predicted_pose_3755">
            <a:extLst>
              <a:ext uri="{FF2B5EF4-FFF2-40B4-BE49-F238E27FC236}">
                <a16:creationId xmlns:a16="http://schemas.microsoft.com/office/drawing/2014/main" id="{8B35130D-1DB2-4A41-957A-D229A902DB70}"/>
              </a:ext>
            </a:extLst>
          </p:cNvPr>
          <p:cNvSpPr>
            <a:spLocks noGrp="1"/>
          </p:cNvSpPr>
          <p:nvPr/>
        </p:nvSpPr>
        <p:spPr>
          <a:xfrm>
            <a:off x="5481901" y="36166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7" name="02_predicted_pose_3756">
            <a:extLst>
              <a:ext uri="{FF2B5EF4-FFF2-40B4-BE49-F238E27FC236}">
                <a16:creationId xmlns:a16="http://schemas.microsoft.com/office/drawing/2014/main" id="{9529EE35-BED2-4A6E-8CEF-910770776D2F}"/>
              </a:ext>
            </a:extLst>
          </p:cNvPr>
          <p:cNvSpPr>
            <a:spLocks noGrp="1"/>
          </p:cNvSpPr>
          <p:nvPr/>
        </p:nvSpPr>
        <p:spPr>
          <a:xfrm>
            <a:off x="5439972" y="32969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8" name="02_predicted_pose_3757">
            <a:extLst>
              <a:ext uri="{FF2B5EF4-FFF2-40B4-BE49-F238E27FC236}">
                <a16:creationId xmlns:a16="http://schemas.microsoft.com/office/drawing/2014/main" id="{44294D60-AA0B-4C1B-9607-AA4AE5EE7476}"/>
              </a:ext>
            </a:extLst>
          </p:cNvPr>
          <p:cNvSpPr>
            <a:spLocks noGrp="1"/>
          </p:cNvSpPr>
          <p:nvPr/>
        </p:nvSpPr>
        <p:spPr>
          <a:xfrm>
            <a:off x="5454556" y="32817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59" name="02_predicted_pose_3758">
            <a:extLst>
              <a:ext uri="{FF2B5EF4-FFF2-40B4-BE49-F238E27FC236}">
                <a16:creationId xmlns:a16="http://schemas.microsoft.com/office/drawing/2014/main" id="{215CC7BF-8D56-48C7-91EB-9BBC0BFEAB68}"/>
              </a:ext>
            </a:extLst>
          </p:cNvPr>
          <p:cNvSpPr>
            <a:spLocks noGrp="1"/>
          </p:cNvSpPr>
          <p:nvPr/>
        </p:nvSpPr>
        <p:spPr>
          <a:xfrm>
            <a:off x="5469139" y="34243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0" name="02_predicted_pose_3759">
            <a:extLst>
              <a:ext uri="{FF2B5EF4-FFF2-40B4-BE49-F238E27FC236}">
                <a16:creationId xmlns:a16="http://schemas.microsoft.com/office/drawing/2014/main" id="{FB42E70B-2360-4E2C-B165-75C104DBA895}"/>
              </a:ext>
            </a:extLst>
          </p:cNvPr>
          <p:cNvSpPr>
            <a:spLocks noGrp="1"/>
          </p:cNvSpPr>
          <p:nvPr/>
        </p:nvSpPr>
        <p:spPr>
          <a:xfrm>
            <a:off x="5498308" y="29310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1" name="02_predicted_pose_3760">
            <a:extLst>
              <a:ext uri="{FF2B5EF4-FFF2-40B4-BE49-F238E27FC236}">
                <a16:creationId xmlns:a16="http://schemas.microsoft.com/office/drawing/2014/main" id="{B494D73B-3FAB-4C81-B10C-CCF92521B219}"/>
              </a:ext>
            </a:extLst>
          </p:cNvPr>
          <p:cNvSpPr>
            <a:spLocks noGrp="1"/>
          </p:cNvSpPr>
          <p:nvPr/>
        </p:nvSpPr>
        <p:spPr>
          <a:xfrm>
            <a:off x="5512891" y="29582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2" name="02_predicted_pose_3761">
            <a:extLst>
              <a:ext uri="{FF2B5EF4-FFF2-40B4-BE49-F238E27FC236}">
                <a16:creationId xmlns:a16="http://schemas.microsoft.com/office/drawing/2014/main" id="{0203AFD7-1854-49C2-9AB9-BF649D5EBDC1}"/>
              </a:ext>
            </a:extLst>
          </p:cNvPr>
          <p:cNvSpPr>
            <a:spLocks noGrp="1"/>
          </p:cNvSpPr>
          <p:nvPr/>
        </p:nvSpPr>
        <p:spPr>
          <a:xfrm>
            <a:off x="5315645" y="32421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3" name="02_predicted_pose_3762">
            <a:extLst>
              <a:ext uri="{FF2B5EF4-FFF2-40B4-BE49-F238E27FC236}">
                <a16:creationId xmlns:a16="http://schemas.microsoft.com/office/drawing/2014/main" id="{5367977E-0B15-45DD-A394-ACBE5929C6B3}"/>
              </a:ext>
            </a:extLst>
          </p:cNvPr>
          <p:cNvSpPr>
            <a:spLocks noGrp="1"/>
          </p:cNvSpPr>
          <p:nvPr/>
        </p:nvSpPr>
        <p:spPr>
          <a:xfrm>
            <a:off x="5424294" y="35017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4" name="02_predicted_pose_3763">
            <a:extLst>
              <a:ext uri="{FF2B5EF4-FFF2-40B4-BE49-F238E27FC236}">
                <a16:creationId xmlns:a16="http://schemas.microsoft.com/office/drawing/2014/main" id="{95CD2E01-699D-4D08-B76D-A87E901A4D94}"/>
              </a:ext>
            </a:extLst>
          </p:cNvPr>
          <p:cNvSpPr>
            <a:spLocks noGrp="1"/>
          </p:cNvSpPr>
          <p:nvPr/>
        </p:nvSpPr>
        <p:spPr>
          <a:xfrm>
            <a:off x="5468046" y="33003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5" name="02_predicted_pose_3764">
            <a:extLst>
              <a:ext uri="{FF2B5EF4-FFF2-40B4-BE49-F238E27FC236}">
                <a16:creationId xmlns:a16="http://schemas.microsoft.com/office/drawing/2014/main" id="{F09C9BDB-C63C-4C09-A169-515ADDB82626}"/>
              </a:ext>
            </a:extLst>
          </p:cNvPr>
          <p:cNvSpPr>
            <a:spLocks noGrp="1"/>
          </p:cNvSpPr>
          <p:nvPr/>
        </p:nvSpPr>
        <p:spPr>
          <a:xfrm>
            <a:off x="5482630" y="34255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6" name="02_predicted_pose_3765">
            <a:extLst>
              <a:ext uri="{FF2B5EF4-FFF2-40B4-BE49-F238E27FC236}">
                <a16:creationId xmlns:a16="http://schemas.microsoft.com/office/drawing/2014/main" id="{2CB0885B-D442-4CF2-B1B3-C957B0228DEB}"/>
              </a:ext>
            </a:extLst>
          </p:cNvPr>
          <p:cNvSpPr>
            <a:spLocks noGrp="1"/>
          </p:cNvSpPr>
          <p:nvPr/>
        </p:nvSpPr>
        <p:spPr>
          <a:xfrm>
            <a:off x="5511797" y="28772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7" name="02_predicted_pose_3766">
            <a:extLst>
              <a:ext uri="{FF2B5EF4-FFF2-40B4-BE49-F238E27FC236}">
                <a16:creationId xmlns:a16="http://schemas.microsoft.com/office/drawing/2014/main" id="{27CAC5BA-098F-4984-B6AF-AE0EF0ACAF6B}"/>
              </a:ext>
            </a:extLst>
          </p:cNvPr>
          <p:cNvSpPr>
            <a:spLocks noGrp="1"/>
          </p:cNvSpPr>
          <p:nvPr/>
        </p:nvSpPr>
        <p:spPr>
          <a:xfrm>
            <a:off x="5396220" y="36718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8" name="02_predicted_pose_3767">
            <a:extLst>
              <a:ext uri="{FF2B5EF4-FFF2-40B4-BE49-F238E27FC236}">
                <a16:creationId xmlns:a16="http://schemas.microsoft.com/office/drawing/2014/main" id="{9E10F727-C164-4147-A1D3-B85C31817EE8}"/>
              </a:ext>
            </a:extLst>
          </p:cNvPr>
          <p:cNvSpPr>
            <a:spLocks noGrp="1"/>
          </p:cNvSpPr>
          <p:nvPr/>
        </p:nvSpPr>
        <p:spPr>
          <a:xfrm>
            <a:off x="5425388" y="3662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69" name="02_predicted_pose_3768">
            <a:extLst>
              <a:ext uri="{FF2B5EF4-FFF2-40B4-BE49-F238E27FC236}">
                <a16:creationId xmlns:a16="http://schemas.microsoft.com/office/drawing/2014/main" id="{25D70421-D75F-4FEA-9403-340984782EC0}"/>
              </a:ext>
            </a:extLst>
          </p:cNvPr>
          <p:cNvSpPr>
            <a:spLocks noGrp="1"/>
          </p:cNvSpPr>
          <p:nvPr/>
        </p:nvSpPr>
        <p:spPr>
          <a:xfrm>
            <a:off x="5454556" y="36547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0" name="02_predicted_pose_3769">
            <a:extLst>
              <a:ext uri="{FF2B5EF4-FFF2-40B4-BE49-F238E27FC236}">
                <a16:creationId xmlns:a16="http://schemas.microsoft.com/office/drawing/2014/main" id="{F04DA33F-9F40-4E9A-8153-2CE4C07C9D7C}"/>
              </a:ext>
            </a:extLst>
          </p:cNvPr>
          <p:cNvSpPr>
            <a:spLocks noGrp="1"/>
          </p:cNvSpPr>
          <p:nvPr/>
        </p:nvSpPr>
        <p:spPr>
          <a:xfrm>
            <a:off x="5483723" y="37187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1" name="02_predicted_pose_3770">
            <a:extLst>
              <a:ext uri="{FF2B5EF4-FFF2-40B4-BE49-F238E27FC236}">
                <a16:creationId xmlns:a16="http://schemas.microsoft.com/office/drawing/2014/main" id="{EDC8B978-8F31-4E9B-8C5B-107A1A6E8CEE}"/>
              </a:ext>
            </a:extLst>
          </p:cNvPr>
          <p:cNvSpPr>
            <a:spLocks noGrp="1"/>
          </p:cNvSpPr>
          <p:nvPr/>
        </p:nvSpPr>
        <p:spPr>
          <a:xfrm>
            <a:off x="5512891" y="37549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2" name="02_predicted_pose_3771">
            <a:extLst>
              <a:ext uri="{FF2B5EF4-FFF2-40B4-BE49-F238E27FC236}">
                <a16:creationId xmlns:a16="http://schemas.microsoft.com/office/drawing/2014/main" id="{157244B0-E16D-4BF0-96E6-238472E38C0A}"/>
              </a:ext>
            </a:extLst>
          </p:cNvPr>
          <p:cNvSpPr>
            <a:spLocks noGrp="1"/>
          </p:cNvSpPr>
          <p:nvPr/>
        </p:nvSpPr>
        <p:spPr>
          <a:xfrm>
            <a:off x="5410440" y="37201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3" name="02_predicted_pose_3772">
            <a:extLst>
              <a:ext uri="{FF2B5EF4-FFF2-40B4-BE49-F238E27FC236}">
                <a16:creationId xmlns:a16="http://schemas.microsoft.com/office/drawing/2014/main" id="{EE2AE197-A59E-4805-A2BD-4710A1CF6D88}"/>
              </a:ext>
            </a:extLst>
          </p:cNvPr>
          <p:cNvSpPr>
            <a:spLocks noGrp="1"/>
          </p:cNvSpPr>
          <p:nvPr/>
        </p:nvSpPr>
        <p:spPr>
          <a:xfrm>
            <a:off x="5534402" y="33369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4" name="02_predicted_pose_3773">
            <a:extLst>
              <a:ext uri="{FF2B5EF4-FFF2-40B4-BE49-F238E27FC236}">
                <a16:creationId xmlns:a16="http://schemas.microsoft.com/office/drawing/2014/main" id="{8ADEF04E-E4ED-43CF-8876-CD3D28808808}"/>
              </a:ext>
            </a:extLst>
          </p:cNvPr>
          <p:cNvSpPr>
            <a:spLocks noGrp="1"/>
          </p:cNvSpPr>
          <p:nvPr/>
        </p:nvSpPr>
        <p:spPr>
          <a:xfrm>
            <a:off x="5548986" y="33143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5" name="02_predicted_pose_3774">
            <a:extLst>
              <a:ext uri="{FF2B5EF4-FFF2-40B4-BE49-F238E27FC236}">
                <a16:creationId xmlns:a16="http://schemas.microsoft.com/office/drawing/2014/main" id="{35CD5C3B-6BCF-44BB-8B7B-3B4F0220EA55}"/>
              </a:ext>
            </a:extLst>
          </p:cNvPr>
          <p:cNvSpPr>
            <a:spLocks noGrp="1"/>
          </p:cNvSpPr>
          <p:nvPr/>
        </p:nvSpPr>
        <p:spPr>
          <a:xfrm>
            <a:off x="5319291" y="31156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6" name="02_predicted_pose_3775">
            <a:extLst>
              <a:ext uri="{FF2B5EF4-FFF2-40B4-BE49-F238E27FC236}">
                <a16:creationId xmlns:a16="http://schemas.microsoft.com/office/drawing/2014/main" id="{2C38A600-1CDD-40ED-BD41-6261EC9C36D3}"/>
              </a:ext>
            </a:extLst>
          </p:cNvPr>
          <p:cNvSpPr>
            <a:spLocks noGrp="1"/>
          </p:cNvSpPr>
          <p:nvPr/>
        </p:nvSpPr>
        <p:spPr>
          <a:xfrm>
            <a:off x="5332416" y="36471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7" name="02_predicted_pose_3776">
            <a:extLst>
              <a:ext uri="{FF2B5EF4-FFF2-40B4-BE49-F238E27FC236}">
                <a16:creationId xmlns:a16="http://schemas.microsoft.com/office/drawing/2014/main" id="{22EAC4FF-F03F-469B-BDB3-713AA3422DED}"/>
              </a:ext>
            </a:extLst>
          </p:cNvPr>
          <p:cNvSpPr>
            <a:spLocks noGrp="1"/>
          </p:cNvSpPr>
          <p:nvPr/>
        </p:nvSpPr>
        <p:spPr>
          <a:xfrm>
            <a:off x="5376532" y="37074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8" name="02_predicted_pose_3777">
            <a:extLst>
              <a:ext uri="{FF2B5EF4-FFF2-40B4-BE49-F238E27FC236}">
                <a16:creationId xmlns:a16="http://schemas.microsoft.com/office/drawing/2014/main" id="{83359087-73A1-40BE-8584-C65F5011C693}"/>
              </a:ext>
            </a:extLst>
          </p:cNvPr>
          <p:cNvSpPr>
            <a:spLocks noGrp="1"/>
          </p:cNvSpPr>
          <p:nvPr/>
        </p:nvSpPr>
        <p:spPr>
          <a:xfrm>
            <a:off x="5337885" y="36351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79" name="02_predicted_pose_3778">
            <a:extLst>
              <a:ext uri="{FF2B5EF4-FFF2-40B4-BE49-F238E27FC236}">
                <a16:creationId xmlns:a16="http://schemas.microsoft.com/office/drawing/2014/main" id="{465B6951-E063-47CA-B70F-D6A62D9009B6}"/>
              </a:ext>
            </a:extLst>
          </p:cNvPr>
          <p:cNvSpPr>
            <a:spLocks noGrp="1"/>
          </p:cNvSpPr>
          <p:nvPr/>
        </p:nvSpPr>
        <p:spPr>
          <a:xfrm>
            <a:off x="5282831" y="34522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0" name="02_predicted_pose_3779">
            <a:extLst>
              <a:ext uri="{FF2B5EF4-FFF2-40B4-BE49-F238E27FC236}">
                <a16:creationId xmlns:a16="http://schemas.microsoft.com/office/drawing/2014/main" id="{C334B6C4-69CF-4C1D-B267-D297870905E9}"/>
              </a:ext>
            </a:extLst>
          </p:cNvPr>
          <p:cNvSpPr>
            <a:spLocks noGrp="1"/>
          </p:cNvSpPr>
          <p:nvPr/>
        </p:nvSpPr>
        <p:spPr>
          <a:xfrm>
            <a:off x="5422836" y="37471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1" name="02_predicted_pose_3780">
            <a:extLst>
              <a:ext uri="{FF2B5EF4-FFF2-40B4-BE49-F238E27FC236}">
                <a16:creationId xmlns:a16="http://schemas.microsoft.com/office/drawing/2014/main" id="{B745E4A6-42A8-4FBD-A678-AF79A3ED8EC7}"/>
              </a:ext>
            </a:extLst>
          </p:cNvPr>
          <p:cNvSpPr>
            <a:spLocks noGrp="1"/>
          </p:cNvSpPr>
          <p:nvPr/>
        </p:nvSpPr>
        <p:spPr>
          <a:xfrm>
            <a:off x="5437420" y="38066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2" name="02_predicted_pose_3781">
            <a:extLst>
              <a:ext uri="{FF2B5EF4-FFF2-40B4-BE49-F238E27FC236}">
                <a16:creationId xmlns:a16="http://schemas.microsoft.com/office/drawing/2014/main" id="{7183F96C-FF8B-44FB-A762-AC8722E87FAE}"/>
              </a:ext>
            </a:extLst>
          </p:cNvPr>
          <p:cNvSpPr>
            <a:spLocks noGrp="1"/>
          </p:cNvSpPr>
          <p:nvPr/>
        </p:nvSpPr>
        <p:spPr>
          <a:xfrm>
            <a:off x="5452003" y="376883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3" name="02_predicted_pose_3782">
            <a:extLst>
              <a:ext uri="{FF2B5EF4-FFF2-40B4-BE49-F238E27FC236}">
                <a16:creationId xmlns:a16="http://schemas.microsoft.com/office/drawing/2014/main" id="{426FF29F-F873-43AE-87C3-3FF93A39F899}"/>
              </a:ext>
            </a:extLst>
          </p:cNvPr>
          <p:cNvSpPr>
            <a:spLocks noGrp="1"/>
          </p:cNvSpPr>
          <p:nvPr/>
        </p:nvSpPr>
        <p:spPr>
          <a:xfrm>
            <a:off x="5466587" y="35041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4" name="02_predicted_pose_3783">
            <a:extLst>
              <a:ext uri="{FF2B5EF4-FFF2-40B4-BE49-F238E27FC236}">
                <a16:creationId xmlns:a16="http://schemas.microsoft.com/office/drawing/2014/main" id="{6B4F2DCD-7E4C-46D7-ABAD-FBBF8DA03D46}"/>
              </a:ext>
            </a:extLst>
          </p:cNvPr>
          <p:cNvSpPr>
            <a:spLocks noGrp="1"/>
          </p:cNvSpPr>
          <p:nvPr/>
        </p:nvSpPr>
        <p:spPr>
          <a:xfrm>
            <a:off x="5249653" y="37391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5" name="02_predicted_pose_3784">
            <a:extLst>
              <a:ext uri="{FF2B5EF4-FFF2-40B4-BE49-F238E27FC236}">
                <a16:creationId xmlns:a16="http://schemas.microsoft.com/office/drawing/2014/main" id="{C4CB9779-64FF-4C92-A7F3-EF0F05F3789E}"/>
              </a:ext>
            </a:extLst>
          </p:cNvPr>
          <p:cNvSpPr>
            <a:spLocks noGrp="1"/>
          </p:cNvSpPr>
          <p:nvPr/>
        </p:nvSpPr>
        <p:spPr>
          <a:xfrm>
            <a:off x="5278820" y="365899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6" name="02_predicted_pose_3785">
            <a:extLst>
              <a:ext uri="{FF2B5EF4-FFF2-40B4-BE49-F238E27FC236}">
                <a16:creationId xmlns:a16="http://schemas.microsoft.com/office/drawing/2014/main" id="{6EB07608-645A-4DCC-91A8-3313C704EE00}"/>
              </a:ext>
            </a:extLst>
          </p:cNvPr>
          <p:cNvSpPr>
            <a:spLocks noGrp="1"/>
          </p:cNvSpPr>
          <p:nvPr/>
        </p:nvSpPr>
        <p:spPr>
          <a:xfrm>
            <a:off x="5502682" y="34110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7" name="02_predicted_pose_3786">
            <a:extLst>
              <a:ext uri="{FF2B5EF4-FFF2-40B4-BE49-F238E27FC236}">
                <a16:creationId xmlns:a16="http://schemas.microsoft.com/office/drawing/2014/main" id="{864FEAF3-CB9A-4C22-98D7-88C5D6219A1A}"/>
              </a:ext>
            </a:extLst>
          </p:cNvPr>
          <p:cNvSpPr>
            <a:spLocks noGrp="1"/>
          </p:cNvSpPr>
          <p:nvPr/>
        </p:nvSpPr>
        <p:spPr>
          <a:xfrm>
            <a:off x="5539507" y="33938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488" name="02_predicted_pose_3787">
            <a:extLst>
              <a:ext uri="{FF2B5EF4-FFF2-40B4-BE49-F238E27FC236}">
                <a16:creationId xmlns:a16="http://schemas.microsoft.com/office/drawing/2014/main" id="{126E07E8-76A3-4092-B38C-A5C3993259E5}"/>
              </a:ext>
            </a:extLst>
          </p:cNvPr>
          <p:cNvSpPr>
            <a:spLocks noGrp="1"/>
          </p:cNvSpPr>
          <p:nvPr/>
        </p:nvSpPr>
        <p:spPr>
          <a:xfrm>
            <a:off x="3548525" y="2638192"/>
            <a:ext cx="202" cy="1635108"/>
          </a:xfrm>
          <a:custGeom>
            <a:avLst/>
            <a:gdLst/>
            <a:ahLst/>
            <a:cxnLst/>
            <a:rect l="0" t="0" r="0" b="0"/>
            <a:pathLst>
              <a:path w="191" h="1545120">
                <a:moveTo>
                  <a:pt x="0" y="154512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489" name="02_predicted_pose_3788">
            <a:extLst>
              <a:ext uri="{FF2B5EF4-FFF2-40B4-BE49-F238E27FC236}">
                <a16:creationId xmlns:a16="http://schemas.microsoft.com/office/drawing/2014/main" id="{DA39F195-458E-40F3-8A89-F362F44AFEB7}"/>
              </a:ext>
            </a:extLst>
          </p:cNvPr>
          <p:cNvSpPr>
            <a:spLocks noGrp="1"/>
          </p:cNvSpPr>
          <p:nvPr/>
        </p:nvSpPr>
        <p:spPr>
          <a:xfrm>
            <a:off x="3548525" y="4273301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490" name="02_predicted_pose_3789">
            <a:extLst>
              <a:ext uri="{FF2B5EF4-FFF2-40B4-BE49-F238E27FC236}">
                <a16:creationId xmlns:a16="http://schemas.microsoft.com/office/drawing/2014/main" id="{0D85CAD9-9A99-46C9-B732-A560FD1A7CCB}"/>
              </a:ext>
            </a:extLst>
          </p:cNvPr>
          <p:cNvSpPr>
            <a:spLocks noGrp="1"/>
          </p:cNvSpPr>
          <p:nvPr/>
        </p:nvSpPr>
        <p:spPr>
          <a:xfrm>
            <a:off x="4062970" y="3586924"/>
            <a:ext cx="302615" cy="260947"/>
          </a:xfrm>
          <a:custGeom>
            <a:avLst/>
            <a:gdLst/>
            <a:ahLst/>
            <a:cxnLst/>
            <a:rect l="0" t="0" r="0" b="0"/>
            <a:pathLst>
              <a:path w="285961" h="246586">
                <a:moveTo>
                  <a:pt x="0" y="246586"/>
                </a:moveTo>
                <a:lnTo>
                  <a:pt x="285961" y="246586"/>
                </a:lnTo>
                <a:lnTo>
                  <a:pt x="285961" y="0"/>
                </a:lnTo>
                <a:lnTo>
                  <a:pt x="0" y="0"/>
                </a:lnTo>
                <a:lnTo>
                  <a:pt x="0" y="246586"/>
                </a:lnTo>
                <a:lnTo>
                  <a:pt x="0" y="24658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2D887E"/>
            </a:solidFill>
            <a:prstDash val="solid"/>
          </a:ln>
        </p:spPr>
      </p:sp>
      <p:sp>
        <p:nvSpPr>
          <p:cNvPr id="491" name="02_predicted_pose_3790">
            <a:extLst>
              <a:ext uri="{FF2B5EF4-FFF2-40B4-BE49-F238E27FC236}">
                <a16:creationId xmlns:a16="http://schemas.microsoft.com/office/drawing/2014/main" id="{F1701DAB-58C0-4B77-95BE-02E96032A3B2}"/>
              </a:ext>
            </a:extLst>
          </p:cNvPr>
          <p:cNvSpPr>
            <a:spLocks noGrp="1"/>
          </p:cNvSpPr>
          <p:nvPr/>
        </p:nvSpPr>
        <p:spPr>
          <a:xfrm>
            <a:off x="4214277" y="3847871"/>
            <a:ext cx="202" cy="129402"/>
          </a:xfrm>
          <a:custGeom>
            <a:avLst/>
            <a:gdLst/>
            <a:ahLst/>
            <a:cxnLst/>
            <a:rect l="0" t="0" r="0" b="0"/>
            <a:pathLst>
              <a:path w="191" h="122280">
                <a:moveTo>
                  <a:pt x="0" y="0"/>
                </a:moveTo>
                <a:lnTo>
                  <a:pt x="0" y="12228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492" name="02_predicted_pose_3791">
            <a:extLst>
              <a:ext uri="{FF2B5EF4-FFF2-40B4-BE49-F238E27FC236}">
                <a16:creationId xmlns:a16="http://schemas.microsoft.com/office/drawing/2014/main" id="{C04E6920-5293-4639-97FE-CF75E6C524EA}"/>
              </a:ext>
            </a:extLst>
          </p:cNvPr>
          <p:cNvSpPr>
            <a:spLocks noGrp="1"/>
          </p:cNvSpPr>
          <p:nvPr/>
        </p:nvSpPr>
        <p:spPr>
          <a:xfrm>
            <a:off x="4214277" y="3020954"/>
            <a:ext cx="202" cy="565970"/>
          </a:xfrm>
          <a:custGeom>
            <a:avLst/>
            <a:gdLst/>
            <a:ahLst/>
            <a:cxnLst/>
            <a:rect l="0" t="0" r="0" b="0"/>
            <a:pathLst>
              <a:path w="191" h="534822">
                <a:moveTo>
                  <a:pt x="0" y="534822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493" name="02_predicted_pose_3792">
            <a:extLst>
              <a:ext uri="{FF2B5EF4-FFF2-40B4-BE49-F238E27FC236}">
                <a16:creationId xmlns:a16="http://schemas.microsoft.com/office/drawing/2014/main" id="{1B80317B-7B6E-4D5B-ADAB-A406CC9B0517}"/>
              </a:ext>
            </a:extLst>
          </p:cNvPr>
          <p:cNvSpPr>
            <a:spLocks noGrp="1"/>
          </p:cNvSpPr>
          <p:nvPr/>
        </p:nvSpPr>
        <p:spPr>
          <a:xfrm>
            <a:off x="4138623" y="3977273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494" name="02_predicted_pose_3793">
            <a:extLst>
              <a:ext uri="{FF2B5EF4-FFF2-40B4-BE49-F238E27FC236}">
                <a16:creationId xmlns:a16="http://schemas.microsoft.com/office/drawing/2014/main" id="{1708BFF2-E89B-4182-96B2-6AFF882D2305}"/>
              </a:ext>
            </a:extLst>
          </p:cNvPr>
          <p:cNvSpPr>
            <a:spLocks noGrp="1"/>
          </p:cNvSpPr>
          <p:nvPr/>
        </p:nvSpPr>
        <p:spPr>
          <a:xfrm>
            <a:off x="4138623" y="3020954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495" name="02_predicted_pose_3794">
            <a:extLst>
              <a:ext uri="{FF2B5EF4-FFF2-40B4-BE49-F238E27FC236}">
                <a16:creationId xmlns:a16="http://schemas.microsoft.com/office/drawing/2014/main" id="{EC72A5DD-2104-4554-AD82-5B320801B3E6}"/>
              </a:ext>
            </a:extLst>
          </p:cNvPr>
          <p:cNvSpPr>
            <a:spLocks noGrp="1"/>
          </p:cNvSpPr>
          <p:nvPr/>
        </p:nvSpPr>
        <p:spPr>
          <a:xfrm>
            <a:off x="5273429" y="3440353"/>
            <a:ext cx="302615" cy="213898"/>
          </a:xfrm>
          <a:custGeom>
            <a:avLst/>
            <a:gdLst/>
            <a:ahLst/>
            <a:cxnLst/>
            <a:rect l="0" t="0" r="0" b="0"/>
            <a:pathLst>
              <a:path w="285961" h="202126">
                <a:moveTo>
                  <a:pt x="0" y="202126"/>
                </a:moveTo>
                <a:lnTo>
                  <a:pt x="285961" y="202126"/>
                </a:lnTo>
                <a:lnTo>
                  <a:pt x="285961" y="0"/>
                </a:lnTo>
                <a:lnTo>
                  <a:pt x="0" y="0"/>
                </a:lnTo>
                <a:lnTo>
                  <a:pt x="0" y="202126"/>
                </a:lnTo>
                <a:lnTo>
                  <a:pt x="0" y="2021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57442"/>
            </a:solidFill>
            <a:prstDash val="solid"/>
          </a:ln>
        </p:spPr>
      </p:sp>
      <p:sp>
        <p:nvSpPr>
          <p:cNvPr id="496" name="02_predicted_pose_3795">
            <a:extLst>
              <a:ext uri="{FF2B5EF4-FFF2-40B4-BE49-F238E27FC236}">
                <a16:creationId xmlns:a16="http://schemas.microsoft.com/office/drawing/2014/main" id="{D2F77E74-97C1-42E3-A1EC-6CEB045DDD76}"/>
              </a:ext>
            </a:extLst>
          </p:cNvPr>
          <p:cNvSpPr>
            <a:spLocks noGrp="1"/>
          </p:cNvSpPr>
          <p:nvPr/>
        </p:nvSpPr>
        <p:spPr>
          <a:xfrm>
            <a:off x="5424737" y="3654250"/>
            <a:ext cx="202" cy="108510"/>
          </a:xfrm>
          <a:custGeom>
            <a:avLst/>
            <a:gdLst/>
            <a:ahLst/>
            <a:cxnLst/>
            <a:rect l="0" t="0" r="0" b="0"/>
            <a:pathLst>
              <a:path w="191" h="102538">
                <a:moveTo>
                  <a:pt x="0" y="0"/>
                </a:moveTo>
                <a:lnTo>
                  <a:pt x="0" y="102538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497" name="02_predicted_pose_3796">
            <a:extLst>
              <a:ext uri="{FF2B5EF4-FFF2-40B4-BE49-F238E27FC236}">
                <a16:creationId xmlns:a16="http://schemas.microsoft.com/office/drawing/2014/main" id="{67346636-2209-4ADE-889E-3A549BE634F5}"/>
              </a:ext>
            </a:extLst>
          </p:cNvPr>
          <p:cNvSpPr>
            <a:spLocks noGrp="1"/>
          </p:cNvSpPr>
          <p:nvPr/>
        </p:nvSpPr>
        <p:spPr>
          <a:xfrm>
            <a:off x="5424737" y="3030922"/>
            <a:ext cx="202" cy="409431"/>
          </a:xfrm>
          <a:custGeom>
            <a:avLst/>
            <a:gdLst/>
            <a:ahLst/>
            <a:cxnLst/>
            <a:rect l="0" t="0" r="0" b="0"/>
            <a:pathLst>
              <a:path w="191" h="386898">
                <a:moveTo>
                  <a:pt x="0" y="386898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498" name="02_predicted_pose_3797">
            <a:extLst>
              <a:ext uri="{FF2B5EF4-FFF2-40B4-BE49-F238E27FC236}">
                <a16:creationId xmlns:a16="http://schemas.microsoft.com/office/drawing/2014/main" id="{18ACAB92-5A23-4784-BDC7-EA39782C7560}"/>
              </a:ext>
            </a:extLst>
          </p:cNvPr>
          <p:cNvSpPr>
            <a:spLocks noGrp="1"/>
          </p:cNvSpPr>
          <p:nvPr/>
        </p:nvSpPr>
        <p:spPr>
          <a:xfrm>
            <a:off x="5349083" y="3762761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499" name="02_predicted_pose_3798">
            <a:extLst>
              <a:ext uri="{FF2B5EF4-FFF2-40B4-BE49-F238E27FC236}">
                <a16:creationId xmlns:a16="http://schemas.microsoft.com/office/drawing/2014/main" id="{342C9205-F368-4A83-A33E-9994DD053463}"/>
              </a:ext>
            </a:extLst>
          </p:cNvPr>
          <p:cNvSpPr>
            <a:spLocks noGrp="1"/>
          </p:cNvSpPr>
          <p:nvPr/>
        </p:nvSpPr>
        <p:spPr>
          <a:xfrm>
            <a:off x="5349083" y="3030923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500" name="text_3799">
            <a:extLst>
              <a:ext uri="{FF2B5EF4-FFF2-40B4-BE49-F238E27FC236}">
                <a16:creationId xmlns:a16="http://schemas.microsoft.com/office/drawing/2014/main" id="{B41F73AA-DE3B-4565-9A6F-6869463DB700}"/>
              </a:ext>
            </a:extLst>
          </p:cNvPr>
          <p:cNvSpPr>
            <a:spLocks noGrp="1"/>
          </p:cNvSpPr>
          <p:nvPr/>
        </p:nvSpPr>
        <p:spPr>
          <a:xfrm>
            <a:off x="3090971" y="2464706"/>
            <a:ext cx="88164" cy="1679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01" name="text_3800">
            <a:extLst>
              <a:ext uri="{FF2B5EF4-FFF2-40B4-BE49-F238E27FC236}">
                <a16:creationId xmlns:a16="http://schemas.microsoft.com/office/drawing/2014/main" id="{51666816-0564-48A6-A119-306BB51437CA}"/>
              </a:ext>
            </a:extLst>
          </p:cNvPr>
          <p:cNvSpPr>
            <a:spLocks noGrp="1"/>
          </p:cNvSpPr>
          <p:nvPr/>
        </p:nvSpPr>
        <p:spPr>
          <a:xfrm>
            <a:off x="3548524" y="2413548"/>
            <a:ext cx="813013" cy="142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99">
                <a:solidFill>
                  <a:srgbClr val="273744"/>
                </a:solidFill>
                <a:latin typeface="Arial"/>
                <a:ea typeface="Arial"/>
                <a:cs typeface="Arial"/>
              </a:rPr>
              <a:t>GT, Top-1 pose</a:t>
            </a:r>
          </a:p>
        </p:txBody>
      </p:sp>
      <p:sp>
        <p:nvSpPr>
          <p:cNvPr id="502" name="02_predicted_pose_3801">
            <a:extLst>
              <a:ext uri="{FF2B5EF4-FFF2-40B4-BE49-F238E27FC236}">
                <a16:creationId xmlns:a16="http://schemas.microsoft.com/office/drawing/2014/main" id="{ED5DC26B-2630-41F9-9157-5082D1E22A49}"/>
              </a:ext>
            </a:extLst>
          </p:cNvPr>
          <p:cNvSpPr>
            <a:spLocks noGrp="1"/>
          </p:cNvSpPr>
          <p:nvPr/>
        </p:nvSpPr>
        <p:spPr>
          <a:xfrm>
            <a:off x="4062970" y="3782276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2D887E"/>
            </a:solidFill>
            <a:prstDash val="solid"/>
          </a:ln>
        </p:spPr>
      </p:sp>
      <p:sp>
        <p:nvSpPr>
          <p:cNvPr id="503" name="02_predicted_pose_3802">
            <a:extLst>
              <a:ext uri="{FF2B5EF4-FFF2-40B4-BE49-F238E27FC236}">
                <a16:creationId xmlns:a16="http://schemas.microsoft.com/office/drawing/2014/main" id="{5B14A422-AEA0-4E4E-A554-BB753E89EE15}"/>
              </a:ext>
            </a:extLst>
          </p:cNvPr>
          <p:cNvSpPr>
            <a:spLocks noGrp="1"/>
          </p:cNvSpPr>
          <p:nvPr/>
        </p:nvSpPr>
        <p:spPr>
          <a:xfrm>
            <a:off x="5273429" y="3524213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B57442"/>
            </a:solidFill>
            <a:prstDash val="solid"/>
          </a:ln>
        </p:spPr>
      </p:sp>
      <p:sp>
        <p:nvSpPr>
          <p:cNvPr id="504" name="02_predicted_pose_3803">
            <a:extLst>
              <a:ext uri="{FF2B5EF4-FFF2-40B4-BE49-F238E27FC236}">
                <a16:creationId xmlns:a16="http://schemas.microsoft.com/office/drawing/2014/main" id="{6A9DE701-3E91-412D-826D-DE8222F228A8}"/>
              </a:ext>
            </a:extLst>
          </p:cNvPr>
          <p:cNvSpPr>
            <a:spLocks noGrp="1"/>
          </p:cNvSpPr>
          <p:nvPr/>
        </p:nvSpPr>
        <p:spPr>
          <a:xfrm>
            <a:off x="6903919" y="2638192"/>
            <a:ext cx="2541965" cy="1635108"/>
          </a:xfrm>
          <a:custGeom>
            <a:avLst/>
            <a:gdLst/>
            <a:ahLst/>
            <a:cxnLst/>
            <a:rect l="0" t="0" r="0" b="0"/>
            <a:pathLst>
              <a:path w="2402069" h="1545120">
                <a:moveTo>
                  <a:pt x="0" y="1545120"/>
                </a:moveTo>
                <a:lnTo>
                  <a:pt x="2402069" y="1545120"/>
                </a:lnTo>
                <a:lnTo>
                  <a:pt x="2402069" y="0"/>
                </a:lnTo>
                <a:lnTo>
                  <a:pt x="0" y="0"/>
                </a:lnTo>
                <a:lnTo>
                  <a:pt x="0" y="154512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05" name="02_predicted_pose_3804">
            <a:extLst>
              <a:ext uri="{FF2B5EF4-FFF2-40B4-BE49-F238E27FC236}">
                <a16:creationId xmlns:a16="http://schemas.microsoft.com/office/drawing/2014/main" id="{0A4632C2-8135-45CA-8EC5-05D04623B1A2}"/>
              </a:ext>
            </a:extLst>
          </p:cNvPr>
          <p:cNvSpPr>
            <a:spLocks noGrp="1"/>
          </p:cNvSpPr>
          <p:nvPr/>
        </p:nvSpPr>
        <p:spPr>
          <a:xfrm>
            <a:off x="6903919" y="3493530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506" name="02_predicted_pose_3805">
            <a:extLst>
              <a:ext uri="{FF2B5EF4-FFF2-40B4-BE49-F238E27FC236}">
                <a16:creationId xmlns:a16="http://schemas.microsoft.com/office/drawing/2014/main" id="{4EA72535-8DEF-4187-B3AA-478D11B7E10A}"/>
              </a:ext>
            </a:extLst>
          </p:cNvPr>
          <p:cNvSpPr>
            <a:spLocks noGrp="1"/>
          </p:cNvSpPr>
          <p:nvPr/>
        </p:nvSpPr>
        <p:spPr>
          <a:xfrm>
            <a:off x="6903919" y="3356220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507" name="02_predicted_pose_3806">
            <a:extLst>
              <a:ext uri="{FF2B5EF4-FFF2-40B4-BE49-F238E27FC236}">
                <a16:creationId xmlns:a16="http://schemas.microsoft.com/office/drawing/2014/main" id="{ACAD0AA5-B1BE-497F-B2A9-4BCC743EAAA5}"/>
              </a:ext>
            </a:extLst>
          </p:cNvPr>
          <p:cNvSpPr>
            <a:spLocks noGrp="1"/>
          </p:cNvSpPr>
          <p:nvPr/>
        </p:nvSpPr>
        <p:spPr>
          <a:xfrm>
            <a:off x="7569671" y="4273300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08" name="text_3807">
            <a:extLst>
              <a:ext uri="{FF2B5EF4-FFF2-40B4-BE49-F238E27FC236}">
                <a16:creationId xmlns:a16="http://schemas.microsoft.com/office/drawing/2014/main" id="{EF9489BA-2FF2-4B2C-A6E2-9863ECF99466}"/>
              </a:ext>
            </a:extLst>
          </p:cNvPr>
          <p:cNvSpPr>
            <a:spLocks noGrp="1"/>
          </p:cNvSpPr>
          <p:nvPr/>
        </p:nvSpPr>
        <p:spPr>
          <a:xfrm>
            <a:off x="7185365" y="4346956"/>
            <a:ext cx="782053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PocketXMol-tuned</a:t>
            </a:r>
          </a:p>
        </p:txBody>
      </p:sp>
      <p:sp>
        <p:nvSpPr>
          <p:cNvPr id="509" name="02_predicted_pose_3808">
            <a:extLst>
              <a:ext uri="{FF2B5EF4-FFF2-40B4-BE49-F238E27FC236}">
                <a16:creationId xmlns:a16="http://schemas.microsoft.com/office/drawing/2014/main" id="{0BE28D48-F063-4A09-98AB-084BB37E3295}"/>
              </a:ext>
            </a:extLst>
          </p:cNvPr>
          <p:cNvSpPr>
            <a:spLocks noGrp="1"/>
          </p:cNvSpPr>
          <p:nvPr/>
        </p:nvSpPr>
        <p:spPr>
          <a:xfrm>
            <a:off x="8780132" y="4273300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10" name="text_3809">
            <a:extLst>
              <a:ext uri="{FF2B5EF4-FFF2-40B4-BE49-F238E27FC236}">
                <a16:creationId xmlns:a16="http://schemas.microsoft.com/office/drawing/2014/main" id="{979CC08A-F413-4A91-802E-84423C9FFF08}"/>
              </a:ext>
            </a:extLst>
          </p:cNvPr>
          <p:cNvSpPr>
            <a:spLocks noGrp="1"/>
          </p:cNvSpPr>
          <p:nvPr/>
        </p:nvSpPr>
        <p:spPr>
          <a:xfrm>
            <a:off x="8463842" y="4347236"/>
            <a:ext cx="64601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Emap2lig-Build</a:t>
            </a:r>
          </a:p>
        </p:txBody>
      </p:sp>
      <p:sp>
        <p:nvSpPr>
          <p:cNvPr id="511" name="02_predicted_pose_3810">
            <a:extLst>
              <a:ext uri="{FF2B5EF4-FFF2-40B4-BE49-F238E27FC236}">
                <a16:creationId xmlns:a16="http://schemas.microsoft.com/office/drawing/2014/main" id="{2EDD1499-28E1-4763-BCB4-B65920B64F60}"/>
              </a:ext>
            </a:extLst>
          </p:cNvPr>
          <p:cNvSpPr>
            <a:spLocks noGrp="1"/>
          </p:cNvSpPr>
          <p:nvPr/>
        </p:nvSpPr>
        <p:spPr>
          <a:xfrm>
            <a:off x="6863599" y="427330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12" name="text_3811">
            <a:extLst>
              <a:ext uri="{FF2B5EF4-FFF2-40B4-BE49-F238E27FC236}">
                <a16:creationId xmlns:a16="http://schemas.microsoft.com/office/drawing/2014/main" id="{B5FD0740-E23A-45D9-9FA4-01411333887C}"/>
              </a:ext>
            </a:extLst>
          </p:cNvPr>
          <p:cNvSpPr>
            <a:spLocks noGrp="1"/>
          </p:cNvSpPr>
          <p:nvPr/>
        </p:nvSpPr>
        <p:spPr>
          <a:xfrm>
            <a:off x="6692513" y="4232648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3" name="02_predicted_pose_3812">
            <a:extLst>
              <a:ext uri="{FF2B5EF4-FFF2-40B4-BE49-F238E27FC236}">
                <a16:creationId xmlns:a16="http://schemas.microsoft.com/office/drawing/2014/main" id="{7A9E022B-871F-464E-8657-DA3F0575A625}"/>
              </a:ext>
            </a:extLst>
          </p:cNvPr>
          <p:cNvSpPr>
            <a:spLocks noGrp="1"/>
          </p:cNvSpPr>
          <p:nvPr/>
        </p:nvSpPr>
        <p:spPr>
          <a:xfrm>
            <a:off x="6863599" y="3962999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14" name="text_3813">
            <a:extLst>
              <a:ext uri="{FF2B5EF4-FFF2-40B4-BE49-F238E27FC236}">
                <a16:creationId xmlns:a16="http://schemas.microsoft.com/office/drawing/2014/main" id="{AE1D1AA1-EB7C-4F6A-B933-EC5496C9D45D}"/>
              </a:ext>
            </a:extLst>
          </p:cNvPr>
          <p:cNvSpPr>
            <a:spLocks noGrp="1"/>
          </p:cNvSpPr>
          <p:nvPr/>
        </p:nvSpPr>
        <p:spPr>
          <a:xfrm>
            <a:off x="6692513" y="3922347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515" name="02_predicted_pose_3814">
            <a:extLst>
              <a:ext uri="{FF2B5EF4-FFF2-40B4-BE49-F238E27FC236}">
                <a16:creationId xmlns:a16="http://schemas.microsoft.com/office/drawing/2014/main" id="{0F29E0F9-3D79-46AC-BEAF-56F47837A4BC}"/>
              </a:ext>
            </a:extLst>
          </p:cNvPr>
          <p:cNvSpPr>
            <a:spLocks noGrp="1"/>
          </p:cNvSpPr>
          <p:nvPr/>
        </p:nvSpPr>
        <p:spPr>
          <a:xfrm>
            <a:off x="6863599" y="3728265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16" name="text_3815">
            <a:extLst>
              <a:ext uri="{FF2B5EF4-FFF2-40B4-BE49-F238E27FC236}">
                <a16:creationId xmlns:a16="http://schemas.microsoft.com/office/drawing/2014/main" id="{97A66137-C859-49B5-8264-44DEE854E813}"/>
              </a:ext>
            </a:extLst>
          </p:cNvPr>
          <p:cNvSpPr>
            <a:spLocks noGrp="1"/>
          </p:cNvSpPr>
          <p:nvPr/>
        </p:nvSpPr>
        <p:spPr>
          <a:xfrm>
            <a:off x="6770974" y="3687612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17" name="02_predicted_pose_3816">
            <a:extLst>
              <a:ext uri="{FF2B5EF4-FFF2-40B4-BE49-F238E27FC236}">
                <a16:creationId xmlns:a16="http://schemas.microsoft.com/office/drawing/2014/main" id="{F4F2AEB2-7987-43E4-B691-756F6754049A}"/>
              </a:ext>
            </a:extLst>
          </p:cNvPr>
          <p:cNvSpPr>
            <a:spLocks noGrp="1"/>
          </p:cNvSpPr>
          <p:nvPr/>
        </p:nvSpPr>
        <p:spPr>
          <a:xfrm>
            <a:off x="6863599" y="349353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18" name="text_3817">
            <a:extLst>
              <a:ext uri="{FF2B5EF4-FFF2-40B4-BE49-F238E27FC236}">
                <a16:creationId xmlns:a16="http://schemas.microsoft.com/office/drawing/2014/main" id="{BF472C8E-D818-42D9-BEDF-75343710EEA7}"/>
              </a:ext>
            </a:extLst>
          </p:cNvPr>
          <p:cNvSpPr>
            <a:spLocks noGrp="1"/>
          </p:cNvSpPr>
          <p:nvPr/>
        </p:nvSpPr>
        <p:spPr>
          <a:xfrm>
            <a:off x="6770974" y="3452879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9" name="02_predicted_pose_3818">
            <a:extLst>
              <a:ext uri="{FF2B5EF4-FFF2-40B4-BE49-F238E27FC236}">
                <a16:creationId xmlns:a16="http://schemas.microsoft.com/office/drawing/2014/main" id="{D2F049D3-5475-453B-BD2C-76CEFBAFC158}"/>
              </a:ext>
            </a:extLst>
          </p:cNvPr>
          <p:cNvSpPr>
            <a:spLocks noGrp="1"/>
          </p:cNvSpPr>
          <p:nvPr/>
        </p:nvSpPr>
        <p:spPr>
          <a:xfrm>
            <a:off x="6863599" y="335622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20" name="text_3819">
            <a:extLst>
              <a:ext uri="{FF2B5EF4-FFF2-40B4-BE49-F238E27FC236}">
                <a16:creationId xmlns:a16="http://schemas.microsoft.com/office/drawing/2014/main" id="{FF5EB8FA-345B-48A0-AA82-03055FECC470}"/>
              </a:ext>
            </a:extLst>
          </p:cNvPr>
          <p:cNvSpPr>
            <a:spLocks noGrp="1"/>
          </p:cNvSpPr>
          <p:nvPr/>
        </p:nvSpPr>
        <p:spPr>
          <a:xfrm>
            <a:off x="6770974" y="3315568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1" name="02_predicted_pose_3820">
            <a:extLst>
              <a:ext uri="{FF2B5EF4-FFF2-40B4-BE49-F238E27FC236}">
                <a16:creationId xmlns:a16="http://schemas.microsoft.com/office/drawing/2014/main" id="{ECCFA0BD-1C4D-4F5C-A3E2-253ADF313218}"/>
              </a:ext>
            </a:extLst>
          </p:cNvPr>
          <p:cNvSpPr>
            <a:spLocks noGrp="1"/>
          </p:cNvSpPr>
          <p:nvPr/>
        </p:nvSpPr>
        <p:spPr>
          <a:xfrm>
            <a:off x="6863599" y="3183229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22" name="text_3821">
            <a:extLst>
              <a:ext uri="{FF2B5EF4-FFF2-40B4-BE49-F238E27FC236}">
                <a16:creationId xmlns:a16="http://schemas.microsoft.com/office/drawing/2014/main" id="{69398BB6-8431-4B46-A22F-4CBA726AD1E1}"/>
              </a:ext>
            </a:extLst>
          </p:cNvPr>
          <p:cNvSpPr>
            <a:spLocks noGrp="1"/>
          </p:cNvSpPr>
          <p:nvPr/>
        </p:nvSpPr>
        <p:spPr>
          <a:xfrm>
            <a:off x="6770974" y="3142577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3" name="02_predicted_pose_3822">
            <a:extLst>
              <a:ext uri="{FF2B5EF4-FFF2-40B4-BE49-F238E27FC236}">
                <a16:creationId xmlns:a16="http://schemas.microsoft.com/office/drawing/2014/main" id="{9F036CBD-86CC-424C-8CB5-801EF85EA4B0}"/>
              </a:ext>
            </a:extLst>
          </p:cNvPr>
          <p:cNvSpPr>
            <a:spLocks noGrp="1"/>
          </p:cNvSpPr>
          <p:nvPr/>
        </p:nvSpPr>
        <p:spPr>
          <a:xfrm>
            <a:off x="6863599" y="2948494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24" name="text_3823">
            <a:extLst>
              <a:ext uri="{FF2B5EF4-FFF2-40B4-BE49-F238E27FC236}">
                <a16:creationId xmlns:a16="http://schemas.microsoft.com/office/drawing/2014/main" id="{0DA5918A-F735-4CFE-96CF-F1E9164A9317}"/>
              </a:ext>
            </a:extLst>
          </p:cNvPr>
          <p:cNvSpPr>
            <a:spLocks noGrp="1"/>
          </p:cNvSpPr>
          <p:nvPr/>
        </p:nvSpPr>
        <p:spPr>
          <a:xfrm>
            <a:off x="6718666" y="2907843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25" name="02_predicted_pose_3824">
            <a:extLst>
              <a:ext uri="{FF2B5EF4-FFF2-40B4-BE49-F238E27FC236}">
                <a16:creationId xmlns:a16="http://schemas.microsoft.com/office/drawing/2014/main" id="{0393E096-B4DA-4D9B-BEEA-CEE5E82CB687}"/>
              </a:ext>
            </a:extLst>
          </p:cNvPr>
          <p:cNvSpPr>
            <a:spLocks noGrp="1"/>
          </p:cNvSpPr>
          <p:nvPr/>
        </p:nvSpPr>
        <p:spPr>
          <a:xfrm>
            <a:off x="6863599" y="271376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26" name="text_3825">
            <a:extLst>
              <a:ext uri="{FF2B5EF4-FFF2-40B4-BE49-F238E27FC236}">
                <a16:creationId xmlns:a16="http://schemas.microsoft.com/office/drawing/2014/main" id="{EF4F45B2-9981-468B-B27F-32149C50F67E}"/>
              </a:ext>
            </a:extLst>
          </p:cNvPr>
          <p:cNvSpPr>
            <a:spLocks noGrp="1"/>
          </p:cNvSpPr>
          <p:nvPr/>
        </p:nvSpPr>
        <p:spPr>
          <a:xfrm>
            <a:off x="6718666" y="2673108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27" name="text_3826">
            <a:extLst>
              <a:ext uri="{FF2B5EF4-FFF2-40B4-BE49-F238E27FC236}">
                <a16:creationId xmlns:a16="http://schemas.microsoft.com/office/drawing/2014/main" id="{1E252911-9C46-429F-A1AC-EFC399431B81}"/>
              </a:ext>
            </a:extLst>
          </p:cNvPr>
          <p:cNvSpPr>
            <a:spLocks noGrp="1"/>
          </p:cNvSpPr>
          <p:nvPr/>
        </p:nvSpPr>
        <p:spPr>
          <a:xfrm rot="-5400000">
            <a:off x="6353514" y="3388548"/>
            <a:ext cx="503180" cy="1343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47">
                <a:solidFill>
                  <a:srgbClr val="273744"/>
                </a:solidFill>
                <a:latin typeface="Arial"/>
                <a:ea typeface="Arial"/>
                <a:cs typeface="Arial"/>
              </a:rPr>
              <a:t>RMSD (Å)</a:t>
            </a:r>
          </a:p>
        </p:txBody>
      </p:sp>
      <p:sp>
        <p:nvSpPr>
          <p:cNvPr id="528" name="02_predicted_pose_3827">
            <a:extLst>
              <a:ext uri="{FF2B5EF4-FFF2-40B4-BE49-F238E27FC236}">
                <a16:creationId xmlns:a16="http://schemas.microsoft.com/office/drawing/2014/main" id="{5DD24816-6424-4268-A3B5-FD0DC35F6933}"/>
              </a:ext>
            </a:extLst>
          </p:cNvPr>
          <p:cNvSpPr>
            <a:spLocks noGrp="1"/>
          </p:cNvSpPr>
          <p:nvPr/>
        </p:nvSpPr>
        <p:spPr>
          <a:xfrm>
            <a:off x="7491569" y="386758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29" name="02_predicted_pose_3828">
            <a:extLst>
              <a:ext uri="{FF2B5EF4-FFF2-40B4-BE49-F238E27FC236}">
                <a16:creationId xmlns:a16="http://schemas.microsoft.com/office/drawing/2014/main" id="{A90CAD55-199B-425F-A90A-EFED080429C9}"/>
              </a:ext>
            </a:extLst>
          </p:cNvPr>
          <p:cNvSpPr>
            <a:spLocks noGrp="1"/>
          </p:cNvSpPr>
          <p:nvPr/>
        </p:nvSpPr>
        <p:spPr>
          <a:xfrm>
            <a:off x="7506154" y="38547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0" name="02_predicted_pose_3829">
            <a:extLst>
              <a:ext uri="{FF2B5EF4-FFF2-40B4-BE49-F238E27FC236}">
                <a16:creationId xmlns:a16="http://schemas.microsoft.com/office/drawing/2014/main" id="{B5C1710D-0D85-47A6-935B-B816536C2D0F}"/>
              </a:ext>
            </a:extLst>
          </p:cNvPr>
          <p:cNvSpPr>
            <a:spLocks noGrp="1"/>
          </p:cNvSpPr>
          <p:nvPr/>
        </p:nvSpPr>
        <p:spPr>
          <a:xfrm>
            <a:off x="7520738" y="384380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1" name="02_predicted_pose_3830">
            <a:extLst>
              <a:ext uri="{FF2B5EF4-FFF2-40B4-BE49-F238E27FC236}">
                <a16:creationId xmlns:a16="http://schemas.microsoft.com/office/drawing/2014/main" id="{67DB9E67-237C-4A8B-A2F5-9FC301015E86}"/>
              </a:ext>
            </a:extLst>
          </p:cNvPr>
          <p:cNvSpPr>
            <a:spLocks noGrp="1"/>
          </p:cNvSpPr>
          <p:nvPr/>
        </p:nvSpPr>
        <p:spPr>
          <a:xfrm>
            <a:off x="7535321" y="38372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2" name="02_predicted_pose_3831">
            <a:extLst>
              <a:ext uri="{FF2B5EF4-FFF2-40B4-BE49-F238E27FC236}">
                <a16:creationId xmlns:a16="http://schemas.microsoft.com/office/drawing/2014/main" id="{1F769365-4448-492C-814C-E75FD81EE913}"/>
              </a:ext>
            </a:extLst>
          </p:cNvPr>
          <p:cNvSpPr>
            <a:spLocks noGrp="1"/>
          </p:cNvSpPr>
          <p:nvPr/>
        </p:nvSpPr>
        <p:spPr>
          <a:xfrm>
            <a:off x="7549905" y="389087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3" name="02_predicted_pose_3832">
            <a:extLst>
              <a:ext uri="{FF2B5EF4-FFF2-40B4-BE49-F238E27FC236}">
                <a16:creationId xmlns:a16="http://schemas.microsoft.com/office/drawing/2014/main" id="{2F81FEE2-20F6-4A70-A9E9-191DBCAD22D4}"/>
              </a:ext>
            </a:extLst>
          </p:cNvPr>
          <p:cNvSpPr>
            <a:spLocks noGrp="1"/>
          </p:cNvSpPr>
          <p:nvPr/>
        </p:nvSpPr>
        <p:spPr>
          <a:xfrm>
            <a:off x="7564489" y="38697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4" name="02_predicted_pose_3833">
            <a:extLst>
              <a:ext uri="{FF2B5EF4-FFF2-40B4-BE49-F238E27FC236}">
                <a16:creationId xmlns:a16="http://schemas.microsoft.com/office/drawing/2014/main" id="{2C87B8E7-CC0E-49A9-B819-D14B457D52D0}"/>
              </a:ext>
            </a:extLst>
          </p:cNvPr>
          <p:cNvSpPr>
            <a:spLocks noGrp="1"/>
          </p:cNvSpPr>
          <p:nvPr/>
        </p:nvSpPr>
        <p:spPr>
          <a:xfrm>
            <a:off x="7579073" y="38598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5" name="02_predicted_pose_3834">
            <a:extLst>
              <a:ext uri="{FF2B5EF4-FFF2-40B4-BE49-F238E27FC236}">
                <a16:creationId xmlns:a16="http://schemas.microsoft.com/office/drawing/2014/main" id="{3EA392A5-8CDB-40A4-ADDC-B63B74BA06E0}"/>
              </a:ext>
            </a:extLst>
          </p:cNvPr>
          <p:cNvSpPr>
            <a:spLocks noGrp="1"/>
          </p:cNvSpPr>
          <p:nvPr/>
        </p:nvSpPr>
        <p:spPr>
          <a:xfrm>
            <a:off x="7593657" y="38628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6" name="02_predicted_pose_3835">
            <a:extLst>
              <a:ext uri="{FF2B5EF4-FFF2-40B4-BE49-F238E27FC236}">
                <a16:creationId xmlns:a16="http://schemas.microsoft.com/office/drawing/2014/main" id="{893DDD00-803A-4708-8778-6105469F42C3}"/>
              </a:ext>
            </a:extLst>
          </p:cNvPr>
          <p:cNvSpPr>
            <a:spLocks noGrp="1"/>
          </p:cNvSpPr>
          <p:nvPr/>
        </p:nvSpPr>
        <p:spPr>
          <a:xfrm>
            <a:off x="7608240" y="38561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7" name="02_predicted_pose_3836">
            <a:extLst>
              <a:ext uri="{FF2B5EF4-FFF2-40B4-BE49-F238E27FC236}">
                <a16:creationId xmlns:a16="http://schemas.microsoft.com/office/drawing/2014/main" id="{8744F634-E31E-458E-B10A-CD1CE166A606}"/>
              </a:ext>
            </a:extLst>
          </p:cNvPr>
          <p:cNvSpPr>
            <a:spLocks noGrp="1"/>
          </p:cNvSpPr>
          <p:nvPr/>
        </p:nvSpPr>
        <p:spPr>
          <a:xfrm>
            <a:off x="7622825" y="39063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8" name="02_predicted_pose_3837">
            <a:extLst>
              <a:ext uri="{FF2B5EF4-FFF2-40B4-BE49-F238E27FC236}">
                <a16:creationId xmlns:a16="http://schemas.microsoft.com/office/drawing/2014/main" id="{E940A9B5-62F2-49BE-BE4A-FCA213A1D187}"/>
              </a:ext>
            </a:extLst>
          </p:cNvPr>
          <p:cNvSpPr>
            <a:spLocks noGrp="1"/>
          </p:cNvSpPr>
          <p:nvPr/>
        </p:nvSpPr>
        <p:spPr>
          <a:xfrm>
            <a:off x="7505789" y="395587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39" name="02_predicted_pose_3838">
            <a:extLst>
              <a:ext uri="{FF2B5EF4-FFF2-40B4-BE49-F238E27FC236}">
                <a16:creationId xmlns:a16="http://schemas.microsoft.com/office/drawing/2014/main" id="{16A88634-2793-4497-89FF-9F914089BD9E}"/>
              </a:ext>
            </a:extLst>
          </p:cNvPr>
          <p:cNvSpPr>
            <a:spLocks noGrp="1"/>
          </p:cNvSpPr>
          <p:nvPr/>
        </p:nvSpPr>
        <p:spPr>
          <a:xfrm>
            <a:off x="7604231" y="387034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0" name="02_predicted_pose_3839">
            <a:extLst>
              <a:ext uri="{FF2B5EF4-FFF2-40B4-BE49-F238E27FC236}">
                <a16:creationId xmlns:a16="http://schemas.microsoft.com/office/drawing/2014/main" id="{43B074D7-8DA9-4FB9-A950-40A1AC207DE5}"/>
              </a:ext>
            </a:extLst>
          </p:cNvPr>
          <p:cNvSpPr>
            <a:spLocks noGrp="1"/>
          </p:cNvSpPr>
          <p:nvPr/>
        </p:nvSpPr>
        <p:spPr>
          <a:xfrm>
            <a:off x="7702671" y="390081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1" name="02_predicted_pose_3840">
            <a:extLst>
              <a:ext uri="{FF2B5EF4-FFF2-40B4-BE49-F238E27FC236}">
                <a16:creationId xmlns:a16="http://schemas.microsoft.com/office/drawing/2014/main" id="{639FB43E-891A-4CB4-B6B1-C37913E0D310}"/>
              </a:ext>
            </a:extLst>
          </p:cNvPr>
          <p:cNvSpPr>
            <a:spLocks noGrp="1"/>
          </p:cNvSpPr>
          <p:nvPr/>
        </p:nvSpPr>
        <p:spPr>
          <a:xfrm>
            <a:off x="7437610" y="38662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2" name="02_predicted_pose_3841">
            <a:extLst>
              <a:ext uri="{FF2B5EF4-FFF2-40B4-BE49-F238E27FC236}">
                <a16:creationId xmlns:a16="http://schemas.microsoft.com/office/drawing/2014/main" id="{31B9B200-127D-4F76-BA1A-083522A31BE9}"/>
              </a:ext>
            </a:extLst>
          </p:cNvPr>
          <p:cNvSpPr>
            <a:spLocks noGrp="1"/>
          </p:cNvSpPr>
          <p:nvPr/>
        </p:nvSpPr>
        <p:spPr>
          <a:xfrm>
            <a:off x="7536050" y="388608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3" name="02_predicted_pose_3842">
            <a:extLst>
              <a:ext uri="{FF2B5EF4-FFF2-40B4-BE49-F238E27FC236}">
                <a16:creationId xmlns:a16="http://schemas.microsoft.com/office/drawing/2014/main" id="{EC2E26B0-7645-4360-925F-F398447C7AB2}"/>
              </a:ext>
            </a:extLst>
          </p:cNvPr>
          <p:cNvSpPr>
            <a:spLocks noGrp="1"/>
          </p:cNvSpPr>
          <p:nvPr/>
        </p:nvSpPr>
        <p:spPr>
          <a:xfrm>
            <a:off x="7634492" y="38783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4" name="02_predicted_pose_3843">
            <a:extLst>
              <a:ext uri="{FF2B5EF4-FFF2-40B4-BE49-F238E27FC236}">
                <a16:creationId xmlns:a16="http://schemas.microsoft.com/office/drawing/2014/main" id="{2F595CF5-7A1A-4AA3-9917-C0CCC36812F0}"/>
              </a:ext>
            </a:extLst>
          </p:cNvPr>
          <p:cNvSpPr>
            <a:spLocks noGrp="1"/>
          </p:cNvSpPr>
          <p:nvPr/>
        </p:nvSpPr>
        <p:spPr>
          <a:xfrm>
            <a:off x="7732933" y="38468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5" name="02_predicted_pose_3844">
            <a:extLst>
              <a:ext uri="{FF2B5EF4-FFF2-40B4-BE49-F238E27FC236}">
                <a16:creationId xmlns:a16="http://schemas.microsoft.com/office/drawing/2014/main" id="{D9F8F818-CFD7-4DA0-9D86-86D8827C0B2B}"/>
              </a:ext>
            </a:extLst>
          </p:cNvPr>
          <p:cNvSpPr>
            <a:spLocks noGrp="1"/>
          </p:cNvSpPr>
          <p:nvPr/>
        </p:nvSpPr>
        <p:spPr>
          <a:xfrm>
            <a:off x="7467871" y="392442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6" name="02_predicted_pose_3845">
            <a:extLst>
              <a:ext uri="{FF2B5EF4-FFF2-40B4-BE49-F238E27FC236}">
                <a16:creationId xmlns:a16="http://schemas.microsoft.com/office/drawing/2014/main" id="{3C5550CF-D980-4035-97B3-4A8FA5B3CDCA}"/>
              </a:ext>
            </a:extLst>
          </p:cNvPr>
          <p:cNvSpPr>
            <a:spLocks noGrp="1"/>
          </p:cNvSpPr>
          <p:nvPr/>
        </p:nvSpPr>
        <p:spPr>
          <a:xfrm>
            <a:off x="7566312" y="38706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7" name="02_predicted_pose_3846">
            <a:extLst>
              <a:ext uri="{FF2B5EF4-FFF2-40B4-BE49-F238E27FC236}">
                <a16:creationId xmlns:a16="http://schemas.microsoft.com/office/drawing/2014/main" id="{3ED2BD69-56B0-4105-944B-E7E116760127}"/>
              </a:ext>
            </a:extLst>
          </p:cNvPr>
          <p:cNvSpPr>
            <a:spLocks noGrp="1"/>
          </p:cNvSpPr>
          <p:nvPr/>
        </p:nvSpPr>
        <p:spPr>
          <a:xfrm>
            <a:off x="7664753" y="386520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8" name="02_predicted_pose_3847">
            <a:extLst>
              <a:ext uri="{FF2B5EF4-FFF2-40B4-BE49-F238E27FC236}">
                <a16:creationId xmlns:a16="http://schemas.microsoft.com/office/drawing/2014/main" id="{A8A45E96-6341-46B4-8F59-CDDEB361D9A4}"/>
              </a:ext>
            </a:extLst>
          </p:cNvPr>
          <p:cNvSpPr>
            <a:spLocks noGrp="1"/>
          </p:cNvSpPr>
          <p:nvPr/>
        </p:nvSpPr>
        <p:spPr>
          <a:xfrm>
            <a:off x="7520372" y="39163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49" name="02_predicted_pose_3848">
            <a:extLst>
              <a:ext uri="{FF2B5EF4-FFF2-40B4-BE49-F238E27FC236}">
                <a16:creationId xmlns:a16="http://schemas.microsoft.com/office/drawing/2014/main" id="{BA228868-43CE-4DE6-A686-539718F6FEFC}"/>
              </a:ext>
            </a:extLst>
          </p:cNvPr>
          <p:cNvSpPr>
            <a:spLocks noGrp="1"/>
          </p:cNvSpPr>
          <p:nvPr/>
        </p:nvSpPr>
        <p:spPr>
          <a:xfrm>
            <a:off x="7618814" y="38862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0" name="02_predicted_pose_3849">
            <a:extLst>
              <a:ext uri="{FF2B5EF4-FFF2-40B4-BE49-F238E27FC236}">
                <a16:creationId xmlns:a16="http://schemas.microsoft.com/office/drawing/2014/main" id="{7982EBA5-B6E2-4B2C-9645-0E5D3C9D7DC4}"/>
              </a:ext>
            </a:extLst>
          </p:cNvPr>
          <p:cNvSpPr>
            <a:spLocks noGrp="1"/>
          </p:cNvSpPr>
          <p:nvPr/>
        </p:nvSpPr>
        <p:spPr>
          <a:xfrm>
            <a:off x="7717255" y="38789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1" name="02_predicted_pose_3850">
            <a:extLst>
              <a:ext uri="{FF2B5EF4-FFF2-40B4-BE49-F238E27FC236}">
                <a16:creationId xmlns:a16="http://schemas.microsoft.com/office/drawing/2014/main" id="{77184095-1B5A-4F78-91EA-288A92910BA7}"/>
              </a:ext>
            </a:extLst>
          </p:cNvPr>
          <p:cNvSpPr>
            <a:spLocks noGrp="1"/>
          </p:cNvSpPr>
          <p:nvPr/>
        </p:nvSpPr>
        <p:spPr>
          <a:xfrm>
            <a:off x="7452193" y="385751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2" name="02_predicted_pose_3851">
            <a:extLst>
              <a:ext uri="{FF2B5EF4-FFF2-40B4-BE49-F238E27FC236}">
                <a16:creationId xmlns:a16="http://schemas.microsoft.com/office/drawing/2014/main" id="{05572342-9226-4899-92F4-7CCC39E9EE31}"/>
              </a:ext>
            </a:extLst>
          </p:cNvPr>
          <p:cNvSpPr>
            <a:spLocks noGrp="1"/>
          </p:cNvSpPr>
          <p:nvPr/>
        </p:nvSpPr>
        <p:spPr>
          <a:xfrm>
            <a:off x="7550634" y="384243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3" name="02_predicted_pose_3852">
            <a:extLst>
              <a:ext uri="{FF2B5EF4-FFF2-40B4-BE49-F238E27FC236}">
                <a16:creationId xmlns:a16="http://schemas.microsoft.com/office/drawing/2014/main" id="{41051C27-DB95-4BDC-921B-676F77590FF6}"/>
              </a:ext>
            </a:extLst>
          </p:cNvPr>
          <p:cNvSpPr>
            <a:spLocks noGrp="1"/>
          </p:cNvSpPr>
          <p:nvPr/>
        </p:nvSpPr>
        <p:spPr>
          <a:xfrm>
            <a:off x="7649076" y="38817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4" name="02_predicted_pose_3853">
            <a:extLst>
              <a:ext uri="{FF2B5EF4-FFF2-40B4-BE49-F238E27FC236}">
                <a16:creationId xmlns:a16="http://schemas.microsoft.com/office/drawing/2014/main" id="{0E1097E0-8652-4903-A0B2-F2F0D2169B95}"/>
              </a:ext>
            </a:extLst>
          </p:cNvPr>
          <p:cNvSpPr>
            <a:spLocks noGrp="1"/>
          </p:cNvSpPr>
          <p:nvPr/>
        </p:nvSpPr>
        <p:spPr>
          <a:xfrm>
            <a:off x="7384014" y="38506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5" name="02_predicted_pose_3854">
            <a:extLst>
              <a:ext uri="{FF2B5EF4-FFF2-40B4-BE49-F238E27FC236}">
                <a16:creationId xmlns:a16="http://schemas.microsoft.com/office/drawing/2014/main" id="{EEB39102-D970-42E5-A9C3-B559AF6AD95D}"/>
              </a:ext>
            </a:extLst>
          </p:cNvPr>
          <p:cNvSpPr>
            <a:spLocks noGrp="1"/>
          </p:cNvSpPr>
          <p:nvPr/>
        </p:nvSpPr>
        <p:spPr>
          <a:xfrm>
            <a:off x="7482455" y="38576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6" name="02_predicted_pose_3855">
            <a:extLst>
              <a:ext uri="{FF2B5EF4-FFF2-40B4-BE49-F238E27FC236}">
                <a16:creationId xmlns:a16="http://schemas.microsoft.com/office/drawing/2014/main" id="{2CB44049-A1A4-4200-9443-9620966A1BEF}"/>
              </a:ext>
            </a:extLst>
          </p:cNvPr>
          <p:cNvSpPr>
            <a:spLocks noGrp="1"/>
          </p:cNvSpPr>
          <p:nvPr/>
        </p:nvSpPr>
        <p:spPr>
          <a:xfrm>
            <a:off x="7580896" y="38158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7" name="02_predicted_pose_3856">
            <a:extLst>
              <a:ext uri="{FF2B5EF4-FFF2-40B4-BE49-F238E27FC236}">
                <a16:creationId xmlns:a16="http://schemas.microsoft.com/office/drawing/2014/main" id="{3273F6C4-3BD7-4D93-BE6D-A0C2CBBC17A1}"/>
              </a:ext>
            </a:extLst>
          </p:cNvPr>
          <p:cNvSpPr>
            <a:spLocks noGrp="1"/>
          </p:cNvSpPr>
          <p:nvPr/>
        </p:nvSpPr>
        <p:spPr>
          <a:xfrm>
            <a:off x="7679337" y="38692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8" name="02_predicted_pose_3857">
            <a:extLst>
              <a:ext uri="{FF2B5EF4-FFF2-40B4-BE49-F238E27FC236}">
                <a16:creationId xmlns:a16="http://schemas.microsoft.com/office/drawing/2014/main" id="{5DF29735-327A-434C-9580-077C84D08D47}"/>
              </a:ext>
            </a:extLst>
          </p:cNvPr>
          <p:cNvSpPr>
            <a:spLocks noGrp="1"/>
          </p:cNvSpPr>
          <p:nvPr/>
        </p:nvSpPr>
        <p:spPr>
          <a:xfrm>
            <a:off x="7534957" y="387812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59" name="02_predicted_pose_3858">
            <a:extLst>
              <a:ext uri="{FF2B5EF4-FFF2-40B4-BE49-F238E27FC236}">
                <a16:creationId xmlns:a16="http://schemas.microsoft.com/office/drawing/2014/main" id="{4B751834-F560-4F8A-BE0D-C2FCA66DA847}"/>
              </a:ext>
            </a:extLst>
          </p:cNvPr>
          <p:cNvSpPr>
            <a:spLocks noGrp="1"/>
          </p:cNvSpPr>
          <p:nvPr/>
        </p:nvSpPr>
        <p:spPr>
          <a:xfrm>
            <a:off x="7633398" y="381308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0" name="02_predicted_pose_3859">
            <a:extLst>
              <a:ext uri="{FF2B5EF4-FFF2-40B4-BE49-F238E27FC236}">
                <a16:creationId xmlns:a16="http://schemas.microsoft.com/office/drawing/2014/main" id="{71D87524-D8A8-428D-A8A8-4FE05801FB1D}"/>
              </a:ext>
            </a:extLst>
          </p:cNvPr>
          <p:cNvSpPr>
            <a:spLocks noGrp="1"/>
          </p:cNvSpPr>
          <p:nvPr/>
        </p:nvSpPr>
        <p:spPr>
          <a:xfrm>
            <a:off x="7731838" y="389403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1" name="02_predicted_pose_3860">
            <a:extLst>
              <a:ext uri="{FF2B5EF4-FFF2-40B4-BE49-F238E27FC236}">
                <a16:creationId xmlns:a16="http://schemas.microsoft.com/office/drawing/2014/main" id="{A8D88888-8B28-4286-874F-DD362B68F6D5}"/>
              </a:ext>
            </a:extLst>
          </p:cNvPr>
          <p:cNvSpPr>
            <a:spLocks noGrp="1"/>
          </p:cNvSpPr>
          <p:nvPr/>
        </p:nvSpPr>
        <p:spPr>
          <a:xfrm>
            <a:off x="7466777" y="39417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2" name="02_predicted_pose_3861">
            <a:extLst>
              <a:ext uri="{FF2B5EF4-FFF2-40B4-BE49-F238E27FC236}">
                <a16:creationId xmlns:a16="http://schemas.microsoft.com/office/drawing/2014/main" id="{3A598CE3-D990-416F-B067-26BA9294E3CD}"/>
              </a:ext>
            </a:extLst>
          </p:cNvPr>
          <p:cNvSpPr>
            <a:spLocks noGrp="1"/>
          </p:cNvSpPr>
          <p:nvPr/>
        </p:nvSpPr>
        <p:spPr>
          <a:xfrm>
            <a:off x="7565219" y="38726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3" name="02_predicted_pose_3862">
            <a:extLst>
              <a:ext uri="{FF2B5EF4-FFF2-40B4-BE49-F238E27FC236}">
                <a16:creationId xmlns:a16="http://schemas.microsoft.com/office/drawing/2014/main" id="{E9105DB5-31A6-4EEE-81CF-922053336B5D}"/>
              </a:ext>
            </a:extLst>
          </p:cNvPr>
          <p:cNvSpPr>
            <a:spLocks noGrp="1"/>
          </p:cNvSpPr>
          <p:nvPr/>
        </p:nvSpPr>
        <p:spPr>
          <a:xfrm>
            <a:off x="7663659" y="38636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4" name="02_predicted_pose_3863">
            <a:extLst>
              <a:ext uri="{FF2B5EF4-FFF2-40B4-BE49-F238E27FC236}">
                <a16:creationId xmlns:a16="http://schemas.microsoft.com/office/drawing/2014/main" id="{2F9193A3-1BF2-45AB-B68E-7C06CF67D7EF}"/>
              </a:ext>
            </a:extLst>
          </p:cNvPr>
          <p:cNvSpPr>
            <a:spLocks noGrp="1"/>
          </p:cNvSpPr>
          <p:nvPr/>
        </p:nvSpPr>
        <p:spPr>
          <a:xfrm>
            <a:off x="7398598" y="396288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5" name="02_predicted_pose_3864">
            <a:extLst>
              <a:ext uri="{FF2B5EF4-FFF2-40B4-BE49-F238E27FC236}">
                <a16:creationId xmlns:a16="http://schemas.microsoft.com/office/drawing/2014/main" id="{49795571-9B53-4BE6-8A86-E398AB71AF6F}"/>
              </a:ext>
            </a:extLst>
          </p:cNvPr>
          <p:cNvSpPr>
            <a:spLocks noGrp="1"/>
          </p:cNvSpPr>
          <p:nvPr/>
        </p:nvSpPr>
        <p:spPr>
          <a:xfrm>
            <a:off x="7497038" y="387821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6" name="02_predicted_pose_3865">
            <a:extLst>
              <a:ext uri="{FF2B5EF4-FFF2-40B4-BE49-F238E27FC236}">
                <a16:creationId xmlns:a16="http://schemas.microsoft.com/office/drawing/2014/main" id="{83E6FE0F-1701-47E8-B146-13CC565CD329}"/>
              </a:ext>
            </a:extLst>
          </p:cNvPr>
          <p:cNvSpPr>
            <a:spLocks noGrp="1"/>
          </p:cNvSpPr>
          <p:nvPr/>
        </p:nvSpPr>
        <p:spPr>
          <a:xfrm>
            <a:off x="7595480" y="38661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7" name="02_predicted_pose_3866">
            <a:extLst>
              <a:ext uri="{FF2B5EF4-FFF2-40B4-BE49-F238E27FC236}">
                <a16:creationId xmlns:a16="http://schemas.microsoft.com/office/drawing/2014/main" id="{176410A9-65DB-4994-97E7-4A0241A2095D}"/>
              </a:ext>
            </a:extLst>
          </p:cNvPr>
          <p:cNvSpPr>
            <a:spLocks noGrp="1"/>
          </p:cNvSpPr>
          <p:nvPr/>
        </p:nvSpPr>
        <p:spPr>
          <a:xfrm>
            <a:off x="7693921" y="39029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8" name="02_predicted_pose_3867">
            <a:extLst>
              <a:ext uri="{FF2B5EF4-FFF2-40B4-BE49-F238E27FC236}">
                <a16:creationId xmlns:a16="http://schemas.microsoft.com/office/drawing/2014/main" id="{58F15DC0-693F-4471-BA63-B4092C118E44}"/>
              </a:ext>
            </a:extLst>
          </p:cNvPr>
          <p:cNvSpPr>
            <a:spLocks noGrp="1"/>
          </p:cNvSpPr>
          <p:nvPr/>
        </p:nvSpPr>
        <p:spPr>
          <a:xfrm>
            <a:off x="7549541" y="387116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69" name="02_predicted_pose_3868">
            <a:extLst>
              <a:ext uri="{FF2B5EF4-FFF2-40B4-BE49-F238E27FC236}">
                <a16:creationId xmlns:a16="http://schemas.microsoft.com/office/drawing/2014/main" id="{E0CAD197-1B51-437F-82C2-9F3050480604}"/>
              </a:ext>
            </a:extLst>
          </p:cNvPr>
          <p:cNvSpPr>
            <a:spLocks noGrp="1"/>
          </p:cNvSpPr>
          <p:nvPr/>
        </p:nvSpPr>
        <p:spPr>
          <a:xfrm>
            <a:off x="7647981" y="38590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0" name="02_predicted_pose_3869">
            <a:extLst>
              <a:ext uri="{FF2B5EF4-FFF2-40B4-BE49-F238E27FC236}">
                <a16:creationId xmlns:a16="http://schemas.microsoft.com/office/drawing/2014/main" id="{60330A4C-F792-44A5-874B-60A09538571E}"/>
              </a:ext>
            </a:extLst>
          </p:cNvPr>
          <p:cNvSpPr>
            <a:spLocks noGrp="1"/>
          </p:cNvSpPr>
          <p:nvPr/>
        </p:nvSpPr>
        <p:spPr>
          <a:xfrm>
            <a:off x="7382920" y="384256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1" name="02_predicted_pose_3870">
            <a:extLst>
              <a:ext uri="{FF2B5EF4-FFF2-40B4-BE49-F238E27FC236}">
                <a16:creationId xmlns:a16="http://schemas.microsoft.com/office/drawing/2014/main" id="{2BD78398-3374-41B9-BE49-697081D53E24}"/>
              </a:ext>
            </a:extLst>
          </p:cNvPr>
          <p:cNvSpPr>
            <a:spLocks noGrp="1"/>
          </p:cNvSpPr>
          <p:nvPr/>
        </p:nvSpPr>
        <p:spPr>
          <a:xfrm>
            <a:off x="7481362" y="383621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2" name="02_predicted_pose_3871">
            <a:extLst>
              <a:ext uri="{FF2B5EF4-FFF2-40B4-BE49-F238E27FC236}">
                <a16:creationId xmlns:a16="http://schemas.microsoft.com/office/drawing/2014/main" id="{399CD023-6241-4D4F-B16F-44CA9C79E430}"/>
              </a:ext>
            </a:extLst>
          </p:cNvPr>
          <p:cNvSpPr>
            <a:spLocks noGrp="1"/>
          </p:cNvSpPr>
          <p:nvPr/>
        </p:nvSpPr>
        <p:spPr>
          <a:xfrm>
            <a:off x="7579802" y="38762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3" name="02_predicted_pose_3872">
            <a:extLst>
              <a:ext uri="{FF2B5EF4-FFF2-40B4-BE49-F238E27FC236}">
                <a16:creationId xmlns:a16="http://schemas.microsoft.com/office/drawing/2014/main" id="{B3E5A590-EEAA-40D9-84AE-8FAD611EBDAC}"/>
              </a:ext>
            </a:extLst>
          </p:cNvPr>
          <p:cNvSpPr>
            <a:spLocks noGrp="1"/>
          </p:cNvSpPr>
          <p:nvPr/>
        </p:nvSpPr>
        <p:spPr>
          <a:xfrm>
            <a:off x="7678243" y="38690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4" name="02_predicted_pose_3873">
            <a:extLst>
              <a:ext uri="{FF2B5EF4-FFF2-40B4-BE49-F238E27FC236}">
                <a16:creationId xmlns:a16="http://schemas.microsoft.com/office/drawing/2014/main" id="{C4782E4D-2E34-427F-A770-7403A1AC1775}"/>
              </a:ext>
            </a:extLst>
          </p:cNvPr>
          <p:cNvSpPr>
            <a:spLocks noGrp="1"/>
          </p:cNvSpPr>
          <p:nvPr/>
        </p:nvSpPr>
        <p:spPr>
          <a:xfrm>
            <a:off x="7413181" y="38291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5" name="02_predicted_pose_3874">
            <a:extLst>
              <a:ext uri="{FF2B5EF4-FFF2-40B4-BE49-F238E27FC236}">
                <a16:creationId xmlns:a16="http://schemas.microsoft.com/office/drawing/2014/main" id="{D66B004E-3167-41BE-AAF8-436A35A6E956}"/>
              </a:ext>
            </a:extLst>
          </p:cNvPr>
          <p:cNvSpPr>
            <a:spLocks noGrp="1"/>
          </p:cNvSpPr>
          <p:nvPr/>
        </p:nvSpPr>
        <p:spPr>
          <a:xfrm>
            <a:off x="7511623" y="38510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6" name="02_predicted_pose_3875">
            <a:extLst>
              <a:ext uri="{FF2B5EF4-FFF2-40B4-BE49-F238E27FC236}">
                <a16:creationId xmlns:a16="http://schemas.microsoft.com/office/drawing/2014/main" id="{4C574799-4A65-4C8B-87EA-005AAEE31B7B}"/>
              </a:ext>
            </a:extLst>
          </p:cNvPr>
          <p:cNvSpPr>
            <a:spLocks noGrp="1"/>
          </p:cNvSpPr>
          <p:nvPr/>
        </p:nvSpPr>
        <p:spPr>
          <a:xfrm>
            <a:off x="7610064" y="39081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7" name="02_predicted_pose_3876">
            <a:extLst>
              <a:ext uri="{FF2B5EF4-FFF2-40B4-BE49-F238E27FC236}">
                <a16:creationId xmlns:a16="http://schemas.microsoft.com/office/drawing/2014/main" id="{A84B8E3A-12A1-4128-A872-CB0DDD3196A3}"/>
              </a:ext>
            </a:extLst>
          </p:cNvPr>
          <p:cNvSpPr>
            <a:spLocks noGrp="1"/>
          </p:cNvSpPr>
          <p:nvPr/>
        </p:nvSpPr>
        <p:spPr>
          <a:xfrm>
            <a:off x="7708504" y="386861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8" name="02_predicted_pose_3877">
            <a:extLst>
              <a:ext uri="{FF2B5EF4-FFF2-40B4-BE49-F238E27FC236}">
                <a16:creationId xmlns:a16="http://schemas.microsoft.com/office/drawing/2014/main" id="{36765CB9-7BB8-422A-BFDE-ADE95D4F7BEF}"/>
              </a:ext>
            </a:extLst>
          </p:cNvPr>
          <p:cNvSpPr>
            <a:spLocks noGrp="1"/>
          </p:cNvSpPr>
          <p:nvPr/>
        </p:nvSpPr>
        <p:spPr>
          <a:xfrm>
            <a:off x="7564124" y="383404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79" name="02_predicted_pose_3878">
            <a:extLst>
              <a:ext uri="{FF2B5EF4-FFF2-40B4-BE49-F238E27FC236}">
                <a16:creationId xmlns:a16="http://schemas.microsoft.com/office/drawing/2014/main" id="{C44D7786-5E19-410F-A86A-2D3259597595}"/>
              </a:ext>
            </a:extLst>
          </p:cNvPr>
          <p:cNvSpPr>
            <a:spLocks noGrp="1"/>
          </p:cNvSpPr>
          <p:nvPr/>
        </p:nvSpPr>
        <p:spPr>
          <a:xfrm>
            <a:off x="7662565" y="394970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0" name="02_predicted_pose_3879">
            <a:extLst>
              <a:ext uri="{FF2B5EF4-FFF2-40B4-BE49-F238E27FC236}">
                <a16:creationId xmlns:a16="http://schemas.microsoft.com/office/drawing/2014/main" id="{FC3D3C2C-49FE-4EB8-A296-6B40DF247026}"/>
              </a:ext>
            </a:extLst>
          </p:cNvPr>
          <p:cNvSpPr>
            <a:spLocks noGrp="1"/>
          </p:cNvSpPr>
          <p:nvPr/>
        </p:nvSpPr>
        <p:spPr>
          <a:xfrm>
            <a:off x="7397504" y="39145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1" name="02_predicted_pose_3880">
            <a:extLst>
              <a:ext uri="{FF2B5EF4-FFF2-40B4-BE49-F238E27FC236}">
                <a16:creationId xmlns:a16="http://schemas.microsoft.com/office/drawing/2014/main" id="{7226499A-007F-48B2-8FFB-FCE539F68D15}"/>
              </a:ext>
            </a:extLst>
          </p:cNvPr>
          <p:cNvSpPr>
            <a:spLocks noGrp="1"/>
          </p:cNvSpPr>
          <p:nvPr/>
        </p:nvSpPr>
        <p:spPr>
          <a:xfrm>
            <a:off x="7495945" y="392801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2" name="02_predicted_pose_3881">
            <a:extLst>
              <a:ext uri="{FF2B5EF4-FFF2-40B4-BE49-F238E27FC236}">
                <a16:creationId xmlns:a16="http://schemas.microsoft.com/office/drawing/2014/main" id="{06DE9C8C-6212-4332-982E-A2B97DF23C69}"/>
              </a:ext>
            </a:extLst>
          </p:cNvPr>
          <p:cNvSpPr>
            <a:spLocks noGrp="1"/>
          </p:cNvSpPr>
          <p:nvPr/>
        </p:nvSpPr>
        <p:spPr>
          <a:xfrm>
            <a:off x="7594386" y="391344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3" name="02_predicted_pose_3882">
            <a:extLst>
              <a:ext uri="{FF2B5EF4-FFF2-40B4-BE49-F238E27FC236}">
                <a16:creationId xmlns:a16="http://schemas.microsoft.com/office/drawing/2014/main" id="{9B049F50-5630-48F1-AEF2-9D465AB5B9FD}"/>
              </a:ext>
            </a:extLst>
          </p:cNvPr>
          <p:cNvSpPr>
            <a:spLocks noGrp="1"/>
          </p:cNvSpPr>
          <p:nvPr/>
        </p:nvSpPr>
        <p:spPr>
          <a:xfrm>
            <a:off x="7692826" y="39162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4" name="02_predicted_pose_3883">
            <a:extLst>
              <a:ext uri="{FF2B5EF4-FFF2-40B4-BE49-F238E27FC236}">
                <a16:creationId xmlns:a16="http://schemas.microsoft.com/office/drawing/2014/main" id="{BFF7BDEF-E902-49DD-AD16-47ADD7989244}"/>
              </a:ext>
            </a:extLst>
          </p:cNvPr>
          <p:cNvSpPr>
            <a:spLocks noGrp="1"/>
          </p:cNvSpPr>
          <p:nvPr/>
        </p:nvSpPr>
        <p:spPr>
          <a:xfrm>
            <a:off x="7427766" y="387174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5" name="02_predicted_pose_3884">
            <a:extLst>
              <a:ext uri="{FF2B5EF4-FFF2-40B4-BE49-F238E27FC236}">
                <a16:creationId xmlns:a16="http://schemas.microsoft.com/office/drawing/2014/main" id="{721A0C88-310B-4BA7-84BA-2093D95FD555}"/>
              </a:ext>
            </a:extLst>
          </p:cNvPr>
          <p:cNvSpPr>
            <a:spLocks noGrp="1"/>
          </p:cNvSpPr>
          <p:nvPr/>
        </p:nvSpPr>
        <p:spPr>
          <a:xfrm>
            <a:off x="7526207" y="39025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6" name="02_predicted_pose_3885">
            <a:extLst>
              <a:ext uri="{FF2B5EF4-FFF2-40B4-BE49-F238E27FC236}">
                <a16:creationId xmlns:a16="http://schemas.microsoft.com/office/drawing/2014/main" id="{D6ABFCF2-AD16-463E-848B-1C9ADBAA4F91}"/>
              </a:ext>
            </a:extLst>
          </p:cNvPr>
          <p:cNvSpPr>
            <a:spLocks noGrp="1"/>
          </p:cNvSpPr>
          <p:nvPr/>
        </p:nvSpPr>
        <p:spPr>
          <a:xfrm>
            <a:off x="7624647" y="38872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7" name="02_predicted_pose_3886">
            <a:extLst>
              <a:ext uri="{FF2B5EF4-FFF2-40B4-BE49-F238E27FC236}">
                <a16:creationId xmlns:a16="http://schemas.microsoft.com/office/drawing/2014/main" id="{6D8E5A98-EDE9-45E5-89CA-D1F75A0623A4}"/>
              </a:ext>
            </a:extLst>
          </p:cNvPr>
          <p:cNvSpPr>
            <a:spLocks noGrp="1"/>
          </p:cNvSpPr>
          <p:nvPr/>
        </p:nvSpPr>
        <p:spPr>
          <a:xfrm>
            <a:off x="7723089" y="39071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8" name="02_predicted_pose_3887">
            <a:extLst>
              <a:ext uri="{FF2B5EF4-FFF2-40B4-BE49-F238E27FC236}">
                <a16:creationId xmlns:a16="http://schemas.microsoft.com/office/drawing/2014/main" id="{668C008C-B272-4FF1-A632-99BA468F7348}"/>
              </a:ext>
            </a:extLst>
          </p:cNvPr>
          <p:cNvSpPr>
            <a:spLocks noGrp="1"/>
          </p:cNvSpPr>
          <p:nvPr/>
        </p:nvSpPr>
        <p:spPr>
          <a:xfrm>
            <a:off x="7677150" y="389162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89" name="02_predicted_pose_3888">
            <a:extLst>
              <a:ext uri="{FF2B5EF4-FFF2-40B4-BE49-F238E27FC236}">
                <a16:creationId xmlns:a16="http://schemas.microsoft.com/office/drawing/2014/main" id="{9C6D4EA7-65D4-4E1A-853A-841D28360670}"/>
              </a:ext>
            </a:extLst>
          </p:cNvPr>
          <p:cNvSpPr>
            <a:spLocks noGrp="1"/>
          </p:cNvSpPr>
          <p:nvPr/>
        </p:nvSpPr>
        <p:spPr>
          <a:xfrm>
            <a:off x="7412088" y="38635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0" name="02_predicted_pose_3889">
            <a:extLst>
              <a:ext uri="{FF2B5EF4-FFF2-40B4-BE49-F238E27FC236}">
                <a16:creationId xmlns:a16="http://schemas.microsoft.com/office/drawing/2014/main" id="{0FAEB00B-B48E-403C-AB87-0E39AD4554A3}"/>
              </a:ext>
            </a:extLst>
          </p:cNvPr>
          <p:cNvSpPr>
            <a:spLocks noGrp="1"/>
          </p:cNvSpPr>
          <p:nvPr/>
        </p:nvSpPr>
        <p:spPr>
          <a:xfrm>
            <a:off x="7510529" y="386950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1" name="02_predicted_pose_3890">
            <a:extLst>
              <a:ext uri="{FF2B5EF4-FFF2-40B4-BE49-F238E27FC236}">
                <a16:creationId xmlns:a16="http://schemas.microsoft.com/office/drawing/2014/main" id="{D7666314-56D9-49A3-8B62-2B533F30A30F}"/>
              </a:ext>
            </a:extLst>
          </p:cNvPr>
          <p:cNvSpPr>
            <a:spLocks noGrp="1"/>
          </p:cNvSpPr>
          <p:nvPr/>
        </p:nvSpPr>
        <p:spPr>
          <a:xfrm>
            <a:off x="7608969" y="387589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2" name="02_predicted_pose_3891">
            <a:extLst>
              <a:ext uri="{FF2B5EF4-FFF2-40B4-BE49-F238E27FC236}">
                <a16:creationId xmlns:a16="http://schemas.microsoft.com/office/drawing/2014/main" id="{A75B6C72-D2BD-45DD-9866-D48BC36C3D1A}"/>
              </a:ext>
            </a:extLst>
          </p:cNvPr>
          <p:cNvSpPr>
            <a:spLocks noGrp="1"/>
          </p:cNvSpPr>
          <p:nvPr/>
        </p:nvSpPr>
        <p:spPr>
          <a:xfrm>
            <a:off x="7707411" y="387887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3" name="02_predicted_pose_3892">
            <a:extLst>
              <a:ext uri="{FF2B5EF4-FFF2-40B4-BE49-F238E27FC236}">
                <a16:creationId xmlns:a16="http://schemas.microsoft.com/office/drawing/2014/main" id="{A21A73E2-34DA-4C20-9F88-4EB611B8B2AA}"/>
              </a:ext>
            </a:extLst>
          </p:cNvPr>
          <p:cNvSpPr>
            <a:spLocks noGrp="1"/>
          </p:cNvSpPr>
          <p:nvPr/>
        </p:nvSpPr>
        <p:spPr>
          <a:xfrm>
            <a:off x="7442350" y="38818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4" name="02_predicted_pose_3893">
            <a:extLst>
              <a:ext uri="{FF2B5EF4-FFF2-40B4-BE49-F238E27FC236}">
                <a16:creationId xmlns:a16="http://schemas.microsoft.com/office/drawing/2014/main" id="{1E829229-EC13-4D4E-B3EE-2507DB9DDF7D}"/>
              </a:ext>
            </a:extLst>
          </p:cNvPr>
          <p:cNvSpPr>
            <a:spLocks noGrp="1"/>
          </p:cNvSpPr>
          <p:nvPr/>
        </p:nvSpPr>
        <p:spPr>
          <a:xfrm>
            <a:off x="7540790" y="38632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5" name="02_predicted_pose_3894">
            <a:extLst>
              <a:ext uri="{FF2B5EF4-FFF2-40B4-BE49-F238E27FC236}">
                <a16:creationId xmlns:a16="http://schemas.microsoft.com/office/drawing/2014/main" id="{6631E1C4-550D-4980-8A92-29306F025889}"/>
              </a:ext>
            </a:extLst>
          </p:cNvPr>
          <p:cNvSpPr>
            <a:spLocks noGrp="1"/>
          </p:cNvSpPr>
          <p:nvPr/>
        </p:nvSpPr>
        <p:spPr>
          <a:xfrm>
            <a:off x="7639231" y="389401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6" name="02_predicted_pose_3895">
            <a:extLst>
              <a:ext uri="{FF2B5EF4-FFF2-40B4-BE49-F238E27FC236}">
                <a16:creationId xmlns:a16="http://schemas.microsoft.com/office/drawing/2014/main" id="{B5253768-B2BF-4EAC-BF5F-42B39075AD81}"/>
              </a:ext>
            </a:extLst>
          </p:cNvPr>
          <p:cNvSpPr>
            <a:spLocks noGrp="1"/>
          </p:cNvSpPr>
          <p:nvPr/>
        </p:nvSpPr>
        <p:spPr>
          <a:xfrm>
            <a:off x="7374170" y="388955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7" name="02_predicted_pose_3896">
            <a:extLst>
              <a:ext uri="{FF2B5EF4-FFF2-40B4-BE49-F238E27FC236}">
                <a16:creationId xmlns:a16="http://schemas.microsoft.com/office/drawing/2014/main" id="{D7E88316-FA67-4332-9763-ED67001612BE}"/>
              </a:ext>
            </a:extLst>
          </p:cNvPr>
          <p:cNvSpPr>
            <a:spLocks noGrp="1"/>
          </p:cNvSpPr>
          <p:nvPr/>
        </p:nvSpPr>
        <p:spPr>
          <a:xfrm>
            <a:off x="7593293" y="382842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8" name="02_predicted_pose_3897">
            <a:extLst>
              <a:ext uri="{FF2B5EF4-FFF2-40B4-BE49-F238E27FC236}">
                <a16:creationId xmlns:a16="http://schemas.microsoft.com/office/drawing/2014/main" id="{2895CA2A-10E2-4216-8FA4-889D0F38CD28}"/>
              </a:ext>
            </a:extLst>
          </p:cNvPr>
          <p:cNvSpPr>
            <a:spLocks noGrp="1"/>
          </p:cNvSpPr>
          <p:nvPr/>
        </p:nvSpPr>
        <p:spPr>
          <a:xfrm>
            <a:off x="7691733" y="38742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599" name="02_predicted_pose_3898">
            <a:extLst>
              <a:ext uri="{FF2B5EF4-FFF2-40B4-BE49-F238E27FC236}">
                <a16:creationId xmlns:a16="http://schemas.microsoft.com/office/drawing/2014/main" id="{ADD19878-21EE-42F2-8EE2-458903C61CF1}"/>
              </a:ext>
            </a:extLst>
          </p:cNvPr>
          <p:cNvSpPr>
            <a:spLocks noGrp="1"/>
          </p:cNvSpPr>
          <p:nvPr/>
        </p:nvSpPr>
        <p:spPr>
          <a:xfrm>
            <a:off x="7426672" y="387598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0" name="02_predicted_pose_3899">
            <a:extLst>
              <a:ext uri="{FF2B5EF4-FFF2-40B4-BE49-F238E27FC236}">
                <a16:creationId xmlns:a16="http://schemas.microsoft.com/office/drawing/2014/main" id="{39B7D6DB-6899-4B14-8C5B-8F702CFA5692}"/>
              </a:ext>
            </a:extLst>
          </p:cNvPr>
          <p:cNvSpPr>
            <a:spLocks noGrp="1"/>
          </p:cNvSpPr>
          <p:nvPr/>
        </p:nvSpPr>
        <p:spPr>
          <a:xfrm>
            <a:off x="7525112" y="392615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1" name="02_predicted_pose_3900">
            <a:extLst>
              <a:ext uri="{FF2B5EF4-FFF2-40B4-BE49-F238E27FC236}">
                <a16:creationId xmlns:a16="http://schemas.microsoft.com/office/drawing/2014/main" id="{C37BBFF0-43E6-4D98-BC36-3C133BDD5C72}"/>
              </a:ext>
            </a:extLst>
          </p:cNvPr>
          <p:cNvSpPr>
            <a:spLocks noGrp="1"/>
          </p:cNvSpPr>
          <p:nvPr/>
        </p:nvSpPr>
        <p:spPr>
          <a:xfrm>
            <a:off x="7623554" y="385606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2" name="02_predicted_pose_3901">
            <a:extLst>
              <a:ext uri="{FF2B5EF4-FFF2-40B4-BE49-F238E27FC236}">
                <a16:creationId xmlns:a16="http://schemas.microsoft.com/office/drawing/2014/main" id="{A6226611-D923-487A-94F3-0AEF719A98F3}"/>
              </a:ext>
            </a:extLst>
          </p:cNvPr>
          <p:cNvSpPr>
            <a:spLocks noGrp="1"/>
          </p:cNvSpPr>
          <p:nvPr/>
        </p:nvSpPr>
        <p:spPr>
          <a:xfrm>
            <a:off x="7721995" y="382703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3" name="02_predicted_pose_3902">
            <a:extLst>
              <a:ext uri="{FF2B5EF4-FFF2-40B4-BE49-F238E27FC236}">
                <a16:creationId xmlns:a16="http://schemas.microsoft.com/office/drawing/2014/main" id="{436FAFCB-37AE-459C-9890-5800B55C7650}"/>
              </a:ext>
            </a:extLst>
          </p:cNvPr>
          <p:cNvSpPr>
            <a:spLocks noGrp="1"/>
          </p:cNvSpPr>
          <p:nvPr/>
        </p:nvSpPr>
        <p:spPr>
          <a:xfrm>
            <a:off x="7456933" y="389135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4" name="02_predicted_pose_3903">
            <a:extLst>
              <a:ext uri="{FF2B5EF4-FFF2-40B4-BE49-F238E27FC236}">
                <a16:creationId xmlns:a16="http://schemas.microsoft.com/office/drawing/2014/main" id="{23A358C8-72AD-4D0E-9213-C9C9F8ABF37A}"/>
              </a:ext>
            </a:extLst>
          </p:cNvPr>
          <p:cNvSpPr>
            <a:spLocks noGrp="1"/>
          </p:cNvSpPr>
          <p:nvPr/>
        </p:nvSpPr>
        <p:spPr>
          <a:xfrm>
            <a:off x="7555374" y="38530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5" name="02_predicted_pose_3904">
            <a:extLst>
              <a:ext uri="{FF2B5EF4-FFF2-40B4-BE49-F238E27FC236}">
                <a16:creationId xmlns:a16="http://schemas.microsoft.com/office/drawing/2014/main" id="{9CD34AA8-1A57-42CD-8DF4-2521519B2CD5}"/>
              </a:ext>
            </a:extLst>
          </p:cNvPr>
          <p:cNvSpPr>
            <a:spLocks noGrp="1"/>
          </p:cNvSpPr>
          <p:nvPr/>
        </p:nvSpPr>
        <p:spPr>
          <a:xfrm>
            <a:off x="7517456" y="385510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6" name="02_predicted_pose_3905">
            <a:extLst>
              <a:ext uri="{FF2B5EF4-FFF2-40B4-BE49-F238E27FC236}">
                <a16:creationId xmlns:a16="http://schemas.microsoft.com/office/drawing/2014/main" id="{13DCDC6F-DA62-401C-BFAE-DFA029538E5E}"/>
              </a:ext>
            </a:extLst>
          </p:cNvPr>
          <p:cNvSpPr>
            <a:spLocks noGrp="1"/>
          </p:cNvSpPr>
          <p:nvPr/>
        </p:nvSpPr>
        <p:spPr>
          <a:xfrm>
            <a:off x="7532040" y="387336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7" name="02_predicted_pose_3906">
            <a:extLst>
              <a:ext uri="{FF2B5EF4-FFF2-40B4-BE49-F238E27FC236}">
                <a16:creationId xmlns:a16="http://schemas.microsoft.com/office/drawing/2014/main" id="{2E521EE3-3D53-4281-9C88-EBA7C1AF1BF7}"/>
              </a:ext>
            </a:extLst>
          </p:cNvPr>
          <p:cNvSpPr>
            <a:spLocks noGrp="1"/>
          </p:cNvSpPr>
          <p:nvPr/>
        </p:nvSpPr>
        <p:spPr>
          <a:xfrm>
            <a:off x="7508705" y="38484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8" name="02_predicted_pose_3907">
            <a:extLst>
              <a:ext uri="{FF2B5EF4-FFF2-40B4-BE49-F238E27FC236}">
                <a16:creationId xmlns:a16="http://schemas.microsoft.com/office/drawing/2014/main" id="{09F2D437-083D-47B8-8D86-9395C3C1D3E2}"/>
              </a:ext>
            </a:extLst>
          </p:cNvPr>
          <p:cNvSpPr>
            <a:spLocks noGrp="1"/>
          </p:cNvSpPr>
          <p:nvPr/>
        </p:nvSpPr>
        <p:spPr>
          <a:xfrm>
            <a:off x="7537874" y="39995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09" name="02_predicted_pose_3908">
            <a:extLst>
              <a:ext uri="{FF2B5EF4-FFF2-40B4-BE49-F238E27FC236}">
                <a16:creationId xmlns:a16="http://schemas.microsoft.com/office/drawing/2014/main" id="{3D12416B-0B40-46D2-AAEA-34231ADF3AD5}"/>
              </a:ext>
            </a:extLst>
          </p:cNvPr>
          <p:cNvSpPr>
            <a:spLocks noGrp="1"/>
          </p:cNvSpPr>
          <p:nvPr/>
        </p:nvSpPr>
        <p:spPr>
          <a:xfrm>
            <a:off x="7567041" y="39445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0" name="02_predicted_pose_3909">
            <a:extLst>
              <a:ext uri="{FF2B5EF4-FFF2-40B4-BE49-F238E27FC236}">
                <a16:creationId xmlns:a16="http://schemas.microsoft.com/office/drawing/2014/main" id="{7936E921-1291-46AA-A527-82C055BFFFE9}"/>
              </a:ext>
            </a:extLst>
          </p:cNvPr>
          <p:cNvSpPr>
            <a:spLocks noGrp="1"/>
          </p:cNvSpPr>
          <p:nvPr/>
        </p:nvSpPr>
        <p:spPr>
          <a:xfrm>
            <a:off x="7548447" y="383921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1" name="02_predicted_pose_3910">
            <a:extLst>
              <a:ext uri="{FF2B5EF4-FFF2-40B4-BE49-F238E27FC236}">
                <a16:creationId xmlns:a16="http://schemas.microsoft.com/office/drawing/2014/main" id="{D0273B5F-4C0D-477D-AFA5-93D2D7DE2181}"/>
              </a:ext>
            </a:extLst>
          </p:cNvPr>
          <p:cNvSpPr>
            <a:spLocks noGrp="1"/>
          </p:cNvSpPr>
          <p:nvPr/>
        </p:nvSpPr>
        <p:spPr>
          <a:xfrm>
            <a:off x="7381827" y="39422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2" name="02_predicted_pose_3911">
            <a:extLst>
              <a:ext uri="{FF2B5EF4-FFF2-40B4-BE49-F238E27FC236}">
                <a16:creationId xmlns:a16="http://schemas.microsoft.com/office/drawing/2014/main" id="{E22D1596-B916-4AC6-84CE-AD783A90556C}"/>
              </a:ext>
            </a:extLst>
          </p:cNvPr>
          <p:cNvSpPr>
            <a:spLocks noGrp="1"/>
          </p:cNvSpPr>
          <p:nvPr/>
        </p:nvSpPr>
        <p:spPr>
          <a:xfrm>
            <a:off x="7578708" y="39687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3" name="02_predicted_pose_3912">
            <a:extLst>
              <a:ext uri="{FF2B5EF4-FFF2-40B4-BE49-F238E27FC236}">
                <a16:creationId xmlns:a16="http://schemas.microsoft.com/office/drawing/2014/main" id="{CC376BEA-AFCC-4B20-B96F-4F2387AC1F43}"/>
              </a:ext>
            </a:extLst>
          </p:cNvPr>
          <p:cNvSpPr>
            <a:spLocks noGrp="1"/>
          </p:cNvSpPr>
          <p:nvPr/>
        </p:nvSpPr>
        <p:spPr>
          <a:xfrm>
            <a:off x="7412088" y="39809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4" name="02_predicted_pose_3913">
            <a:extLst>
              <a:ext uri="{FF2B5EF4-FFF2-40B4-BE49-F238E27FC236}">
                <a16:creationId xmlns:a16="http://schemas.microsoft.com/office/drawing/2014/main" id="{5C0FD59E-E9CF-47A0-A9DC-F6590449F574}"/>
              </a:ext>
            </a:extLst>
          </p:cNvPr>
          <p:cNvSpPr>
            <a:spLocks noGrp="1"/>
          </p:cNvSpPr>
          <p:nvPr/>
        </p:nvSpPr>
        <p:spPr>
          <a:xfrm>
            <a:off x="7557926" y="41009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5" name="02_predicted_pose_3914">
            <a:extLst>
              <a:ext uri="{FF2B5EF4-FFF2-40B4-BE49-F238E27FC236}">
                <a16:creationId xmlns:a16="http://schemas.microsoft.com/office/drawing/2014/main" id="{EFCCF612-FFC8-4361-A9F7-4880FDC3AEB1}"/>
              </a:ext>
            </a:extLst>
          </p:cNvPr>
          <p:cNvSpPr>
            <a:spLocks noGrp="1"/>
          </p:cNvSpPr>
          <p:nvPr/>
        </p:nvSpPr>
        <p:spPr>
          <a:xfrm>
            <a:off x="7572510" y="40113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6" name="02_predicted_pose_3915">
            <a:extLst>
              <a:ext uri="{FF2B5EF4-FFF2-40B4-BE49-F238E27FC236}">
                <a16:creationId xmlns:a16="http://schemas.microsoft.com/office/drawing/2014/main" id="{4BCC528D-32BA-4EF1-9D3F-4172044ECE87}"/>
              </a:ext>
            </a:extLst>
          </p:cNvPr>
          <p:cNvSpPr>
            <a:spLocks noGrp="1"/>
          </p:cNvSpPr>
          <p:nvPr/>
        </p:nvSpPr>
        <p:spPr>
          <a:xfrm>
            <a:off x="7616262" y="38543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7" name="02_predicted_pose_3916">
            <a:extLst>
              <a:ext uri="{FF2B5EF4-FFF2-40B4-BE49-F238E27FC236}">
                <a16:creationId xmlns:a16="http://schemas.microsoft.com/office/drawing/2014/main" id="{BA43FFAC-F799-43F7-8BAC-7FA3D46A33E7}"/>
              </a:ext>
            </a:extLst>
          </p:cNvPr>
          <p:cNvSpPr>
            <a:spLocks noGrp="1"/>
          </p:cNvSpPr>
          <p:nvPr/>
        </p:nvSpPr>
        <p:spPr>
          <a:xfrm>
            <a:off x="7630845" y="400607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8" name="02_predicted_pose_3917">
            <a:extLst>
              <a:ext uri="{FF2B5EF4-FFF2-40B4-BE49-F238E27FC236}">
                <a16:creationId xmlns:a16="http://schemas.microsoft.com/office/drawing/2014/main" id="{4AF72732-74E6-49C4-A429-392AAEC174E3}"/>
              </a:ext>
            </a:extLst>
          </p:cNvPr>
          <p:cNvSpPr>
            <a:spLocks noGrp="1"/>
          </p:cNvSpPr>
          <p:nvPr/>
        </p:nvSpPr>
        <p:spPr>
          <a:xfrm>
            <a:off x="7674597" y="407834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19" name="02_predicted_pose_3918">
            <a:extLst>
              <a:ext uri="{FF2B5EF4-FFF2-40B4-BE49-F238E27FC236}">
                <a16:creationId xmlns:a16="http://schemas.microsoft.com/office/drawing/2014/main" id="{BE13F06A-AB2C-4049-ABF9-589D2D53D81D}"/>
              </a:ext>
            </a:extLst>
          </p:cNvPr>
          <p:cNvSpPr>
            <a:spLocks noGrp="1"/>
          </p:cNvSpPr>
          <p:nvPr/>
        </p:nvSpPr>
        <p:spPr>
          <a:xfrm>
            <a:off x="7689181" y="410820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0" name="02_predicted_pose_3919">
            <a:extLst>
              <a:ext uri="{FF2B5EF4-FFF2-40B4-BE49-F238E27FC236}">
                <a16:creationId xmlns:a16="http://schemas.microsoft.com/office/drawing/2014/main" id="{BA7A6A72-9B81-418C-BD3B-D1756C0D436D}"/>
              </a:ext>
            </a:extLst>
          </p:cNvPr>
          <p:cNvSpPr>
            <a:spLocks noGrp="1"/>
          </p:cNvSpPr>
          <p:nvPr/>
        </p:nvSpPr>
        <p:spPr>
          <a:xfrm>
            <a:off x="7405525" y="412926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1" name="02_predicted_pose_3920">
            <a:extLst>
              <a:ext uri="{FF2B5EF4-FFF2-40B4-BE49-F238E27FC236}">
                <a16:creationId xmlns:a16="http://schemas.microsoft.com/office/drawing/2014/main" id="{85161F24-F758-425D-815D-1C0DF2D6F9F7}"/>
              </a:ext>
            </a:extLst>
          </p:cNvPr>
          <p:cNvSpPr>
            <a:spLocks noGrp="1"/>
          </p:cNvSpPr>
          <p:nvPr/>
        </p:nvSpPr>
        <p:spPr>
          <a:xfrm>
            <a:off x="7503967" y="39666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2" name="02_predicted_pose_3921">
            <a:extLst>
              <a:ext uri="{FF2B5EF4-FFF2-40B4-BE49-F238E27FC236}">
                <a16:creationId xmlns:a16="http://schemas.microsoft.com/office/drawing/2014/main" id="{69B239A4-557C-4132-A22E-A6A16D2C4335}"/>
              </a:ext>
            </a:extLst>
          </p:cNvPr>
          <p:cNvSpPr>
            <a:spLocks noGrp="1"/>
          </p:cNvSpPr>
          <p:nvPr/>
        </p:nvSpPr>
        <p:spPr>
          <a:xfrm>
            <a:off x="7435786" y="381410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3" name="02_predicted_pose_3922">
            <a:extLst>
              <a:ext uri="{FF2B5EF4-FFF2-40B4-BE49-F238E27FC236}">
                <a16:creationId xmlns:a16="http://schemas.microsoft.com/office/drawing/2014/main" id="{1FD5787E-5EE6-40AB-8626-CB834B528AA3}"/>
              </a:ext>
            </a:extLst>
          </p:cNvPr>
          <p:cNvSpPr>
            <a:spLocks noGrp="1"/>
          </p:cNvSpPr>
          <p:nvPr/>
        </p:nvSpPr>
        <p:spPr>
          <a:xfrm>
            <a:off x="7534228" y="38028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4" name="02_predicted_pose_3923">
            <a:extLst>
              <a:ext uri="{FF2B5EF4-FFF2-40B4-BE49-F238E27FC236}">
                <a16:creationId xmlns:a16="http://schemas.microsoft.com/office/drawing/2014/main" id="{CC7E37D9-0BFC-48BC-8295-49FF3584CCFF}"/>
              </a:ext>
            </a:extLst>
          </p:cNvPr>
          <p:cNvSpPr>
            <a:spLocks noGrp="1"/>
          </p:cNvSpPr>
          <p:nvPr/>
        </p:nvSpPr>
        <p:spPr>
          <a:xfrm>
            <a:off x="7586364" y="392904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5" name="02_predicted_pose_3924">
            <a:extLst>
              <a:ext uri="{FF2B5EF4-FFF2-40B4-BE49-F238E27FC236}">
                <a16:creationId xmlns:a16="http://schemas.microsoft.com/office/drawing/2014/main" id="{0D39EB18-5D81-4E8A-93A6-344830B7CE2B}"/>
              </a:ext>
            </a:extLst>
          </p:cNvPr>
          <p:cNvSpPr>
            <a:spLocks noGrp="1"/>
          </p:cNvSpPr>
          <p:nvPr/>
        </p:nvSpPr>
        <p:spPr>
          <a:xfrm>
            <a:off x="7414275" y="395512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6" name="02_predicted_pose_3925">
            <a:extLst>
              <a:ext uri="{FF2B5EF4-FFF2-40B4-BE49-F238E27FC236}">
                <a16:creationId xmlns:a16="http://schemas.microsoft.com/office/drawing/2014/main" id="{EF875566-97AB-47BC-9BC0-2B474695E414}"/>
              </a:ext>
            </a:extLst>
          </p:cNvPr>
          <p:cNvSpPr>
            <a:spLocks noGrp="1"/>
          </p:cNvSpPr>
          <p:nvPr/>
        </p:nvSpPr>
        <p:spPr>
          <a:xfrm>
            <a:off x="7443443" y="40498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7" name="02_predicted_pose_3926">
            <a:extLst>
              <a:ext uri="{FF2B5EF4-FFF2-40B4-BE49-F238E27FC236}">
                <a16:creationId xmlns:a16="http://schemas.microsoft.com/office/drawing/2014/main" id="{3E105477-FE86-4964-962D-B7AE4C0A5511}"/>
              </a:ext>
            </a:extLst>
          </p:cNvPr>
          <p:cNvSpPr>
            <a:spLocks noGrp="1"/>
          </p:cNvSpPr>
          <p:nvPr/>
        </p:nvSpPr>
        <p:spPr>
          <a:xfrm>
            <a:off x="7682619" y="380450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8" name="02_predicted_pose_3927">
            <a:extLst>
              <a:ext uri="{FF2B5EF4-FFF2-40B4-BE49-F238E27FC236}">
                <a16:creationId xmlns:a16="http://schemas.microsoft.com/office/drawing/2014/main" id="{6CC83377-6F10-4843-B004-6F34952F01DE}"/>
              </a:ext>
            </a:extLst>
          </p:cNvPr>
          <p:cNvSpPr>
            <a:spLocks noGrp="1"/>
          </p:cNvSpPr>
          <p:nvPr/>
        </p:nvSpPr>
        <p:spPr>
          <a:xfrm>
            <a:off x="7549541" y="37786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29" name="02_predicted_pose_3928">
            <a:extLst>
              <a:ext uri="{FF2B5EF4-FFF2-40B4-BE49-F238E27FC236}">
                <a16:creationId xmlns:a16="http://schemas.microsoft.com/office/drawing/2014/main" id="{F5C8DB3C-7BB7-4F15-A49F-6572649530C4}"/>
              </a:ext>
            </a:extLst>
          </p:cNvPr>
          <p:cNvSpPr>
            <a:spLocks noGrp="1"/>
          </p:cNvSpPr>
          <p:nvPr/>
        </p:nvSpPr>
        <p:spPr>
          <a:xfrm>
            <a:off x="7420838" y="388659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0" name="02_predicted_pose_3929">
            <a:extLst>
              <a:ext uri="{FF2B5EF4-FFF2-40B4-BE49-F238E27FC236}">
                <a16:creationId xmlns:a16="http://schemas.microsoft.com/office/drawing/2014/main" id="{ABBD28F8-E99A-4349-9B6C-883C10B5EBE1}"/>
              </a:ext>
            </a:extLst>
          </p:cNvPr>
          <p:cNvSpPr>
            <a:spLocks noGrp="1"/>
          </p:cNvSpPr>
          <p:nvPr/>
        </p:nvSpPr>
        <p:spPr>
          <a:xfrm>
            <a:off x="7464589" y="378675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1" name="02_predicted_pose_3930">
            <a:extLst>
              <a:ext uri="{FF2B5EF4-FFF2-40B4-BE49-F238E27FC236}">
                <a16:creationId xmlns:a16="http://schemas.microsoft.com/office/drawing/2014/main" id="{F3BCF095-B10D-4042-9A8F-DEB23FE7A926}"/>
              </a:ext>
            </a:extLst>
          </p:cNvPr>
          <p:cNvSpPr>
            <a:spLocks noGrp="1"/>
          </p:cNvSpPr>
          <p:nvPr/>
        </p:nvSpPr>
        <p:spPr>
          <a:xfrm>
            <a:off x="7508341" y="378732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2" name="02_predicted_pose_3931">
            <a:extLst>
              <a:ext uri="{FF2B5EF4-FFF2-40B4-BE49-F238E27FC236}">
                <a16:creationId xmlns:a16="http://schemas.microsoft.com/office/drawing/2014/main" id="{F2F4057C-580E-4571-949A-D7ABB27822FF}"/>
              </a:ext>
            </a:extLst>
          </p:cNvPr>
          <p:cNvSpPr>
            <a:spLocks noGrp="1"/>
          </p:cNvSpPr>
          <p:nvPr/>
        </p:nvSpPr>
        <p:spPr>
          <a:xfrm>
            <a:off x="7692826" y="361917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3" name="02_predicted_pose_3932">
            <a:extLst>
              <a:ext uri="{FF2B5EF4-FFF2-40B4-BE49-F238E27FC236}">
                <a16:creationId xmlns:a16="http://schemas.microsoft.com/office/drawing/2014/main" id="{33F81367-058A-44EE-82D5-2AC81CBFDF83}"/>
              </a:ext>
            </a:extLst>
          </p:cNvPr>
          <p:cNvSpPr>
            <a:spLocks noGrp="1"/>
          </p:cNvSpPr>
          <p:nvPr/>
        </p:nvSpPr>
        <p:spPr>
          <a:xfrm>
            <a:off x="7373076" y="366743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4" name="02_predicted_pose_3933">
            <a:extLst>
              <a:ext uri="{FF2B5EF4-FFF2-40B4-BE49-F238E27FC236}">
                <a16:creationId xmlns:a16="http://schemas.microsoft.com/office/drawing/2014/main" id="{046E5FD4-CD1C-4C58-A03A-D9207057BEF3}"/>
              </a:ext>
            </a:extLst>
          </p:cNvPr>
          <p:cNvSpPr>
            <a:spLocks noGrp="1"/>
          </p:cNvSpPr>
          <p:nvPr/>
        </p:nvSpPr>
        <p:spPr>
          <a:xfrm>
            <a:off x="7595115" y="349670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5" name="02_predicted_pose_3934">
            <a:extLst>
              <a:ext uri="{FF2B5EF4-FFF2-40B4-BE49-F238E27FC236}">
                <a16:creationId xmlns:a16="http://schemas.microsoft.com/office/drawing/2014/main" id="{3FCCD2F7-946A-4427-9A4F-17960C60DA78}"/>
              </a:ext>
            </a:extLst>
          </p:cNvPr>
          <p:cNvSpPr>
            <a:spLocks noGrp="1"/>
          </p:cNvSpPr>
          <p:nvPr/>
        </p:nvSpPr>
        <p:spPr>
          <a:xfrm>
            <a:off x="7693557" y="326478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6" name="02_predicted_pose_3935">
            <a:extLst>
              <a:ext uri="{FF2B5EF4-FFF2-40B4-BE49-F238E27FC236}">
                <a16:creationId xmlns:a16="http://schemas.microsoft.com/office/drawing/2014/main" id="{8422DC9A-B7BB-4D9E-8AC5-4B7AE6BC8D0D}"/>
              </a:ext>
            </a:extLst>
          </p:cNvPr>
          <p:cNvSpPr>
            <a:spLocks noGrp="1"/>
          </p:cNvSpPr>
          <p:nvPr/>
        </p:nvSpPr>
        <p:spPr>
          <a:xfrm>
            <a:off x="7514539" y="317731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7" name="02_predicted_pose_3936">
            <a:extLst>
              <a:ext uri="{FF2B5EF4-FFF2-40B4-BE49-F238E27FC236}">
                <a16:creationId xmlns:a16="http://schemas.microsoft.com/office/drawing/2014/main" id="{93B5B0BE-E130-4873-B629-DC44539588DD}"/>
              </a:ext>
            </a:extLst>
          </p:cNvPr>
          <p:cNvSpPr>
            <a:spLocks noGrp="1"/>
          </p:cNvSpPr>
          <p:nvPr/>
        </p:nvSpPr>
        <p:spPr>
          <a:xfrm>
            <a:off x="7529123" y="371798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8" name="02_predicted_pose_3937">
            <a:extLst>
              <a:ext uri="{FF2B5EF4-FFF2-40B4-BE49-F238E27FC236}">
                <a16:creationId xmlns:a16="http://schemas.microsoft.com/office/drawing/2014/main" id="{BF949F93-29D6-4743-B6D4-239E5B2AE2DF}"/>
              </a:ext>
            </a:extLst>
          </p:cNvPr>
          <p:cNvSpPr>
            <a:spLocks noGrp="1"/>
          </p:cNvSpPr>
          <p:nvPr/>
        </p:nvSpPr>
        <p:spPr>
          <a:xfrm>
            <a:off x="7446360" y="35206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39" name="02_predicted_pose_3938">
            <a:extLst>
              <a:ext uri="{FF2B5EF4-FFF2-40B4-BE49-F238E27FC236}">
                <a16:creationId xmlns:a16="http://schemas.microsoft.com/office/drawing/2014/main" id="{2E16DDFB-9CBF-4A93-9F51-A9F655557A48}"/>
              </a:ext>
            </a:extLst>
          </p:cNvPr>
          <p:cNvSpPr>
            <a:spLocks noGrp="1"/>
          </p:cNvSpPr>
          <p:nvPr/>
        </p:nvSpPr>
        <p:spPr>
          <a:xfrm>
            <a:off x="7460944" y="367681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0" name="02_predicted_pose_3939">
            <a:extLst>
              <a:ext uri="{FF2B5EF4-FFF2-40B4-BE49-F238E27FC236}">
                <a16:creationId xmlns:a16="http://schemas.microsoft.com/office/drawing/2014/main" id="{6F348C1A-C9D7-442F-AFF5-80C657DE0C60}"/>
              </a:ext>
            </a:extLst>
          </p:cNvPr>
          <p:cNvSpPr>
            <a:spLocks noGrp="1"/>
          </p:cNvSpPr>
          <p:nvPr/>
        </p:nvSpPr>
        <p:spPr>
          <a:xfrm>
            <a:off x="7475527" y="35249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1" name="02_predicted_pose_3940">
            <a:extLst>
              <a:ext uri="{FF2B5EF4-FFF2-40B4-BE49-F238E27FC236}">
                <a16:creationId xmlns:a16="http://schemas.microsoft.com/office/drawing/2014/main" id="{AA908985-A75A-4B6C-9B2F-C0779C3F2D1C}"/>
              </a:ext>
            </a:extLst>
          </p:cNvPr>
          <p:cNvSpPr>
            <a:spLocks noGrp="1"/>
          </p:cNvSpPr>
          <p:nvPr/>
        </p:nvSpPr>
        <p:spPr>
          <a:xfrm>
            <a:off x="7490111" y="367966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2" name="02_predicted_pose_3941">
            <a:extLst>
              <a:ext uri="{FF2B5EF4-FFF2-40B4-BE49-F238E27FC236}">
                <a16:creationId xmlns:a16="http://schemas.microsoft.com/office/drawing/2014/main" id="{FDBC512F-F81C-4570-B691-8968ECF836B4}"/>
              </a:ext>
            </a:extLst>
          </p:cNvPr>
          <p:cNvSpPr>
            <a:spLocks noGrp="1"/>
          </p:cNvSpPr>
          <p:nvPr/>
        </p:nvSpPr>
        <p:spPr>
          <a:xfrm>
            <a:off x="7504696" y="35154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3" name="02_predicted_pose_3942">
            <a:extLst>
              <a:ext uri="{FF2B5EF4-FFF2-40B4-BE49-F238E27FC236}">
                <a16:creationId xmlns:a16="http://schemas.microsoft.com/office/drawing/2014/main" id="{774000A1-192F-4B33-9F65-A2EDDE15A587}"/>
              </a:ext>
            </a:extLst>
          </p:cNvPr>
          <p:cNvSpPr>
            <a:spLocks noGrp="1"/>
          </p:cNvSpPr>
          <p:nvPr/>
        </p:nvSpPr>
        <p:spPr>
          <a:xfrm>
            <a:off x="7519279" y="350861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4" name="02_predicted_pose_3943">
            <a:extLst>
              <a:ext uri="{FF2B5EF4-FFF2-40B4-BE49-F238E27FC236}">
                <a16:creationId xmlns:a16="http://schemas.microsoft.com/office/drawing/2014/main" id="{F845E3B6-AC17-4592-9494-DB80A93AD265}"/>
              </a:ext>
            </a:extLst>
          </p:cNvPr>
          <p:cNvSpPr>
            <a:spLocks noGrp="1"/>
          </p:cNvSpPr>
          <p:nvPr/>
        </p:nvSpPr>
        <p:spPr>
          <a:xfrm>
            <a:off x="7533863" y="35263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5" name="02_predicted_pose_3944">
            <a:extLst>
              <a:ext uri="{FF2B5EF4-FFF2-40B4-BE49-F238E27FC236}">
                <a16:creationId xmlns:a16="http://schemas.microsoft.com/office/drawing/2014/main" id="{458618DE-02F9-4335-BAC1-7C9B79A5D8D3}"/>
              </a:ext>
            </a:extLst>
          </p:cNvPr>
          <p:cNvSpPr>
            <a:spLocks noGrp="1"/>
          </p:cNvSpPr>
          <p:nvPr/>
        </p:nvSpPr>
        <p:spPr>
          <a:xfrm>
            <a:off x="7548447" y="362990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6" name="02_predicted_pose_3945">
            <a:extLst>
              <a:ext uri="{FF2B5EF4-FFF2-40B4-BE49-F238E27FC236}">
                <a16:creationId xmlns:a16="http://schemas.microsoft.com/office/drawing/2014/main" id="{4D6AE1AE-5191-48A4-A9C5-718D77366379}"/>
              </a:ext>
            </a:extLst>
          </p:cNvPr>
          <p:cNvSpPr>
            <a:spLocks noGrp="1"/>
          </p:cNvSpPr>
          <p:nvPr/>
        </p:nvSpPr>
        <p:spPr>
          <a:xfrm>
            <a:off x="7563031" y="35086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7" name="02_predicted_pose_3946">
            <a:extLst>
              <a:ext uri="{FF2B5EF4-FFF2-40B4-BE49-F238E27FC236}">
                <a16:creationId xmlns:a16="http://schemas.microsoft.com/office/drawing/2014/main" id="{4A2603EA-C7D7-4F7E-8B63-1E1583EFBA94}"/>
              </a:ext>
            </a:extLst>
          </p:cNvPr>
          <p:cNvSpPr>
            <a:spLocks noGrp="1"/>
          </p:cNvSpPr>
          <p:nvPr/>
        </p:nvSpPr>
        <p:spPr>
          <a:xfrm>
            <a:off x="7577615" y="37861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8" name="02_predicted_pose_3947">
            <a:extLst>
              <a:ext uri="{FF2B5EF4-FFF2-40B4-BE49-F238E27FC236}">
                <a16:creationId xmlns:a16="http://schemas.microsoft.com/office/drawing/2014/main" id="{467A40DF-362C-4084-88F2-1E6CF9004D6B}"/>
              </a:ext>
            </a:extLst>
          </p:cNvPr>
          <p:cNvSpPr>
            <a:spLocks noGrp="1"/>
          </p:cNvSpPr>
          <p:nvPr/>
        </p:nvSpPr>
        <p:spPr>
          <a:xfrm>
            <a:off x="7460579" y="359685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49" name="02_predicted_pose_3948">
            <a:extLst>
              <a:ext uri="{FF2B5EF4-FFF2-40B4-BE49-F238E27FC236}">
                <a16:creationId xmlns:a16="http://schemas.microsoft.com/office/drawing/2014/main" id="{F436966D-9B16-47BA-B9AD-BCF0CE99B925}"/>
              </a:ext>
            </a:extLst>
          </p:cNvPr>
          <p:cNvSpPr>
            <a:spLocks noGrp="1"/>
          </p:cNvSpPr>
          <p:nvPr/>
        </p:nvSpPr>
        <p:spPr>
          <a:xfrm>
            <a:off x="7662930" y="402456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0" name="02_predicted_pose_3949">
            <a:extLst>
              <a:ext uri="{FF2B5EF4-FFF2-40B4-BE49-F238E27FC236}">
                <a16:creationId xmlns:a16="http://schemas.microsoft.com/office/drawing/2014/main" id="{BBC2EF0B-1884-45A3-9E56-F06DA09F18D8}"/>
              </a:ext>
            </a:extLst>
          </p:cNvPr>
          <p:cNvSpPr>
            <a:spLocks noGrp="1"/>
          </p:cNvSpPr>
          <p:nvPr/>
        </p:nvSpPr>
        <p:spPr>
          <a:xfrm>
            <a:off x="7526571" y="402828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1" name="02_predicted_pose_3950">
            <a:extLst>
              <a:ext uri="{FF2B5EF4-FFF2-40B4-BE49-F238E27FC236}">
                <a16:creationId xmlns:a16="http://schemas.microsoft.com/office/drawing/2014/main" id="{95ED0B91-AC6F-47EC-998C-0055B44F7465}"/>
              </a:ext>
            </a:extLst>
          </p:cNvPr>
          <p:cNvSpPr>
            <a:spLocks noGrp="1"/>
          </p:cNvSpPr>
          <p:nvPr/>
        </p:nvSpPr>
        <p:spPr>
          <a:xfrm>
            <a:off x="7412452" y="398070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2" name="02_predicted_pose_3951">
            <a:extLst>
              <a:ext uri="{FF2B5EF4-FFF2-40B4-BE49-F238E27FC236}">
                <a16:creationId xmlns:a16="http://schemas.microsoft.com/office/drawing/2014/main" id="{22241C74-7E6C-490D-9BE4-38650B9FCB7C}"/>
              </a:ext>
            </a:extLst>
          </p:cNvPr>
          <p:cNvSpPr>
            <a:spLocks noGrp="1"/>
          </p:cNvSpPr>
          <p:nvPr/>
        </p:nvSpPr>
        <p:spPr>
          <a:xfrm>
            <a:off x="7541155" y="40280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3" name="02_predicted_pose_3952">
            <a:extLst>
              <a:ext uri="{FF2B5EF4-FFF2-40B4-BE49-F238E27FC236}">
                <a16:creationId xmlns:a16="http://schemas.microsoft.com/office/drawing/2014/main" id="{DD62FBCF-744C-4A06-A2E6-BF2442F44CD9}"/>
              </a:ext>
            </a:extLst>
          </p:cNvPr>
          <p:cNvSpPr>
            <a:spLocks noGrp="1"/>
          </p:cNvSpPr>
          <p:nvPr/>
        </p:nvSpPr>
        <p:spPr>
          <a:xfrm>
            <a:off x="7654545" y="377566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4" name="02_predicted_pose_3953">
            <a:extLst>
              <a:ext uri="{FF2B5EF4-FFF2-40B4-BE49-F238E27FC236}">
                <a16:creationId xmlns:a16="http://schemas.microsoft.com/office/drawing/2014/main" id="{095F75DD-80CA-4DEF-A09D-130EE268D0B1}"/>
              </a:ext>
            </a:extLst>
          </p:cNvPr>
          <p:cNvSpPr>
            <a:spLocks noGrp="1"/>
          </p:cNvSpPr>
          <p:nvPr/>
        </p:nvSpPr>
        <p:spPr>
          <a:xfrm>
            <a:off x="7712880" y="382212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5" name="02_predicted_pose_3954">
            <a:extLst>
              <a:ext uri="{FF2B5EF4-FFF2-40B4-BE49-F238E27FC236}">
                <a16:creationId xmlns:a16="http://schemas.microsoft.com/office/drawing/2014/main" id="{F58BDFF8-E580-466C-ADB5-C24B230DFF32}"/>
              </a:ext>
            </a:extLst>
          </p:cNvPr>
          <p:cNvSpPr>
            <a:spLocks noGrp="1"/>
          </p:cNvSpPr>
          <p:nvPr/>
        </p:nvSpPr>
        <p:spPr>
          <a:xfrm>
            <a:off x="7494122" y="356140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6" name="02_predicted_pose_3955">
            <a:extLst>
              <a:ext uri="{FF2B5EF4-FFF2-40B4-BE49-F238E27FC236}">
                <a16:creationId xmlns:a16="http://schemas.microsoft.com/office/drawing/2014/main" id="{54D57E77-B974-4EE9-A2EF-ED9140948752}"/>
              </a:ext>
            </a:extLst>
          </p:cNvPr>
          <p:cNvSpPr>
            <a:spLocks noGrp="1"/>
          </p:cNvSpPr>
          <p:nvPr/>
        </p:nvSpPr>
        <p:spPr>
          <a:xfrm>
            <a:off x="7523290" y="354822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7" name="02_predicted_pose_3956">
            <a:extLst>
              <a:ext uri="{FF2B5EF4-FFF2-40B4-BE49-F238E27FC236}">
                <a16:creationId xmlns:a16="http://schemas.microsoft.com/office/drawing/2014/main" id="{68549E9F-4ACF-4FBB-B94F-27D147C39D1C}"/>
              </a:ext>
            </a:extLst>
          </p:cNvPr>
          <p:cNvSpPr>
            <a:spLocks noGrp="1"/>
          </p:cNvSpPr>
          <p:nvPr/>
        </p:nvSpPr>
        <p:spPr>
          <a:xfrm>
            <a:off x="7567041" y="355945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8" name="02_predicted_pose_3957">
            <a:extLst>
              <a:ext uri="{FF2B5EF4-FFF2-40B4-BE49-F238E27FC236}">
                <a16:creationId xmlns:a16="http://schemas.microsoft.com/office/drawing/2014/main" id="{E6BCFDDB-6C63-44DA-BC51-A2A7F5C28243}"/>
              </a:ext>
            </a:extLst>
          </p:cNvPr>
          <p:cNvSpPr>
            <a:spLocks noGrp="1"/>
          </p:cNvSpPr>
          <p:nvPr/>
        </p:nvSpPr>
        <p:spPr>
          <a:xfrm>
            <a:off x="7596209" y="355368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59" name="02_predicted_pose_3958">
            <a:extLst>
              <a:ext uri="{FF2B5EF4-FFF2-40B4-BE49-F238E27FC236}">
                <a16:creationId xmlns:a16="http://schemas.microsoft.com/office/drawing/2014/main" id="{9A76AD2B-1326-43B0-85B7-1ADC74F498A6}"/>
              </a:ext>
            </a:extLst>
          </p:cNvPr>
          <p:cNvSpPr>
            <a:spLocks noGrp="1"/>
          </p:cNvSpPr>
          <p:nvPr/>
        </p:nvSpPr>
        <p:spPr>
          <a:xfrm>
            <a:off x="7610793" y="356122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0" name="02_predicted_pose_3959">
            <a:extLst>
              <a:ext uri="{FF2B5EF4-FFF2-40B4-BE49-F238E27FC236}">
                <a16:creationId xmlns:a16="http://schemas.microsoft.com/office/drawing/2014/main" id="{782C8E3E-D4C7-4C72-8C31-66CAE4DDFF65}"/>
              </a:ext>
            </a:extLst>
          </p:cNvPr>
          <p:cNvSpPr>
            <a:spLocks noGrp="1"/>
          </p:cNvSpPr>
          <p:nvPr/>
        </p:nvSpPr>
        <p:spPr>
          <a:xfrm>
            <a:off x="7508341" y="356626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1" name="02_predicted_pose_3960">
            <a:extLst>
              <a:ext uri="{FF2B5EF4-FFF2-40B4-BE49-F238E27FC236}">
                <a16:creationId xmlns:a16="http://schemas.microsoft.com/office/drawing/2014/main" id="{D5D9A526-F63A-433D-9322-C2FE56A57571}"/>
              </a:ext>
            </a:extLst>
          </p:cNvPr>
          <p:cNvSpPr>
            <a:spLocks noGrp="1"/>
          </p:cNvSpPr>
          <p:nvPr/>
        </p:nvSpPr>
        <p:spPr>
          <a:xfrm>
            <a:off x="7616991" y="393073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2" name="02_predicted_pose_3961">
            <a:extLst>
              <a:ext uri="{FF2B5EF4-FFF2-40B4-BE49-F238E27FC236}">
                <a16:creationId xmlns:a16="http://schemas.microsoft.com/office/drawing/2014/main" id="{CBEE92EC-2AD7-470D-96F4-3CB78C7D6E5F}"/>
              </a:ext>
            </a:extLst>
          </p:cNvPr>
          <p:cNvSpPr>
            <a:spLocks noGrp="1"/>
          </p:cNvSpPr>
          <p:nvPr/>
        </p:nvSpPr>
        <p:spPr>
          <a:xfrm>
            <a:off x="7646159" y="39172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3" name="02_predicted_pose_3962">
            <a:extLst>
              <a:ext uri="{FF2B5EF4-FFF2-40B4-BE49-F238E27FC236}">
                <a16:creationId xmlns:a16="http://schemas.microsoft.com/office/drawing/2014/main" id="{028FD568-503F-4A0A-BF43-4A83457FE038}"/>
              </a:ext>
            </a:extLst>
          </p:cNvPr>
          <p:cNvSpPr>
            <a:spLocks noGrp="1"/>
          </p:cNvSpPr>
          <p:nvPr/>
        </p:nvSpPr>
        <p:spPr>
          <a:xfrm>
            <a:off x="7675326" y="386877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4" name="02_predicted_pose_3963">
            <a:extLst>
              <a:ext uri="{FF2B5EF4-FFF2-40B4-BE49-F238E27FC236}">
                <a16:creationId xmlns:a16="http://schemas.microsoft.com/office/drawing/2014/main" id="{C7D7D3F6-5EEA-4E2E-9B4C-D548F3B43A78}"/>
              </a:ext>
            </a:extLst>
          </p:cNvPr>
          <p:cNvSpPr>
            <a:spLocks noGrp="1"/>
          </p:cNvSpPr>
          <p:nvPr/>
        </p:nvSpPr>
        <p:spPr>
          <a:xfrm>
            <a:off x="7704494" y="388526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5" name="02_predicted_pose_3964">
            <a:extLst>
              <a:ext uri="{FF2B5EF4-FFF2-40B4-BE49-F238E27FC236}">
                <a16:creationId xmlns:a16="http://schemas.microsoft.com/office/drawing/2014/main" id="{FD5D30AC-AD60-4149-B962-6E9891800A55}"/>
              </a:ext>
            </a:extLst>
          </p:cNvPr>
          <p:cNvSpPr>
            <a:spLocks noGrp="1"/>
          </p:cNvSpPr>
          <p:nvPr/>
        </p:nvSpPr>
        <p:spPr>
          <a:xfrm>
            <a:off x="7451100" y="38659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6" name="02_predicted_pose_3965">
            <a:extLst>
              <a:ext uri="{FF2B5EF4-FFF2-40B4-BE49-F238E27FC236}">
                <a16:creationId xmlns:a16="http://schemas.microsoft.com/office/drawing/2014/main" id="{A2D27E2D-81C5-41DF-A123-292F3BE95132}"/>
              </a:ext>
            </a:extLst>
          </p:cNvPr>
          <p:cNvSpPr>
            <a:spLocks noGrp="1"/>
          </p:cNvSpPr>
          <p:nvPr/>
        </p:nvSpPr>
        <p:spPr>
          <a:xfrm>
            <a:off x="7460215" y="40304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7" name="02_predicted_pose_3966">
            <a:extLst>
              <a:ext uri="{FF2B5EF4-FFF2-40B4-BE49-F238E27FC236}">
                <a16:creationId xmlns:a16="http://schemas.microsoft.com/office/drawing/2014/main" id="{FD1B170D-E5E7-413D-AEAD-9393F3C8C8C9}"/>
              </a:ext>
            </a:extLst>
          </p:cNvPr>
          <p:cNvSpPr>
            <a:spLocks noGrp="1"/>
          </p:cNvSpPr>
          <p:nvPr/>
        </p:nvSpPr>
        <p:spPr>
          <a:xfrm>
            <a:off x="7474798" y="39614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8" name="02_predicted_pose_3967">
            <a:extLst>
              <a:ext uri="{FF2B5EF4-FFF2-40B4-BE49-F238E27FC236}">
                <a16:creationId xmlns:a16="http://schemas.microsoft.com/office/drawing/2014/main" id="{8C7AA9CD-8E5E-47AD-897B-4BD9892BF3AC}"/>
              </a:ext>
            </a:extLst>
          </p:cNvPr>
          <p:cNvSpPr>
            <a:spLocks noGrp="1"/>
          </p:cNvSpPr>
          <p:nvPr/>
        </p:nvSpPr>
        <p:spPr>
          <a:xfrm>
            <a:off x="7503967" y="39732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9" name="02_predicted_pose_3968">
            <a:extLst>
              <a:ext uri="{FF2B5EF4-FFF2-40B4-BE49-F238E27FC236}">
                <a16:creationId xmlns:a16="http://schemas.microsoft.com/office/drawing/2014/main" id="{FAAC16F7-8239-4A97-B960-9BA545C5D86A}"/>
              </a:ext>
            </a:extLst>
          </p:cNvPr>
          <p:cNvSpPr>
            <a:spLocks noGrp="1"/>
          </p:cNvSpPr>
          <p:nvPr/>
        </p:nvSpPr>
        <p:spPr>
          <a:xfrm>
            <a:off x="7533134" y="39332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0" name="02_predicted_pose_3969">
            <a:extLst>
              <a:ext uri="{FF2B5EF4-FFF2-40B4-BE49-F238E27FC236}">
                <a16:creationId xmlns:a16="http://schemas.microsoft.com/office/drawing/2014/main" id="{A21AB204-6DA2-4487-A240-DD9957B5ACDD}"/>
              </a:ext>
            </a:extLst>
          </p:cNvPr>
          <p:cNvSpPr>
            <a:spLocks noGrp="1"/>
          </p:cNvSpPr>
          <p:nvPr/>
        </p:nvSpPr>
        <p:spPr>
          <a:xfrm>
            <a:off x="7562301" y="400547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1" name="02_predicted_pose_3970">
            <a:extLst>
              <a:ext uri="{FF2B5EF4-FFF2-40B4-BE49-F238E27FC236}">
                <a16:creationId xmlns:a16="http://schemas.microsoft.com/office/drawing/2014/main" id="{63254328-F1A8-4BC9-8471-C60DFF30A3A3}"/>
              </a:ext>
            </a:extLst>
          </p:cNvPr>
          <p:cNvSpPr>
            <a:spLocks noGrp="1"/>
          </p:cNvSpPr>
          <p:nvPr/>
        </p:nvSpPr>
        <p:spPr>
          <a:xfrm>
            <a:off x="7588553" y="31286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2" name="02_predicted_pose_3971">
            <a:extLst>
              <a:ext uri="{FF2B5EF4-FFF2-40B4-BE49-F238E27FC236}">
                <a16:creationId xmlns:a16="http://schemas.microsoft.com/office/drawing/2014/main" id="{D56971CA-84DA-4030-BAD0-7A4BC91C274A}"/>
              </a:ext>
            </a:extLst>
          </p:cNvPr>
          <p:cNvSpPr>
            <a:spLocks noGrp="1"/>
          </p:cNvSpPr>
          <p:nvPr/>
        </p:nvSpPr>
        <p:spPr>
          <a:xfrm>
            <a:off x="7603136" y="31561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3" name="02_predicted_pose_3972">
            <a:extLst>
              <a:ext uri="{FF2B5EF4-FFF2-40B4-BE49-F238E27FC236}">
                <a16:creationId xmlns:a16="http://schemas.microsoft.com/office/drawing/2014/main" id="{38D5D9CE-D7F7-4092-A1CD-5D726E38E7F6}"/>
              </a:ext>
            </a:extLst>
          </p:cNvPr>
          <p:cNvSpPr>
            <a:spLocks noGrp="1"/>
          </p:cNvSpPr>
          <p:nvPr/>
        </p:nvSpPr>
        <p:spPr>
          <a:xfrm>
            <a:off x="7530217" y="38675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4" name="02_predicted_pose_3973">
            <a:extLst>
              <a:ext uri="{FF2B5EF4-FFF2-40B4-BE49-F238E27FC236}">
                <a16:creationId xmlns:a16="http://schemas.microsoft.com/office/drawing/2014/main" id="{0425C02E-76C1-4939-9427-D3D84A2347A3}"/>
              </a:ext>
            </a:extLst>
          </p:cNvPr>
          <p:cNvSpPr>
            <a:spLocks noGrp="1"/>
          </p:cNvSpPr>
          <p:nvPr/>
        </p:nvSpPr>
        <p:spPr>
          <a:xfrm>
            <a:off x="7474434" y="390594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5" name="02_predicted_pose_3974">
            <a:extLst>
              <a:ext uri="{FF2B5EF4-FFF2-40B4-BE49-F238E27FC236}">
                <a16:creationId xmlns:a16="http://schemas.microsoft.com/office/drawing/2014/main" id="{DAADFB8D-44D0-456B-90AB-54E0F3D87E31}"/>
              </a:ext>
            </a:extLst>
          </p:cNvPr>
          <p:cNvSpPr>
            <a:spLocks noGrp="1"/>
          </p:cNvSpPr>
          <p:nvPr/>
        </p:nvSpPr>
        <p:spPr>
          <a:xfrm>
            <a:off x="7386201" y="375759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6" name="02_predicted_pose_3975">
            <a:extLst>
              <a:ext uri="{FF2B5EF4-FFF2-40B4-BE49-F238E27FC236}">
                <a16:creationId xmlns:a16="http://schemas.microsoft.com/office/drawing/2014/main" id="{69B63FE6-68D3-4627-B76C-80330F5F8F61}"/>
              </a:ext>
            </a:extLst>
          </p:cNvPr>
          <p:cNvSpPr>
            <a:spLocks noGrp="1"/>
          </p:cNvSpPr>
          <p:nvPr/>
        </p:nvSpPr>
        <p:spPr>
          <a:xfrm>
            <a:off x="7644336" y="372170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7" name="02_predicted_pose_3976">
            <a:extLst>
              <a:ext uri="{FF2B5EF4-FFF2-40B4-BE49-F238E27FC236}">
                <a16:creationId xmlns:a16="http://schemas.microsoft.com/office/drawing/2014/main" id="{2D15420B-08E6-461F-B6D2-A0B28A7E127A}"/>
              </a:ext>
            </a:extLst>
          </p:cNvPr>
          <p:cNvSpPr>
            <a:spLocks noGrp="1"/>
          </p:cNvSpPr>
          <p:nvPr/>
        </p:nvSpPr>
        <p:spPr>
          <a:xfrm>
            <a:off x="7598762" y="292635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8" name="02_predicted_pose_3977">
            <a:extLst>
              <a:ext uri="{FF2B5EF4-FFF2-40B4-BE49-F238E27FC236}">
                <a16:creationId xmlns:a16="http://schemas.microsoft.com/office/drawing/2014/main" id="{396FE6EA-FD81-4C3B-84D0-244486946857}"/>
              </a:ext>
            </a:extLst>
          </p:cNvPr>
          <p:cNvSpPr>
            <a:spLocks noGrp="1"/>
          </p:cNvSpPr>
          <p:nvPr/>
        </p:nvSpPr>
        <p:spPr>
          <a:xfrm>
            <a:off x="7613345" y="289056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79" name="02_predicted_pose_3978">
            <a:extLst>
              <a:ext uri="{FF2B5EF4-FFF2-40B4-BE49-F238E27FC236}">
                <a16:creationId xmlns:a16="http://schemas.microsoft.com/office/drawing/2014/main" id="{A40DFA65-1AEE-402D-AAC3-2C332E0B9301}"/>
              </a:ext>
            </a:extLst>
          </p:cNvPr>
          <p:cNvSpPr>
            <a:spLocks noGrp="1"/>
          </p:cNvSpPr>
          <p:nvPr/>
        </p:nvSpPr>
        <p:spPr>
          <a:xfrm>
            <a:off x="7408077" y="380707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0" name="02_predicted_pose_3979">
            <a:extLst>
              <a:ext uri="{FF2B5EF4-FFF2-40B4-BE49-F238E27FC236}">
                <a16:creationId xmlns:a16="http://schemas.microsoft.com/office/drawing/2014/main" id="{F63E6DBE-600F-4EFB-B004-4EF0391440E2}"/>
              </a:ext>
            </a:extLst>
          </p:cNvPr>
          <p:cNvSpPr>
            <a:spLocks noGrp="1"/>
          </p:cNvSpPr>
          <p:nvPr/>
        </p:nvSpPr>
        <p:spPr>
          <a:xfrm>
            <a:off x="7599126" y="375639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1" name="02_predicted_pose_3980">
            <a:extLst>
              <a:ext uri="{FF2B5EF4-FFF2-40B4-BE49-F238E27FC236}">
                <a16:creationId xmlns:a16="http://schemas.microsoft.com/office/drawing/2014/main" id="{2DF952B5-C8D7-47B3-9E0B-43E9ED07E569}"/>
              </a:ext>
            </a:extLst>
          </p:cNvPr>
          <p:cNvSpPr>
            <a:spLocks noGrp="1"/>
          </p:cNvSpPr>
          <p:nvPr/>
        </p:nvSpPr>
        <p:spPr>
          <a:xfrm>
            <a:off x="7613709" y="37453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2" name="02_predicted_pose_3981">
            <a:extLst>
              <a:ext uri="{FF2B5EF4-FFF2-40B4-BE49-F238E27FC236}">
                <a16:creationId xmlns:a16="http://schemas.microsoft.com/office/drawing/2014/main" id="{52156F15-5109-40BB-986F-9998E598E845}"/>
              </a:ext>
            </a:extLst>
          </p:cNvPr>
          <p:cNvSpPr>
            <a:spLocks noGrp="1"/>
          </p:cNvSpPr>
          <p:nvPr/>
        </p:nvSpPr>
        <p:spPr>
          <a:xfrm>
            <a:off x="7628294" y="372075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3" name="02_predicted_pose_3982">
            <a:extLst>
              <a:ext uri="{FF2B5EF4-FFF2-40B4-BE49-F238E27FC236}">
                <a16:creationId xmlns:a16="http://schemas.microsoft.com/office/drawing/2014/main" id="{7705799E-EC82-4AFF-99E2-855D80B066D7}"/>
              </a:ext>
            </a:extLst>
          </p:cNvPr>
          <p:cNvSpPr>
            <a:spLocks noGrp="1"/>
          </p:cNvSpPr>
          <p:nvPr/>
        </p:nvSpPr>
        <p:spPr>
          <a:xfrm>
            <a:off x="7642878" y="34171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4" name="02_predicted_pose_3983">
            <a:extLst>
              <a:ext uri="{FF2B5EF4-FFF2-40B4-BE49-F238E27FC236}">
                <a16:creationId xmlns:a16="http://schemas.microsoft.com/office/drawing/2014/main" id="{290254FA-A7EE-4664-AECA-F612DB82E7E2}"/>
              </a:ext>
            </a:extLst>
          </p:cNvPr>
          <p:cNvSpPr>
            <a:spLocks noGrp="1"/>
          </p:cNvSpPr>
          <p:nvPr/>
        </p:nvSpPr>
        <p:spPr>
          <a:xfrm>
            <a:off x="7657461" y="37619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5" name="02_predicted_pose_3984">
            <a:extLst>
              <a:ext uri="{FF2B5EF4-FFF2-40B4-BE49-F238E27FC236}">
                <a16:creationId xmlns:a16="http://schemas.microsoft.com/office/drawing/2014/main" id="{AFF6EBEF-8D7E-4E8C-BDD1-DB0610F35E48}"/>
              </a:ext>
            </a:extLst>
          </p:cNvPr>
          <p:cNvSpPr>
            <a:spLocks noGrp="1"/>
          </p:cNvSpPr>
          <p:nvPr/>
        </p:nvSpPr>
        <p:spPr>
          <a:xfrm>
            <a:off x="7474069" y="38112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6" name="02_predicted_pose_3985">
            <a:extLst>
              <a:ext uri="{FF2B5EF4-FFF2-40B4-BE49-F238E27FC236}">
                <a16:creationId xmlns:a16="http://schemas.microsoft.com/office/drawing/2014/main" id="{70909FAD-283C-48CF-8850-F107AAAFF01F}"/>
              </a:ext>
            </a:extLst>
          </p:cNvPr>
          <p:cNvSpPr>
            <a:spLocks noGrp="1"/>
          </p:cNvSpPr>
          <p:nvPr/>
        </p:nvSpPr>
        <p:spPr>
          <a:xfrm>
            <a:off x="7562301" y="388700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7" name="02_predicted_pose_3986">
            <a:extLst>
              <a:ext uri="{FF2B5EF4-FFF2-40B4-BE49-F238E27FC236}">
                <a16:creationId xmlns:a16="http://schemas.microsoft.com/office/drawing/2014/main" id="{859D2860-536A-4272-9C69-534451A2F297}"/>
              </a:ext>
            </a:extLst>
          </p:cNvPr>
          <p:cNvSpPr>
            <a:spLocks noGrp="1"/>
          </p:cNvSpPr>
          <p:nvPr/>
        </p:nvSpPr>
        <p:spPr>
          <a:xfrm>
            <a:off x="7591469" y="39478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8" name="02_predicted_pose_3987">
            <a:extLst>
              <a:ext uri="{FF2B5EF4-FFF2-40B4-BE49-F238E27FC236}">
                <a16:creationId xmlns:a16="http://schemas.microsoft.com/office/drawing/2014/main" id="{0C5E6A9C-9753-4694-91DA-63B7C92A13F3}"/>
              </a:ext>
            </a:extLst>
          </p:cNvPr>
          <p:cNvSpPr>
            <a:spLocks noGrp="1"/>
          </p:cNvSpPr>
          <p:nvPr/>
        </p:nvSpPr>
        <p:spPr>
          <a:xfrm>
            <a:off x="7620636" y="39138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89" name="02_predicted_pose_3988">
            <a:extLst>
              <a:ext uri="{FF2B5EF4-FFF2-40B4-BE49-F238E27FC236}">
                <a16:creationId xmlns:a16="http://schemas.microsoft.com/office/drawing/2014/main" id="{F7168F60-13F9-4D49-94CF-D7F23A8DD1A5}"/>
              </a:ext>
            </a:extLst>
          </p:cNvPr>
          <p:cNvSpPr>
            <a:spLocks noGrp="1"/>
          </p:cNvSpPr>
          <p:nvPr/>
        </p:nvSpPr>
        <p:spPr>
          <a:xfrm>
            <a:off x="7649805" y="398737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0" name="02_predicted_pose_3989">
            <a:extLst>
              <a:ext uri="{FF2B5EF4-FFF2-40B4-BE49-F238E27FC236}">
                <a16:creationId xmlns:a16="http://schemas.microsoft.com/office/drawing/2014/main" id="{3487F6A3-4916-4344-93CE-EC9F729E504B}"/>
              </a:ext>
            </a:extLst>
          </p:cNvPr>
          <p:cNvSpPr>
            <a:spLocks noGrp="1"/>
          </p:cNvSpPr>
          <p:nvPr/>
        </p:nvSpPr>
        <p:spPr>
          <a:xfrm>
            <a:off x="7734391" y="38320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1" name="02_predicted_pose_3990">
            <a:extLst>
              <a:ext uri="{FF2B5EF4-FFF2-40B4-BE49-F238E27FC236}">
                <a16:creationId xmlns:a16="http://schemas.microsoft.com/office/drawing/2014/main" id="{8BF2FEEC-6D04-4A5D-ACC2-A07F3B00767B}"/>
              </a:ext>
            </a:extLst>
          </p:cNvPr>
          <p:cNvSpPr>
            <a:spLocks noGrp="1"/>
          </p:cNvSpPr>
          <p:nvPr/>
        </p:nvSpPr>
        <p:spPr>
          <a:xfrm>
            <a:off x="7400056" y="38114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2" name="02_predicted_pose_3991">
            <a:extLst>
              <a:ext uri="{FF2B5EF4-FFF2-40B4-BE49-F238E27FC236}">
                <a16:creationId xmlns:a16="http://schemas.microsoft.com/office/drawing/2014/main" id="{173FD1F0-7DF3-4D0D-8266-508E747A7785}"/>
              </a:ext>
            </a:extLst>
          </p:cNvPr>
          <p:cNvSpPr>
            <a:spLocks noGrp="1"/>
          </p:cNvSpPr>
          <p:nvPr/>
        </p:nvSpPr>
        <p:spPr>
          <a:xfrm>
            <a:off x="7429224" y="37671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3" name="02_predicted_pose_3992">
            <a:extLst>
              <a:ext uri="{FF2B5EF4-FFF2-40B4-BE49-F238E27FC236}">
                <a16:creationId xmlns:a16="http://schemas.microsoft.com/office/drawing/2014/main" id="{57AA00DE-0465-43D3-A0E3-93A4676B1433}"/>
              </a:ext>
            </a:extLst>
          </p:cNvPr>
          <p:cNvSpPr>
            <a:spLocks noGrp="1"/>
          </p:cNvSpPr>
          <p:nvPr/>
        </p:nvSpPr>
        <p:spPr>
          <a:xfrm>
            <a:off x="7458391" y="38798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4" name="02_predicted_pose_3993">
            <a:extLst>
              <a:ext uri="{FF2B5EF4-FFF2-40B4-BE49-F238E27FC236}">
                <a16:creationId xmlns:a16="http://schemas.microsoft.com/office/drawing/2014/main" id="{98DFE57C-B50C-4D3A-A2C4-1097EDD8C30B}"/>
              </a:ext>
            </a:extLst>
          </p:cNvPr>
          <p:cNvSpPr>
            <a:spLocks noGrp="1"/>
          </p:cNvSpPr>
          <p:nvPr/>
        </p:nvSpPr>
        <p:spPr>
          <a:xfrm>
            <a:off x="7487560" y="38137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5" name="02_predicted_pose_3994">
            <a:extLst>
              <a:ext uri="{FF2B5EF4-FFF2-40B4-BE49-F238E27FC236}">
                <a16:creationId xmlns:a16="http://schemas.microsoft.com/office/drawing/2014/main" id="{BE6A40DD-4325-4829-8A4B-176ECB51B5C6}"/>
              </a:ext>
            </a:extLst>
          </p:cNvPr>
          <p:cNvSpPr>
            <a:spLocks noGrp="1"/>
          </p:cNvSpPr>
          <p:nvPr/>
        </p:nvSpPr>
        <p:spPr>
          <a:xfrm>
            <a:off x="7385107" y="382407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6" name="02_predicted_pose_3995">
            <a:extLst>
              <a:ext uri="{FF2B5EF4-FFF2-40B4-BE49-F238E27FC236}">
                <a16:creationId xmlns:a16="http://schemas.microsoft.com/office/drawing/2014/main" id="{AEBE0CD6-3691-4C3B-B25C-66968169110B}"/>
              </a:ext>
            </a:extLst>
          </p:cNvPr>
          <p:cNvSpPr>
            <a:spLocks noGrp="1"/>
          </p:cNvSpPr>
          <p:nvPr/>
        </p:nvSpPr>
        <p:spPr>
          <a:xfrm>
            <a:off x="7437610" y="392292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7" name="02_predicted_pose_3996">
            <a:extLst>
              <a:ext uri="{FF2B5EF4-FFF2-40B4-BE49-F238E27FC236}">
                <a16:creationId xmlns:a16="http://schemas.microsoft.com/office/drawing/2014/main" id="{3790B3A6-89E9-417F-82CC-DEC267BBBA6C}"/>
              </a:ext>
            </a:extLst>
          </p:cNvPr>
          <p:cNvSpPr>
            <a:spLocks noGrp="1"/>
          </p:cNvSpPr>
          <p:nvPr/>
        </p:nvSpPr>
        <p:spPr>
          <a:xfrm>
            <a:off x="7587824" y="40521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8" name="02_predicted_pose_3997">
            <a:extLst>
              <a:ext uri="{FF2B5EF4-FFF2-40B4-BE49-F238E27FC236}">
                <a16:creationId xmlns:a16="http://schemas.microsoft.com/office/drawing/2014/main" id="{3B29EBCC-E820-40C3-B978-985275DC43E8}"/>
              </a:ext>
            </a:extLst>
          </p:cNvPr>
          <p:cNvSpPr>
            <a:spLocks noGrp="1"/>
          </p:cNvSpPr>
          <p:nvPr/>
        </p:nvSpPr>
        <p:spPr>
          <a:xfrm>
            <a:off x="7616991" y="402349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99" name="02_predicted_pose_3998">
            <a:extLst>
              <a:ext uri="{FF2B5EF4-FFF2-40B4-BE49-F238E27FC236}">
                <a16:creationId xmlns:a16="http://schemas.microsoft.com/office/drawing/2014/main" id="{2BB0C227-B076-49A3-B97D-DCDD1557587B}"/>
              </a:ext>
            </a:extLst>
          </p:cNvPr>
          <p:cNvSpPr>
            <a:spLocks noGrp="1"/>
          </p:cNvSpPr>
          <p:nvPr/>
        </p:nvSpPr>
        <p:spPr>
          <a:xfrm>
            <a:off x="7660743" y="399057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0" name="02_predicted_pose_3999">
            <a:extLst>
              <a:ext uri="{FF2B5EF4-FFF2-40B4-BE49-F238E27FC236}">
                <a16:creationId xmlns:a16="http://schemas.microsoft.com/office/drawing/2014/main" id="{E8FDBE43-0A68-4B8F-A284-9422A72A2E7E}"/>
              </a:ext>
            </a:extLst>
          </p:cNvPr>
          <p:cNvSpPr>
            <a:spLocks noGrp="1"/>
          </p:cNvSpPr>
          <p:nvPr/>
        </p:nvSpPr>
        <p:spPr>
          <a:xfrm>
            <a:off x="7689910" y="39809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1" name="02_predicted_pose_4000">
            <a:extLst>
              <a:ext uri="{FF2B5EF4-FFF2-40B4-BE49-F238E27FC236}">
                <a16:creationId xmlns:a16="http://schemas.microsoft.com/office/drawing/2014/main" id="{9A54A5B0-45F1-4C96-BC94-27F3AE95BE1E}"/>
              </a:ext>
            </a:extLst>
          </p:cNvPr>
          <p:cNvSpPr>
            <a:spLocks noGrp="1"/>
          </p:cNvSpPr>
          <p:nvPr/>
        </p:nvSpPr>
        <p:spPr>
          <a:xfrm>
            <a:off x="7719078" y="402835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2" name="02_predicted_pose_4001">
            <a:extLst>
              <a:ext uri="{FF2B5EF4-FFF2-40B4-BE49-F238E27FC236}">
                <a16:creationId xmlns:a16="http://schemas.microsoft.com/office/drawing/2014/main" id="{A4995733-C539-4BF7-9DB5-CDCDE1BF9C52}"/>
              </a:ext>
            </a:extLst>
          </p:cNvPr>
          <p:cNvSpPr>
            <a:spLocks noGrp="1"/>
          </p:cNvSpPr>
          <p:nvPr/>
        </p:nvSpPr>
        <p:spPr>
          <a:xfrm>
            <a:off x="7700484" y="400799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3" name="02_predicted_pose_4002">
            <a:extLst>
              <a:ext uri="{FF2B5EF4-FFF2-40B4-BE49-F238E27FC236}">
                <a16:creationId xmlns:a16="http://schemas.microsoft.com/office/drawing/2014/main" id="{D5692BCD-F853-45AD-AE6F-CC8C636CBD42}"/>
              </a:ext>
            </a:extLst>
          </p:cNvPr>
          <p:cNvSpPr>
            <a:spLocks noGrp="1"/>
          </p:cNvSpPr>
          <p:nvPr/>
        </p:nvSpPr>
        <p:spPr>
          <a:xfrm>
            <a:off x="7435422" y="40468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4" name="02_predicted_pose_4003">
            <a:extLst>
              <a:ext uri="{FF2B5EF4-FFF2-40B4-BE49-F238E27FC236}">
                <a16:creationId xmlns:a16="http://schemas.microsoft.com/office/drawing/2014/main" id="{4720423A-948E-434C-9005-4786784669A0}"/>
              </a:ext>
            </a:extLst>
          </p:cNvPr>
          <p:cNvSpPr>
            <a:spLocks noGrp="1"/>
          </p:cNvSpPr>
          <p:nvPr/>
        </p:nvSpPr>
        <p:spPr>
          <a:xfrm>
            <a:off x="7730745" y="404940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5" name="02_predicted_pose_4004">
            <a:extLst>
              <a:ext uri="{FF2B5EF4-FFF2-40B4-BE49-F238E27FC236}">
                <a16:creationId xmlns:a16="http://schemas.microsoft.com/office/drawing/2014/main" id="{1704EB60-736B-4BE9-94B1-7EA327B91F89}"/>
              </a:ext>
            </a:extLst>
          </p:cNvPr>
          <p:cNvSpPr>
            <a:spLocks noGrp="1"/>
          </p:cNvSpPr>
          <p:nvPr/>
        </p:nvSpPr>
        <p:spPr>
          <a:xfrm>
            <a:off x="7564124" y="400089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6" name="02_predicted_pose_4005">
            <a:extLst>
              <a:ext uri="{FF2B5EF4-FFF2-40B4-BE49-F238E27FC236}">
                <a16:creationId xmlns:a16="http://schemas.microsoft.com/office/drawing/2014/main" id="{82B68A35-9B0F-481F-947A-6A98664F728A}"/>
              </a:ext>
            </a:extLst>
          </p:cNvPr>
          <p:cNvSpPr>
            <a:spLocks noGrp="1"/>
          </p:cNvSpPr>
          <p:nvPr/>
        </p:nvSpPr>
        <p:spPr>
          <a:xfrm>
            <a:off x="7662565" y="405878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7" name="02_predicted_pose_4006">
            <a:extLst>
              <a:ext uri="{FF2B5EF4-FFF2-40B4-BE49-F238E27FC236}">
                <a16:creationId xmlns:a16="http://schemas.microsoft.com/office/drawing/2014/main" id="{B4CD9CD0-C6C5-4FE4-8F43-4FE40A605DE3}"/>
              </a:ext>
            </a:extLst>
          </p:cNvPr>
          <p:cNvSpPr>
            <a:spLocks noGrp="1"/>
          </p:cNvSpPr>
          <p:nvPr/>
        </p:nvSpPr>
        <p:spPr>
          <a:xfrm>
            <a:off x="7392765" y="38138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8" name="02_predicted_pose_4007">
            <a:extLst>
              <a:ext uri="{FF2B5EF4-FFF2-40B4-BE49-F238E27FC236}">
                <a16:creationId xmlns:a16="http://schemas.microsoft.com/office/drawing/2014/main" id="{0215A614-856C-4E67-8A53-CF82715C09BF}"/>
              </a:ext>
            </a:extLst>
          </p:cNvPr>
          <p:cNvSpPr>
            <a:spLocks noGrp="1"/>
          </p:cNvSpPr>
          <p:nvPr/>
        </p:nvSpPr>
        <p:spPr>
          <a:xfrm>
            <a:off x="7407348" y="38333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9" name="02_predicted_pose_4008">
            <a:extLst>
              <a:ext uri="{FF2B5EF4-FFF2-40B4-BE49-F238E27FC236}">
                <a16:creationId xmlns:a16="http://schemas.microsoft.com/office/drawing/2014/main" id="{C059651D-E0AE-4E7B-96A8-3F8C528CF362}"/>
              </a:ext>
            </a:extLst>
          </p:cNvPr>
          <p:cNvSpPr>
            <a:spLocks noGrp="1"/>
          </p:cNvSpPr>
          <p:nvPr/>
        </p:nvSpPr>
        <p:spPr>
          <a:xfrm>
            <a:off x="7421932" y="369977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0" name="02_predicted_pose_4009">
            <a:extLst>
              <a:ext uri="{FF2B5EF4-FFF2-40B4-BE49-F238E27FC236}">
                <a16:creationId xmlns:a16="http://schemas.microsoft.com/office/drawing/2014/main" id="{EB6F529C-6E42-4081-A0E0-2DBEB1877A5C}"/>
              </a:ext>
            </a:extLst>
          </p:cNvPr>
          <p:cNvSpPr>
            <a:spLocks noGrp="1"/>
          </p:cNvSpPr>
          <p:nvPr/>
        </p:nvSpPr>
        <p:spPr>
          <a:xfrm>
            <a:off x="7436515" y="370619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1" name="02_predicted_pose_4010">
            <a:extLst>
              <a:ext uri="{FF2B5EF4-FFF2-40B4-BE49-F238E27FC236}">
                <a16:creationId xmlns:a16="http://schemas.microsoft.com/office/drawing/2014/main" id="{C5A44192-0EBF-4F94-AA81-B2041F195768}"/>
              </a:ext>
            </a:extLst>
          </p:cNvPr>
          <p:cNvSpPr>
            <a:spLocks noGrp="1"/>
          </p:cNvSpPr>
          <p:nvPr/>
        </p:nvSpPr>
        <p:spPr>
          <a:xfrm>
            <a:off x="7389483" y="38579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2" name="02_predicted_pose_4011">
            <a:extLst>
              <a:ext uri="{FF2B5EF4-FFF2-40B4-BE49-F238E27FC236}">
                <a16:creationId xmlns:a16="http://schemas.microsoft.com/office/drawing/2014/main" id="{8B2A6330-6442-445C-9D17-7B47D11B7075}"/>
              </a:ext>
            </a:extLst>
          </p:cNvPr>
          <p:cNvSpPr>
            <a:spLocks noGrp="1"/>
          </p:cNvSpPr>
          <p:nvPr/>
        </p:nvSpPr>
        <p:spPr>
          <a:xfrm>
            <a:off x="7418650" y="377328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3" name="02_predicted_pose_4012">
            <a:extLst>
              <a:ext uri="{FF2B5EF4-FFF2-40B4-BE49-F238E27FC236}">
                <a16:creationId xmlns:a16="http://schemas.microsoft.com/office/drawing/2014/main" id="{868D879C-954B-4130-B4B5-950A34E575D3}"/>
              </a:ext>
            </a:extLst>
          </p:cNvPr>
          <p:cNvSpPr>
            <a:spLocks noGrp="1"/>
          </p:cNvSpPr>
          <p:nvPr/>
        </p:nvSpPr>
        <p:spPr>
          <a:xfrm>
            <a:off x="7507976" y="392339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4" name="02_predicted_pose_4013">
            <a:extLst>
              <a:ext uri="{FF2B5EF4-FFF2-40B4-BE49-F238E27FC236}">
                <a16:creationId xmlns:a16="http://schemas.microsoft.com/office/drawing/2014/main" id="{02A71767-5BC1-4DF2-A33D-11386763078F}"/>
              </a:ext>
            </a:extLst>
          </p:cNvPr>
          <p:cNvSpPr>
            <a:spLocks noGrp="1"/>
          </p:cNvSpPr>
          <p:nvPr/>
        </p:nvSpPr>
        <p:spPr>
          <a:xfrm>
            <a:off x="7452922" y="39075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5" name="02_predicted_pose_4014">
            <a:extLst>
              <a:ext uri="{FF2B5EF4-FFF2-40B4-BE49-F238E27FC236}">
                <a16:creationId xmlns:a16="http://schemas.microsoft.com/office/drawing/2014/main" id="{C9E28D60-D06D-4320-A6F5-2BFFFC973339}"/>
              </a:ext>
            </a:extLst>
          </p:cNvPr>
          <p:cNvSpPr>
            <a:spLocks noGrp="1"/>
          </p:cNvSpPr>
          <p:nvPr/>
        </p:nvSpPr>
        <p:spPr>
          <a:xfrm>
            <a:off x="7467506" y="387507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6" name="02_predicted_pose_4015">
            <a:extLst>
              <a:ext uri="{FF2B5EF4-FFF2-40B4-BE49-F238E27FC236}">
                <a16:creationId xmlns:a16="http://schemas.microsoft.com/office/drawing/2014/main" id="{C7512BA5-B6C7-4D32-82A4-F1C8BAD9138B}"/>
              </a:ext>
            </a:extLst>
          </p:cNvPr>
          <p:cNvSpPr>
            <a:spLocks noGrp="1"/>
          </p:cNvSpPr>
          <p:nvPr/>
        </p:nvSpPr>
        <p:spPr>
          <a:xfrm>
            <a:off x="7482091" y="382442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7" name="02_predicted_pose_4016">
            <a:extLst>
              <a:ext uri="{FF2B5EF4-FFF2-40B4-BE49-F238E27FC236}">
                <a16:creationId xmlns:a16="http://schemas.microsoft.com/office/drawing/2014/main" id="{EBED379B-DEEE-4862-9FAF-8B3BCEFF6714}"/>
              </a:ext>
            </a:extLst>
          </p:cNvPr>
          <p:cNvSpPr>
            <a:spLocks noGrp="1"/>
          </p:cNvSpPr>
          <p:nvPr/>
        </p:nvSpPr>
        <p:spPr>
          <a:xfrm>
            <a:off x="7430682" y="34262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8" name="02_predicted_pose_4017">
            <a:extLst>
              <a:ext uri="{FF2B5EF4-FFF2-40B4-BE49-F238E27FC236}">
                <a16:creationId xmlns:a16="http://schemas.microsoft.com/office/drawing/2014/main" id="{A8EB429C-F59E-44B7-9A17-B131E28AF2E5}"/>
              </a:ext>
            </a:extLst>
          </p:cNvPr>
          <p:cNvSpPr>
            <a:spLocks noGrp="1"/>
          </p:cNvSpPr>
          <p:nvPr/>
        </p:nvSpPr>
        <p:spPr>
          <a:xfrm>
            <a:off x="7445266" y="348005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19" name="02_predicted_pose_4018">
            <a:extLst>
              <a:ext uri="{FF2B5EF4-FFF2-40B4-BE49-F238E27FC236}">
                <a16:creationId xmlns:a16="http://schemas.microsoft.com/office/drawing/2014/main" id="{C33A6BB7-DE98-481C-B317-6F1A74738EF8}"/>
              </a:ext>
            </a:extLst>
          </p:cNvPr>
          <p:cNvSpPr>
            <a:spLocks noGrp="1"/>
          </p:cNvSpPr>
          <p:nvPr/>
        </p:nvSpPr>
        <p:spPr>
          <a:xfrm>
            <a:off x="7459850" y="338608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0" name="02_predicted_pose_4019">
            <a:extLst>
              <a:ext uri="{FF2B5EF4-FFF2-40B4-BE49-F238E27FC236}">
                <a16:creationId xmlns:a16="http://schemas.microsoft.com/office/drawing/2014/main" id="{76067620-1EB4-44A6-89A2-178E9FAFAD5D}"/>
              </a:ext>
            </a:extLst>
          </p:cNvPr>
          <p:cNvSpPr>
            <a:spLocks noGrp="1"/>
          </p:cNvSpPr>
          <p:nvPr/>
        </p:nvSpPr>
        <p:spPr>
          <a:xfrm>
            <a:off x="7480267" y="320471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1" name="02_predicted_pose_4020">
            <a:extLst>
              <a:ext uri="{FF2B5EF4-FFF2-40B4-BE49-F238E27FC236}">
                <a16:creationId xmlns:a16="http://schemas.microsoft.com/office/drawing/2014/main" id="{819096EB-12EF-4648-B059-E1E8DB6B8057}"/>
              </a:ext>
            </a:extLst>
          </p:cNvPr>
          <p:cNvSpPr>
            <a:spLocks noGrp="1"/>
          </p:cNvSpPr>
          <p:nvPr/>
        </p:nvSpPr>
        <p:spPr>
          <a:xfrm>
            <a:off x="7524019" y="331865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2" name="02_predicted_pose_4021">
            <a:extLst>
              <a:ext uri="{FF2B5EF4-FFF2-40B4-BE49-F238E27FC236}">
                <a16:creationId xmlns:a16="http://schemas.microsoft.com/office/drawing/2014/main" id="{48C2B224-AE26-4B8D-A217-60EB293AFC7B}"/>
              </a:ext>
            </a:extLst>
          </p:cNvPr>
          <p:cNvSpPr>
            <a:spLocks noGrp="1"/>
          </p:cNvSpPr>
          <p:nvPr/>
        </p:nvSpPr>
        <p:spPr>
          <a:xfrm>
            <a:off x="7494487" y="321934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3" name="02_predicted_pose_4022">
            <a:extLst>
              <a:ext uri="{FF2B5EF4-FFF2-40B4-BE49-F238E27FC236}">
                <a16:creationId xmlns:a16="http://schemas.microsoft.com/office/drawing/2014/main" id="{1186E5D9-6881-415F-8BCB-FCFE0645183D}"/>
              </a:ext>
            </a:extLst>
          </p:cNvPr>
          <p:cNvSpPr>
            <a:spLocks noGrp="1"/>
          </p:cNvSpPr>
          <p:nvPr/>
        </p:nvSpPr>
        <p:spPr>
          <a:xfrm>
            <a:off x="7592928" y="319664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4" name="02_predicted_pose_4023">
            <a:extLst>
              <a:ext uri="{FF2B5EF4-FFF2-40B4-BE49-F238E27FC236}">
                <a16:creationId xmlns:a16="http://schemas.microsoft.com/office/drawing/2014/main" id="{29992391-E38B-4B8D-A5D2-FC4BE8671C96}"/>
              </a:ext>
            </a:extLst>
          </p:cNvPr>
          <p:cNvSpPr>
            <a:spLocks noGrp="1"/>
          </p:cNvSpPr>
          <p:nvPr/>
        </p:nvSpPr>
        <p:spPr>
          <a:xfrm>
            <a:off x="7721630" y="323253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5" name="02_predicted_pose_4024">
            <a:extLst>
              <a:ext uri="{FF2B5EF4-FFF2-40B4-BE49-F238E27FC236}">
                <a16:creationId xmlns:a16="http://schemas.microsoft.com/office/drawing/2014/main" id="{3FEEFBCB-1F1D-4A53-8997-B79FEB21439B}"/>
              </a:ext>
            </a:extLst>
          </p:cNvPr>
          <p:cNvSpPr>
            <a:spLocks noGrp="1"/>
          </p:cNvSpPr>
          <p:nvPr/>
        </p:nvSpPr>
        <p:spPr>
          <a:xfrm>
            <a:off x="7456569" y="319247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6" name="02_predicted_pose_4025">
            <a:extLst>
              <a:ext uri="{FF2B5EF4-FFF2-40B4-BE49-F238E27FC236}">
                <a16:creationId xmlns:a16="http://schemas.microsoft.com/office/drawing/2014/main" id="{13F82482-1C5E-487D-BFEF-28F021DFDAE2}"/>
              </a:ext>
            </a:extLst>
          </p:cNvPr>
          <p:cNvSpPr>
            <a:spLocks noGrp="1"/>
          </p:cNvSpPr>
          <p:nvPr/>
        </p:nvSpPr>
        <p:spPr>
          <a:xfrm>
            <a:off x="7612251" y="367345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7" name="02_predicted_pose_4026">
            <a:extLst>
              <a:ext uri="{FF2B5EF4-FFF2-40B4-BE49-F238E27FC236}">
                <a16:creationId xmlns:a16="http://schemas.microsoft.com/office/drawing/2014/main" id="{80102DC7-0E25-4AD6-9A41-4A6220C2A178}"/>
              </a:ext>
            </a:extLst>
          </p:cNvPr>
          <p:cNvSpPr>
            <a:spLocks noGrp="1"/>
          </p:cNvSpPr>
          <p:nvPr/>
        </p:nvSpPr>
        <p:spPr>
          <a:xfrm>
            <a:off x="7626835" y="38996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8" name="02_predicted_pose_4027">
            <a:extLst>
              <a:ext uri="{FF2B5EF4-FFF2-40B4-BE49-F238E27FC236}">
                <a16:creationId xmlns:a16="http://schemas.microsoft.com/office/drawing/2014/main" id="{43055FBF-C6E4-4E27-8F76-A1EC7E6CF6AC}"/>
              </a:ext>
            </a:extLst>
          </p:cNvPr>
          <p:cNvSpPr>
            <a:spLocks noGrp="1"/>
          </p:cNvSpPr>
          <p:nvPr/>
        </p:nvSpPr>
        <p:spPr>
          <a:xfrm>
            <a:off x="7584906" y="376729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9" name="02_predicted_pose_4028">
            <a:extLst>
              <a:ext uri="{FF2B5EF4-FFF2-40B4-BE49-F238E27FC236}">
                <a16:creationId xmlns:a16="http://schemas.microsoft.com/office/drawing/2014/main" id="{C8AA2869-48E0-41F3-A0FA-594AB7619E58}"/>
              </a:ext>
            </a:extLst>
          </p:cNvPr>
          <p:cNvSpPr>
            <a:spLocks noGrp="1"/>
          </p:cNvSpPr>
          <p:nvPr/>
        </p:nvSpPr>
        <p:spPr>
          <a:xfrm>
            <a:off x="7599491" y="375888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0" name="02_predicted_pose_4029">
            <a:extLst>
              <a:ext uri="{FF2B5EF4-FFF2-40B4-BE49-F238E27FC236}">
                <a16:creationId xmlns:a16="http://schemas.microsoft.com/office/drawing/2014/main" id="{4231F55C-9641-48CF-96AF-84B2E1BEC793}"/>
              </a:ext>
            </a:extLst>
          </p:cNvPr>
          <p:cNvSpPr>
            <a:spLocks noGrp="1"/>
          </p:cNvSpPr>
          <p:nvPr/>
        </p:nvSpPr>
        <p:spPr>
          <a:xfrm>
            <a:off x="7614074" y="3733634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1" name="02_predicted_pose_4030">
            <a:extLst>
              <a:ext uri="{FF2B5EF4-FFF2-40B4-BE49-F238E27FC236}">
                <a16:creationId xmlns:a16="http://schemas.microsoft.com/office/drawing/2014/main" id="{D3D89F5A-15D4-4488-83D7-EC499B35BA37}"/>
              </a:ext>
            </a:extLst>
          </p:cNvPr>
          <p:cNvSpPr>
            <a:spLocks noGrp="1"/>
          </p:cNvSpPr>
          <p:nvPr/>
        </p:nvSpPr>
        <p:spPr>
          <a:xfrm>
            <a:off x="7643242" y="372328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2" name="02_predicted_pose_4031">
            <a:extLst>
              <a:ext uri="{FF2B5EF4-FFF2-40B4-BE49-F238E27FC236}">
                <a16:creationId xmlns:a16="http://schemas.microsoft.com/office/drawing/2014/main" id="{ECAD27CC-C5A2-49AC-9249-2C0B003A104E}"/>
              </a:ext>
            </a:extLst>
          </p:cNvPr>
          <p:cNvSpPr>
            <a:spLocks noGrp="1"/>
          </p:cNvSpPr>
          <p:nvPr/>
        </p:nvSpPr>
        <p:spPr>
          <a:xfrm>
            <a:off x="7657826" y="375196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3" name="02_predicted_pose_4032">
            <a:extLst>
              <a:ext uri="{FF2B5EF4-FFF2-40B4-BE49-F238E27FC236}">
                <a16:creationId xmlns:a16="http://schemas.microsoft.com/office/drawing/2014/main" id="{E1D4821D-952D-4082-B770-741E41054E74}"/>
              </a:ext>
            </a:extLst>
          </p:cNvPr>
          <p:cNvSpPr>
            <a:spLocks noGrp="1"/>
          </p:cNvSpPr>
          <p:nvPr/>
        </p:nvSpPr>
        <p:spPr>
          <a:xfrm>
            <a:off x="7460579" y="394325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4" name="02_predicted_pose_4033">
            <a:extLst>
              <a:ext uri="{FF2B5EF4-FFF2-40B4-BE49-F238E27FC236}">
                <a16:creationId xmlns:a16="http://schemas.microsoft.com/office/drawing/2014/main" id="{48D42A37-7F87-4D8C-976D-B25F65B754A5}"/>
              </a:ext>
            </a:extLst>
          </p:cNvPr>
          <p:cNvSpPr>
            <a:spLocks noGrp="1"/>
          </p:cNvSpPr>
          <p:nvPr/>
        </p:nvSpPr>
        <p:spPr>
          <a:xfrm>
            <a:off x="7569229" y="36585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5" name="02_predicted_pose_4034">
            <a:extLst>
              <a:ext uri="{FF2B5EF4-FFF2-40B4-BE49-F238E27FC236}">
                <a16:creationId xmlns:a16="http://schemas.microsoft.com/office/drawing/2014/main" id="{D01DB5D8-71A3-49F3-8F0A-A27EC53DCFF1}"/>
              </a:ext>
            </a:extLst>
          </p:cNvPr>
          <p:cNvSpPr>
            <a:spLocks noGrp="1"/>
          </p:cNvSpPr>
          <p:nvPr/>
        </p:nvSpPr>
        <p:spPr>
          <a:xfrm>
            <a:off x="7612980" y="36943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6" name="02_predicted_pose_4035">
            <a:extLst>
              <a:ext uri="{FF2B5EF4-FFF2-40B4-BE49-F238E27FC236}">
                <a16:creationId xmlns:a16="http://schemas.microsoft.com/office/drawing/2014/main" id="{82A9F5EB-AF88-4756-B558-4D2E0C4FDBA8}"/>
              </a:ext>
            </a:extLst>
          </p:cNvPr>
          <p:cNvSpPr>
            <a:spLocks noGrp="1"/>
          </p:cNvSpPr>
          <p:nvPr/>
        </p:nvSpPr>
        <p:spPr>
          <a:xfrm>
            <a:off x="7627564" y="360173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7" name="02_predicted_pose_4036">
            <a:extLst>
              <a:ext uri="{FF2B5EF4-FFF2-40B4-BE49-F238E27FC236}">
                <a16:creationId xmlns:a16="http://schemas.microsoft.com/office/drawing/2014/main" id="{849FFA1B-5C9D-4858-8AB0-FD6483BCFB5D}"/>
              </a:ext>
            </a:extLst>
          </p:cNvPr>
          <p:cNvSpPr>
            <a:spLocks noGrp="1"/>
          </p:cNvSpPr>
          <p:nvPr/>
        </p:nvSpPr>
        <p:spPr>
          <a:xfrm>
            <a:off x="7656732" y="36115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8" name="02_predicted_pose_4037">
            <a:extLst>
              <a:ext uri="{FF2B5EF4-FFF2-40B4-BE49-F238E27FC236}">
                <a16:creationId xmlns:a16="http://schemas.microsoft.com/office/drawing/2014/main" id="{EF3FAE48-4DA2-4F20-BDDC-1F2655C72B86}"/>
              </a:ext>
            </a:extLst>
          </p:cNvPr>
          <p:cNvSpPr>
            <a:spLocks noGrp="1"/>
          </p:cNvSpPr>
          <p:nvPr/>
        </p:nvSpPr>
        <p:spPr>
          <a:xfrm>
            <a:off x="7541155" y="386223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39" name="02_predicted_pose_4038">
            <a:extLst>
              <a:ext uri="{FF2B5EF4-FFF2-40B4-BE49-F238E27FC236}">
                <a16:creationId xmlns:a16="http://schemas.microsoft.com/office/drawing/2014/main" id="{B9F3F79C-A49B-4BA8-A981-BE9C3935A539}"/>
              </a:ext>
            </a:extLst>
          </p:cNvPr>
          <p:cNvSpPr>
            <a:spLocks noGrp="1"/>
          </p:cNvSpPr>
          <p:nvPr/>
        </p:nvSpPr>
        <p:spPr>
          <a:xfrm>
            <a:off x="7570322" y="394582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0" name="02_predicted_pose_4039">
            <a:extLst>
              <a:ext uri="{FF2B5EF4-FFF2-40B4-BE49-F238E27FC236}">
                <a16:creationId xmlns:a16="http://schemas.microsoft.com/office/drawing/2014/main" id="{4FF58FB9-B296-45CF-886D-6A0D2F0C88C1}"/>
              </a:ext>
            </a:extLst>
          </p:cNvPr>
          <p:cNvSpPr>
            <a:spLocks noGrp="1"/>
          </p:cNvSpPr>
          <p:nvPr/>
        </p:nvSpPr>
        <p:spPr>
          <a:xfrm>
            <a:off x="7599491" y="383121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1" name="02_predicted_pose_4040">
            <a:extLst>
              <a:ext uri="{FF2B5EF4-FFF2-40B4-BE49-F238E27FC236}">
                <a16:creationId xmlns:a16="http://schemas.microsoft.com/office/drawing/2014/main" id="{EF0D97F0-2AC0-4B8F-A7F0-9D63D7A77A1A}"/>
              </a:ext>
            </a:extLst>
          </p:cNvPr>
          <p:cNvSpPr>
            <a:spLocks noGrp="1"/>
          </p:cNvSpPr>
          <p:nvPr/>
        </p:nvSpPr>
        <p:spPr>
          <a:xfrm>
            <a:off x="7628658" y="3869862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2" name="02_predicted_pose_4041">
            <a:extLst>
              <a:ext uri="{FF2B5EF4-FFF2-40B4-BE49-F238E27FC236}">
                <a16:creationId xmlns:a16="http://schemas.microsoft.com/office/drawing/2014/main" id="{36C9A606-3EAD-4A7B-9FEC-66EFE5DD4357}"/>
              </a:ext>
            </a:extLst>
          </p:cNvPr>
          <p:cNvSpPr>
            <a:spLocks noGrp="1"/>
          </p:cNvSpPr>
          <p:nvPr/>
        </p:nvSpPr>
        <p:spPr>
          <a:xfrm>
            <a:off x="7657826" y="395603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3" name="02_predicted_pose_4042">
            <a:extLst>
              <a:ext uri="{FF2B5EF4-FFF2-40B4-BE49-F238E27FC236}">
                <a16:creationId xmlns:a16="http://schemas.microsoft.com/office/drawing/2014/main" id="{B2FE87D8-71A4-45A3-97CE-21C37497A9D4}"/>
              </a:ext>
            </a:extLst>
          </p:cNvPr>
          <p:cNvSpPr>
            <a:spLocks noGrp="1"/>
          </p:cNvSpPr>
          <p:nvPr/>
        </p:nvSpPr>
        <p:spPr>
          <a:xfrm>
            <a:off x="7555374" y="3958407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4" name="02_predicted_pose_4043">
            <a:extLst>
              <a:ext uri="{FF2B5EF4-FFF2-40B4-BE49-F238E27FC236}">
                <a16:creationId xmlns:a16="http://schemas.microsoft.com/office/drawing/2014/main" id="{F2EAE1BE-25BA-41F1-BC37-B9DC63C3EBE9}"/>
              </a:ext>
            </a:extLst>
          </p:cNvPr>
          <p:cNvSpPr>
            <a:spLocks noGrp="1"/>
          </p:cNvSpPr>
          <p:nvPr/>
        </p:nvSpPr>
        <p:spPr>
          <a:xfrm>
            <a:off x="7679337" y="359320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5" name="02_predicted_pose_4044">
            <a:extLst>
              <a:ext uri="{FF2B5EF4-FFF2-40B4-BE49-F238E27FC236}">
                <a16:creationId xmlns:a16="http://schemas.microsoft.com/office/drawing/2014/main" id="{7F597714-C49F-4A5A-BCCC-7E6CE7C284BA}"/>
              </a:ext>
            </a:extLst>
          </p:cNvPr>
          <p:cNvSpPr>
            <a:spLocks noGrp="1"/>
          </p:cNvSpPr>
          <p:nvPr/>
        </p:nvSpPr>
        <p:spPr>
          <a:xfrm>
            <a:off x="7693921" y="360467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6" name="02_predicted_pose_4045">
            <a:extLst>
              <a:ext uri="{FF2B5EF4-FFF2-40B4-BE49-F238E27FC236}">
                <a16:creationId xmlns:a16="http://schemas.microsoft.com/office/drawing/2014/main" id="{EF964AD8-F5AF-4EBE-8138-C18790EA3AAA}"/>
              </a:ext>
            </a:extLst>
          </p:cNvPr>
          <p:cNvSpPr>
            <a:spLocks noGrp="1"/>
          </p:cNvSpPr>
          <p:nvPr/>
        </p:nvSpPr>
        <p:spPr>
          <a:xfrm>
            <a:off x="7464225" y="317289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7" name="02_predicted_pose_4046">
            <a:extLst>
              <a:ext uri="{FF2B5EF4-FFF2-40B4-BE49-F238E27FC236}">
                <a16:creationId xmlns:a16="http://schemas.microsoft.com/office/drawing/2014/main" id="{F1329315-6E15-4C92-98BA-0621159E0ABE}"/>
              </a:ext>
            </a:extLst>
          </p:cNvPr>
          <p:cNvSpPr>
            <a:spLocks noGrp="1"/>
          </p:cNvSpPr>
          <p:nvPr/>
        </p:nvSpPr>
        <p:spPr>
          <a:xfrm>
            <a:off x="7477351" y="4089643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8" name="02_predicted_pose_4047">
            <a:extLst>
              <a:ext uri="{FF2B5EF4-FFF2-40B4-BE49-F238E27FC236}">
                <a16:creationId xmlns:a16="http://schemas.microsoft.com/office/drawing/2014/main" id="{9A5D2F83-99E6-46E2-B8C5-69DD7B021D43}"/>
              </a:ext>
            </a:extLst>
          </p:cNvPr>
          <p:cNvSpPr>
            <a:spLocks noGrp="1"/>
          </p:cNvSpPr>
          <p:nvPr/>
        </p:nvSpPr>
        <p:spPr>
          <a:xfrm>
            <a:off x="7521467" y="38721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9" name="02_predicted_pose_4048">
            <a:extLst>
              <a:ext uri="{FF2B5EF4-FFF2-40B4-BE49-F238E27FC236}">
                <a16:creationId xmlns:a16="http://schemas.microsoft.com/office/drawing/2014/main" id="{AB7C86CB-1B51-4518-8D0A-921A629010A4}"/>
              </a:ext>
            </a:extLst>
          </p:cNvPr>
          <p:cNvSpPr>
            <a:spLocks noGrp="1"/>
          </p:cNvSpPr>
          <p:nvPr/>
        </p:nvSpPr>
        <p:spPr>
          <a:xfrm>
            <a:off x="7482820" y="392519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0" name="02_predicted_pose_4049">
            <a:extLst>
              <a:ext uri="{FF2B5EF4-FFF2-40B4-BE49-F238E27FC236}">
                <a16:creationId xmlns:a16="http://schemas.microsoft.com/office/drawing/2014/main" id="{1BD8572B-3DC8-4D82-9BB8-585DCFD33EE1}"/>
              </a:ext>
            </a:extLst>
          </p:cNvPr>
          <p:cNvSpPr>
            <a:spLocks noGrp="1"/>
          </p:cNvSpPr>
          <p:nvPr/>
        </p:nvSpPr>
        <p:spPr>
          <a:xfrm>
            <a:off x="7427766" y="387516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1" name="02_predicted_pose_4050">
            <a:extLst>
              <a:ext uri="{FF2B5EF4-FFF2-40B4-BE49-F238E27FC236}">
                <a16:creationId xmlns:a16="http://schemas.microsoft.com/office/drawing/2014/main" id="{D1856710-B74E-4341-BADC-74CBEE9749AD}"/>
              </a:ext>
            </a:extLst>
          </p:cNvPr>
          <p:cNvSpPr>
            <a:spLocks noGrp="1"/>
          </p:cNvSpPr>
          <p:nvPr/>
        </p:nvSpPr>
        <p:spPr>
          <a:xfrm>
            <a:off x="7567770" y="397120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2" name="02_predicted_pose_4051">
            <a:extLst>
              <a:ext uri="{FF2B5EF4-FFF2-40B4-BE49-F238E27FC236}">
                <a16:creationId xmlns:a16="http://schemas.microsoft.com/office/drawing/2014/main" id="{78B1E840-F1B1-416C-912B-13598DC1441B}"/>
              </a:ext>
            </a:extLst>
          </p:cNvPr>
          <p:cNvSpPr>
            <a:spLocks noGrp="1"/>
          </p:cNvSpPr>
          <p:nvPr/>
        </p:nvSpPr>
        <p:spPr>
          <a:xfrm>
            <a:off x="7582355" y="4003350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3" name="02_predicted_pose_4052">
            <a:extLst>
              <a:ext uri="{FF2B5EF4-FFF2-40B4-BE49-F238E27FC236}">
                <a16:creationId xmlns:a16="http://schemas.microsoft.com/office/drawing/2014/main" id="{105DE086-700B-4A2F-91DB-9A81B17D8410}"/>
              </a:ext>
            </a:extLst>
          </p:cNvPr>
          <p:cNvSpPr>
            <a:spLocks noGrp="1"/>
          </p:cNvSpPr>
          <p:nvPr/>
        </p:nvSpPr>
        <p:spPr>
          <a:xfrm>
            <a:off x="7596938" y="4077541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4" name="02_predicted_pose_4053">
            <a:extLst>
              <a:ext uri="{FF2B5EF4-FFF2-40B4-BE49-F238E27FC236}">
                <a16:creationId xmlns:a16="http://schemas.microsoft.com/office/drawing/2014/main" id="{938B84DE-F6AC-423E-B7C9-3EBA842853E2}"/>
              </a:ext>
            </a:extLst>
          </p:cNvPr>
          <p:cNvSpPr>
            <a:spLocks noGrp="1"/>
          </p:cNvSpPr>
          <p:nvPr/>
        </p:nvSpPr>
        <p:spPr>
          <a:xfrm>
            <a:off x="7611522" y="4001455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5" name="02_predicted_pose_4054">
            <a:extLst>
              <a:ext uri="{FF2B5EF4-FFF2-40B4-BE49-F238E27FC236}">
                <a16:creationId xmlns:a16="http://schemas.microsoft.com/office/drawing/2014/main" id="{4A3FCF69-AC44-4569-BB47-86017353E038}"/>
              </a:ext>
            </a:extLst>
          </p:cNvPr>
          <p:cNvSpPr>
            <a:spLocks noGrp="1"/>
          </p:cNvSpPr>
          <p:nvPr/>
        </p:nvSpPr>
        <p:spPr>
          <a:xfrm>
            <a:off x="7394587" y="399934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6" name="02_predicted_pose_4055">
            <a:extLst>
              <a:ext uri="{FF2B5EF4-FFF2-40B4-BE49-F238E27FC236}">
                <a16:creationId xmlns:a16="http://schemas.microsoft.com/office/drawing/2014/main" id="{B3249137-9830-454A-A39F-323F111268D7}"/>
              </a:ext>
            </a:extLst>
          </p:cNvPr>
          <p:cNvSpPr>
            <a:spLocks noGrp="1"/>
          </p:cNvSpPr>
          <p:nvPr/>
        </p:nvSpPr>
        <p:spPr>
          <a:xfrm>
            <a:off x="7423755" y="4051268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7" name="02_predicted_pose_4056">
            <a:extLst>
              <a:ext uri="{FF2B5EF4-FFF2-40B4-BE49-F238E27FC236}">
                <a16:creationId xmlns:a16="http://schemas.microsoft.com/office/drawing/2014/main" id="{9B593CBA-6FFC-41C6-ABB2-AC3BD647BA5F}"/>
              </a:ext>
            </a:extLst>
          </p:cNvPr>
          <p:cNvSpPr>
            <a:spLocks noGrp="1"/>
          </p:cNvSpPr>
          <p:nvPr/>
        </p:nvSpPr>
        <p:spPr>
          <a:xfrm>
            <a:off x="7647617" y="3477206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8" name="02_predicted_pose_4057">
            <a:extLst>
              <a:ext uri="{FF2B5EF4-FFF2-40B4-BE49-F238E27FC236}">
                <a16:creationId xmlns:a16="http://schemas.microsoft.com/office/drawing/2014/main" id="{5EC326D8-CC26-4235-B28E-0A86F06209CE}"/>
              </a:ext>
            </a:extLst>
          </p:cNvPr>
          <p:cNvSpPr>
            <a:spLocks noGrp="1"/>
          </p:cNvSpPr>
          <p:nvPr/>
        </p:nvSpPr>
        <p:spPr>
          <a:xfrm>
            <a:off x="7684441" y="4071349"/>
            <a:ext cx="30052" cy="30052"/>
          </a:xfrm>
          <a:prstGeom prst="ellipse">
            <a:avLst/>
          </a:prstGeom>
          <a:solidFill>
            <a:srgbClr val="2D887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9" name="02_predicted_pose_4058">
            <a:extLst>
              <a:ext uri="{FF2B5EF4-FFF2-40B4-BE49-F238E27FC236}">
                <a16:creationId xmlns:a16="http://schemas.microsoft.com/office/drawing/2014/main" id="{68A30BA3-C454-4E24-A2A2-69CD82C5B7D6}"/>
              </a:ext>
            </a:extLst>
          </p:cNvPr>
          <p:cNvSpPr>
            <a:spLocks noGrp="1"/>
          </p:cNvSpPr>
          <p:nvPr/>
        </p:nvSpPr>
        <p:spPr>
          <a:xfrm>
            <a:off x="8702030" y="36471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0" name="02_predicted_pose_4059">
            <a:extLst>
              <a:ext uri="{FF2B5EF4-FFF2-40B4-BE49-F238E27FC236}">
                <a16:creationId xmlns:a16="http://schemas.microsoft.com/office/drawing/2014/main" id="{CC225024-37CC-45F5-B661-E64BBCE029B9}"/>
              </a:ext>
            </a:extLst>
          </p:cNvPr>
          <p:cNvSpPr>
            <a:spLocks noGrp="1"/>
          </p:cNvSpPr>
          <p:nvPr/>
        </p:nvSpPr>
        <p:spPr>
          <a:xfrm>
            <a:off x="8716613" y="36424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1" name="02_predicted_pose_4060">
            <a:extLst>
              <a:ext uri="{FF2B5EF4-FFF2-40B4-BE49-F238E27FC236}">
                <a16:creationId xmlns:a16="http://schemas.microsoft.com/office/drawing/2014/main" id="{966A3875-B4AA-47A1-AC50-560B0D436295}"/>
              </a:ext>
            </a:extLst>
          </p:cNvPr>
          <p:cNvSpPr>
            <a:spLocks noGrp="1"/>
          </p:cNvSpPr>
          <p:nvPr/>
        </p:nvSpPr>
        <p:spPr>
          <a:xfrm>
            <a:off x="8731197" y="35964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2" name="02_predicted_pose_4061">
            <a:extLst>
              <a:ext uri="{FF2B5EF4-FFF2-40B4-BE49-F238E27FC236}">
                <a16:creationId xmlns:a16="http://schemas.microsoft.com/office/drawing/2014/main" id="{8F08DB15-3F76-4270-8E17-EC8774B91ED0}"/>
              </a:ext>
            </a:extLst>
          </p:cNvPr>
          <p:cNvSpPr>
            <a:spLocks noGrp="1"/>
          </p:cNvSpPr>
          <p:nvPr/>
        </p:nvSpPr>
        <p:spPr>
          <a:xfrm>
            <a:off x="8745782" y="36132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3" name="02_predicted_pose_4062">
            <a:extLst>
              <a:ext uri="{FF2B5EF4-FFF2-40B4-BE49-F238E27FC236}">
                <a16:creationId xmlns:a16="http://schemas.microsoft.com/office/drawing/2014/main" id="{CE4F623A-3158-4E55-A849-7911355AED23}"/>
              </a:ext>
            </a:extLst>
          </p:cNvPr>
          <p:cNvSpPr>
            <a:spLocks noGrp="1"/>
          </p:cNvSpPr>
          <p:nvPr/>
        </p:nvSpPr>
        <p:spPr>
          <a:xfrm>
            <a:off x="8760365" y="36845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4" name="02_predicted_pose_4063">
            <a:extLst>
              <a:ext uri="{FF2B5EF4-FFF2-40B4-BE49-F238E27FC236}">
                <a16:creationId xmlns:a16="http://schemas.microsoft.com/office/drawing/2014/main" id="{C652A79E-82D9-4791-8DA1-EB1BC9FF4A59}"/>
              </a:ext>
            </a:extLst>
          </p:cNvPr>
          <p:cNvSpPr>
            <a:spLocks noGrp="1"/>
          </p:cNvSpPr>
          <p:nvPr/>
        </p:nvSpPr>
        <p:spPr>
          <a:xfrm>
            <a:off x="8774949" y="36664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5" name="02_predicted_pose_4064">
            <a:extLst>
              <a:ext uri="{FF2B5EF4-FFF2-40B4-BE49-F238E27FC236}">
                <a16:creationId xmlns:a16="http://schemas.microsoft.com/office/drawing/2014/main" id="{EBF2B01F-3494-4C25-AF55-2B3768B3A5D6}"/>
              </a:ext>
            </a:extLst>
          </p:cNvPr>
          <p:cNvSpPr>
            <a:spLocks noGrp="1"/>
          </p:cNvSpPr>
          <p:nvPr/>
        </p:nvSpPr>
        <p:spPr>
          <a:xfrm>
            <a:off x="8789532" y="36661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6" name="02_predicted_pose_4065">
            <a:extLst>
              <a:ext uri="{FF2B5EF4-FFF2-40B4-BE49-F238E27FC236}">
                <a16:creationId xmlns:a16="http://schemas.microsoft.com/office/drawing/2014/main" id="{D3CB3279-75B5-4599-84E1-A3C25A6D11F9}"/>
              </a:ext>
            </a:extLst>
          </p:cNvPr>
          <p:cNvSpPr>
            <a:spLocks noGrp="1"/>
          </p:cNvSpPr>
          <p:nvPr/>
        </p:nvSpPr>
        <p:spPr>
          <a:xfrm>
            <a:off x="8804116" y="37148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7" name="02_predicted_pose_4066">
            <a:extLst>
              <a:ext uri="{FF2B5EF4-FFF2-40B4-BE49-F238E27FC236}">
                <a16:creationId xmlns:a16="http://schemas.microsoft.com/office/drawing/2014/main" id="{8D9A4BA4-DD72-45B3-9540-F143366B326A}"/>
              </a:ext>
            </a:extLst>
          </p:cNvPr>
          <p:cNvSpPr>
            <a:spLocks noGrp="1"/>
          </p:cNvSpPr>
          <p:nvPr/>
        </p:nvSpPr>
        <p:spPr>
          <a:xfrm>
            <a:off x="8818701" y="36497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8" name="02_predicted_pose_4067">
            <a:extLst>
              <a:ext uri="{FF2B5EF4-FFF2-40B4-BE49-F238E27FC236}">
                <a16:creationId xmlns:a16="http://schemas.microsoft.com/office/drawing/2014/main" id="{D04A6096-EE86-4799-83C4-135189ED40C9}"/>
              </a:ext>
            </a:extLst>
          </p:cNvPr>
          <p:cNvSpPr>
            <a:spLocks noGrp="1"/>
          </p:cNvSpPr>
          <p:nvPr/>
        </p:nvSpPr>
        <p:spPr>
          <a:xfrm>
            <a:off x="8833284" y="35755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69" name="02_predicted_pose_4068">
            <a:extLst>
              <a:ext uri="{FF2B5EF4-FFF2-40B4-BE49-F238E27FC236}">
                <a16:creationId xmlns:a16="http://schemas.microsoft.com/office/drawing/2014/main" id="{AA5CACE5-5ACA-43A1-819B-E04E5075C278}"/>
              </a:ext>
            </a:extLst>
          </p:cNvPr>
          <p:cNvSpPr>
            <a:spLocks noGrp="1"/>
          </p:cNvSpPr>
          <p:nvPr/>
        </p:nvSpPr>
        <p:spPr>
          <a:xfrm>
            <a:off x="8716249" y="37286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0" name="02_predicted_pose_4069">
            <a:extLst>
              <a:ext uri="{FF2B5EF4-FFF2-40B4-BE49-F238E27FC236}">
                <a16:creationId xmlns:a16="http://schemas.microsoft.com/office/drawing/2014/main" id="{D38B51FE-B2B9-4F60-8242-85CF8B8715BD}"/>
              </a:ext>
            </a:extLst>
          </p:cNvPr>
          <p:cNvSpPr>
            <a:spLocks noGrp="1"/>
          </p:cNvSpPr>
          <p:nvPr/>
        </p:nvSpPr>
        <p:spPr>
          <a:xfrm>
            <a:off x="8814690" y="35118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1" name="02_predicted_pose_4070">
            <a:extLst>
              <a:ext uri="{FF2B5EF4-FFF2-40B4-BE49-F238E27FC236}">
                <a16:creationId xmlns:a16="http://schemas.microsoft.com/office/drawing/2014/main" id="{7E55D7B0-8476-483C-BEC3-E1779ACED384}"/>
              </a:ext>
            </a:extLst>
          </p:cNvPr>
          <p:cNvSpPr>
            <a:spLocks noGrp="1"/>
          </p:cNvSpPr>
          <p:nvPr/>
        </p:nvSpPr>
        <p:spPr>
          <a:xfrm>
            <a:off x="8913131" y="36685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2" name="02_predicted_pose_4071">
            <a:extLst>
              <a:ext uri="{FF2B5EF4-FFF2-40B4-BE49-F238E27FC236}">
                <a16:creationId xmlns:a16="http://schemas.microsoft.com/office/drawing/2014/main" id="{2A51840B-6915-4FFE-A504-0E4DA5A62AE1}"/>
              </a:ext>
            </a:extLst>
          </p:cNvPr>
          <p:cNvSpPr>
            <a:spLocks noGrp="1"/>
          </p:cNvSpPr>
          <p:nvPr/>
        </p:nvSpPr>
        <p:spPr>
          <a:xfrm>
            <a:off x="8648069" y="36913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3" name="02_predicted_pose_4072">
            <a:extLst>
              <a:ext uri="{FF2B5EF4-FFF2-40B4-BE49-F238E27FC236}">
                <a16:creationId xmlns:a16="http://schemas.microsoft.com/office/drawing/2014/main" id="{17429BD0-6340-4B3B-86DC-54A94443EB72}"/>
              </a:ext>
            </a:extLst>
          </p:cNvPr>
          <p:cNvSpPr>
            <a:spLocks noGrp="1"/>
          </p:cNvSpPr>
          <p:nvPr/>
        </p:nvSpPr>
        <p:spPr>
          <a:xfrm>
            <a:off x="8746511" y="35080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4" name="02_predicted_pose_4073">
            <a:extLst>
              <a:ext uri="{FF2B5EF4-FFF2-40B4-BE49-F238E27FC236}">
                <a16:creationId xmlns:a16="http://schemas.microsoft.com/office/drawing/2014/main" id="{AC6BE8E9-24E3-48C1-B198-3BF26E9661E6}"/>
              </a:ext>
            </a:extLst>
          </p:cNvPr>
          <p:cNvSpPr>
            <a:spLocks noGrp="1"/>
          </p:cNvSpPr>
          <p:nvPr/>
        </p:nvSpPr>
        <p:spPr>
          <a:xfrm>
            <a:off x="8844951" y="35980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5" name="02_predicted_pose_4074">
            <a:extLst>
              <a:ext uri="{FF2B5EF4-FFF2-40B4-BE49-F238E27FC236}">
                <a16:creationId xmlns:a16="http://schemas.microsoft.com/office/drawing/2014/main" id="{9E72774D-9013-4857-B829-AEF1A093A671}"/>
              </a:ext>
            </a:extLst>
          </p:cNvPr>
          <p:cNvSpPr>
            <a:spLocks noGrp="1"/>
          </p:cNvSpPr>
          <p:nvPr/>
        </p:nvSpPr>
        <p:spPr>
          <a:xfrm>
            <a:off x="8943392" y="37297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6" name="02_predicted_pose_4075">
            <a:extLst>
              <a:ext uri="{FF2B5EF4-FFF2-40B4-BE49-F238E27FC236}">
                <a16:creationId xmlns:a16="http://schemas.microsoft.com/office/drawing/2014/main" id="{220D8EB3-EBD0-4460-8932-A80D19AC13D1}"/>
              </a:ext>
            </a:extLst>
          </p:cNvPr>
          <p:cNvSpPr>
            <a:spLocks noGrp="1"/>
          </p:cNvSpPr>
          <p:nvPr/>
        </p:nvSpPr>
        <p:spPr>
          <a:xfrm>
            <a:off x="8678330" y="34927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7" name="02_predicted_pose_4076">
            <a:extLst>
              <a:ext uri="{FF2B5EF4-FFF2-40B4-BE49-F238E27FC236}">
                <a16:creationId xmlns:a16="http://schemas.microsoft.com/office/drawing/2014/main" id="{E83CC221-E8A2-4A68-B022-E4FCBD7EA655}"/>
              </a:ext>
            </a:extLst>
          </p:cNvPr>
          <p:cNvSpPr>
            <a:spLocks noGrp="1"/>
          </p:cNvSpPr>
          <p:nvPr/>
        </p:nvSpPr>
        <p:spPr>
          <a:xfrm>
            <a:off x="8776772" y="35982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8" name="02_predicted_pose_4077">
            <a:extLst>
              <a:ext uri="{FF2B5EF4-FFF2-40B4-BE49-F238E27FC236}">
                <a16:creationId xmlns:a16="http://schemas.microsoft.com/office/drawing/2014/main" id="{AF56A024-2823-4B40-8017-892D5CA503C4}"/>
              </a:ext>
            </a:extLst>
          </p:cNvPr>
          <p:cNvSpPr>
            <a:spLocks noGrp="1"/>
          </p:cNvSpPr>
          <p:nvPr/>
        </p:nvSpPr>
        <p:spPr>
          <a:xfrm>
            <a:off x="8875213" y="365543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79" name="02_predicted_pose_4078">
            <a:extLst>
              <a:ext uri="{FF2B5EF4-FFF2-40B4-BE49-F238E27FC236}">
                <a16:creationId xmlns:a16="http://schemas.microsoft.com/office/drawing/2014/main" id="{92DC9CB8-AFE4-4411-9ACD-543D488F0FE3}"/>
              </a:ext>
            </a:extLst>
          </p:cNvPr>
          <p:cNvSpPr>
            <a:spLocks noGrp="1"/>
          </p:cNvSpPr>
          <p:nvPr/>
        </p:nvSpPr>
        <p:spPr>
          <a:xfrm>
            <a:off x="8730833" y="36386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0" name="02_predicted_pose_4079">
            <a:extLst>
              <a:ext uri="{FF2B5EF4-FFF2-40B4-BE49-F238E27FC236}">
                <a16:creationId xmlns:a16="http://schemas.microsoft.com/office/drawing/2014/main" id="{A3CEF001-D29D-4143-B273-2914F9E991D8}"/>
              </a:ext>
            </a:extLst>
          </p:cNvPr>
          <p:cNvSpPr>
            <a:spLocks noGrp="1"/>
          </p:cNvSpPr>
          <p:nvPr/>
        </p:nvSpPr>
        <p:spPr>
          <a:xfrm>
            <a:off x="8829273" y="36432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1" name="02_predicted_pose_4080">
            <a:extLst>
              <a:ext uri="{FF2B5EF4-FFF2-40B4-BE49-F238E27FC236}">
                <a16:creationId xmlns:a16="http://schemas.microsoft.com/office/drawing/2014/main" id="{5F79A282-2EFA-4C3B-96FD-CF42CFFD25C6}"/>
              </a:ext>
            </a:extLst>
          </p:cNvPr>
          <p:cNvSpPr>
            <a:spLocks noGrp="1"/>
          </p:cNvSpPr>
          <p:nvPr/>
        </p:nvSpPr>
        <p:spPr>
          <a:xfrm>
            <a:off x="8927714" y="35833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2" name="02_predicted_pose_4081">
            <a:extLst>
              <a:ext uri="{FF2B5EF4-FFF2-40B4-BE49-F238E27FC236}">
                <a16:creationId xmlns:a16="http://schemas.microsoft.com/office/drawing/2014/main" id="{AE0D0E45-D4A1-47F4-9F75-997C75FF6665}"/>
              </a:ext>
            </a:extLst>
          </p:cNvPr>
          <p:cNvSpPr>
            <a:spLocks noGrp="1"/>
          </p:cNvSpPr>
          <p:nvPr/>
        </p:nvSpPr>
        <p:spPr>
          <a:xfrm>
            <a:off x="8662654" y="36266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3" name="02_predicted_pose_4082">
            <a:extLst>
              <a:ext uri="{FF2B5EF4-FFF2-40B4-BE49-F238E27FC236}">
                <a16:creationId xmlns:a16="http://schemas.microsoft.com/office/drawing/2014/main" id="{81752142-CD6D-4234-A39F-E17004A10DF2}"/>
              </a:ext>
            </a:extLst>
          </p:cNvPr>
          <p:cNvSpPr>
            <a:spLocks noGrp="1"/>
          </p:cNvSpPr>
          <p:nvPr/>
        </p:nvSpPr>
        <p:spPr>
          <a:xfrm>
            <a:off x="8761094" y="36344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4" name="02_predicted_pose_4083">
            <a:extLst>
              <a:ext uri="{FF2B5EF4-FFF2-40B4-BE49-F238E27FC236}">
                <a16:creationId xmlns:a16="http://schemas.microsoft.com/office/drawing/2014/main" id="{F027F89C-684E-41D7-BFAE-6677C7370531}"/>
              </a:ext>
            </a:extLst>
          </p:cNvPr>
          <p:cNvSpPr>
            <a:spLocks noGrp="1"/>
          </p:cNvSpPr>
          <p:nvPr/>
        </p:nvSpPr>
        <p:spPr>
          <a:xfrm>
            <a:off x="8859535" y="36867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5" name="02_predicted_pose_4084">
            <a:extLst>
              <a:ext uri="{FF2B5EF4-FFF2-40B4-BE49-F238E27FC236}">
                <a16:creationId xmlns:a16="http://schemas.microsoft.com/office/drawing/2014/main" id="{235ED9DB-1351-4596-A5E1-4B610D998013}"/>
              </a:ext>
            </a:extLst>
          </p:cNvPr>
          <p:cNvSpPr>
            <a:spLocks noGrp="1"/>
          </p:cNvSpPr>
          <p:nvPr/>
        </p:nvSpPr>
        <p:spPr>
          <a:xfrm>
            <a:off x="8594473" y="35562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6" name="02_predicted_pose_4085">
            <a:extLst>
              <a:ext uri="{FF2B5EF4-FFF2-40B4-BE49-F238E27FC236}">
                <a16:creationId xmlns:a16="http://schemas.microsoft.com/office/drawing/2014/main" id="{A3CDAA6D-D438-4CBF-873E-BB2322926CC9}"/>
              </a:ext>
            </a:extLst>
          </p:cNvPr>
          <p:cNvSpPr>
            <a:spLocks noGrp="1"/>
          </p:cNvSpPr>
          <p:nvPr/>
        </p:nvSpPr>
        <p:spPr>
          <a:xfrm>
            <a:off x="8692915" y="36876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7" name="02_predicted_pose_4086">
            <a:extLst>
              <a:ext uri="{FF2B5EF4-FFF2-40B4-BE49-F238E27FC236}">
                <a16:creationId xmlns:a16="http://schemas.microsoft.com/office/drawing/2014/main" id="{5BE26CB3-9D1C-45C3-89E2-93714D3D641E}"/>
              </a:ext>
            </a:extLst>
          </p:cNvPr>
          <p:cNvSpPr>
            <a:spLocks noGrp="1"/>
          </p:cNvSpPr>
          <p:nvPr/>
        </p:nvSpPr>
        <p:spPr>
          <a:xfrm>
            <a:off x="8791356" y="36602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8" name="02_predicted_pose_4087">
            <a:extLst>
              <a:ext uri="{FF2B5EF4-FFF2-40B4-BE49-F238E27FC236}">
                <a16:creationId xmlns:a16="http://schemas.microsoft.com/office/drawing/2014/main" id="{13EC82AA-5711-474C-91CC-5C88413E2722}"/>
              </a:ext>
            </a:extLst>
          </p:cNvPr>
          <p:cNvSpPr>
            <a:spLocks noGrp="1"/>
          </p:cNvSpPr>
          <p:nvPr/>
        </p:nvSpPr>
        <p:spPr>
          <a:xfrm>
            <a:off x="8889796" y="35396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9" name="02_predicted_pose_4088">
            <a:extLst>
              <a:ext uri="{FF2B5EF4-FFF2-40B4-BE49-F238E27FC236}">
                <a16:creationId xmlns:a16="http://schemas.microsoft.com/office/drawing/2014/main" id="{29E19FB1-907F-4AF2-9469-9667375AB2A4}"/>
              </a:ext>
            </a:extLst>
          </p:cNvPr>
          <p:cNvSpPr>
            <a:spLocks noGrp="1"/>
          </p:cNvSpPr>
          <p:nvPr/>
        </p:nvSpPr>
        <p:spPr>
          <a:xfrm>
            <a:off x="8745416" y="35758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0" name="02_predicted_pose_4089">
            <a:extLst>
              <a:ext uri="{FF2B5EF4-FFF2-40B4-BE49-F238E27FC236}">
                <a16:creationId xmlns:a16="http://schemas.microsoft.com/office/drawing/2014/main" id="{FD63A8FF-8A00-4C75-AAD7-B2D0FE559736}"/>
              </a:ext>
            </a:extLst>
          </p:cNvPr>
          <p:cNvSpPr>
            <a:spLocks noGrp="1"/>
          </p:cNvSpPr>
          <p:nvPr/>
        </p:nvSpPr>
        <p:spPr>
          <a:xfrm>
            <a:off x="8843857" y="35630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1" name="02_predicted_pose_4090">
            <a:extLst>
              <a:ext uri="{FF2B5EF4-FFF2-40B4-BE49-F238E27FC236}">
                <a16:creationId xmlns:a16="http://schemas.microsoft.com/office/drawing/2014/main" id="{2C256461-6CF5-4F20-B5FB-4831EC902146}"/>
              </a:ext>
            </a:extLst>
          </p:cNvPr>
          <p:cNvSpPr>
            <a:spLocks noGrp="1"/>
          </p:cNvSpPr>
          <p:nvPr/>
        </p:nvSpPr>
        <p:spPr>
          <a:xfrm>
            <a:off x="8942299" y="361573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2" name="02_predicted_pose_4091">
            <a:extLst>
              <a:ext uri="{FF2B5EF4-FFF2-40B4-BE49-F238E27FC236}">
                <a16:creationId xmlns:a16="http://schemas.microsoft.com/office/drawing/2014/main" id="{B88CBFFA-4B55-4E94-8C6E-3E95FDCCA1CF}"/>
              </a:ext>
            </a:extLst>
          </p:cNvPr>
          <p:cNvSpPr>
            <a:spLocks noGrp="1"/>
          </p:cNvSpPr>
          <p:nvPr/>
        </p:nvSpPr>
        <p:spPr>
          <a:xfrm>
            <a:off x="8677237" y="36208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3" name="02_predicted_pose_4092">
            <a:extLst>
              <a:ext uri="{FF2B5EF4-FFF2-40B4-BE49-F238E27FC236}">
                <a16:creationId xmlns:a16="http://schemas.microsoft.com/office/drawing/2014/main" id="{1B78D0C1-C776-4671-B5D8-EF539C86F9F8}"/>
              </a:ext>
            </a:extLst>
          </p:cNvPr>
          <p:cNvSpPr>
            <a:spLocks noGrp="1"/>
          </p:cNvSpPr>
          <p:nvPr/>
        </p:nvSpPr>
        <p:spPr>
          <a:xfrm>
            <a:off x="8775678" y="36623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4" name="02_predicted_pose_4093">
            <a:extLst>
              <a:ext uri="{FF2B5EF4-FFF2-40B4-BE49-F238E27FC236}">
                <a16:creationId xmlns:a16="http://schemas.microsoft.com/office/drawing/2014/main" id="{9DBA17A3-1A88-4C51-9551-643897BF5D7B}"/>
              </a:ext>
            </a:extLst>
          </p:cNvPr>
          <p:cNvSpPr>
            <a:spLocks noGrp="1"/>
          </p:cNvSpPr>
          <p:nvPr/>
        </p:nvSpPr>
        <p:spPr>
          <a:xfrm>
            <a:off x="8874119" y="36102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5" name="02_predicted_pose_4094">
            <a:extLst>
              <a:ext uri="{FF2B5EF4-FFF2-40B4-BE49-F238E27FC236}">
                <a16:creationId xmlns:a16="http://schemas.microsoft.com/office/drawing/2014/main" id="{C1F4FC1D-9F3C-44FF-80C5-B2E4F1E12124}"/>
              </a:ext>
            </a:extLst>
          </p:cNvPr>
          <p:cNvSpPr>
            <a:spLocks noGrp="1"/>
          </p:cNvSpPr>
          <p:nvPr/>
        </p:nvSpPr>
        <p:spPr>
          <a:xfrm>
            <a:off x="8609057" y="35371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6" name="02_predicted_pose_4095">
            <a:extLst>
              <a:ext uri="{FF2B5EF4-FFF2-40B4-BE49-F238E27FC236}">
                <a16:creationId xmlns:a16="http://schemas.microsoft.com/office/drawing/2014/main" id="{E1A89928-6E97-4838-A121-ED7FDC5A783C}"/>
              </a:ext>
            </a:extLst>
          </p:cNvPr>
          <p:cNvSpPr>
            <a:spLocks noGrp="1"/>
          </p:cNvSpPr>
          <p:nvPr/>
        </p:nvSpPr>
        <p:spPr>
          <a:xfrm>
            <a:off x="8707499" y="36529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7" name="02_predicted_pose_4096">
            <a:extLst>
              <a:ext uri="{FF2B5EF4-FFF2-40B4-BE49-F238E27FC236}">
                <a16:creationId xmlns:a16="http://schemas.microsoft.com/office/drawing/2014/main" id="{ACACC745-D961-41F0-9A9A-EA52B1E5DB54}"/>
              </a:ext>
            </a:extLst>
          </p:cNvPr>
          <p:cNvSpPr>
            <a:spLocks noGrp="1"/>
          </p:cNvSpPr>
          <p:nvPr/>
        </p:nvSpPr>
        <p:spPr>
          <a:xfrm>
            <a:off x="8805939" y="36498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8" name="02_predicted_pose_4097">
            <a:extLst>
              <a:ext uri="{FF2B5EF4-FFF2-40B4-BE49-F238E27FC236}">
                <a16:creationId xmlns:a16="http://schemas.microsoft.com/office/drawing/2014/main" id="{D4F2A87A-1847-4496-96BF-56689D3E1FD1}"/>
              </a:ext>
            </a:extLst>
          </p:cNvPr>
          <p:cNvSpPr>
            <a:spLocks noGrp="1"/>
          </p:cNvSpPr>
          <p:nvPr/>
        </p:nvSpPr>
        <p:spPr>
          <a:xfrm>
            <a:off x="8904380" y="36829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99" name="02_predicted_pose_4098">
            <a:extLst>
              <a:ext uri="{FF2B5EF4-FFF2-40B4-BE49-F238E27FC236}">
                <a16:creationId xmlns:a16="http://schemas.microsoft.com/office/drawing/2014/main" id="{A3699973-53A5-4BB1-B95A-595307080902}"/>
              </a:ext>
            </a:extLst>
          </p:cNvPr>
          <p:cNvSpPr>
            <a:spLocks noGrp="1"/>
          </p:cNvSpPr>
          <p:nvPr/>
        </p:nvSpPr>
        <p:spPr>
          <a:xfrm>
            <a:off x="8760000" y="36191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0" name="02_predicted_pose_4099">
            <a:extLst>
              <a:ext uri="{FF2B5EF4-FFF2-40B4-BE49-F238E27FC236}">
                <a16:creationId xmlns:a16="http://schemas.microsoft.com/office/drawing/2014/main" id="{43C152E3-F89E-44E5-97AE-9603D77CA0D8}"/>
              </a:ext>
            </a:extLst>
          </p:cNvPr>
          <p:cNvSpPr>
            <a:spLocks noGrp="1"/>
          </p:cNvSpPr>
          <p:nvPr/>
        </p:nvSpPr>
        <p:spPr>
          <a:xfrm>
            <a:off x="8858442" y="36132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1" name="02_predicted_pose_4100">
            <a:extLst>
              <a:ext uri="{FF2B5EF4-FFF2-40B4-BE49-F238E27FC236}">
                <a16:creationId xmlns:a16="http://schemas.microsoft.com/office/drawing/2014/main" id="{EF225E21-BD25-44F7-BF6B-F84687E156CD}"/>
              </a:ext>
            </a:extLst>
          </p:cNvPr>
          <p:cNvSpPr>
            <a:spLocks noGrp="1"/>
          </p:cNvSpPr>
          <p:nvPr/>
        </p:nvSpPr>
        <p:spPr>
          <a:xfrm>
            <a:off x="8593380" y="35630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2" name="02_predicted_pose_4101">
            <a:extLst>
              <a:ext uri="{FF2B5EF4-FFF2-40B4-BE49-F238E27FC236}">
                <a16:creationId xmlns:a16="http://schemas.microsoft.com/office/drawing/2014/main" id="{311135FD-A6A1-4F65-81E7-6C175370CFCD}"/>
              </a:ext>
            </a:extLst>
          </p:cNvPr>
          <p:cNvSpPr>
            <a:spLocks noGrp="1"/>
          </p:cNvSpPr>
          <p:nvPr/>
        </p:nvSpPr>
        <p:spPr>
          <a:xfrm>
            <a:off x="8691821" y="35500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3" name="02_predicted_pose_4102">
            <a:extLst>
              <a:ext uri="{FF2B5EF4-FFF2-40B4-BE49-F238E27FC236}">
                <a16:creationId xmlns:a16="http://schemas.microsoft.com/office/drawing/2014/main" id="{6352C864-46F6-4D8F-93EF-2E92D6957BEB}"/>
              </a:ext>
            </a:extLst>
          </p:cNvPr>
          <p:cNvSpPr>
            <a:spLocks noGrp="1"/>
          </p:cNvSpPr>
          <p:nvPr/>
        </p:nvSpPr>
        <p:spPr>
          <a:xfrm>
            <a:off x="8790261" y="37483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4" name="02_predicted_pose_4103">
            <a:extLst>
              <a:ext uri="{FF2B5EF4-FFF2-40B4-BE49-F238E27FC236}">
                <a16:creationId xmlns:a16="http://schemas.microsoft.com/office/drawing/2014/main" id="{0C2C620C-EB7C-4515-97C9-671FF031331E}"/>
              </a:ext>
            </a:extLst>
          </p:cNvPr>
          <p:cNvSpPr>
            <a:spLocks noGrp="1"/>
          </p:cNvSpPr>
          <p:nvPr/>
        </p:nvSpPr>
        <p:spPr>
          <a:xfrm>
            <a:off x="8888703" y="36819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5" name="02_predicted_pose_4104">
            <a:extLst>
              <a:ext uri="{FF2B5EF4-FFF2-40B4-BE49-F238E27FC236}">
                <a16:creationId xmlns:a16="http://schemas.microsoft.com/office/drawing/2014/main" id="{6334B3CB-6C38-40A5-B876-389C90D95ECF}"/>
              </a:ext>
            </a:extLst>
          </p:cNvPr>
          <p:cNvSpPr>
            <a:spLocks noGrp="1"/>
          </p:cNvSpPr>
          <p:nvPr/>
        </p:nvSpPr>
        <p:spPr>
          <a:xfrm>
            <a:off x="8623642" y="35288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6" name="02_predicted_pose_4105">
            <a:extLst>
              <a:ext uri="{FF2B5EF4-FFF2-40B4-BE49-F238E27FC236}">
                <a16:creationId xmlns:a16="http://schemas.microsoft.com/office/drawing/2014/main" id="{E0570A16-4F91-49F6-9FB7-886597A50BF9}"/>
              </a:ext>
            </a:extLst>
          </p:cNvPr>
          <p:cNvSpPr>
            <a:spLocks noGrp="1"/>
          </p:cNvSpPr>
          <p:nvPr/>
        </p:nvSpPr>
        <p:spPr>
          <a:xfrm>
            <a:off x="8722082" y="36518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7" name="02_predicted_pose_4106">
            <a:extLst>
              <a:ext uri="{FF2B5EF4-FFF2-40B4-BE49-F238E27FC236}">
                <a16:creationId xmlns:a16="http://schemas.microsoft.com/office/drawing/2014/main" id="{6F8B483F-7026-4667-85D8-E243C71BD747}"/>
              </a:ext>
            </a:extLst>
          </p:cNvPr>
          <p:cNvSpPr>
            <a:spLocks noGrp="1"/>
          </p:cNvSpPr>
          <p:nvPr/>
        </p:nvSpPr>
        <p:spPr>
          <a:xfrm>
            <a:off x="8820523" y="36275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8" name="02_predicted_pose_4107">
            <a:extLst>
              <a:ext uri="{FF2B5EF4-FFF2-40B4-BE49-F238E27FC236}">
                <a16:creationId xmlns:a16="http://schemas.microsoft.com/office/drawing/2014/main" id="{69EDF4E8-DA44-4EE5-9BAD-9D595D861B75}"/>
              </a:ext>
            </a:extLst>
          </p:cNvPr>
          <p:cNvSpPr>
            <a:spLocks noGrp="1"/>
          </p:cNvSpPr>
          <p:nvPr/>
        </p:nvSpPr>
        <p:spPr>
          <a:xfrm>
            <a:off x="8918965" y="35460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9" name="02_predicted_pose_4108">
            <a:extLst>
              <a:ext uri="{FF2B5EF4-FFF2-40B4-BE49-F238E27FC236}">
                <a16:creationId xmlns:a16="http://schemas.microsoft.com/office/drawing/2014/main" id="{226EA260-E26E-4296-B52D-EE469D9C0C7A}"/>
              </a:ext>
            </a:extLst>
          </p:cNvPr>
          <p:cNvSpPr>
            <a:spLocks noGrp="1"/>
          </p:cNvSpPr>
          <p:nvPr/>
        </p:nvSpPr>
        <p:spPr>
          <a:xfrm>
            <a:off x="8774584" y="36375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0" name="02_predicted_pose_4109">
            <a:extLst>
              <a:ext uri="{FF2B5EF4-FFF2-40B4-BE49-F238E27FC236}">
                <a16:creationId xmlns:a16="http://schemas.microsoft.com/office/drawing/2014/main" id="{E96E4DBA-1560-4F5C-BA3A-059FEF51123B}"/>
              </a:ext>
            </a:extLst>
          </p:cNvPr>
          <p:cNvSpPr>
            <a:spLocks noGrp="1"/>
          </p:cNvSpPr>
          <p:nvPr/>
        </p:nvSpPr>
        <p:spPr>
          <a:xfrm>
            <a:off x="8873025" y="36172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1" name="02_predicted_pose_4110">
            <a:extLst>
              <a:ext uri="{FF2B5EF4-FFF2-40B4-BE49-F238E27FC236}">
                <a16:creationId xmlns:a16="http://schemas.microsoft.com/office/drawing/2014/main" id="{247D2270-4B3B-4FF6-A9DC-A09B57AD87B1}"/>
              </a:ext>
            </a:extLst>
          </p:cNvPr>
          <p:cNvSpPr>
            <a:spLocks noGrp="1"/>
          </p:cNvSpPr>
          <p:nvPr/>
        </p:nvSpPr>
        <p:spPr>
          <a:xfrm>
            <a:off x="8607964" y="36568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2" name="02_predicted_pose_4111">
            <a:extLst>
              <a:ext uri="{FF2B5EF4-FFF2-40B4-BE49-F238E27FC236}">
                <a16:creationId xmlns:a16="http://schemas.microsoft.com/office/drawing/2014/main" id="{B01217A3-764B-4561-967E-4CF29DE879A8}"/>
              </a:ext>
            </a:extLst>
          </p:cNvPr>
          <p:cNvSpPr>
            <a:spLocks noGrp="1"/>
          </p:cNvSpPr>
          <p:nvPr/>
        </p:nvSpPr>
        <p:spPr>
          <a:xfrm>
            <a:off x="8706404" y="37063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3" name="02_predicted_pose_4112">
            <a:extLst>
              <a:ext uri="{FF2B5EF4-FFF2-40B4-BE49-F238E27FC236}">
                <a16:creationId xmlns:a16="http://schemas.microsoft.com/office/drawing/2014/main" id="{B884F7D9-7DBE-4626-BA4E-A437ADC2D700}"/>
              </a:ext>
            </a:extLst>
          </p:cNvPr>
          <p:cNvSpPr>
            <a:spLocks noGrp="1"/>
          </p:cNvSpPr>
          <p:nvPr/>
        </p:nvSpPr>
        <p:spPr>
          <a:xfrm>
            <a:off x="8804846" y="36615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4" name="02_predicted_pose_4113">
            <a:extLst>
              <a:ext uri="{FF2B5EF4-FFF2-40B4-BE49-F238E27FC236}">
                <a16:creationId xmlns:a16="http://schemas.microsoft.com/office/drawing/2014/main" id="{C1F65497-ACD7-4964-88B9-918D13D79DBF}"/>
              </a:ext>
            </a:extLst>
          </p:cNvPr>
          <p:cNvSpPr>
            <a:spLocks noGrp="1"/>
          </p:cNvSpPr>
          <p:nvPr/>
        </p:nvSpPr>
        <p:spPr>
          <a:xfrm>
            <a:off x="8903287" y="35594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5" name="02_predicted_pose_4114">
            <a:extLst>
              <a:ext uri="{FF2B5EF4-FFF2-40B4-BE49-F238E27FC236}">
                <a16:creationId xmlns:a16="http://schemas.microsoft.com/office/drawing/2014/main" id="{33DD676C-8201-440C-9F7D-4809988AABFE}"/>
              </a:ext>
            </a:extLst>
          </p:cNvPr>
          <p:cNvSpPr>
            <a:spLocks noGrp="1"/>
          </p:cNvSpPr>
          <p:nvPr/>
        </p:nvSpPr>
        <p:spPr>
          <a:xfrm>
            <a:off x="8638225" y="37028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6" name="02_predicted_pose_4115">
            <a:extLst>
              <a:ext uri="{FF2B5EF4-FFF2-40B4-BE49-F238E27FC236}">
                <a16:creationId xmlns:a16="http://schemas.microsoft.com/office/drawing/2014/main" id="{2649A050-7778-44E1-8ECD-9C4266BE9296}"/>
              </a:ext>
            </a:extLst>
          </p:cNvPr>
          <p:cNvSpPr>
            <a:spLocks noGrp="1"/>
          </p:cNvSpPr>
          <p:nvPr/>
        </p:nvSpPr>
        <p:spPr>
          <a:xfrm>
            <a:off x="8736666" y="36336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7" name="02_predicted_pose_4116">
            <a:extLst>
              <a:ext uri="{FF2B5EF4-FFF2-40B4-BE49-F238E27FC236}">
                <a16:creationId xmlns:a16="http://schemas.microsoft.com/office/drawing/2014/main" id="{D6E0BC4D-EF88-4F86-AC7D-18746FE7F54A}"/>
              </a:ext>
            </a:extLst>
          </p:cNvPr>
          <p:cNvSpPr>
            <a:spLocks noGrp="1"/>
          </p:cNvSpPr>
          <p:nvPr/>
        </p:nvSpPr>
        <p:spPr>
          <a:xfrm>
            <a:off x="8835108" y="35562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8" name="02_predicted_pose_4117">
            <a:extLst>
              <a:ext uri="{FF2B5EF4-FFF2-40B4-BE49-F238E27FC236}">
                <a16:creationId xmlns:a16="http://schemas.microsoft.com/office/drawing/2014/main" id="{CDA78BD3-67F3-471C-A2DD-127E792523F4}"/>
              </a:ext>
            </a:extLst>
          </p:cNvPr>
          <p:cNvSpPr>
            <a:spLocks noGrp="1"/>
          </p:cNvSpPr>
          <p:nvPr/>
        </p:nvSpPr>
        <p:spPr>
          <a:xfrm>
            <a:off x="8933548" y="37658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19" name="02_predicted_pose_4118">
            <a:extLst>
              <a:ext uri="{FF2B5EF4-FFF2-40B4-BE49-F238E27FC236}">
                <a16:creationId xmlns:a16="http://schemas.microsoft.com/office/drawing/2014/main" id="{77E3E4CC-04A1-4B5F-95D6-9A73D93E1A84}"/>
              </a:ext>
            </a:extLst>
          </p:cNvPr>
          <p:cNvSpPr>
            <a:spLocks noGrp="1"/>
          </p:cNvSpPr>
          <p:nvPr/>
        </p:nvSpPr>
        <p:spPr>
          <a:xfrm>
            <a:off x="8887609" y="35761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0" name="02_predicted_pose_4119">
            <a:extLst>
              <a:ext uri="{FF2B5EF4-FFF2-40B4-BE49-F238E27FC236}">
                <a16:creationId xmlns:a16="http://schemas.microsoft.com/office/drawing/2014/main" id="{963CC3F3-7809-47A1-BE3B-9A6E5188A81F}"/>
              </a:ext>
            </a:extLst>
          </p:cNvPr>
          <p:cNvSpPr>
            <a:spLocks noGrp="1"/>
          </p:cNvSpPr>
          <p:nvPr/>
        </p:nvSpPr>
        <p:spPr>
          <a:xfrm>
            <a:off x="8622547" y="36432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1" name="02_predicted_pose_4120">
            <a:extLst>
              <a:ext uri="{FF2B5EF4-FFF2-40B4-BE49-F238E27FC236}">
                <a16:creationId xmlns:a16="http://schemas.microsoft.com/office/drawing/2014/main" id="{6B6F2DE0-4154-4EE4-B88E-7947A8F0CBE6}"/>
              </a:ext>
            </a:extLst>
          </p:cNvPr>
          <p:cNvSpPr>
            <a:spLocks noGrp="1"/>
          </p:cNvSpPr>
          <p:nvPr/>
        </p:nvSpPr>
        <p:spPr>
          <a:xfrm>
            <a:off x="8720988" y="36636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2" name="02_predicted_pose_4121">
            <a:extLst>
              <a:ext uri="{FF2B5EF4-FFF2-40B4-BE49-F238E27FC236}">
                <a16:creationId xmlns:a16="http://schemas.microsoft.com/office/drawing/2014/main" id="{FDA994EE-4F4C-40B6-ACA5-AAA25C48DBDA}"/>
              </a:ext>
            </a:extLst>
          </p:cNvPr>
          <p:cNvSpPr>
            <a:spLocks noGrp="1"/>
          </p:cNvSpPr>
          <p:nvPr/>
        </p:nvSpPr>
        <p:spPr>
          <a:xfrm>
            <a:off x="8819430" y="34909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3" name="02_predicted_pose_4122">
            <a:extLst>
              <a:ext uri="{FF2B5EF4-FFF2-40B4-BE49-F238E27FC236}">
                <a16:creationId xmlns:a16="http://schemas.microsoft.com/office/drawing/2014/main" id="{E5D2897A-E50E-4569-8578-D6BA33569BAF}"/>
              </a:ext>
            </a:extLst>
          </p:cNvPr>
          <p:cNvSpPr>
            <a:spLocks noGrp="1"/>
          </p:cNvSpPr>
          <p:nvPr/>
        </p:nvSpPr>
        <p:spPr>
          <a:xfrm>
            <a:off x="8917870" y="36614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4" name="02_predicted_pose_4123">
            <a:extLst>
              <a:ext uri="{FF2B5EF4-FFF2-40B4-BE49-F238E27FC236}">
                <a16:creationId xmlns:a16="http://schemas.microsoft.com/office/drawing/2014/main" id="{BFC2CE28-F966-4B13-9DFC-15AF6244CBA7}"/>
              </a:ext>
            </a:extLst>
          </p:cNvPr>
          <p:cNvSpPr>
            <a:spLocks noGrp="1"/>
          </p:cNvSpPr>
          <p:nvPr/>
        </p:nvSpPr>
        <p:spPr>
          <a:xfrm>
            <a:off x="8652809" y="36472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5" name="02_predicted_pose_4124">
            <a:extLst>
              <a:ext uri="{FF2B5EF4-FFF2-40B4-BE49-F238E27FC236}">
                <a16:creationId xmlns:a16="http://schemas.microsoft.com/office/drawing/2014/main" id="{D4D16C60-BE99-47B1-AAEB-FA2D40499F5B}"/>
              </a:ext>
            </a:extLst>
          </p:cNvPr>
          <p:cNvSpPr>
            <a:spLocks noGrp="1"/>
          </p:cNvSpPr>
          <p:nvPr/>
        </p:nvSpPr>
        <p:spPr>
          <a:xfrm>
            <a:off x="8751249" y="35402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6" name="02_predicted_pose_4125">
            <a:extLst>
              <a:ext uri="{FF2B5EF4-FFF2-40B4-BE49-F238E27FC236}">
                <a16:creationId xmlns:a16="http://schemas.microsoft.com/office/drawing/2014/main" id="{555E6985-990B-4298-9636-2CF3C6C633F3}"/>
              </a:ext>
            </a:extLst>
          </p:cNvPr>
          <p:cNvSpPr>
            <a:spLocks noGrp="1"/>
          </p:cNvSpPr>
          <p:nvPr/>
        </p:nvSpPr>
        <p:spPr>
          <a:xfrm>
            <a:off x="8849691" y="36716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7" name="02_predicted_pose_4126">
            <a:extLst>
              <a:ext uri="{FF2B5EF4-FFF2-40B4-BE49-F238E27FC236}">
                <a16:creationId xmlns:a16="http://schemas.microsoft.com/office/drawing/2014/main" id="{90ED3BBF-1B62-4197-B095-2DD8ED76BB88}"/>
              </a:ext>
            </a:extLst>
          </p:cNvPr>
          <p:cNvSpPr>
            <a:spLocks noGrp="1"/>
          </p:cNvSpPr>
          <p:nvPr/>
        </p:nvSpPr>
        <p:spPr>
          <a:xfrm>
            <a:off x="8584630" y="36661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8" name="02_predicted_pose_4127">
            <a:extLst>
              <a:ext uri="{FF2B5EF4-FFF2-40B4-BE49-F238E27FC236}">
                <a16:creationId xmlns:a16="http://schemas.microsoft.com/office/drawing/2014/main" id="{283C73AF-4DE2-43B4-A4E2-C053417DE97E}"/>
              </a:ext>
            </a:extLst>
          </p:cNvPr>
          <p:cNvSpPr>
            <a:spLocks noGrp="1"/>
          </p:cNvSpPr>
          <p:nvPr/>
        </p:nvSpPr>
        <p:spPr>
          <a:xfrm>
            <a:off x="8803752" y="35793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9" name="02_predicted_pose_4128">
            <a:extLst>
              <a:ext uri="{FF2B5EF4-FFF2-40B4-BE49-F238E27FC236}">
                <a16:creationId xmlns:a16="http://schemas.microsoft.com/office/drawing/2014/main" id="{4FF31950-ABEE-4F70-B284-2B0E94125076}"/>
              </a:ext>
            </a:extLst>
          </p:cNvPr>
          <p:cNvSpPr>
            <a:spLocks noGrp="1"/>
          </p:cNvSpPr>
          <p:nvPr/>
        </p:nvSpPr>
        <p:spPr>
          <a:xfrm>
            <a:off x="8902193" y="36429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0" name="02_predicted_pose_4129">
            <a:extLst>
              <a:ext uri="{FF2B5EF4-FFF2-40B4-BE49-F238E27FC236}">
                <a16:creationId xmlns:a16="http://schemas.microsoft.com/office/drawing/2014/main" id="{77D5030A-157F-4C91-AA6D-22D6B84D40C7}"/>
              </a:ext>
            </a:extLst>
          </p:cNvPr>
          <p:cNvSpPr>
            <a:spLocks noGrp="1"/>
          </p:cNvSpPr>
          <p:nvPr/>
        </p:nvSpPr>
        <p:spPr>
          <a:xfrm>
            <a:off x="8637131" y="36787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1" name="02_predicted_pose_4130">
            <a:extLst>
              <a:ext uri="{FF2B5EF4-FFF2-40B4-BE49-F238E27FC236}">
                <a16:creationId xmlns:a16="http://schemas.microsoft.com/office/drawing/2014/main" id="{B3244D46-4AC4-4328-B8AB-DB2069725918}"/>
              </a:ext>
            </a:extLst>
          </p:cNvPr>
          <p:cNvSpPr>
            <a:spLocks noGrp="1"/>
          </p:cNvSpPr>
          <p:nvPr/>
        </p:nvSpPr>
        <p:spPr>
          <a:xfrm>
            <a:off x="8735573" y="35861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2" name="02_predicted_pose_4131">
            <a:extLst>
              <a:ext uri="{FF2B5EF4-FFF2-40B4-BE49-F238E27FC236}">
                <a16:creationId xmlns:a16="http://schemas.microsoft.com/office/drawing/2014/main" id="{3F7B98D8-EC32-43C4-B077-2D4C50D56C4B}"/>
              </a:ext>
            </a:extLst>
          </p:cNvPr>
          <p:cNvSpPr>
            <a:spLocks noGrp="1"/>
          </p:cNvSpPr>
          <p:nvPr/>
        </p:nvSpPr>
        <p:spPr>
          <a:xfrm>
            <a:off x="8834013" y="36118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3" name="02_predicted_pose_4132">
            <a:extLst>
              <a:ext uri="{FF2B5EF4-FFF2-40B4-BE49-F238E27FC236}">
                <a16:creationId xmlns:a16="http://schemas.microsoft.com/office/drawing/2014/main" id="{7B9AD3DF-91EB-48A7-9DB0-90198A0B6B76}"/>
              </a:ext>
            </a:extLst>
          </p:cNvPr>
          <p:cNvSpPr>
            <a:spLocks noGrp="1"/>
          </p:cNvSpPr>
          <p:nvPr/>
        </p:nvSpPr>
        <p:spPr>
          <a:xfrm>
            <a:off x="8932454" y="36755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4" name="02_predicted_pose_4133">
            <a:extLst>
              <a:ext uri="{FF2B5EF4-FFF2-40B4-BE49-F238E27FC236}">
                <a16:creationId xmlns:a16="http://schemas.microsoft.com/office/drawing/2014/main" id="{A8EA9196-9A15-4762-9199-2789A3DF858B}"/>
              </a:ext>
            </a:extLst>
          </p:cNvPr>
          <p:cNvSpPr>
            <a:spLocks noGrp="1"/>
          </p:cNvSpPr>
          <p:nvPr/>
        </p:nvSpPr>
        <p:spPr>
          <a:xfrm>
            <a:off x="8667392" y="35738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5" name="02_predicted_pose_4134">
            <a:extLst>
              <a:ext uri="{FF2B5EF4-FFF2-40B4-BE49-F238E27FC236}">
                <a16:creationId xmlns:a16="http://schemas.microsoft.com/office/drawing/2014/main" id="{161FE876-CDD2-401D-8DD3-FA690BC821D2}"/>
              </a:ext>
            </a:extLst>
          </p:cNvPr>
          <p:cNvSpPr>
            <a:spLocks noGrp="1"/>
          </p:cNvSpPr>
          <p:nvPr/>
        </p:nvSpPr>
        <p:spPr>
          <a:xfrm>
            <a:off x="8765834" y="36560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6" name="02_predicted_pose_4135">
            <a:extLst>
              <a:ext uri="{FF2B5EF4-FFF2-40B4-BE49-F238E27FC236}">
                <a16:creationId xmlns:a16="http://schemas.microsoft.com/office/drawing/2014/main" id="{BDEF8875-E24D-4675-B374-3D309CE5C422}"/>
              </a:ext>
            </a:extLst>
          </p:cNvPr>
          <p:cNvSpPr>
            <a:spLocks noGrp="1"/>
          </p:cNvSpPr>
          <p:nvPr/>
        </p:nvSpPr>
        <p:spPr>
          <a:xfrm>
            <a:off x="8727916" y="36890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7" name="02_predicted_pose_4136">
            <a:extLst>
              <a:ext uri="{FF2B5EF4-FFF2-40B4-BE49-F238E27FC236}">
                <a16:creationId xmlns:a16="http://schemas.microsoft.com/office/drawing/2014/main" id="{5B268397-2C54-4381-9D55-687CAD6F5F42}"/>
              </a:ext>
            </a:extLst>
          </p:cNvPr>
          <p:cNvSpPr>
            <a:spLocks noGrp="1"/>
          </p:cNvSpPr>
          <p:nvPr/>
        </p:nvSpPr>
        <p:spPr>
          <a:xfrm>
            <a:off x="8742500" y="36860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8" name="02_predicted_pose_4137">
            <a:extLst>
              <a:ext uri="{FF2B5EF4-FFF2-40B4-BE49-F238E27FC236}">
                <a16:creationId xmlns:a16="http://schemas.microsoft.com/office/drawing/2014/main" id="{BDA3732D-6D2D-4287-9231-1E7A84306C27}"/>
              </a:ext>
            </a:extLst>
          </p:cNvPr>
          <p:cNvSpPr>
            <a:spLocks noGrp="1"/>
          </p:cNvSpPr>
          <p:nvPr/>
        </p:nvSpPr>
        <p:spPr>
          <a:xfrm>
            <a:off x="8719166" y="34659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9" name="02_predicted_pose_4138">
            <a:extLst>
              <a:ext uri="{FF2B5EF4-FFF2-40B4-BE49-F238E27FC236}">
                <a16:creationId xmlns:a16="http://schemas.microsoft.com/office/drawing/2014/main" id="{B6706DCA-1A23-4570-B7E4-78E73E51B70B}"/>
              </a:ext>
            </a:extLst>
          </p:cNvPr>
          <p:cNvSpPr>
            <a:spLocks noGrp="1"/>
          </p:cNvSpPr>
          <p:nvPr/>
        </p:nvSpPr>
        <p:spPr>
          <a:xfrm>
            <a:off x="8748333" y="34275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0" name="02_predicted_pose_4139">
            <a:extLst>
              <a:ext uri="{FF2B5EF4-FFF2-40B4-BE49-F238E27FC236}">
                <a16:creationId xmlns:a16="http://schemas.microsoft.com/office/drawing/2014/main" id="{6F5E4950-E009-4A9C-9E08-FD0E06A89D2D}"/>
              </a:ext>
            </a:extLst>
          </p:cNvPr>
          <p:cNvSpPr>
            <a:spLocks noGrp="1"/>
          </p:cNvSpPr>
          <p:nvPr/>
        </p:nvSpPr>
        <p:spPr>
          <a:xfrm>
            <a:off x="8777501" y="36087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1" name="02_predicted_pose_4140">
            <a:extLst>
              <a:ext uri="{FF2B5EF4-FFF2-40B4-BE49-F238E27FC236}">
                <a16:creationId xmlns:a16="http://schemas.microsoft.com/office/drawing/2014/main" id="{CCA179D9-2579-4288-8964-477349D76A3D}"/>
              </a:ext>
            </a:extLst>
          </p:cNvPr>
          <p:cNvSpPr>
            <a:spLocks noGrp="1"/>
          </p:cNvSpPr>
          <p:nvPr/>
        </p:nvSpPr>
        <p:spPr>
          <a:xfrm>
            <a:off x="8758907" y="36685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2" name="02_predicted_pose_4141">
            <a:extLst>
              <a:ext uri="{FF2B5EF4-FFF2-40B4-BE49-F238E27FC236}">
                <a16:creationId xmlns:a16="http://schemas.microsoft.com/office/drawing/2014/main" id="{F8BD6C5D-B512-47AD-BC8C-CBCF99C36681}"/>
              </a:ext>
            </a:extLst>
          </p:cNvPr>
          <p:cNvSpPr>
            <a:spLocks noGrp="1"/>
          </p:cNvSpPr>
          <p:nvPr/>
        </p:nvSpPr>
        <p:spPr>
          <a:xfrm>
            <a:off x="8592286" y="36810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3" name="02_predicted_pose_4142">
            <a:extLst>
              <a:ext uri="{FF2B5EF4-FFF2-40B4-BE49-F238E27FC236}">
                <a16:creationId xmlns:a16="http://schemas.microsoft.com/office/drawing/2014/main" id="{4246B167-C27C-4B6E-90EB-930C2AF4BD6A}"/>
              </a:ext>
            </a:extLst>
          </p:cNvPr>
          <p:cNvSpPr>
            <a:spLocks noGrp="1"/>
          </p:cNvSpPr>
          <p:nvPr/>
        </p:nvSpPr>
        <p:spPr>
          <a:xfrm>
            <a:off x="8789168" y="37143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4" name="02_predicted_pose_4143">
            <a:extLst>
              <a:ext uri="{FF2B5EF4-FFF2-40B4-BE49-F238E27FC236}">
                <a16:creationId xmlns:a16="http://schemas.microsoft.com/office/drawing/2014/main" id="{EECA4DE6-6F04-4197-AFE3-CBC560F215C3}"/>
              </a:ext>
            </a:extLst>
          </p:cNvPr>
          <p:cNvSpPr>
            <a:spLocks noGrp="1"/>
          </p:cNvSpPr>
          <p:nvPr/>
        </p:nvSpPr>
        <p:spPr>
          <a:xfrm>
            <a:off x="8622547" y="36342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5" name="02_predicted_pose_4144">
            <a:extLst>
              <a:ext uri="{FF2B5EF4-FFF2-40B4-BE49-F238E27FC236}">
                <a16:creationId xmlns:a16="http://schemas.microsoft.com/office/drawing/2014/main" id="{50266F04-31E7-4900-8BF3-4CB5D12EB70F}"/>
              </a:ext>
            </a:extLst>
          </p:cNvPr>
          <p:cNvSpPr>
            <a:spLocks noGrp="1"/>
          </p:cNvSpPr>
          <p:nvPr/>
        </p:nvSpPr>
        <p:spPr>
          <a:xfrm>
            <a:off x="8768386" y="375294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6" name="02_predicted_pose_4145">
            <a:extLst>
              <a:ext uri="{FF2B5EF4-FFF2-40B4-BE49-F238E27FC236}">
                <a16:creationId xmlns:a16="http://schemas.microsoft.com/office/drawing/2014/main" id="{FF05B61C-A213-4AE4-A0E3-2035A82D6D3F}"/>
              </a:ext>
            </a:extLst>
          </p:cNvPr>
          <p:cNvSpPr>
            <a:spLocks noGrp="1"/>
          </p:cNvSpPr>
          <p:nvPr/>
        </p:nvSpPr>
        <p:spPr>
          <a:xfrm>
            <a:off x="8782970" y="36331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7" name="02_predicted_pose_4146">
            <a:extLst>
              <a:ext uri="{FF2B5EF4-FFF2-40B4-BE49-F238E27FC236}">
                <a16:creationId xmlns:a16="http://schemas.microsoft.com/office/drawing/2014/main" id="{8620FCD2-8A04-4A26-981C-1818E83C1B34}"/>
              </a:ext>
            </a:extLst>
          </p:cNvPr>
          <p:cNvSpPr>
            <a:spLocks noGrp="1"/>
          </p:cNvSpPr>
          <p:nvPr/>
        </p:nvSpPr>
        <p:spPr>
          <a:xfrm>
            <a:off x="8826721" y="37435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8" name="02_predicted_pose_4147">
            <a:extLst>
              <a:ext uri="{FF2B5EF4-FFF2-40B4-BE49-F238E27FC236}">
                <a16:creationId xmlns:a16="http://schemas.microsoft.com/office/drawing/2014/main" id="{1D930876-C415-484B-83E8-9427A3E1F23C}"/>
              </a:ext>
            </a:extLst>
          </p:cNvPr>
          <p:cNvSpPr>
            <a:spLocks noGrp="1"/>
          </p:cNvSpPr>
          <p:nvPr/>
        </p:nvSpPr>
        <p:spPr>
          <a:xfrm>
            <a:off x="8841306" y="34333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49" name="02_predicted_pose_4148">
            <a:extLst>
              <a:ext uri="{FF2B5EF4-FFF2-40B4-BE49-F238E27FC236}">
                <a16:creationId xmlns:a16="http://schemas.microsoft.com/office/drawing/2014/main" id="{0B5C29FE-EB25-4558-9CA8-EC8F4907D173}"/>
              </a:ext>
            </a:extLst>
          </p:cNvPr>
          <p:cNvSpPr>
            <a:spLocks noGrp="1"/>
          </p:cNvSpPr>
          <p:nvPr/>
        </p:nvSpPr>
        <p:spPr>
          <a:xfrm>
            <a:off x="8885056" y="34319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0" name="02_predicted_pose_4149">
            <a:extLst>
              <a:ext uri="{FF2B5EF4-FFF2-40B4-BE49-F238E27FC236}">
                <a16:creationId xmlns:a16="http://schemas.microsoft.com/office/drawing/2014/main" id="{9F184985-AAD3-4239-B987-7FA40D274253}"/>
              </a:ext>
            </a:extLst>
          </p:cNvPr>
          <p:cNvSpPr>
            <a:spLocks noGrp="1"/>
          </p:cNvSpPr>
          <p:nvPr/>
        </p:nvSpPr>
        <p:spPr>
          <a:xfrm>
            <a:off x="8899641" y="37507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1" name="02_predicted_pose_4150">
            <a:extLst>
              <a:ext uri="{FF2B5EF4-FFF2-40B4-BE49-F238E27FC236}">
                <a16:creationId xmlns:a16="http://schemas.microsoft.com/office/drawing/2014/main" id="{E6A1824D-25A9-4E8C-A554-3972E2BC15C2}"/>
              </a:ext>
            </a:extLst>
          </p:cNvPr>
          <p:cNvSpPr>
            <a:spLocks noGrp="1"/>
          </p:cNvSpPr>
          <p:nvPr/>
        </p:nvSpPr>
        <p:spPr>
          <a:xfrm>
            <a:off x="8615985" y="38003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2" name="02_predicted_pose_4151">
            <a:extLst>
              <a:ext uri="{FF2B5EF4-FFF2-40B4-BE49-F238E27FC236}">
                <a16:creationId xmlns:a16="http://schemas.microsoft.com/office/drawing/2014/main" id="{72F69EC9-5554-4747-9D58-1568AB0C9D93}"/>
              </a:ext>
            </a:extLst>
          </p:cNvPr>
          <p:cNvSpPr>
            <a:spLocks noGrp="1"/>
          </p:cNvSpPr>
          <p:nvPr/>
        </p:nvSpPr>
        <p:spPr>
          <a:xfrm>
            <a:off x="8714426" y="37481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3" name="02_predicted_pose_4152">
            <a:extLst>
              <a:ext uri="{FF2B5EF4-FFF2-40B4-BE49-F238E27FC236}">
                <a16:creationId xmlns:a16="http://schemas.microsoft.com/office/drawing/2014/main" id="{78FEE9BB-6371-45DB-AA2D-89BEA0DB5DAF}"/>
              </a:ext>
            </a:extLst>
          </p:cNvPr>
          <p:cNvSpPr>
            <a:spLocks noGrp="1"/>
          </p:cNvSpPr>
          <p:nvPr/>
        </p:nvSpPr>
        <p:spPr>
          <a:xfrm>
            <a:off x="8646247" y="32764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4" name="02_predicted_pose_4153">
            <a:extLst>
              <a:ext uri="{FF2B5EF4-FFF2-40B4-BE49-F238E27FC236}">
                <a16:creationId xmlns:a16="http://schemas.microsoft.com/office/drawing/2014/main" id="{97EDD6A1-702B-478A-8939-6F8C0DC93606}"/>
              </a:ext>
            </a:extLst>
          </p:cNvPr>
          <p:cNvSpPr>
            <a:spLocks noGrp="1"/>
          </p:cNvSpPr>
          <p:nvPr/>
        </p:nvSpPr>
        <p:spPr>
          <a:xfrm>
            <a:off x="8744687" y="34731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5" name="02_predicted_pose_4154">
            <a:extLst>
              <a:ext uri="{FF2B5EF4-FFF2-40B4-BE49-F238E27FC236}">
                <a16:creationId xmlns:a16="http://schemas.microsoft.com/office/drawing/2014/main" id="{869744F6-3F27-41E6-B6F5-92E1252A4238}"/>
              </a:ext>
            </a:extLst>
          </p:cNvPr>
          <p:cNvSpPr>
            <a:spLocks noGrp="1"/>
          </p:cNvSpPr>
          <p:nvPr/>
        </p:nvSpPr>
        <p:spPr>
          <a:xfrm>
            <a:off x="8796825" y="33874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6" name="02_predicted_pose_4155">
            <a:extLst>
              <a:ext uri="{FF2B5EF4-FFF2-40B4-BE49-F238E27FC236}">
                <a16:creationId xmlns:a16="http://schemas.microsoft.com/office/drawing/2014/main" id="{9A9A78FA-6D6C-4E57-9F79-B3FEF275FA41}"/>
              </a:ext>
            </a:extLst>
          </p:cNvPr>
          <p:cNvSpPr>
            <a:spLocks noGrp="1"/>
          </p:cNvSpPr>
          <p:nvPr/>
        </p:nvSpPr>
        <p:spPr>
          <a:xfrm>
            <a:off x="8624735" y="37172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7" name="02_predicted_pose_4156">
            <a:extLst>
              <a:ext uri="{FF2B5EF4-FFF2-40B4-BE49-F238E27FC236}">
                <a16:creationId xmlns:a16="http://schemas.microsoft.com/office/drawing/2014/main" id="{0D147E47-25BF-4D84-BE70-094DB09E4287}"/>
              </a:ext>
            </a:extLst>
          </p:cNvPr>
          <p:cNvSpPr>
            <a:spLocks noGrp="1"/>
          </p:cNvSpPr>
          <p:nvPr/>
        </p:nvSpPr>
        <p:spPr>
          <a:xfrm>
            <a:off x="8653903" y="36832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8" name="02_predicted_pose_4157">
            <a:extLst>
              <a:ext uri="{FF2B5EF4-FFF2-40B4-BE49-F238E27FC236}">
                <a16:creationId xmlns:a16="http://schemas.microsoft.com/office/drawing/2014/main" id="{6E9FE269-A273-49B3-BD3E-3C27341BB51A}"/>
              </a:ext>
            </a:extLst>
          </p:cNvPr>
          <p:cNvSpPr>
            <a:spLocks noGrp="1"/>
          </p:cNvSpPr>
          <p:nvPr/>
        </p:nvSpPr>
        <p:spPr>
          <a:xfrm>
            <a:off x="8893078" y="36342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9" name="02_predicted_pose_4158">
            <a:extLst>
              <a:ext uri="{FF2B5EF4-FFF2-40B4-BE49-F238E27FC236}">
                <a16:creationId xmlns:a16="http://schemas.microsoft.com/office/drawing/2014/main" id="{2936439D-D338-49F6-8CC1-FA2585C57DE2}"/>
              </a:ext>
            </a:extLst>
          </p:cNvPr>
          <p:cNvSpPr>
            <a:spLocks noGrp="1"/>
          </p:cNvSpPr>
          <p:nvPr/>
        </p:nvSpPr>
        <p:spPr>
          <a:xfrm>
            <a:off x="8760000" y="36730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0" name="02_predicted_pose_4159">
            <a:extLst>
              <a:ext uri="{FF2B5EF4-FFF2-40B4-BE49-F238E27FC236}">
                <a16:creationId xmlns:a16="http://schemas.microsoft.com/office/drawing/2014/main" id="{194C3544-701D-4A55-8F3E-54918CD39F0B}"/>
              </a:ext>
            </a:extLst>
          </p:cNvPr>
          <p:cNvSpPr>
            <a:spLocks noGrp="1"/>
          </p:cNvSpPr>
          <p:nvPr/>
        </p:nvSpPr>
        <p:spPr>
          <a:xfrm>
            <a:off x="8631298" y="35746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1" name="02_predicted_pose_4160">
            <a:extLst>
              <a:ext uri="{FF2B5EF4-FFF2-40B4-BE49-F238E27FC236}">
                <a16:creationId xmlns:a16="http://schemas.microsoft.com/office/drawing/2014/main" id="{65315155-B43D-4916-8ADC-F74AA89165D9}"/>
              </a:ext>
            </a:extLst>
          </p:cNvPr>
          <p:cNvSpPr>
            <a:spLocks noGrp="1"/>
          </p:cNvSpPr>
          <p:nvPr/>
        </p:nvSpPr>
        <p:spPr>
          <a:xfrm>
            <a:off x="8675050" y="35329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2" name="02_predicted_pose_4161">
            <a:extLst>
              <a:ext uri="{FF2B5EF4-FFF2-40B4-BE49-F238E27FC236}">
                <a16:creationId xmlns:a16="http://schemas.microsoft.com/office/drawing/2014/main" id="{89A11F0C-FBCE-4B53-8A00-4C5F6BF47145}"/>
              </a:ext>
            </a:extLst>
          </p:cNvPr>
          <p:cNvSpPr>
            <a:spLocks noGrp="1"/>
          </p:cNvSpPr>
          <p:nvPr/>
        </p:nvSpPr>
        <p:spPr>
          <a:xfrm>
            <a:off x="8718801" y="38118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3" name="02_predicted_pose_4162">
            <a:extLst>
              <a:ext uri="{FF2B5EF4-FFF2-40B4-BE49-F238E27FC236}">
                <a16:creationId xmlns:a16="http://schemas.microsoft.com/office/drawing/2014/main" id="{3B5B6885-3C41-4703-BAB6-04B43997F556}"/>
              </a:ext>
            </a:extLst>
          </p:cNvPr>
          <p:cNvSpPr>
            <a:spLocks noGrp="1"/>
          </p:cNvSpPr>
          <p:nvPr/>
        </p:nvSpPr>
        <p:spPr>
          <a:xfrm>
            <a:off x="8903287" y="37105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4" name="02_predicted_pose_4163">
            <a:extLst>
              <a:ext uri="{FF2B5EF4-FFF2-40B4-BE49-F238E27FC236}">
                <a16:creationId xmlns:a16="http://schemas.microsoft.com/office/drawing/2014/main" id="{5928ACAE-1FB6-4B00-B216-6784D2A0C63C}"/>
              </a:ext>
            </a:extLst>
          </p:cNvPr>
          <p:cNvSpPr>
            <a:spLocks noGrp="1"/>
          </p:cNvSpPr>
          <p:nvPr/>
        </p:nvSpPr>
        <p:spPr>
          <a:xfrm>
            <a:off x="8583535" y="36327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5" name="02_predicted_pose_4164">
            <a:extLst>
              <a:ext uri="{FF2B5EF4-FFF2-40B4-BE49-F238E27FC236}">
                <a16:creationId xmlns:a16="http://schemas.microsoft.com/office/drawing/2014/main" id="{6F934D16-013C-423D-90CC-65C3E6AC6FB7}"/>
              </a:ext>
            </a:extLst>
          </p:cNvPr>
          <p:cNvSpPr>
            <a:spLocks noGrp="1"/>
          </p:cNvSpPr>
          <p:nvPr/>
        </p:nvSpPr>
        <p:spPr>
          <a:xfrm>
            <a:off x="8805575" y="37312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6" name="02_predicted_pose_4165">
            <a:extLst>
              <a:ext uri="{FF2B5EF4-FFF2-40B4-BE49-F238E27FC236}">
                <a16:creationId xmlns:a16="http://schemas.microsoft.com/office/drawing/2014/main" id="{19CFCEE6-37F8-460D-9C46-D2B630704AB6}"/>
              </a:ext>
            </a:extLst>
          </p:cNvPr>
          <p:cNvSpPr>
            <a:spLocks noGrp="1"/>
          </p:cNvSpPr>
          <p:nvPr/>
        </p:nvSpPr>
        <p:spPr>
          <a:xfrm>
            <a:off x="8904016" y="36222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7" name="02_predicted_pose_4166">
            <a:extLst>
              <a:ext uri="{FF2B5EF4-FFF2-40B4-BE49-F238E27FC236}">
                <a16:creationId xmlns:a16="http://schemas.microsoft.com/office/drawing/2014/main" id="{4F155325-4786-43EA-97D3-4559C48DBCB9}"/>
              </a:ext>
            </a:extLst>
          </p:cNvPr>
          <p:cNvSpPr>
            <a:spLocks noGrp="1"/>
          </p:cNvSpPr>
          <p:nvPr/>
        </p:nvSpPr>
        <p:spPr>
          <a:xfrm>
            <a:off x="8724999" y="33009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8" name="02_predicted_pose_4167">
            <a:extLst>
              <a:ext uri="{FF2B5EF4-FFF2-40B4-BE49-F238E27FC236}">
                <a16:creationId xmlns:a16="http://schemas.microsoft.com/office/drawing/2014/main" id="{78C2903E-A38B-4B62-8F60-CE64F63B5D7B}"/>
              </a:ext>
            </a:extLst>
          </p:cNvPr>
          <p:cNvSpPr>
            <a:spLocks noGrp="1"/>
          </p:cNvSpPr>
          <p:nvPr/>
        </p:nvSpPr>
        <p:spPr>
          <a:xfrm>
            <a:off x="8739583" y="34629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69" name="02_predicted_pose_4168">
            <a:extLst>
              <a:ext uri="{FF2B5EF4-FFF2-40B4-BE49-F238E27FC236}">
                <a16:creationId xmlns:a16="http://schemas.microsoft.com/office/drawing/2014/main" id="{9577CA11-437D-44B7-90A3-63C3036B7FCD}"/>
              </a:ext>
            </a:extLst>
          </p:cNvPr>
          <p:cNvSpPr>
            <a:spLocks noGrp="1"/>
          </p:cNvSpPr>
          <p:nvPr/>
        </p:nvSpPr>
        <p:spPr>
          <a:xfrm>
            <a:off x="8656820" y="35322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0" name="02_predicted_pose_4169">
            <a:extLst>
              <a:ext uri="{FF2B5EF4-FFF2-40B4-BE49-F238E27FC236}">
                <a16:creationId xmlns:a16="http://schemas.microsoft.com/office/drawing/2014/main" id="{66D87297-632F-4E56-BAAA-92FCBA996EBE}"/>
              </a:ext>
            </a:extLst>
          </p:cNvPr>
          <p:cNvSpPr>
            <a:spLocks noGrp="1"/>
          </p:cNvSpPr>
          <p:nvPr/>
        </p:nvSpPr>
        <p:spPr>
          <a:xfrm>
            <a:off x="8671403" y="35703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1" name="02_predicted_pose_4170">
            <a:extLst>
              <a:ext uri="{FF2B5EF4-FFF2-40B4-BE49-F238E27FC236}">
                <a16:creationId xmlns:a16="http://schemas.microsoft.com/office/drawing/2014/main" id="{3C922677-E771-4B26-A242-41E499CFB869}"/>
              </a:ext>
            </a:extLst>
          </p:cNvPr>
          <p:cNvSpPr>
            <a:spLocks noGrp="1"/>
          </p:cNvSpPr>
          <p:nvPr/>
        </p:nvSpPr>
        <p:spPr>
          <a:xfrm>
            <a:off x="8685987" y="35543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2" name="02_predicted_pose_4171">
            <a:extLst>
              <a:ext uri="{FF2B5EF4-FFF2-40B4-BE49-F238E27FC236}">
                <a16:creationId xmlns:a16="http://schemas.microsoft.com/office/drawing/2014/main" id="{8DD1059D-8CD0-4C83-9050-B5F883290862}"/>
              </a:ext>
            </a:extLst>
          </p:cNvPr>
          <p:cNvSpPr>
            <a:spLocks noGrp="1"/>
          </p:cNvSpPr>
          <p:nvPr/>
        </p:nvSpPr>
        <p:spPr>
          <a:xfrm>
            <a:off x="8700571" y="35499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3" name="02_predicted_pose_4172">
            <a:extLst>
              <a:ext uri="{FF2B5EF4-FFF2-40B4-BE49-F238E27FC236}">
                <a16:creationId xmlns:a16="http://schemas.microsoft.com/office/drawing/2014/main" id="{F60BB84E-5D8E-4A25-A9A8-27355AF730D0}"/>
              </a:ext>
            </a:extLst>
          </p:cNvPr>
          <p:cNvSpPr>
            <a:spLocks noGrp="1"/>
          </p:cNvSpPr>
          <p:nvPr/>
        </p:nvSpPr>
        <p:spPr>
          <a:xfrm>
            <a:off x="8715155" y="35166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4" name="02_predicted_pose_4173">
            <a:extLst>
              <a:ext uri="{FF2B5EF4-FFF2-40B4-BE49-F238E27FC236}">
                <a16:creationId xmlns:a16="http://schemas.microsoft.com/office/drawing/2014/main" id="{88EB442B-E4BC-44D0-AF4C-CC3EDA61B5A7}"/>
              </a:ext>
            </a:extLst>
          </p:cNvPr>
          <p:cNvSpPr>
            <a:spLocks noGrp="1"/>
          </p:cNvSpPr>
          <p:nvPr/>
        </p:nvSpPr>
        <p:spPr>
          <a:xfrm>
            <a:off x="8729739" y="36128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5" name="02_predicted_pose_4174">
            <a:extLst>
              <a:ext uri="{FF2B5EF4-FFF2-40B4-BE49-F238E27FC236}">
                <a16:creationId xmlns:a16="http://schemas.microsoft.com/office/drawing/2014/main" id="{084E8743-8D76-4B76-806B-E01FBE5F1D98}"/>
              </a:ext>
            </a:extLst>
          </p:cNvPr>
          <p:cNvSpPr>
            <a:spLocks noGrp="1"/>
          </p:cNvSpPr>
          <p:nvPr/>
        </p:nvSpPr>
        <p:spPr>
          <a:xfrm>
            <a:off x="8744322" y="36714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6" name="02_predicted_pose_4175">
            <a:extLst>
              <a:ext uri="{FF2B5EF4-FFF2-40B4-BE49-F238E27FC236}">
                <a16:creationId xmlns:a16="http://schemas.microsoft.com/office/drawing/2014/main" id="{ACC04C1A-5FA0-47FF-82F9-8F739E453789}"/>
              </a:ext>
            </a:extLst>
          </p:cNvPr>
          <p:cNvSpPr>
            <a:spLocks noGrp="1"/>
          </p:cNvSpPr>
          <p:nvPr/>
        </p:nvSpPr>
        <p:spPr>
          <a:xfrm>
            <a:off x="8758907" y="35907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7" name="02_predicted_pose_4176">
            <a:extLst>
              <a:ext uri="{FF2B5EF4-FFF2-40B4-BE49-F238E27FC236}">
                <a16:creationId xmlns:a16="http://schemas.microsoft.com/office/drawing/2014/main" id="{D4B60EC5-1E8F-4FE3-9E2E-36B2439B6FFA}"/>
              </a:ext>
            </a:extLst>
          </p:cNvPr>
          <p:cNvSpPr>
            <a:spLocks noGrp="1"/>
          </p:cNvSpPr>
          <p:nvPr/>
        </p:nvSpPr>
        <p:spPr>
          <a:xfrm>
            <a:off x="8773490" y="364866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8" name="02_predicted_pose_4177">
            <a:extLst>
              <a:ext uri="{FF2B5EF4-FFF2-40B4-BE49-F238E27FC236}">
                <a16:creationId xmlns:a16="http://schemas.microsoft.com/office/drawing/2014/main" id="{A533494E-AEAA-4A7F-9259-79F4B76F4F66}"/>
              </a:ext>
            </a:extLst>
          </p:cNvPr>
          <p:cNvSpPr>
            <a:spLocks noGrp="1"/>
          </p:cNvSpPr>
          <p:nvPr/>
        </p:nvSpPr>
        <p:spPr>
          <a:xfrm>
            <a:off x="8788074" y="35760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79" name="02_predicted_pose_4178">
            <a:extLst>
              <a:ext uri="{FF2B5EF4-FFF2-40B4-BE49-F238E27FC236}">
                <a16:creationId xmlns:a16="http://schemas.microsoft.com/office/drawing/2014/main" id="{359F08FF-841A-4EF9-AEE2-ABD81BBCBCFD}"/>
              </a:ext>
            </a:extLst>
          </p:cNvPr>
          <p:cNvSpPr>
            <a:spLocks noGrp="1"/>
          </p:cNvSpPr>
          <p:nvPr/>
        </p:nvSpPr>
        <p:spPr>
          <a:xfrm>
            <a:off x="8671039" y="35519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0" name="02_predicted_pose_4179">
            <a:extLst>
              <a:ext uri="{FF2B5EF4-FFF2-40B4-BE49-F238E27FC236}">
                <a16:creationId xmlns:a16="http://schemas.microsoft.com/office/drawing/2014/main" id="{01615E0A-4145-4D61-B270-C6B0B89CD19C}"/>
              </a:ext>
            </a:extLst>
          </p:cNvPr>
          <p:cNvSpPr>
            <a:spLocks noGrp="1"/>
          </p:cNvSpPr>
          <p:nvPr/>
        </p:nvSpPr>
        <p:spPr>
          <a:xfrm>
            <a:off x="8873389" y="38039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1" name="02_predicted_pose_4180">
            <a:extLst>
              <a:ext uri="{FF2B5EF4-FFF2-40B4-BE49-F238E27FC236}">
                <a16:creationId xmlns:a16="http://schemas.microsoft.com/office/drawing/2014/main" id="{189A12BF-65F5-4E84-9523-64B29DF0B3E1}"/>
              </a:ext>
            </a:extLst>
          </p:cNvPr>
          <p:cNvSpPr>
            <a:spLocks noGrp="1"/>
          </p:cNvSpPr>
          <p:nvPr/>
        </p:nvSpPr>
        <p:spPr>
          <a:xfrm>
            <a:off x="8737031" y="38006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2" name="02_predicted_pose_4181">
            <a:extLst>
              <a:ext uri="{FF2B5EF4-FFF2-40B4-BE49-F238E27FC236}">
                <a16:creationId xmlns:a16="http://schemas.microsoft.com/office/drawing/2014/main" id="{7F5CEAA0-F957-4FA9-A616-586698956446}"/>
              </a:ext>
            </a:extLst>
          </p:cNvPr>
          <p:cNvSpPr>
            <a:spLocks noGrp="1"/>
          </p:cNvSpPr>
          <p:nvPr/>
        </p:nvSpPr>
        <p:spPr>
          <a:xfrm>
            <a:off x="8622912" y="35447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3" name="02_predicted_pose_4182">
            <a:extLst>
              <a:ext uri="{FF2B5EF4-FFF2-40B4-BE49-F238E27FC236}">
                <a16:creationId xmlns:a16="http://schemas.microsoft.com/office/drawing/2014/main" id="{75289785-CB48-4CCD-B5D9-67C801CE022A}"/>
              </a:ext>
            </a:extLst>
          </p:cNvPr>
          <p:cNvSpPr>
            <a:spLocks noGrp="1"/>
          </p:cNvSpPr>
          <p:nvPr/>
        </p:nvSpPr>
        <p:spPr>
          <a:xfrm>
            <a:off x="8751615" y="37736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4" name="02_predicted_pose_4183">
            <a:extLst>
              <a:ext uri="{FF2B5EF4-FFF2-40B4-BE49-F238E27FC236}">
                <a16:creationId xmlns:a16="http://schemas.microsoft.com/office/drawing/2014/main" id="{04ACC170-EDDA-461E-80B1-889C0318CBCB}"/>
              </a:ext>
            </a:extLst>
          </p:cNvPr>
          <p:cNvSpPr>
            <a:spLocks noGrp="1"/>
          </p:cNvSpPr>
          <p:nvPr/>
        </p:nvSpPr>
        <p:spPr>
          <a:xfrm>
            <a:off x="8865004" y="34323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5" name="02_predicted_pose_4184">
            <a:extLst>
              <a:ext uri="{FF2B5EF4-FFF2-40B4-BE49-F238E27FC236}">
                <a16:creationId xmlns:a16="http://schemas.microsoft.com/office/drawing/2014/main" id="{AC6866D0-5FB9-4204-912B-DD0A559138D5}"/>
              </a:ext>
            </a:extLst>
          </p:cNvPr>
          <p:cNvSpPr>
            <a:spLocks noGrp="1"/>
          </p:cNvSpPr>
          <p:nvPr/>
        </p:nvSpPr>
        <p:spPr>
          <a:xfrm>
            <a:off x="8923339" y="36643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6" name="02_predicted_pose_4185">
            <a:extLst>
              <a:ext uri="{FF2B5EF4-FFF2-40B4-BE49-F238E27FC236}">
                <a16:creationId xmlns:a16="http://schemas.microsoft.com/office/drawing/2014/main" id="{295F8103-37EB-4537-A94E-AFB408F58688}"/>
              </a:ext>
            </a:extLst>
          </p:cNvPr>
          <p:cNvSpPr>
            <a:spLocks noGrp="1"/>
          </p:cNvSpPr>
          <p:nvPr/>
        </p:nvSpPr>
        <p:spPr>
          <a:xfrm>
            <a:off x="8704582" y="35212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7" name="02_predicted_pose_4186">
            <a:extLst>
              <a:ext uri="{FF2B5EF4-FFF2-40B4-BE49-F238E27FC236}">
                <a16:creationId xmlns:a16="http://schemas.microsoft.com/office/drawing/2014/main" id="{2CB54A80-114C-461B-9217-0A759DB187DB}"/>
              </a:ext>
            </a:extLst>
          </p:cNvPr>
          <p:cNvSpPr>
            <a:spLocks noGrp="1"/>
          </p:cNvSpPr>
          <p:nvPr/>
        </p:nvSpPr>
        <p:spPr>
          <a:xfrm>
            <a:off x="8733749" y="35877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8" name="02_predicted_pose_4187">
            <a:extLst>
              <a:ext uri="{FF2B5EF4-FFF2-40B4-BE49-F238E27FC236}">
                <a16:creationId xmlns:a16="http://schemas.microsoft.com/office/drawing/2014/main" id="{98DCA682-4E08-47B8-ACAF-80221691AEC7}"/>
              </a:ext>
            </a:extLst>
          </p:cNvPr>
          <p:cNvSpPr>
            <a:spLocks noGrp="1"/>
          </p:cNvSpPr>
          <p:nvPr/>
        </p:nvSpPr>
        <p:spPr>
          <a:xfrm>
            <a:off x="8777501" y="34842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9" name="02_predicted_pose_4188">
            <a:extLst>
              <a:ext uri="{FF2B5EF4-FFF2-40B4-BE49-F238E27FC236}">
                <a16:creationId xmlns:a16="http://schemas.microsoft.com/office/drawing/2014/main" id="{7432E320-B392-4234-9A2B-8B456725D0E1}"/>
              </a:ext>
            </a:extLst>
          </p:cNvPr>
          <p:cNvSpPr>
            <a:spLocks noGrp="1"/>
          </p:cNvSpPr>
          <p:nvPr/>
        </p:nvSpPr>
        <p:spPr>
          <a:xfrm>
            <a:off x="8806668" y="35183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0" name="02_predicted_pose_4189">
            <a:extLst>
              <a:ext uri="{FF2B5EF4-FFF2-40B4-BE49-F238E27FC236}">
                <a16:creationId xmlns:a16="http://schemas.microsoft.com/office/drawing/2014/main" id="{7C220680-D448-42DA-8BC6-B0B80DF7C08F}"/>
              </a:ext>
            </a:extLst>
          </p:cNvPr>
          <p:cNvSpPr>
            <a:spLocks noGrp="1"/>
          </p:cNvSpPr>
          <p:nvPr/>
        </p:nvSpPr>
        <p:spPr>
          <a:xfrm>
            <a:off x="8821252" y="35637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1" name="02_predicted_pose_4190">
            <a:extLst>
              <a:ext uri="{FF2B5EF4-FFF2-40B4-BE49-F238E27FC236}">
                <a16:creationId xmlns:a16="http://schemas.microsoft.com/office/drawing/2014/main" id="{CE83E11D-394B-4180-A8D0-8F9ADCE04927}"/>
              </a:ext>
            </a:extLst>
          </p:cNvPr>
          <p:cNvSpPr>
            <a:spLocks noGrp="1"/>
          </p:cNvSpPr>
          <p:nvPr/>
        </p:nvSpPr>
        <p:spPr>
          <a:xfrm>
            <a:off x="8718801" y="35251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2" name="02_predicted_pose_4191">
            <a:extLst>
              <a:ext uri="{FF2B5EF4-FFF2-40B4-BE49-F238E27FC236}">
                <a16:creationId xmlns:a16="http://schemas.microsoft.com/office/drawing/2014/main" id="{76C89071-BD46-4086-BE8C-BC5F4621220F}"/>
              </a:ext>
            </a:extLst>
          </p:cNvPr>
          <p:cNvSpPr>
            <a:spLocks noGrp="1"/>
          </p:cNvSpPr>
          <p:nvPr/>
        </p:nvSpPr>
        <p:spPr>
          <a:xfrm>
            <a:off x="8827450" y="37286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3" name="02_predicted_pose_4192">
            <a:extLst>
              <a:ext uri="{FF2B5EF4-FFF2-40B4-BE49-F238E27FC236}">
                <a16:creationId xmlns:a16="http://schemas.microsoft.com/office/drawing/2014/main" id="{6D8106D5-50BB-450A-86E9-0BD1DC37C280}"/>
              </a:ext>
            </a:extLst>
          </p:cNvPr>
          <p:cNvSpPr>
            <a:spLocks noGrp="1"/>
          </p:cNvSpPr>
          <p:nvPr/>
        </p:nvSpPr>
        <p:spPr>
          <a:xfrm>
            <a:off x="8856618" y="37843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4" name="02_predicted_pose_4193">
            <a:extLst>
              <a:ext uri="{FF2B5EF4-FFF2-40B4-BE49-F238E27FC236}">
                <a16:creationId xmlns:a16="http://schemas.microsoft.com/office/drawing/2014/main" id="{0616DC7C-29C8-4647-AD69-FBF41C3FE20B}"/>
              </a:ext>
            </a:extLst>
          </p:cNvPr>
          <p:cNvSpPr>
            <a:spLocks noGrp="1"/>
          </p:cNvSpPr>
          <p:nvPr/>
        </p:nvSpPr>
        <p:spPr>
          <a:xfrm>
            <a:off x="8885786" y="37330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5" name="02_predicted_pose_4194">
            <a:extLst>
              <a:ext uri="{FF2B5EF4-FFF2-40B4-BE49-F238E27FC236}">
                <a16:creationId xmlns:a16="http://schemas.microsoft.com/office/drawing/2014/main" id="{8C783612-8455-4467-96E0-B10C5D459D80}"/>
              </a:ext>
            </a:extLst>
          </p:cNvPr>
          <p:cNvSpPr>
            <a:spLocks noGrp="1"/>
          </p:cNvSpPr>
          <p:nvPr/>
        </p:nvSpPr>
        <p:spPr>
          <a:xfrm>
            <a:off x="8914954" y="37268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6" name="02_predicted_pose_4195">
            <a:extLst>
              <a:ext uri="{FF2B5EF4-FFF2-40B4-BE49-F238E27FC236}">
                <a16:creationId xmlns:a16="http://schemas.microsoft.com/office/drawing/2014/main" id="{D7EC2D14-B1E4-4AD6-86DE-28805FF5BCDD}"/>
              </a:ext>
            </a:extLst>
          </p:cNvPr>
          <p:cNvSpPr>
            <a:spLocks noGrp="1"/>
          </p:cNvSpPr>
          <p:nvPr/>
        </p:nvSpPr>
        <p:spPr>
          <a:xfrm>
            <a:off x="8661559" y="37189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7" name="02_predicted_pose_4196">
            <a:extLst>
              <a:ext uri="{FF2B5EF4-FFF2-40B4-BE49-F238E27FC236}">
                <a16:creationId xmlns:a16="http://schemas.microsoft.com/office/drawing/2014/main" id="{7E6192C2-1A8B-4636-A4A1-479678D955B1}"/>
              </a:ext>
            </a:extLst>
          </p:cNvPr>
          <p:cNvSpPr>
            <a:spLocks noGrp="1"/>
          </p:cNvSpPr>
          <p:nvPr/>
        </p:nvSpPr>
        <p:spPr>
          <a:xfrm>
            <a:off x="8670674" y="373073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8" name="02_predicted_pose_4197">
            <a:extLst>
              <a:ext uri="{FF2B5EF4-FFF2-40B4-BE49-F238E27FC236}">
                <a16:creationId xmlns:a16="http://schemas.microsoft.com/office/drawing/2014/main" id="{AA89C2A0-F490-4B8D-B180-0ACD2ABE098D}"/>
              </a:ext>
            </a:extLst>
          </p:cNvPr>
          <p:cNvSpPr>
            <a:spLocks noGrp="1"/>
          </p:cNvSpPr>
          <p:nvPr/>
        </p:nvSpPr>
        <p:spPr>
          <a:xfrm>
            <a:off x="8685258" y="37819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9" name="02_predicted_pose_4198">
            <a:extLst>
              <a:ext uri="{FF2B5EF4-FFF2-40B4-BE49-F238E27FC236}">
                <a16:creationId xmlns:a16="http://schemas.microsoft.com/office/drawing/2014/main" id="{9429FB70-9775-43EB-9391-53A366EF24B4}"/>
              </a:ext>
            </a:extLst>
          </p:cNvPr>
          <p:cNvSpPr>
            <a:spLocks noGrp="1"/>
          </p:cNvSpPr>
          <p:nvPr/>
        </p:nvSpPr>
        <p:spPr>
          <a:xfrm>
            <a:off x="8714426" y="37797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0" name="02_predicted_pose_4199">
            <a:extLst>
              <a:ext uri="{FF2B5EF4-FFF2-40B4-BE49-F238E27FC236}">
                <a16:creationId xmlns:a16="http://schemas.microsoft.com/office/drawing/2014/main" id="{97754304-AA51-4773-8FA9-1E69D39D605A}"/>
              </a:ext>
            </a:extLst>
          </p:cNvPr>
          <p:cNvSpPr>
            <a:spLocks noGrp="1"/>
          </p:cNvSpPr>
          <p:nvPr/>
        </p:nvSpPr>
        <p:spPr>
          <a:xfrm>
            <a:off x="8743593" y="36804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1" name="02_predicted_pose_4200">
            <a:extLst>
              <a:ext uri="{FF2B5EF4-FFF2-40B4-BE49-F238E27FC236}">
                <a16:creationId xmlns:a16="http://schemas.microsoft.com/office/drawing/2014/main" id="{65C8879A-D6D9-44B0-84EA-45AC2E9FDCF1}"/>
              </a:ext>
            </a:extLst>
          </p:cNvPr>
          <p:cNvSpPr>
            <a:spLocks noGrp="1"/>
          </p:cNvSpPr>
          <p:nvPr/>
        </p:nvSpPr>
        <p:spPr>
          <a:xfrm>
            <a:off x="8772761" y="37164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2" name="02_predicted_pose_4201">
            <a:extLst>
              <a:ext uri="{FF2B5EF4-FFF2-40B4-BE49-F238E27FC236}">
                <a16:creationId xmlns:a16="http://schemas.microsoft.com/office/drawing/2014/main" id="{E2692476-8073-4E3D-B45C-A44CBC14DC20}"/>
              </a:ext>
            </a:extLst>
          </p:cNvPr>
          <p:cNvSpPr>
            <a:spLocks noGrp="1"/>
          </p:cNvSpPr>
          <p:nvPr/>
        </p:nvSpPr>
        <p:spPr>
          <a:xfrm>
            <a:off x="8799012" y="31994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3" name="02_predicted_pose_4202">
            <a:extLst>
              <a:ext uri="{FF2B5EF4-FFF2-40B4-BE49-F238E27FC236}">
                <a16:creationId xmlns:a16="http://schemas.microsoft.com/office/drawing/2014/main" id="{F16DE11C-38D7-438A-A13F-C227758A5075}"/>
              </a:ext>
            </a:extLst>
          </p:cNvPr>
          <p:cNvSpPr>
            <a:spLocks noGrp="1"/>
          </p:cNvSpPr>
          <p:nvPr/>
        </p:nvSpPr>
        <p:spPr>
          <a:xfrm>
            <a:off x="8813596" y="33620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4" name="02_predicted_pose_4203">
            <a:extLst>
              <a:ext uri="{FF2B5EF4-FFF2-40B4-BE49-F238E27FC236}">
                <a16:creationId xmlns:a16="http://schemas.microsoft.com/office/drawing/2014/main" id="{A27C8E52-7C00-40EE-BEC4-AB13C91E597B}"/>
              </a:ext>
            </a:extLst>
          </p:cNvPr>
          <p:cNvSpPr>
            <a:spLocks noGrp="1"/>
          </p:cNvSpPr>
          <p:nvPr/>
        </p:nvSpPr>
        <p:spPr>
          <a:xfrm>
            <a:off x="8740677" y="34913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5" name="02_predicted_pose_4204">
            <a:extLst>
              <a:ext uri="{FF2B5EF4-FFF2-40B4-BE49-F238E27FC236}">
                <a16:creationId xmlns:a16="http://schemas.microsoft.com/office/drawing/2014/main" id="{CDCDCD46-1114-43CC-A39D-19A2D1B53750}"/>
              </a:ext>
            </a:extLst>
          </p:cNvPr>
          <p:cNvSpPr>
            <a:spLocks noGrp="1"/>
          </p:cNvSpPr>
          <p:nvPr/>
        </p:nvSpPr>
        <p:spPr>
          <a:xfrm>
            <a:off x="8684894" y="37528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6" name="02_predicted_pose_4205">
            <a:extLst>
              <a:ext uri="{FF2B5EF4-FFF2-40B4-BE49-F238E27FC236}">
                <a16:creationId xmlns:a16="http://schemas.microsoft.com/office/drawing/2014/main" id="{28A93582-5439-484C-AC54-5A1FA98C58D4}"/>
              </a:ext>
            </a:extLst>
          </p:cNvPr>
          <p:cNvSpPr>
            <a:spLocks noGrp="1"/>
          </p:cNvSpPr>
          <p:nvPr/>
        </p:nvSpPr>
        <p:spPr>
          <a:xfrm>
            <a:off x="8596661" y="37109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7" name="02_predicted_pose_4206">
            <a:extLst>
              <a:ext uri="{FF2B5EF4-FFF2-40B4-BE49-F238E27FC236}">
                <a16:creationId xmlns:a16="http://schemas.microsoft.com/office/drawing/2014/main" id="{33246756-76A7-4836-B22E-C71BBC92D686}"/>
              </a:ext>
            </a:extLst>
          </p:cNvPr>
          <p:cNvSpPr>
            <a:spLocks noGrp="1"/>
          </p:cNvSpPr>
          <p:nvPr/>
        </p:nvSpPr>
        <p:spPr>
          <a:xfrm>
            <a:off x="8854795" y="33248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8" name="02_predicted_pose_4207">
            <a:extLst>
              <a:ext uri="{FF2B5EF4-FFF2-40B4-BE49-F238E27FC236}">
                <a16:creationId xmlns:a16="http://schemas.microsoft.com/office/drawing/2014/main" id="{2E540A46-7FB6-43BB-AD67-2B4F9A5D8131}"/>
              </a:ext>
            </a:extLst>
          </p:cNvPr>
          <p:cNvSpPr>
            <a:spLocks noGrp="1"/>
          </p:cNvSpPr>
          <p:nvPr/>
        </p:nvSpPr>
        <p:spPr>
          <a:xfrm>
            <a:off x="8809221" y="29254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09" name="02_predicted_pose_4208">
            <a:extLst>
              <a:ext uri="{FF2B5EF4-FFF2-40B4-BE49-F238E27FC236}">
                <a16:creationId xmlns:a16="http://schemas.microsoft.com/office/drawing/2014/main" id="{D227BDCE-C679-4600-8750-8877EE8F1FCA}"/>
              </a:ext>
            </a:extLst>
          </p:cNvPr>
          <p:cNvSpPr>
            <a:spLocks noGrp="1"/>
          </p:cNvSpPr>
          <p:nvPr/>
        </p:nvSpPr>
        <p:spPr>
          <a:xfrm>
            <a:off x="8823805" y="30119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0" name="02_predicted_pose_4209">
            <a:extLst>
              <a:ext uri="{FF2B5EF4-FFF2-40B4-BE49-F238E27FC236}">
                <a16:creationId xmlns:a16="http://schemas.microsoft.com/office/drawing/2014/main" id="{D88EF945-2072-4CAE-864C-0DB7DEC91739}"/>
              </a:ext>
            </a:extLst>
          </p:cNvPr>
          <p:cNvSpPr>
            <a:spLocks noGrp="1"/>
          </p:cNvSpPr>
          <p:nvPr/>
        </p:nvSpPr>
        <p:spPr>
          <a:xfrm>
            <a:off x="8618537" y="36833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1" name="02_predicted_pose_4210">
            <a:extLst>
              <a:ext uri="{FF2B5EF4-FFF2-40B4-BE49-F238E27FC236}">
                <a16:creationId xmlns:a16="http://schemas.microsoft.com/office/drawing/2014/main" id="{6CF41DCC-19F2-4B74-BBE1-D686BA6B65FF}"/>
              </a:ext>
            </a:extLst>
          </p:cNvPr>
          <p:cNvSpPr>
            <a:spLocks noGrp="1"/>
          </p:cNvSpPr>
          <p:nvPr/>
        </p:nvSpPr>
        <p:spPr>
          <a:xfrm>
            <a:off x="8809585" y="38069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2" name="02_predicted_pose_4211">
            <a:extLst>
              <a:ext uri="{FF2B5EF4-FFF2-40B4-BE49-F238E27FC236}">
                <a16:creationId xmlns:a16="http://schemas.microsoft.com/office/drawing/2014/main" id="{DD3D00C4-C6B0-4A4A-83AD-C63A25F08492}"/>
              </a:ext>
            </a:extLst>
          </p:cNvPr>
          <p:cNvSpPr>
            <a:spLocks noGrp="1"/>
          </p:cNvSpPr>
          <p:nvPr/>
        </p:nvSpPr>
        <p:spPr>
          <a:xfrm>
            <a:off x="8824170" y="37739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3" name="02_predicted_pose_4212">
            <a:extLst>
              <a:ext uri="{FF2B5EF4-FFF2-40B4-BE49-F238E27FC236}">
                <a16:creationId xmlns:a16="http://schemas.microsoft.com/office/drawing/2014/main" id="{F2109813-A63A-4EF0-8278-92F49B255359}"/>
              </a:ext>
            </a:extLst>
          </p:cNvPr>
          <p:cNvSpPr>
            <a:spLocks noGrp="1"/>
          </p:cNvSpPr>
          <p:nvPr/>
        </p:nvSpPr>
        <p:spPr>
          <a:xfrm>
            <a:off x="8838753" y="38123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4" name="02_predicted_pose_4213">
            <a:extLst>
              <a:ext uri="{FF2B5EF4-FFF2-40B4-BE49-F238E27FC236}">
                <a16:creationId xmlns:a16="http://schemas.microsoft.com/office/drawing/2014/main" id="{3B513D4E-4547-48E0-8450-C02434F40F25}"/>
              </a:ext>
            </a:extLst>
          </p:cNvPr>
          <p:cNvSpPr>
            <a:spLocks noGrp="1"/>
          </p:cNvSpPr>
          <p:nvPr/>
        </p:nvSpPr>
        <p:spPr>
          <a:xfrm>
            <a:off x="8853337" y="34257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5" name="02_predicted_pose_4214">
            <a:extLst>
              <a:ext uri="{FF2B5EF4-FFF2-40B4-BE49-F238E27FC236}">
                <a16:creationId xmlns:a16="http://schemas.microsoft.com/office/drawing/2014/main" id="{740D5AA3-1B5E-4A73-A237-80B805B010E9}"/>
              </a:ext>
            </a:extLst>
          </p:cNvPr>
          <p:cNvSpPr>
            <a:spLocks noGrp="1"/>
          </p:cNvSpPr>
          <p:nvPr/>
        </p:nvSpPr>
        <p:spPr>
          <a:xfrm>
            <a:off x="8867920" y="38110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6" name="02_predicted_pose_4215">
            <a:extLst>
              <a:ext uri="{FF2B5EF4-FFF2-40B4-BE49-F238E27FC236}">
                <a16:creationId xmlns:a16="http://schemas.microsoft.com/office/drawing/2014/main" id="{AF42D1CC-2B78-4032-86F6-894F493E4767}"/>
              </a:ext>
            </a:extLst>
          </p:cNvPr>
          <p:cNvSpPr>
            <a:spLocks noGrp="1"/>
          </p:cNvSpPr>
          <p:nvPr/>
        </p:nvSpPr>
        <p:spPr>
          <a:xfrm>
            <a:off x="8684528" y="30870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7" name="02_predicted_pose_4216">
            <a:extLst>
              <a:ext uri="{FF2B5EF4-FFF2-40B4-BE49-F238E27FC236}">
                <a16:creationId xmlns:a16="http://schemas.microsoft.com/office/drawing/2014/main" id="{41FFE1AB-ED6B-478D-ABFF-B1C5B1ABCD69}"/>
              </a:ext>
            </a:extLst>
          </p:cNvPr>
          <p:cNvSpPr>
            <a:spLocks noGrp="1"/>
          </p:cNvSpPr>
          <p:nvPr/>
        </p:nvSpPr>
        <p:spPr>
          <a:xfrm>
            <a:off x="8772761" y="35113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8" name="02_predicted_pose_4217">
            <a:extLst>
              <a:ext uri="{FF2B5EF4-FFF2-40B4-BE49-F238E27FC236}">
                <a16:creationId xmlns:a16="http://schemas.microsoft.com/office/drawing/2014/main" id="{7E6E4ED6-4894-4AF0-AA8A-2EAC4737415B}"/>
              </a:ext>
            </a:extLst>
          </p:cNvPr>
          <p:cNvSpPr>
            <a:spLocks noGrp="1"/>
          </p:cNvSpPr>
          <p:nvPr/>
        </p:nvSpPr>
        <p:spPr>
          <a:xfrm>
            <a:off x="8801929" y="353582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19" name="02_predicted_pose_4218">
            <a:extLst>
              <a:ext uri="{FF2B5EF4-FFF2-40B4-BE49-F238E27FC236}">
                <a16:creationId xmlns:a16="http://schemas.microsoft.com/office/drawing/2014/main" id="{0697B754-BF20-4C03-8617-2B87A4BF09F1}"/>
              </a:ext>
            </a:extLst>
          </p:cNvPr>
          <p:cNvSpPr>
            <a:spLocks noGrp="1"/>
          </p:cNvSpPr>
          <p:nvPr/>
        </p:nvSpPr>
        <p:spPr>
          <a:xfrm>
            <a:off x="8831097" y="35354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0" name="02_predicted_pose_4219">
            <a:extLst>
              <a:ext uri="{FF2B5EF4-FFF2-40B4-BE49-F238E27FC236}">
                <a16:creationId xmlns:a16="http://schemas.microsoft.com/office/drawing/2014/main" id="{E9FB8739-9E03-4AB8-93D3-6016A3D54F20}"/>
              </a:ext>
            </a:extLst>
          </p:cNvPr>
          <p:cNvSpPr>
            <a:spLocks noGrp="1"/>
          </p:cNvSpPr>
          <p:nvPr/>
        </p:nvSpPr>
        <p:spPr>
          <a:xfrm>
            <a:off x="8860264" y="35012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1" name="02_predicted_pose_4220">
            <a:extLst>
              <a:ext uri="{FF2B5EF4-FFF2-40B4-BE49-F238E27FC236}">
                <a16:creationId xmlns:a16="http://schemas.microsoft.com/office/drawing/2014/main" id="{FF83ADDE-FD99-41EB-A87D-E9C054E19CD1}"/>
              </a:ext>
            </a:extLst>
          </p:cNvPr>
          <p:cNvSpPr>
            <a:spLocks noGrp="1"/>
          </p:cNvSpPr>
          <p:nvPr/>
        </p:nvSpPr>
        <p:spPr>
          <a:xfrm>
            <a:off x="8944850" y="36113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2" name="02_predicted_pose_4221">
            <a:extLst>
              <a:ext uri="{FF2B5EF4-FFF2-40B4-BE49-F238E27FC236}">
                <a16:creationId xmlns:a16="http://schemas.microsoft.com/office/drawing/2014/main" id="{09B12DB6-5E51-4407-98E9-CE985D42CEB0}"/>
              </a:ext>
            </a:extLst>
          </p:cNvPr>
          <p:cNvSpPr>
            <a:spLocks noGrp="1"/>
          </p:cNvSpPr>
          <p:nvPr/>
        </p:nvSpPr>
        <p:spPr>
          <a:xfrm>
            <a:off x="8610516" y="363513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3" name="02_predicted_pose_4222">
            <a:extLst>
              <a:ext uri="{FF2B5EF4-FFF2-40B4-BE49-F238E27FC236}">
                <a16:creationId xmlns:a16="http://schemas.microsoft.com/office/drawing/2014/main" id="{371A2B39-E3FA-4B2E-92E2-80EDB885C972}"/>
              </a:ext>
            </a:extLst>
          </p:cNvPr>
          <p:cNvSpPr>
            <a:spLocks noGrp="1"/>
          </p:cNvSpPr>
          <p:nvPr/>
        </p:nvSpPr>
        <p:spPr>
          <a:xfrm>
            <a:off x="8639683" y="34153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4" name="02_predicted_pose_4223">
            <a:extLst>
              <a:ext uri="{FF2B5EF4-FFF2-40B4-BE49-F238E27FC236}">
                <a16:creationId xmlns:a16="http://schemas.microsoft.com/office/drawing/2014/main" id="{4868511E-95DE-44EF-95F6-130227EF8448}"/>
              </a:ext>
            </a:extLst>
          </p:cNvPr>
          <p:cNvSpPr>
            <a:spLocks noGrp="1"/>
          </p:cNvSpPr>
          <p:nvPr/>
        </p:nvSpPr>
        <p:spPr>
          <a:xfrm>
            <a:off x="8668852" y="35648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5" name="02_predicted_pose_4224">
            <a:extLst>
              <a:ext uri="{FF2B5EF4-FFF2-40B4-BE49-F238E27FC236}">
                <a16:creationId xmlns:a16="http://schemas.microsoft.com/office/drawing/2014/main" id="{6DA96012-E729-4C3F-8565-800689383242}"/>
              </a:ext>
            </a:extLst>
          </p:cNvPr>
          <p:cNvSpPr>
            <a:spLocks noGrp="1"/>
          </p:cNvSpPr>
          <p:nvPr/>
        </p:nvSpPr>
        <p:spPr>
          <a:xfrm>
            <a:off x="8698019" y="36061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6" name="02_predicted_pose_4225">
            <a:extLst>
              <a:ext uri="{FF2B5EF4-FFF2-40B4-BE49-F238E27FC236}">
                <a16:creationId xmlns:a16="http://schemas.microsoft.com/office/drawing/2014/main" id="{7CE3460E-A39C-42B8-B1C8-414C46AD61B8}"/>
              </a:ext>
            </a:extLst>
          </p:cNvPr>
          <p:cNvSpPr>
            <a:spLocks noGrp="1"/>
          </p:cNvSpPr>
          <p:nvPr/>
        </p:nvSpPr>
        <p:spPr>
          <a:xfrm>
            <a:off x="8595568" y="35686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7" name="02_predicted_pose_4226">
            <a:extLst>
              <a:ext uri="{FF2B5EF4-FFF2-40B4-BE49-F238E27FC236}">
                <a16:creationId xmlns:a16="http://schemas.microsoft.com/office/drawing/2014/main" id="{66B80F56-8445-4311-B8A8-7F5BA5AFA932}"/>
              </a:ext>
            </a:extLst>
          </p:cNvPr>
          <p:cNvSpPr>
            <a:spLocks noGrp="1"/>
          </p:cNvSpPr>
          <p:nvPr/>
        </p:nvSpPr>
        <p:spPr>
          <a:xfrm>
            <a:off x="8648069" y="390219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8" name="02_predicted_pose_4227">
            <a:extLst>
              <a:ext uri="{FF2B5EF4-FFF2-40B4-BE49-F238E27FC236}">
                <a16:creationId xmlns:a16="http://schemas.microsoft.com/office/drawing/2014/main" id="{3C950E44-6DF3-4487-8A16-BFF880107382}"/>
              </a:ext>
            </a:extLst>
          </p:cNvPr>
          <p:cNvSpPr>
            <a:spLocks noGrp="1"/>
          </p:cNvSpPr>
          <p:nvPr/>
        </p:nvSpPr>
        <p:spPr>
          <a:xfrm>
            <a:off x="8798283" y="36251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29" name="02_predicted_pose_4228">
            <a:extLst>
              <a:ext uri="{FF2B5EF4-FFF2-40B4-BE49-F238E27FC236}">
                <a16:creationId xmlns:a16="http://schemas.microsoft.com/office/drawing/2014/main" id="{6DC0EE85-C6D6-43EC-8004-EE7009D2CC25}"/>
              </a:ext>
            </a:extLst>
          </p:cNvPr>
          <p:cNvSpPr>
            <a:spLocks noGrp="1"/>
          </p:cNvSpPr>
          <p:nvPr/>
        </p:nvSpPr>
        <p:spPr>
          <a:xfrm>
            <a:off x="8827450" y="36049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0" name="02_predicted_pose_4229">
            <a:extLst>
              <a:ext uri="{FF2B5EF4-FFF2-40B4-BE49-F238E27FC236}">
                <a16:creationId xmlns:a16="http://schemas.microsoft.com/office/drawing/2014/main" id="{78C97FB8-25F2-4D83-8DDD-7214920BB35F}"/>
              </a:ext>
            </a:extLst>
          </p:cNvPr>
          <p:cNvSpPr>
            <a:spLocks noGrp="1"/>
          </p:cNvSpPr>
          <p:nvPr/>
        </p:nvSpPr>
        <p:spPr>
          <a:xfrm>
            <a:off x="8871202" y="34407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1" name="02_predicted_pose_4230">
            <a:extLst>
              <a:ext uri="{FF2B5EF4-FFF2-40B4-BE49-F238E27FC236}">
                <a16:creationId xmlns:a16="http://schemas.microsoft.com/office/drawing/2014/main" id="{996BA413-3A6C-4EC7-8EB2-7F034C60D260}"/>
              </a:ext>
            </a:extLst>
          </p:cNvPr>
          <p:cNvSpPr>
            <a:spLocks noGrp="1"/>
          </p:cNvSpPr>
          <p:nvPr/>
        </p:nvSpPr>
        <p:spPr>
          <a:xfrm>
            <a:off x="8900370" y="34624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2" name="02_predicted_pose_4231">
            <a:extLst>
              <a:ext uri="{FF2B5EF4-FFF2-40B4-BE49-F238E27FC236}">
                <a16:creationId xmlns:a16="http://schemas.microsoft.com/office/drawing/2014/main" id="{2C4B9CE7-00DC-4505-BC38-F7CECF42CCCD}"/>
              </a:ext>
            </a:extLst>
          </p:cNvPr>
          <p:cNvSpPr>
            <a:spLocks noGrp="1"/>
          </p:cNvSpPr>
          <p:nvPr/>
        </p:nvSpPr>
        <p:spPr>
          <a:xfrm>
            <a:off x="8929537" y="35540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3" name="02_predicted_pose_4232">
            <a:extLst>
              <a:ext uri="{FF2B5EF4-FFF2-40B4-BE49-F238E27FC236}">
                <a16:creationId xmlns:a16="http://schemas.microsoft.com/office/drawing/2014/main" id="{BAEB4A64-C2A2-4198-9738-E44AA44951DA}"/>
              </a:ext>
            </a:extLst>
          </p:cNvPr>
          <p:cNvSpPr>
            <a:spLocks noGrp="1"/>
          </p:cNvSpPr>
          <p:nvPr/>
        </p:nvSpPr>
        <p:spPr>
          <a:xfrm>
            <a:off x="8910943" y="36846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4" name="02_predicted_pose_4233">
            <a:extLst>
              <a:ext uri="{FF2B5EF4-FFF2-40B4-BE49-F238E27FC236}">
                <a16:creationId xmlns:a16="http://schemas.microsoft.com/office/drawing/2014/main" id="{1C519C4E-9F80-4C73-8493-799B06BF6762}"/>
              </a:ext>
            </a:extLst>
          </p:cNvPr>
          <p:cNvSpPr>
            <a:spLocks noGrp="1"/>
          </p:cNvSpPr>
          <p:nvPr/>
        </p:nvSpPr>
        <p:spPr>
          <a:xfrm>
            <a:off x="8645882" y="34398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5" name="02_predicted_pose_4234">
            <a:extLst>
              <a:ext uri="{FF2B5EF4-FFF2-40B4-BE49-F238E27FC236}">
                <a16:creationId xmlns:a16="http://schemas.microsoft.com/office/drawing/2014/main" id="{0B05EE66-46B8-43B5-BBE9-413FDB69DBB0}"/>
              </a:ext>
            </a:extLst>
          </p:cNvPr>
          <p:cNvSpPr>
            <a:spLocks noGrp="1"/>
          </p:cNvSpPr>
          <p:nvPr/>
        </p:nvSpPr>
        <p:spPr>
          <a:xfrm>
            <a:off x="8941205" y="36913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6" name="02_predicted_pose_4235">
            <a:extLst>
              <a:ext uri="{FF2B5EF4-FFF2-40B4-BE49-F238E27FC236}">
                <a16:creationId xmlns:a16="http://schemas.microsoft.com/office/drawing/2014/main" id="{A9B250CB-AD8C-4546-9591-6B200AD94D6C}"/>
              </a:ext>
            </a:extLst>
          </p:cNvPr>
          <p:cNvSpPr>
            <a:spLocks noGrp="1"/>
          </p:cNvSpPr>
          <p:nvPr/>
        </p:nvSpPr>
        <p:spPr>
          <a:xfrm>
            <a:off x="8774584" y="35759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7" name="02_predicted_pose_4236">
            <a:extLst>
              <a:ext uri="{FF2B5EF4-FFF2-40B4-BE49-F238E27FC236}">
                <a16:creationId xmlns:a16="http://schemas.microsoft.com/office/drawing/2014/main" id="{6B225931-C89E-462C-B9DE-DC4ADE0C1049}"/>
              </a:ext>
            </a:extLst>
          </p:cNvPr>
          <p:cNvSpPr>
            <a:spLocks noGrp="1"/>
          </p:cNvSpPr>
          <p:nvPr/>
        </p:nvSpPr>
        <p:spPr>
          <a:xfrm>
            <a:off x="8873025" y="35379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8" name="02_predicted_pose_4237">
            <a:extLst>
              <a:ext uri="{FF2B5EF4-FFF2-40B4-BE49-F238E27FC236}">
                <a16:creationId xmlns:a16="http://schemas.microsoft.com/office/drawing/2014/main" id="{3CAC6F26-3C08-496C-BE0F-E7686D4B41A1}"/>
              </a:ext>
            </a:extLst>
          </p:cNvPr>
          <p:cNvSpPr>
            <a:spLocks noGrp="1"/>
          </p:cNvSpPr>
          <p:nvPr/>
        </p:nvSpPr>
        <p:spPr>
          <a:xfrm>
            <a:off x="8603224" y="36314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39" name="02_predicted_pose_4238">
            <a:extLst>
              <a:ext uri="{FF2B5EF4-FFF2-40B4-BE49-F238E27FC236}">
                <a16:creationId xmlns:a16="http://schemas.microsoft.com/office/drawing/2014/main" id="{7EF00E90-47C5-4478-9E76-0D67D6B63BFC}"/>
              </a:ext>
            </a:extLst>
          </p:cNvPr>
          <p:cNvSpPr>
            <a:spLocks noGrp="1"/>
          </p:cNvSpPr>
          <p:nvPr/>
        </p:nvSpPr>
        <p:spPr>
          <a:xfrm>
            <a:off x="8617808" y="37248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0" name="02_predicted_pose_4239">
            <a:extLst>
              <a:ext uri="{FF2B5EF4-FFF2-40B4-BE49-F238E27FC236}">
                <a16:creationId xmlns:a16="http://schemas.microsoft.com/office/drawing/2014/main" id="{1C0BA1B3-3A24-491A-AF99-082012CA74BE}"/>
              </a:ext>
            </a:extLst>
          </p:cNvPr>
          <p:cNvSpPr>
            <a:spLocks noGrp="1"/>
          </p:cNvSpPr>
          <p:nvPr/>
        </p:nvSpPr>
        <p:spPr>
          <a:xfrm>
            <a:off x="8632391" y="36164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1" name="02_predicted_pose_4240">
            <a:extLst>
              <a:ext uri="{FF2B5EF4-FFF2-40B4-BE49-F238E27FC236}">
                <a16:creationId xmlns:a16="http://schemas.microsoft.com/office/drawing/2014/main" id="{225B94FB-47A4-4C7F-A318-FDFAC89B1258}"/>
              </a:ext>
            </a:extLst>
          </p:cNvPr>
          <p:cNvSpPr>
            <a:spLocks noGrp="1"/>
          </p:cNvSpPr>
          <p:nvPr/>
        </p:nvSpPr>
        <p:spPr>
          <a:xfrm>
            <a:off x="8646976" y="35042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2" name="02_predicted_pose_4241">
            <a:extLst>
              <a:ext uri="{FF2B5EF4-FFF2-40B4-BE49-F238E27FC236}">
                <a16:creationId xmlns:a16="http://schemas.microsoft.com/office/drawing/2014/main" id="{BEEE4C57-6513-4A88-8511-3FBECD901227}"/>
              </a:ext>
            </a:extLst>
          </p:cNvPr>
          <p:cNvSpPr>
            <a:spLocks noGrp="1"/>
          </p:cNvSpPr>
          <p:nvPr/>
        </p:nvSpPr>
        <p:spPr>
          <a:xfrm>
            <a:off x="8599942" y="34926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3" name="02_predicted_pose_4242">
            <a:extLst>
              <a:ext uri="{FF2B5EF4-FFF2-40B4-BE49-F238E27FC236}">
                <a16:creationId xmlns:a16="http://schemas.microsoft.com/office/drawing/2014/main" id="{3540D73E-DE13-45BF-A953-81F39C5FCE6C}"/>
              </a:ext>
            </a:extLst>
          </p:cNvPr>
          <p:cNvSpPr>
            <a:spLocks noGrp="1"/>
          </p:cNvSpPr>
          <p:nvPr/>
        </p:nvSpPr>
        <p:spPr>
          <a:xfrm>
            <a:off x="8629111" y="36436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4" name="02_predicted_pose_4243">
            <a:extLst>
              <a:ext uri="{FF2B5EF4-FFF2-40B4-BE49-F238E27FC236}">
                <a16:creationId xmlns:a16="http://schemas.microsoft.com/office/drawing/2014/main" id="{BAF7A624-73A0-473C-86C9-89B69D651076}"/>
              </a:ext>
            </a:extLst>
          </p:cNvPr>
          <p:cNvSpPr>
            <a:spLocks noGrp="1"/>
          </p:cNvSpPr>
          <p:nvPr/>
        </p:nvSpPr>
        <p:spPr>
          <a:xfrm>
            <a:off x="8718437" y="34721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5" name="02_predicted_pose_4244">
            <a:extLst>
              <a:ext uri="{FF2B5EF4-FFF2-40B4-BE49-F238E27FC236}">
                <a16:creationId xmlns:a16="http://schemas.microsoft.com/office/drawing/2014/main" id="{DFFC34FE-EB25-4DD7-A568-0A9BFEAF8941}"/>
              </a:ext>
            </a:extLst>
          </p:cNvPr>
          <p:cNvSpPr>
            <a:spLocks noGrp="1"/>
          </p:cNvSpPr>
          <p:nvPr/>
        </p:nvSpPr>
        <p:spPr>
          <a:xfrm>
            <a:off x="8663383" y="358912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6" name="02_predicted_pose_4245">
            <a:extLst>
              <a:ext uri="{FF2B5EF4-FFF2-40B4-BE49-F238E27FC236}">
                <a16:creationId xmlns:a16="http://schemas.microsoft.com/office/drawing/2014/main" id="{18B69B03-F5A3-49E5-96BD-E62EC147DC74}"/>
              </a:ext>
            </a:extLst>
          </p:cNvPr>
          <p:cNvSpPr>
            <a:spLocks noGrp="1"/>
          </p:cNvSpPr>
          <p:nvPr/>
        </p:nvSpPr>
        <p:spPr>
          <a:xfrm>
            <a:off x="8677966" y="40028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7" name="02_predicted_pose_4246">
            <a:extLst>
              <a:ext uri="{FF2B5EF4-FFF2-40B4-BE49-F238E27FC236}">
                <a16:creationId xmlns:a16="http://schemas.microsoft.com/office/drawing/2014/main" id="{B002568F-E175-48F8-AE78-27A114B323D6}"/>
              </a:ext>
            </a:extLst>
          </p:cNvPr>
          <p:cNvSpPr>
            <a:spLocks noGrp="1"/>
          </p:cNvSpPr>
          <p:nvPr/>
        </p:nvSpPr>
        <p:spPr>
          <a:xfrm>
            <a:off x="8692550" y="369013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8" name="02_predicted_pose_4247">
            <a:extLst>
              <a:ext uri="{FF2B5EF4-FFF2-40B4-BE49-F238E27FC236}">
                <a16:creationId xmlns:a16="http://schemas.microsoft.com/office/drawing/2014/main" id="{60165D03-DFA5-4976-98BE-B7107B346998}"/>
              </a:ext>
            </a:extLst>
          </p:cNvPr>
          <p:cNvSpPr>
            <a:spLocks noGrp="1"/>
          </p:cNvSpPr>
          <p:nvPr/>
        </p:nvSpPr>
        <p:spPr>
          <a:xfrm>
            <a:off x="8641142" y="34029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49" name="02_predicted_pose_4248">
            <a:extLst>
              <a:ext uri="{FF2B5EF4-FFF2-40B4-BE49-F238E27FC236}">
                <a16:creationId xmlns:a16="http://schemas.microsoft.com/office/drawing/2014/main" id="{503E3887-9ADC-4679-88C2-5F2A5B21C65C}"/>
              </a:ext>
            </a:extLst>
          </p:cNvPr>
          <p:cNvSpPr>
            <a:spLocks noGrp="1"/>
          </p:cNvSpPr>
          <p:nvPr/>
        </p:nvSpPr>
        <p:spPr>
          <a:xfrm>
            <a:off x="8655725" y="34328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0" name="02_predicted_pose_4249">
            <a:extLst>
              <a:ext uri="{FF2B5EF4-FFF2-40B4-BE49-F238E27FC236}">
                <a16:creationId xmlns:a16="http://schemas.microsoft.com/office/drawing/2014/main" id="{1214F129-D43A-4281-BC0F-242577AECB6E}"/>
              </a:ext>
            </a:extLst>
          </p:cNvPr>
          <p:cNvSpPr>
            <a:spLocks noGrp="1"/>
          </p:cNvSpPr>
          <p:nvPr/>
        </p:nvSpPr>
        <p:spPr>
          <a:xfrm>
            <a:off x="8670310" y="33845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1" name="02_predicted_pose_4250">
            <a:extLst>
              <a:ext uri="{FF2B5EF4-FFF2-40B4-BE49-F238E27FC236}">
                <a16:creationId xmlns:a16="http://schemas.microsoft.com/office/drawing/2014/main" id="{F6C86215-EDCC-415E-A220-C883FAF7B593}"/>
              </a:ext>
            </a:extLst>
          </p:cNvPr>
          <p:cNvSpPr>
            <a:spLocks noGrp="1"/>
          </p:cNvSpPr>
          <p:nvPr/>
        </p:nvSpPr>
        <p:spPr>
          <a:xfrm>
            <a:off x="8690727" y="30997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2" name="02_predicted_pose_4251">
            <a:extLst>
              <a:ext uri="{FF2B5EF4-FFF2-40B4-BE49-F238E27FC236}">
                <a16:creationId xmlns:a16="http://schemas.microsoft.com/office/drawing/2014/main" id="{CC196618-A468-4B91-8B8D-203DDA17DE94}"/>
              </a:ext>
            </a:extLst>
          </p:cNvPr>
          <p:cNvSpPr>
            <a:spLocks noGrp="1"/>
          </p:cNvSpPr>
          <p:nvPr/>
        </p:nvSpPr>
        <p:spPr>
          <a:xfrm>
            <a:off x="8734478" y="34362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3" name="02_predicted_pose_4252">
            <a:extLst>
              <a:ext uri="{FF2B5EF4-FFF2-40B4-BE49-F238E27FC236}">
                <a16:creationId xmlns:a16="http://schemas.microsoft.com/office/drawing/2014/main" id="{3D41A514-3E18-4B61-B7CD-6463DCF370E9}"/>
              </a:ext>
            </a:extLst>
          </p:cNvPr>
          <p:cNvSpPr>
            <a:spLocks noGrp="1"/>
          </p:cNvSpPr>
          <p:nvPr/>
        </p:nvSpPr>
        <p:spPr>
          <a:xfrm>
            <a:off x="8704946" y="33127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4" name="02_predicted_pose_4253">
            <a:extLst>
              <a:ext uri="{FF2B5EF4-FFF2-40B4-BE49-F238E27FC236}">
                <a16:creationId xmlns:a16="http://schemas.microsoft.com/office/drawing/2014/main" id="{C329584E-7959-4099-849A-986149891A40}"/>
              </a:ext>
            </a:extLst>
          </p:cNvPr>
          <p:cNvSpPr>
            <a:spLocks noGrp="1"/>
          </p:cNvSpPr>
          <p:nvPr/>
        </p:nvSpPr>
        <p:spPr>
          <a:xfrm>
            <a:off x="8803387" y="31354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5" name="02_predicted_pose_4254">
            <a:extLst>
              <a:ext uri="{FF2B5EF4-FFF2-40B4-BE49-F238E27FC236}">
                <a16:creationId xmlns:a16="http://schemas.microsoft.com/office/drawing/2014/main" id="{51D64FDC-C16A-49F1-B627-FA40D3D3EA78}"/>
              </a:ext>
            </a:extLst>
          </p:cNvPr>
          <p:cNvSpPr>
            <a:spLocks noGrp="1"/>
          </p:cNvSpPr>
          <p:nvPr/>
        </p:nvSpPr>
        <p:spPr>
          <a:xfrm>
            <a:off x="8932090" y="33298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6" name="02_predicted_pose_4255">
            <a:extLst>
              <a:ext uri="{FF2B5EF4-FFF2-40B4-BE49-F238E27FC236}">
                <a16:creationId xmlns:a16="http://schemas.microsoft.com/office/drawing/2014/main" id="{7759884C-4729-48A9-B871-D9B35A17F6BA}"/>
              </a:ext>
            </a:extLst>
          </p:cNvPr>
          <p:cNvSpPr>
            <a:spLocks noGrp="1"/>
          </p:cNvSpPr>
          <p:nvPr/>
        </p:nvSpPr>
        <p:spPr>
          <a:xfrm>
            <a:off x="8667028" y="30786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7" name="02_predicted_pose_4256">
            <a:extLst>
              <a:ext uri="{FF2B5EF4-FFF2-40B4-BE49-F238E27FC236}">
                <a16:creationId xmlns:a16="http://schemas.microsoft.com/office/drawing/2014/main" id="{895E772C-EA3A-4EFA-9C18-B562F47791C0}"/>
              </a:ext>
            </a:extLst>
          </p:cNvPr>
          <p:cNvSpPr>
            <a:spLocks noGrp="1"/>
          </p:cNvSpPr>
          <p:nvPr/>
        </p:nvSpPr>
        <p:spPr>
          <a:xfrm>
            <a:off x="8822711" y="35725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8" name="02_predicted_pose_4257">
            <a:extLst>
              <a:ext uri="{FF2B5EF4-FFF2-40B4-BE49-F238E27FC236}">
                <a16:creationId xmlns:a16="http://schemas.microsoft.com/office/drawing/2014/main" id="{9AF20289-02DF-4B38-A7A8-6006FAF54278}"/>
              </a:ext>
            </a:extLst>
          </p:cNvPr>
          <p:cNvSpPr>
            <a:spLocks noGrp="1"/>
          </p:cNvSpPr>
          <p:nvPr/>
        </p:nvSpPr>
        <p:spPr>
          <a:xfrm>
            <a:off x="8837295" y="36417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59" name="02_predicted_pose_4258">
            <a:extLst>
              <a:ext uri="{FF2B5EF4-FFF2-40B4-BE49-F238E27FC236}">
                <a16:creationId xmlns:a16="http://schemas.microsoft.com/office/drawing/2014/main" id="{AF5BE3A9-9F8F-4642-80A3-541F8BB69A32}"/>
              </a:ext>
            </a:extLst>
          </p:cNvPr>
          <p:cNvSpPr>
            <a:spLocks noGrp="1"/>
          </p:cNvSpPr>
          <p:nvPr/>
        </p:nvSpPr>
        <p:spPr>
          <a:xfrm>
            <a:off x="8795366" y="32969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0" name="02_predicted_pose_4259">
            <a:extLst>
              <a:ext uri="{FF2B5EF4-FFF2-40B4-BE49-F238E27FC236}">
                <a16:creationId xmlns:a16="http://schemas.microsoft.com/office/drawing/2014/main" id="{C9BD2374-BD56-4403-AB09-44DF15162F41}"/>
              </a:ext>
            </a:extLst>
          </p:cNvPr>
          <p:cNvSpPr>
            <a:spLocks noGrp="1"/>
          </p:cNvSpPr>
          <p:nvPr/>
        </p:nvSpPr>
        <p:spPr>
          <a:xfrm>
            <a:off x="8809950" y="34639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1" name="02_predicted_pose_4260">
            <a:extLst>
              <a:ext uri="{FF2B5EF4-FFF2-40B4-BE49-F238E27FC236}">
                <a16:creationId xmlns:a16="http://schemas.microsoft.com/office/drawing/2014/main" id="{2ECC2499-06DE-4020-9E7A-23D084117F54}"/>
              </a:ext>
            </a:extLst>
          </p:cNvPr>
          <p:cNvSpPr>
            <a:spLocks noGrp="1"/>
          </p:cNvSpPr>
          <p:nvPr/>
        </p:nvSpPr>
        <p:spPr>
          <a:xfrm>
            <a:off x="8824534" y="34554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2" name="02_predicted_pose_4261">
            <a:extLst>
              <a:ext uri="{FF2B5EF4-FFF2-40B4-BE49-F238E27FC236}">
                <a16:creationId xmlns:a16="http://schemas.microsoft.com/office/drawing/2014/main" id="{EAD9AEA5-1A21-4F85-B811-4F4F396FB634}"/>
              </a:ext>
            </a:extLst>
          </p:cNvPr>
          <p:cNvSpPr>
            <a:spLocks noGrp="1"/>
          </p:cNvSpPr>
          <p:nvPr/>
        </p:nvSpPr>
        <p:spPr>
          <a:xfrm>
            <a:off x="8853702" y="35121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3" name="02_predicted_pose_4262">
            <a:extLst>
              <a:ext uri="{FF2B5EF4-FFF2-40B4-BE49-F238E27FC236}">
                <a16:creationId xmlns:a16="http://schemas.microsoft.com/office/drawing/2014/main" id="{3BED2A15-5F70-41B7-959E-CBBFA56F052A}"/>
              </a:ext>
            </a:extLst>
          </p:cNvPr>
          <p:cNvSpPr>
            <a:spLocks noGrp="1"/>
          </p:cNvSpPr>
          <p:nvPr/>
        </p:nvSpPr>
        <p:spPr>
          <a:xfrm>
            <a:off x="8868286" y="35355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4" name="02_predicted_pose_4263">
            <a:extLst>
              <a:ext uri="{FF2B5EF4-FFF2-40B4-BE49-F238E27FC236}">
                <a16:creationId xmlns:a16="http://schemas.microsoft.com/office/drawing/2014/main" id="{D88EB959-C774-4AF4-AB39-FD84A55C95BF}"/>
              </a:ext>
            </a:extLst>
          </p:cNvPr>
          <p:cNvSpPr>
            <a:spLocks noGrp="1"/>
          </p:cNvSpPr>
          <p:nvPr/>
        </p:nvSpPr>
        <p:spPr>
          <a:xfrm>
            <a:off x="8671039" y="35681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5" name="02_predicted_pose_4264">
            <a:extLst>
              <a:ext uri="{FF2B5EF4-FFF2-40B4-BE49-F238E27FC236}">
                <a16:creationId xmlns:a16="http://schemas.microsoft.com/office/drawing/2014/main" id="{DAC1D065-5C0C-4BCF-8296-E95F805EC77D}"/>
              </a:ext>
            </a:extLst>
          </p:cNvPr>
          <p:cNvSpPr>
            <a:spLocks noGrp="1"/>
          </p:cNvSpPr>
          <p:nvPr/>
        </p:nvSpPr>
        <p:spPr>
          <a:xfrm>
            <a:off x="8779689" y="35017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6" name="02_predicted_pose_4265">
            <a:extLst>
              <a:ext uri="{FF2B5EF4-FFF2-40B4-BE49-F238E27FC236}">
                <a16:creationId xmlns:a16="http://schemas.microsoft.com/office/drawing/2014/main" id="{883E9838-F801-4E52-93A5-139B8FA639F9}"/>
              </a:ext>
            </a:extLst>
          </p:cNvPr>
          <p:cNvSpPr>
            <a:spLocks noGrp="1"/>
          </p:cNvSpPr>
          <p:nvPr/>
        </p:nvSpPr>
        <p:spPr>
          <a:xfrm>
            <a:off x="8823440" y="33221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7" name="02_predicted_pose_4266">
            <a:extLst>
              <a:ext uri="{FF2B5EF4-FFF2-40B4-BE49-F238E27FC236}">
                <a16:creationId xmlns:a16="http://schemas.microsoft.com/office/drawing/2014/main" id="{49DBE4DC-D063-44FD-8A13-AC520C89BD0D}"/>
              </a:ext>
            </a:extLst>
          </p:cNvPr>
          <p:cNvSpPr>
            <a:spLocks noGrp="1"/>
          </p:cNvSpPr>
          <p:nvPr/>
        </p:nvSpPr>
        <p:spPr>
          <a:xfrm>
            <a:off x="8838024" y="34649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8" name="02_predicted_pose_4267">
            <a:extLst>
              <a:ext uri="{FF2B5EF4-FFF2-40B4-BE49-F238E27FC236}">
                <a16:creationId xmlns:a16="http://schemas.microsoft.com/office/drawing/2014/main" id="{2207DE17-1B6D-42E0-BEF6-C1D8B1508D18}"/>
              </a:ext>
            </a:extLst>
          </p:cNvPr>
          <p:cNvSpPr>
            <a:spLocks noGrp="1"/>
          </p:cNvSpPr>
          <p:nvPr/>
        </p:nvSpPr>
        <p:spPr>
          <a:xfrm>
            <a:off x="8867191" y="33029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9" name="02_predicted_pose_4268">
            <a:extLst>
              <a:ext uri="{FF2B5EF4-FFF2-40B4-BE49-F238E27FC236}">
                <a16:creationId xmlns:a16="http://schemas.microsoft.com/office/drawing/2014/main" id="{814AE8B1-E4B3-4D1D-9BC4-3BE3134DE285}"/>
              </a:ext>
            </a:extLst>
          </p:cNvPr>
          <p:cNvSpPr>
            <a:spLocks noGrp="1"/>
          </p:cNvSpPr>
          <p:nvPr/>
        </p:nvSpPr>
        <p:spPr>
          <a:xfrm>
            <a:off x="8751615" y="36718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0" name="02_predicted_pose_4269">
            <a:extLst>
              <a:ext uri="{FF2B5EF4-FFF2-40B4-BE49-F238E27FC236}">
                <a16:creationId xmlns:a16="http://schemas.microsoft.com/office/drawing/2014/main" id="{9EE2F7DD-A111-4DE2-8AAB-E46C34F6B471}"/>
              </a:ext>
            </a:extLst>
          </p:cNvPr>
          <p:cNvSpPr>
            <a:spLocks noGrp="1"/>
          </p:cNvSpPr>
          <p:nvPr/>
        </p:nvSpPr>
        <p:spPr>
          <a:xfrm>
            <a:off x="8780782" y="3662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1" name="02_predicted_pose_4270">
            <a:extLst>
              <a:ext uri="{FF2B5EF4-FFF2-40B4-BE49-F238E27FC236}">
                <a16:creationId xmlns:a16="http://schemas.microsoft.com/office/drawing/2014/main" id="{AD920B10-D5ED-4F15-A951-2E2721D07224}"/>
              </a:ext>
            </a:extLst>
          </p:cNvPr>
          <p:cNvSpPr>
            <a:spLocks noGrp="1"/>
          </p:cNvSpPr>
          <p:nvPr/>
        </p:nvSpPr>
        <p:spPr>
          <a:xfrm>
            <a:off x="8809950" y="36547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2" name="02_predicted_pose_4271">
            <a:extLst>
              <a:ext uri="{FF2B5EF4-FFF2-40B4-BE49-F238E27FC236}">
                <a16:creationId xmlns:a16="http://schemas.microsoft.com/office/drawing/2014/main" id="{FBC0CE0F-659C-4E48-B93D-351EF49C9B15}"/>
              </a:ext>
            </a:extLst>
          </p:cNvPr>
          <p:cNvSpPr>
            <a:spLocks noGrp="1"/>
          </p:cNvSpPr>
          <p:nvPr/>
        </p:nvSpPr>
        <p:spPr>
          <a:xfrm>
            <a:off x="8839117" y="37788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3" name="02_predicted_pose_4272">
            <a:extLst>
              <a:ext uri="{FF2B5EF4-FFF2-40B4-BE49-F238E27FC236}">
                <a16:creationId xmlns:a16="http://schemas.microsoft.com/office/drawing/2014/main" id="{5ADDE6D3-5D12-40C0-A4A5-538B92DEE72E}"/>
              </a:ext>
            </a:extLst>
          </p:cNvPr>
          <p:cNvSpPr>
            <a:spLocks noGrp="1"/>
          </p:cNvSpPr>
          <p:nvPr/>
        </p:nvSpPr>
        <p:spPr>
          <a:xfrm>
            <a:off x="8868286" y="37563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4" name="02_predicted_pose_4273">
            <a:extLst>
              <a:ext uri="{FF2B5EF4-FFF2-40B4-BE49-F238E27FC236}">
                <a16:creationId xmlns:a16="http://schemas.microsoft.com/office/drawing/2014/main" id="{57736348-88AC-4357-9B5C-AB408830BE0A}"/>
              </a:ext>
            </a:extLst>
          </p:cNvPr>
          <p:cNvSpPr>
            <a:spLocks noGrp="1"/>
          </p:cNvSpPr>
          <p:nvPr/>
        </p:nvSpPr>
        <p:spPr>
          <a:xfrm>
            <a:off x="8765834" y="37300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5" name="02_predicted_pose_4274">
            <a:extLst>
              <a:ext uri="{FF2B5EF4-FFF2-40B4-BE49-F238E27FC236}">
                <a16:creationId xmlns:a16="http://schemas.microsoft.com/office/drawing/2014/main" id="{20BC0060-4667-44AD-8464-B2B653AE875B}"/>
              </a:ext>
            </a:extLst>
          </p:cNvPr>
          <p:cNvSpPr>
            <a:spLocks noGrp="1"/>
          </p:cNvSpPr>
          <p:nvPr/>
        </p:nvSpPr>
        <p:spPr>
          <a:xfrm>
            <a:off x="8889796" y="33369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6" name="02_predicted_pose_4275">
            <a:extLst>
              <a:ext uri="{FF2B5EF4-FFF2-40B4-BE49-F238E27FC236}">
                <a16:creationId xmlns:a16="http://schemas.microsoft.com/office/drawing/2014/main" id="{8BDDE4C8-2858-48F1-9646-80F920312EFA}"/>
              </a:ext>
            </a:extLst>
          </p:cNvPr>
          <p:cNvSpPr>
            <a:spLocks noGrp="1"/>
          </p:cNvSpPr>
          <p:nvPr/>
        </p:nvSpPr>
        <p:spPr>
          <a:xfrm>
            <a:off x="8904380" y="33143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7" name="02_predicted_pose_4276">
            <a:extLst>
              <a:ext uri="{FF2B5EF4-FFF2-40B4-BE49-F238E27FC236}">
                <a16:creationId xmlns:a16="http://schemas.microsoft.com/office/drawing/2014/main" id="{E1041038-1044-4C48-9930-1E411A994C42}"/>
              </a:ext>
            </a:extLst>
          </p:cNvPr>
          <p:cNvSpPr>
            <a:spLocks noGrp="1"/>
          </p:cNvSpPr>
          <p:nvPr/>
        </p:nvSpPr>
        <p:spPr>
          <a:xfrm>
            <a:off x="8674685" y="35855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8" name="02_predicted_pose_4277">
            <a:extLst>
              <a:ext uri="{FF2B5EF4-FFF2-40B4-BE49-F238E27FC236}">
                <a16:creationId xmlns:a16="http://schemas.microsoft.com/office/drawing/2014/main" id="{E3C3E95D-D9B9-44F0-884D-F16C3D1F6F01}"/>
              </a:ext>
            </a:extLst>
          </p:cNvPr>
          <p:cNvSpPr>
            <a:spLocks noGrp="1"/>
          </p:cNvSpPr>
          <p:nvPr/>
        </p:nvSpPr>
        <p:spPr>
          <a:xfrm>
            <a:off x="8687810" y="36546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79" name="02_predicted_pose_4278">
            <a:extLst>
              <a:ext uri="{FF2B5EF4-FFF2-40B4-BE49-F238E27FC236}">
                <a16:creationId xmlns:a16="http://schemas.microsoft.com/office/drawing/2014/main" id="{409A25A4-DF38-47F9-B3A8-15651035714A}"/>
              </a:ext>
            </a:extLst>
          </p:cNvPr>
          <p:cNvSpPr>
            <a:spLocks noGrp="1"/>
          </p:cNvSpPr>
          <p:nvPr/>
        </p:nvSpPr>
        <p:spPr>
          <a:xfrm>
            <a:off x="8731926" y="37074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0" name="02_predicted_pose_4279">
            <a:extLst>
              <a:ext uri="{FF2B5EF4-FFF2-40B4-BE49-F238E27FC236}">
                <a16:creationId xmlns:a16="http://schemas.microsoft.com/office/drawing/2014/main" id="{B4B0A6F4-AF08-4321-B506-0E31CD8A795C}"/>
              </a:ext>
            </a:extLst>
          </p:cNvPr>
          <p:cNvSpPr>
            <a:spLocks noGrp="1"/>
          </p:cNvSpPr>
          <p:nvPr/>
        </p:nvSpPr>
        <p:spPr>
          <a:xfrm>
            <a:off x="8693279" y="363592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1" name="02_predicted_pose_4280">
            <a:extLst>
              <a:ext uri="{FF2B5EF4-FFF2-40B4-BE49-F238E27FC236}">
                <a16:creationId xmlns:a16="http://schemas.microsoft.com/office/drawing/2014/main" id="{F7CF39B9-5846-449D-AEC1-E1469194E9AE}"/>
              </a:ext>
            </a:extLst>
          </p:cNvPr>
          <p:cNvSpPr>
            <a:spLocks noGrp="1"/>
          </p:cNvSpPr>
          <p:nvPr/>
        </p:nvSpPr>
        <p:spPr>
          <a:xfrm>
            <a:off x="8638225" y="34522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2" name="02_predicted_pose_4281">
            <a:extLst>
              <a:ext uri="{FF2B5EF4-FFF2-40B4-BE49-F238E27FC236}">
                <a16:creationId xmlns:a16="http://schemas.microsoft.com/office/drawing/2014/main" id="{7FA8C98A-2945-45D5-B895-76C0F2C9CDDE}"/>
              </a:ext>
            </a:extLst>
          </p:cNvPr>
          <p:cNvSpPr>
            <a:spLocks noGrp="1"/>
          </p:cNvSpPr>
          <p:nvPr/>
        </p:nvSpPr>
        <p:spPr>
          <a:xfrm>
            <a:off x="8778230" y="38015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3" name="02_predicted_pose_4282">
            <a:extLst>
              <a:ext uri="{FF2B5EF4-FFF2-40B4-BE49-F238E27FC236}">
                <a16:creationId xmlns:a16="http://schemas.microsoft.com/office/drawing/2014/main" id="{06C0D5F7-0BFA-4671-A288-BE16765474EF}"/>
              </a:ext>
            </a:extLst>
          </p:cNvPr>
          <p:cNvSpPr>
            <a:spLocks noGrp="1"/>
          </p:cNvSpPr>
          <p:nvPr/>
        </p:nvSpPr>
        <p:spPr>
          <a:xfrm>
            <a:off x="8792814" y="38528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4" name="02_predicted_pose_4283">
            <a:extLst>
              <a:ext uri="{FF2B5EF4-FFF2-40B4-BE49-F238E27FC236}">
                <a16:creationId xmlns:a16="http://schemas.microsoft.com/office/drawing/2014/main" id="{ECA8D5CB-D504-4C88-B65C-67B675C344BA}"/>
              </a:ext>
            </a:extLst>
          </p:cNvPr>
          <p:cNvSpPr>
            <a:spLocks noGrp="1"/>
          </p:cNvSpPr>
          <p:nvPr/>
        </p:nvSpPr>
        <p:spPr>
          <a:xfrm>
            <a:off x="8807398" y="37860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5" name="02_predicted_pose_4284">
            <a:extLst>
              <a:ext uri="{FF2B5EF4-FFF2-40B4-BE49-F238E27FC236}">
                <a16:creationId xmlns:a16="http://schemas.microsoft.com/office/drawing/2014/main" id="{C42D775F-0662-4858-859B-04CA62E1F73C}"/>
              </a:ext>
            </a:extLst>
          </p:cNvPr>
          <p:cNvSpPr>
            <a:spLocks noGrp="1"/>
          </p:cNvSpPr>
          <p:nvPr/>
        </p:nvSpPr>
        <p:spPr>
          <a:xfrm>
            <a:off x="8821981" y="38012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6" name="02_predicted_pose_4285">
            <a:extLst>
              <a:ext uri="{FF2B5EF4-FFF2-40B4-BE49-F238E27FC236}">
                <a16:creationId xmlns:a16="http://schemas.microsoft.com/office/drawing/2014/main" id="{38129238-B742-4B20-BDC9-C0246E0F7D65}"/>
              </a:ext>
            </a:extLst>
          </p:cNvPr>
          <p:cNvSpPr>
            <a:spLocks noGrp="1"/>
          </p:cNvSpPr>
          <p:nvPr/>
        </p:nvSpPr>
        <p:spPr>
          <a:xfrm>
            <a:off x="8605047" y="37639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7" name="02_predicted_pose_4286">
            <a:extLst>
              <a:ext uri="{FF2B5EF4-FFF2-40B4-BE49-F238E27FC236}">
                <a16:creationId xmlns:a16="http://schemas.microsoft.com/office/drawing/2014/main" id="{4B687ACC-6EBC-408C-A50B-9E945353710F}"/>
              </a:ext>
            </a:extLst>
          </p:cNvPr>
          <p:cNvSpPr>
            <a:spLocks noGrp="1"/>
          </p:cNvSpPr>
          <p:nvPr/>
        </p:nvSpPr>
        <p:spPr>
          <a:xfrm>
            <a:off x="8634214" y="37761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8" name="02_predicted_pose_4287">
            <a:extLst>
              <a:ext uri="{FF2B5EF4-FFF2-40B4-BE49-F238E27FC236}">
                <a16:creationId xmlns:a16="http://schemas.microsoft.com/office/drawing/2014/main" id="{1E8CCAE1-EFD9-49D1-84BC-9A65492AE1E8}"/>
              </a:ext>
            </a:extLst>
          </p:cNvPr>
          <p:cNvSpPr>
            <a:spLocks noGrp="1"/>
          </p:cNvSpPr>
          <p:nvPr/>
        </p:nvSpPr>
        <p:spPr>
          <a:xfrm>
            <a:off x="8858077" y="348460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89" name="02_predicted_pose_4288">
            <a:extLst>
              <a:ext uri="{FF2B5EF4-FFF2-40B4-BE49-F238E27FC236}">
                <a16:creationId xmlns:a16="http://schemas.microsoft.com/office/drawing/2014/main" id="{218E2F82-FD68-4080-8806-2456A03718A1}"/>
              </a:ext>
            </a:extLst>
          </p:cNvPr>
          <p:cNvSpPr>
            <a:spLocks noGrp="1"/>
          </p:cNvSpPr>
          <p:nvPr/>
        </p:nvSpPr>
        <p:spPr>
          <a:xfrm>
            <a:off x="8894901" y="33938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90" name="02_predicted_pose_4289">
            <a:extLst>
              <a:ext uri="{FF2B5EF4-FFF2-40B4-BE49-F238E27FC236}">
                <a16:creationId xmlns:a16="http://schemas.microsoft.com/office/drawing/2014/main" id="{013D64FB-AE3E-401D-A396-5644776F1AD8}"/>
              </a:ext>
            </a:extLst>
          </p:cNvPr>
          <p:cNvSpPr>
            <a:spLocks noGrp="1"/>
          </p:cNvSpPr>
          <p:nvPr/>
        </p:nvSpPr>
        <p:spPr>
          <a:xfrm>
            <a:off x="6903919" y="2638192"/>
            <a:ext cx="202" cy="1635108"/>
          </a:xfrm>
          <a:custGeom>
            <a:avLst/>
            <a:gdLst/>
            <a:ahLst/>
            <a:cxnLst/>
            <a:rect l="0" t="0" r="0" b="0"/>
            <a:pathLst>
              <a:path w="191" h="1545120">
                <a:moveTo>
                  <a:pt x="0" y="154512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991" name="02_predicted_pose_4290">
            <a:extLst>
              <a:ext uri="{FF2B5EF4-FFF2-40B4-BE49-F238E27FC236}">
                <a16:creationId xmlns:a16="http://schemas.microsoft.com/office/drawing/2014/main" id="{EF7BE3A2-BAB9-4BFA-B0D5-1E9BE9B5E2A7}"/>
              </a:ext>
            </a:extLst>
          </p:cNvPr>
          <p:cNvSpPr>
            <a:spLocks noGrp="1"/>
          </p:cNvSpPr>
          <p:nvPr/>
        </p:nvSpPr>
        <p:spPr>
          <a:xfrm>
            <a:off x="6903919" y="4273301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992" name="02_predicted_pose_4291">
            <a:extLst>
              <a:ext uri="{FF2B5EF4-FFF2-40B4-BE49-F238E27FC236}">
                <a16:creationId xmlns:a16="http://schemas.microsoft.com/office/drawing/2014/main" id="{5B3F8DAF-8B79-4BFD-864F-84A0BB743D5F}"/>
              </a:ext>
            </a:extLst>
          </p:cNvPr>
          <p:cNvSpPr>
            <a:spLocks noGrp="1"/>
          </p:cNvSpPr>
          <p:nvPr/>
        </p:nvSpPr>
        <p:spPr>
          <a:xfrm>
            <a:off x="7418364" y="3782227"/>
            <a:ext cx="302615" cy="155959"/>
          </a:xfrm>
          <a:custGeom>
            <a:avLst/>
            <a:gdLst/>
            <a:ahLst/>
            <a:cxnLst/>
            <a:rect l="0" t="0" r="0" b="0"/>
            <a:pathLst>
              <a:path w="285961" h="147376">
                <a:moveTo>
                  <a:pt x="0" y="147376"/>
                </a:moveTo>
                <a:lnTo>
                  <a:pt x="285961" y="147376"/>
                </a:lnTo>
                <a:lnTo>
                  <a:pt x="285961" y="0"/>
                </a:lnTo>
                <a:lnTo>
                  <a:pt x="0" y="0"/>
                </a:lnTo>
                <a:lnTo>
                  <a:pt x="0" y="147376"/>
                </a:lnTo>
                <a:lnTo>
                  <a:pt x="0" y="14737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2D887E"/>
            </a:solidFill>
            <a:prstDash val="solid"/>
          </a:ln>
        </p:spPr>
      </p:sp>
      <p:sp>
        <p:nvSpPr>
          <p:cNvPr id="993" name="02_predicted_pose_4292">
            <a:extLst>
              <a:ext uri="{FF2B5EF4-FFF2-40B4-BE49-F238E27FC236}">
                <a16:creationId xmlns:a16="http://schemas.microsoft.com/office/drawing/2014/main" id="{4B139D52-E266-43C8-82B6-08A3A074EA07}"/>
              </a:ext>
            </a:extLst>
          </p:cNvPr>
          <p:cNvSpPr>
            <a:spLocks noGrp="1"/>
          </p:cNvSpPr>
          <p:nvPr/>
        </p:nvSpPr>
        <p:spPr>
          <a:xfrm>
            <a:off x="7569671" y="3938187"/>
            <a:ext cx="202" cy="124960"/>
          </a:xfrm>
          <a:custGeom>
            <a:avLst/>
            <a:gdLst/>
            <a:ahLst/>
            <a:cxnLst/>
            <a:rect l="0" t="0" r="0" b="0"/>
            <a:pathLst>
              <a:path w="191" h="118083">
                <a:moveTo>
                  <a:pt x="0" y="0"/>
                </a:moveTo>
                <a:lnTo>
                  <a:pt x="0" y="118083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994" name="02_predicted_pose_4293">
            <a:extLst>
              <a:ext uri="{FF2B5EF4-FFF2-40B4-BE49-F238E27FC236}">
                <a16:creationId xmlns:a16="http://schemas.microsoft.com/office/drawing/2014/main" id="{4D3AEE81-29E9-4BE3-BC4E-C328859E6584}"/>
              </a:ext>
            </a:extLst>
          </p:cNvPr>
          <p:cNvSpPr>
            <a:spLocks noGrp="1"/>
          </p:cNvSpPr>
          <p:nvPr/>
        </p:nvSpPr>
        <p:spPr>
          <a:xfrm>
            <a:off x="7569671" y="3305676"/>
            <a:ext cx="202" cy="476552"/>
          </a:xfrm>
          <a:custGeom>
            <a:avLst/>
            <a:gdLst/>
            <a:ahLst/>
            <a:cxnLst/>
            <a:rect l="0" t="0" r="0" b="0"/>
            <a:pathLst>
              <a:path w="191" h="450325">
                <a:moveTo>
                  <a:pt x="0" y="450325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995" name="02_predicted_pose_4294">
            <a:extLst>
              <a:ext uri="{FF2B5EF4-FFF2-40B4-BE49-F238E27FC236}">
                <a16:creationId xmlns:a16="http://schemas.microsoft.com/office/drawing/2014/main" id="{356407CE-55D7-42AC-8F99-3BF8315FF203}"/>
              </a:ext>
            </a:extLst>
          </p:cNvPr>
          <p:cNvSpPr>
            <a:spLocks noGrp="1"/>
          </p:cNvSpPr>
          <p:nvPr/>
        </p:nvSpPr>
        <p:spPr>
          <a:xfrm>
            <a:off x="7494017" y="4063147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996" name="02_predicted_pose_4295">
            <a:extLst>
              <a:ext uri="{FF2B5EF4-FFF2-40B4-BE49-F238E27FC236}">
                <a16:creationId xmlns:a16="http://schemas.microsoft.com/office/drawing/2014/main" id="{87BF5973-0E4B-4377-AE85-6159E607EC80}"/>
              </a:ext>
            </a:extLst>
          </p:cNvPr>
          <p:cNvSpPr>
            <a:spLocks noGrp="1"/>
          </p:cNvSpPr>
          <p:nvPr/>
        </p:nvSpPr>
        <p:spPr>
          <a:xfrm>
            <a:off x="7494017" y="3305676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2D887E"/>
            </a:solidFill>
            <a:prstDash val="solid"/>
          </a:ln>
        </p:spPr>
      </p:sp>
      <p:sp>
        <p:nvSpPr>
          <p:cNvPr id="997" name="02_predicted_pose_4296">
            <a:extLst>
              <a:ext uri="{FF2B5EF4-FFF2-40B4-BE49-F238E27FC236}">
                <a16:creationId xmlns:a16="http://schemas.microsoft.com/office/drawing/2014/main" id="{225CB562-7516-4525-B1BE-FF7FA0A22C86}"/>
              </a:ext>
            </a:extLst>
          </p:cNvPr>
          <p:cNvSpPr>
            <a:spLocks noGrp="1"/>
          </p:cNvSpPr>
          <p:nvPr/>
        </p:nvSpPr>
        <p:spPr>
          <a:xfrm>
            <a:off x="8628823" y="3541996"/>
            <a:ext cx="302615" cy="156352"/>
          </a:xfrm>
          <a:custGeom>
            <a:avLst/>
            <a:gdLst/>
            <a:ahLst/>
            <a:cxnLst/>
            <a:rect l="0" t="0" r="0" b="0"/>
            <a:pathLst>
              <a:path w="285961" h="147747">
                <a:moveTo>
                  <a:pt x="0" y="147747"/>
                </a:moveTo>
                <a:lnTo>
                  <a:pt x="285961" y="147747"/>
                </a:lnTo>
                <a:lnTo>
                  <a:pt x="285961" y="0"/>
                </a:lnTo>
                <a:lnTo>
                  <a:pt x="0" y="0"/>
                </a:lnTo>
                <a:lnTo>
                  <a:pt x="0" y="147747"/>
                </a:lnTo>
                <a:lnTo>
                  <a:pt x="0" y="147747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57442"/>
            </a:solidFill>
            <a:prstDash val="solid"/>
          </a:ln>
        </p:spPr>
      </p:sp>
      <p:sp>
        <p:nvSpPr>
          <p:cNvPr id="998" name="02_predicted_pose_4297">
            <a:extLst>
              <a:ext uri="{FF2B5EF4-FFF2-40B4-BE49-F238E27FC236}">
                <a16:creationId xmlns:a16="http://schemas.microsoft.com/office/drawing/2014/main" id="{18F5E0D7-1520-443F-A63B-8463CEB6269D}"/>
              </a:ext>
            </a:extLst>
          </p:cNvPr>
          <p:cNvSpPr>
            <a:spLocks noGrp="1"/>
          </p:cNvSpPr>
          <p:nvPr/>
        </p:nvSpPr>
        <p:spPr>
          <a:xfrm>
            <a:off x="8780132" y="3698347"/>
            <a:ext cx="202" cy="109817"/>
          </a:xfrm>
          <a:custGeom>
            <a:avLst/>
            <a:gdLst/>
            <a:ahLst/>
            <a:cxnLst/>
            <a:rect l="0" t="0" r="0" b="0"/>
            <a:pathLst>
              <a:path w="191" h="103773">
                <a:moveTo>
                  <a:pt x="0" y="0"/>
                </a:moveTo>
                <a:lnTo>
                  <a:pt x="0" y="103773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999" name="02_predicted_pose_4298">
            <a:extLst>
              <a:ext uri="{FF2B5EF4-FFF2-40B4-BE49-F238E27FC236}">
                <a16:creationId xmlns:a16="http://schemas.microsoft.com/office/drawing/2014/main" id="{21F3A757-81C0-4505-859D-8A4896E22D94}"/>
              </a:ext>
            </a:extLst>
          </p:cNvPr>
          <p:cNvSpPr>
            <a:spLocks noGrp="1"/>
          </p:cNvSpPr>
          <p:nvPr/>
        </p:nvSpPr>
        <p:spPr>
          <a:xfrm>
            <a:off x="8780132" y="3328575"/>
            <a:ext cx="202" cy="213421"/>
          </a:xfrm>
          <a:custGeom>
            <a:avLst/>
            <a:gdLst/>
            <a:ahLst/>
            <a:cxnLst/>
            <a:rect l="0" t="0" r="0" b="0"/>
            <a:pathLst>
              <a:path w="191" h="201675">
                <a:moveTo>
                  <a:pt x="0" y="201675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000" name="02_predicted_pose_4299">
            <a:extLst>
              <a:ext uri="{FF2B5EF4-FFF2-40B4-BE49-F238E27FC236}">
                <a16:creationId xmlns:a16="http://schemas.microsoft.com/office/drawing/2014/main" id="{6DEDC636-D0DA-446A-9E83-6AFADD90D33B}"/>
              </a:ext>
            </a:extLst>
          </p:cNvPr>
          <p:cNvSpPr>
            <a:spLocks noGrp="1"/>
          </p:cNvSpPr>
          <p:nvPr/>
        </p:nvSpPr>
        <p:spPr>
          <a:xfrm>
            <a:off x="8704477" y="3808164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001" name="02_predicted_pose_4300">
            <a:extLst>
              <a:ext uri="{FF2B5EF4-FFF2-40B4-BE49-F238E27FC236}">
                <a16:creationId xmlns:a16="http://schemas.microsoft.com/office/drawing/2014/main" id="{FC4ED2F1-36BC-4BEF-8F73-8870FDA4D910}"/>
              </a:ext>
            </a:extLst>
          </p:cNvPr>
          <p:cNvSpPr>
            <a:spLocks noGrp="1"/>
          </p:cNvSpPr>
          <p:nvPr/>
        </p:nvSpPr>
        <p:spPr>
          <a:xfrm>
            <a:off x="8704477" y="3328575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002" name="text_4301">
            <a:extLst>
              <a:ext uri="{FF2B5EF4-FFF2-40B4-BE49-F238E27FC236}">
                <a16:creationId xmlns:a16="http://schemas.microsoft.com/office/drawing/2014/main" id="{58E7F807-53FF-4EAE-92F0-0BD13638B227}"/>
              </a:ext>
            </a:extLst>
          </p:cNvPr>
          <p:cNvSpPr>
            <a:spLocks noGrp="1"/>
          </p:cNvSpPr>
          <p:nvPr/>
        </p:nvSpPr>
        <p:spPr>
          <a:xfrm>
            <a:off x="6446365" y="2464706"/>
            <a:ext cx="95556" cy="1679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3" name="text_4302">
            <a:extLst>
              <a:ext uri="{FF2B5EF4-FFF2-40B4-BE49-F238E27FC236}">
                <a16:creationId xmlns:a16="http://schemas.microsoft.com/office/drawing/2014/main" id="{22ACB5BD-9C8F-4EAE-9AF9-EDAD61DD261C}"/>
              </a:ext>
            </a:extLst>
          </p:cNvPr>
          <p:cNvSpPr>
            <a:spLocks noGrp="1"/>
          </p:cNvSpPr>
          <p:nvPr/>
        </p:nvSpPr>
        <p:spPr>
          <a:xfrm>
            <a:off x="6903918" y="2413548"/>
            <a:ext cx="749841" cy="142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99">
                <a:solidFill>
                  <a:srgbClr val="273744"/>
                </a:solidFill>
                <a:latin typeface="Arial"/>
                <a:ea typeface="Arial"/>
                <a:cs typeface="Arial"/>
              </a:rPr>
              <a:t>GT, Best of 50</a:t>
            </a:r>
          </a:p>
        </p:txBody>
      </p:sp>
      <p:sp>
        <p:nvSpPr>
          <p:cNvPr id="1004" name="02_predicted_pose_4303">
            <a:extLst>
              <a:ext uri="{FF2B5EF4-FFF2-40B4-BE49-F238E27FC236}">
                <a16:creationId xmlns:a16="http://schemas.microsoft.com/office/drawing/2014/main" id="{85D44C3F-03A1-4EB7-A5A7-27463D2B0503}"/>
              </a:ext>
            </a:extLst>
          </p:cNvPr>
          <p:cNvSpPr>
            <a:spLocks noGrp="1"/>
          </p:cNvSpPr>
          <p:nvPr/>
        </p:nvSpPr>
        <p:spPr>
          <a:xfrm>
            <a:off x="7418364" y="3882602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2D887E"/>
            </a:solidFill>
            <a:prstDash val="solid"/>
          </a:ln>
        </p:spPr>
      </p:sp>
      <p:sp>
        <p:nvSpPr>
          <p:cNvPr id="1005" name="02_predicted_pose_4304">
            <a:extLst>
              <a:ext uri="{FF2B5EF4-FFF2-40B4-BE49-F238E27FC236}">
                <a16:creationId xmlns:a16="http://schemas.microsoft.com/office/drawing/2014/main" id="{35E7B4EA-13C5-43A8-8BBC-F782C138A89F}"/>
              </a:ext>
            </a:extLst>
          </p:cNvPr>
          <p:cNvSpPr>
            <a:spLocks noGrp="1"/>
          </p:cNvSpPr>
          <p:nvPr/>
        </p:nvSpPr>
        <p:spPr>
          <a:xfrm>
            <a:off x="8628823" y="3634196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B57442"/>
            </a:solidFill>
            <a:prstDash val="solid"/>
          </a:ln>
        </p:spPr>
      </p:sp>
      <p:sp>
        <p:nvSpPr>
          <p:cNvPr id="1006" name="02_predicted_pose_4305">
            <a:extLst>
              <a:ext uri="{FF2B5EF4-FFF2-40B4-BE49-F238E27FC236}">
                <a16:creationId xmlns:a16="http://schemas.microsoft.com/office/drawing/2014/main" id="{E4F2EDAB-F37C-4098-B11A-570D67CA796E}"/>
              </a:ext>
            </a:extLst>
          </p:cNvPr>
          <p:cNvSpPr>
            <a:spLocks noGrp="1"/>
          </p:cNvSpPr>
          <p:nvPr/>
        </p:nvSpPr>
        <p:spPr>
          <a:xfrm>
            <a:off x="3548525" y="5090854"/>
            <a:ext cx="2541965" cy="1635108"/>
          </a:xfrm>
          <a:custGeom>
            <a:avLst/>
            <a:gdLst/>
            <a:ahLst/>
            <a:cxnLst/>
            <a:rect l="0" t="0" r="0" b="0"/>
            <a:pathLst>
              <a:path w="2402069" h="1545120">
                <a:moveTo>
                  <a:pt x="0" y="1545120"/>
                </a:moveTo>
                <a:lnTo>
                  <a:pt x="2402069" y="1545120"/>
                </a:lnTo>
                <a:lnTo>
                  <a:pt x="2402069" y="0"/>
                </a:lnTo>
                <a:lnTo>
                  <a:pt x="0" y="0"/>
                </a:lnTo>
                <a:lnTo>
                  <a:pt x="0" y="154512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07" name="02_predicted_pose_4306">
            <a:extLst>
              <a:ext uri="{FF2B5EF4-FFF2-40B4-BE49-F238E27FC236}">
                <a16:creationId xmlns:a16="http://schemas.microsoft.com/office/drawing/2014/main" id="{E9BBF15F-47CC-4C35-B691-AB99C256AFD1}"/>
              </a:ext>
            </a:extLst>
          </p:cNvPr>
          <p:cNvSpPr>
            <a:spLocks noGrp="1"/>
          </p:cNvSpPr>
          <p:nvPr/>
        </p:nvSpPr>
        <p:spPr>
          <a:xfrm>
            <a:off x="3548525" y="594619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1008" name="02_predicted_pose_4307">
            <a:extLst>
              <a:ext uri="{FF2B5EF4-FFF2-40B4-BE49-F238E27FC236}">
                <a16:creationId xmlns:a16="http://schemas.microsoft.com/office/drawing/2014/main" id="{219477B0-2F6B-44A4-AFA3-FFC1DD4EDA96}"/>
              </a:ext>
            </a:extLst>
          </p:cNvPr>
          <p:cNvSpPr>
            <a:spLocks noGrp="1"/>
          </p:cNvSpPr>
          <p:nvPr/>
        </p:nvSpPr>
        <p:spPr>
          <a:xfrm>
            <a:off x="3548525" y="580888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1009" name="02_predicted_pose_4308">
            <a:extLst>
              <a:ext uri="{FF2B5EF4-FFF2-40B4-BE49-F238E27FC236}">
                <a16:creationId xmlns:a16="http://schemas.microsoft.com/office/drawing/2014/main" id="{A61B98D4-6695-40C0-88D5-BA555E88C657}"/>
              </a:ext>
            </a:extLst>
          </p:cNvPr>
          <p:cNvSpPr>
            <a:spLocks noGrp="1"/>
          </p:cNvSpPr>
          <p:nvPr/>
        </p:nvSpPr>
        <p:spPr>
          <a:xfrm>
            <a:off x="4214277" y="6725962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10" name="text_4309">
            <a:extLst>
              <a:ext uri="{FF2B5EF4-FFF2-40B4-BE49-F238E27FC236}">
                <a16:creationId xmlns:a16="http://schemas.microsoft.com/office/drawing/2014/main" id="{5D0320C7-AA45-4D9E-9833-5F444238DA8A}"/>
              </a:ext>
            </a:extLst>
          </p:cNvPr>
          <p:cNvSpPr>
            <a:spLocks noGrp="1"/>
          </p:cNvSpPr>
          <p:nvPr/>
        </p:nvSpPr>
        <p:spPr>
          <a:xfrm>
            <a:off x="3829971" y="6799618"/>
            <a:ext cx="782053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PocketXMol-tuned</a:t>
            </a:r>
          </a:p>
        </p:txBody>
      </p:sp>
      <p:sp>
        <p:nvSpPr>
          <p:cNvPr id="1011" name="02_predicted_pose_4310">
            <a:extLst>
              <a:ext uri="{FF2B5EF4-FFF2-40B4-BE49-F238E27FC236}">
                <a16:creationId xmlns:a16="http://schemas.microsoft.com/office/drawing/2014/main" id="{DE05B401-0FA7-491A-B5DA-77D6B2F83EAB}"/>
              </a:ext>
            </a:extLst>
          </p:cNvPr>
          <p:cNvSpPr>
            <a:spLocks noGrp="1"/>
          </p:cNvSpPr>
          <p:nvPr/>
        </p:nvSpPr>
        <p:spPr>
          <a:xfrm>
            <a:off x="5424737" y="6725962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12" name="text_4311">
            <a:extLst>
              <a:ext uri="{FF2B5EF4-FFF2-40B4-BE49-F238E27FC236}">
                <a16:creationId xmlns:a16="http://schemas.microsoft.com/office/drawing/2014/main" id="{7A73F797-A2FF-42EE-A7F0-231FF0BCC643}"/>
              </a:ext>
            </a:extLst>
          </p:cNvPr>
          <p:cNvSpPr>
            <a:spLocks noGrp="1"/>
          </p:cNvSpPr>
          <p:nvPr/>
        </p:nvSpPr>
        <p:spPr>
          <a:xfrm>
            <a:off x="5108448" y="6799897"/>
            <a:ext cx="64601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Emap2lig-Build</a:t>
            </a:r>
          </a:p>
        </p:txBody>
      </p:sp>
      <p:sp>
        <p:nvSpPr>
          <p:cNvPr id="1013" name="02_predicted_pose_4312">
            <a:extLst>
              <a:ext uri="{FF2B5EF4-FFF2-40B4-BE49-F238E27FC236}">
                <a16:creationId xmlns:a16="http://schemas.microsoft.com/office/drawing/2014/main" id="{17E555CC-DA5A-4694-93C9-85C9190C0300}"/>
              </a:ext>
            </a:extLst>
          </p:cNvPr>
          <p:cNvSpPr>
            <a:spLocks noGrp="1"/>
          </p:cNvSpPr>
          <p:nvPr/>
        </p:nvSpPr>
        <p:spPr>
          <a:xfrm>
            <a:off x="3508205" y="672596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14" name="text_4313">
            <a:extLst>
              <a:ext uri="{FF2B5EF4-FFF2-40B4-BE49-F238E27FC236}">
                <a16:creationId xmlns:a16="http://schemas.microsoft.com/office/drawing/2014/main" id="{18814B31-693D-4C36-BE09-5AA1962EE665}"/>
              </a:ext>
            </a:extLst>
          </p:cNvPr>
          <p:cNvSpPr>
            <a:spLocks noGrp="1"/>
          </p:cNvSpPr>
          <p:nvPr/>
        </p:nvSpPr>
        <p:spPr>
          <a:xfrm>
            <a:off x="3337119" y="6685310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015" name="02_predicted_pose_4314">
            <a:extLst>
              <a:ext uri="{FF2B5EF4-FFF2-40B4-BE49-F238E27FC236}">
                <a16:creationId xmlns:a16="http://schemas.microsoft.com/office/drawing/2014/main" id="{9CD13B2B-FE21-4391-B390-911B3219DB0E}"/>
              </a:ext>
            </a:extLst>
          </p:cNvPr>
          <p:cNvSpPr>
            <a:spLocks noGrp="1"/>
          </p:cNvSpPr>
          <p:nvPr/>
        </p:nvSpPr>
        <p:spPr>
          <a:xfrm>
            <a:off x="3508205" y="641566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16" name="text_4315">
            <a:extLst>
              <a:ext uri="{FF2B5EF4-FFF2-40B4-BE49-F238E27FC236}">
                <a16:creationId xmlns:a16="http://schemas.microsoft.com/office/drawing/2014/main" id="{4CBD9523-4115-4C2A-BEA2-3D0BF439AFD5}"/>
              </a:ext>
            </a:extLst>
          </p:cNvPr>
          <p:cNvSpPr>
            <a:spLocks noGrp="1"/>
          </p:cNvSpPr>
          <p:nvPr/>
        </p:nvSpPr>
        <p:spPr>
          <a:xfrm>
            <a:off x="3337119" y="6375009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17" name="02_predicted_pose_4316">
            <a:extLst>
              <a:ext uri="{FF2B5EF4-FFF2-40B4-BE49-F238E27FC236}">
                <a16:creationId xmlns:a16="http://schemas.microsoft.com/office/drawing/2014/main" id="{DE7C6C3D-EE9D-4E9B-99EA-8BB817D42D2F}"/>
              </a:ext>
            </a:extLst>
          </p:cNvPr>
          <p:cNvSpPr>
            <a:spLocks noGrp="1"/>
          </p:cNvSpPr>
          <p:nvPr/>
        </p:nvSpPr>
        <p:spPr>
          <a:xfrm>
            <a:off x="3508205" y="6180926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18" name="text_4317">
            <a:extLst>
              <a:ext uri="{FF2B5EF4-FFF2-40B4-BE49-F238E27FC236}">
                <a16:creationId xmlns:a16="http://schemas.microsoft.com/office/drawing/2014/main" id="{13B60655-C93D-47F5-A367-2BC333BBD574}"/>
              </a:ext>
            </a:extLst>
          </p:cNvPr>
          <p:cNvSpPr>
            <a:spLocks noGrp="1"/>
          </p:cNvSpPr>
          <p:nvPr/>
        </p:nvSpPr>
        <p:spPr>
          <a:xfrm>
            <a:off x="3415580" y="6140274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19" name="02_predicted_pose_4318">
            <a:extLst>
              <a:ext uri="{FF2B5EF4-FFF2-40B4-BE49-F238E27FC236}">
                <a16:creationId xmlns:a16="http://schemas.microsoft.com/office/drawing/2014/main" id="{81BADABD-5076-4223-A04D-EA6EAE38E1E0}"/>
              </a:ext>
            </a:extLst>
          </p:cNvPr>
          <p:cNvSpPr>
            <a:spLocks noGrp="1"/>
          </p:cNvSpPr>
          <p:nvPr/>
        </p:nvSpPr>
        <p:spPr>
          <a:xfrm>
            <a:off x="3508205" y="594619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20" name="text_4319">
            <a:extLst>
              <a:ext uri="{FF2B5EF4-FFF2-40B4-BE49-F238E27FC236}">
                <a16:creationId xmlns:a16="http://schemas.microsoft.com/office/drawing/2014/main" id="{628BC34B-92BA-4ECF-B9D2-D9ADD86FCA52}"/>
              </a:ext>
            </a:extLst>
          </p:cNvPr>
          <p:cNvSpPr>
            <a:spLocks noGrp="1"/>
          </p:cNvSpPr>
          <p:nvPr/>
        </p:nvSpPr>
        <p:spPr>
          <a:xfrm>
            <a:off x="3415580" y="5905540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21" name="02_predicted_pose_4320">
            <a:extLst>
              <a:ext uri="{FF2B5EF4-FFF2-40B4-BE49-F238E27FC236}">
                <a16:creationId xmlns:a16="http://schemas.microsoft.com/office/drawing/2014/main" id="{AF2177A5-A932-4434-A49B-EEF1D632FB50}"/>
              </a:ext>
            </a:extLst>
          </p:cNvPr>
          <p:cNvSpPr>
            <a:spLocks noGrp="1"/>
          </p:cNvSpPr>
          <p:nvPr/>
        </p:nvSpPr>
        <p:spPr>
          <a:xfrm>
            <a:off x="3508205" y="580888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22" name="text_4321">
            <a:extLst>
              <a:ext uri="{FF2B5EF4-FFF2-40B4-BE49-F238E27FC236}">
                <a16:creationId xmlns:a16="http://schemas.microsoft.com/office/drawing/2014/main" id="{871CCB8F-8AD6-40E8-8193-2C7AB6989B4E}"/>
              </a:ext>
            </a:extLst>
          </p:cNvPr>
          <p:cNvSpPr>
            <a:spLocks noGrp="1"/>
          </p:cNvSpPr>
          <p:nvPr/>
        </p:nvSpPr>
        <p:spPr>
          <a:xfrm>
            <a:off x="3415580" y="5768230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23" name="02_predicted_pose_4322">
            <a:extLst>
              <a:ext uri="{FF2B5EF4-FFF2-40B4-BE49-F238E27FC236}">
                <a16:creationId xmlns:a16="http://schemas.microsoft.com/office/drawing/2014/main" id="{11668B6C-A94C-4587-81C0-4B0E3E2A206B}"/>
              </a:ext>
            </a:extLst>
          </p:cNvPr>
          <p:cNvSpPr>
            <a:spLocks noGrp="1"/>
          </p:cNvSpPr>
          <p:nvPr/>
        </p:nvSpPr>
        <p:spPr>
          <a:xfrm>
            <a:off x="3508205" y="563589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24" name="text_4323">
            <a:extLst>
              <a:ext uri="{FF2B5EF4-FFF2-40B4-BE49-F238E27FC236}">
                <a16:creationId xmlns:a16="http://schemas.microsoft.com/office/drawing/2014/main" id="{0D863A48-B21B-46FF-93E4-B653B5A63725}"/>
              </a:ext>
            </a:extLst>
          </p:cNvPr>
          <p:cNvSpPr>
            <a:spLocks noGrp="1"/>
          </p:cNvSpPr>
          <p:nvPr/>
        </p:nvSpPr>
        <p:spPr>
          <a:xfrm>
            <a:off x="3415580" y="5595238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25" name="02_predicted_pose_4324">
            <a:extLst>
              <a:ext uri="{FF2B5EF4-FFF2-40B4-BE49-F238E27FC236}">
                <a16:creationId xmlns:a16="http://schemas.microsoft.com/office/drawing/2014/main" id="{23AB3C29-D179-436A-ACC0-FF2CD0448C5A}"/>
              </a:ext>
            </a:extLst>
          </p:cNvPr>
          <p:cNvSpPr>
            <a:spLocks noGrp="1"/>
          </p:cNvSpPr>
          <p:nvPr/>
        </p:nvSpPr>
        <p:spPr>
          <a:xfrm>
            <a:off x="3508205" y="5401156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26" name="text_4325">
            <a:extLst>
              <a:ext uri="{FF2B5EF4-FFF2-40B4-BE49-F238E27FC236}">
                <a16:creationId xmlns:a16="http://schemas.microsoft.com/office/drawing/2014/main" id="{6A6BD090-0ABC-4477-BE23-1EEB9AD189ED}"/>
              </a:ext>
            </a:extLst>
          </p:cNvPr>
          <p:cNvSpPr>
            <a:spLocks noGrp="1"/>
          </p:cNvSpPr>
          <p:nvPr/>
        </p:nvSpPr>
        <p:spPr>
          <a:xfrm>
            <a:off x="3363272" y="5360505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27" name="02_predicted_pose_4326">
            <a:extLst>
              <a:ext uri="{FF2B5EF4-FFF2-40B4-BE49-F238E27FC236}">
                <a16:creationId xmlns:a16="http://schemas.microsoft.com/office/drawing/2014/main" id="{9D04FBD0-0C64-410F-B50D-DAA5DE19A023}"/>
              </a:ext>
            </a:extLst>
          </p:cNvPr>
          <p:cNvSpPr>
            <a:spLocks noGrp="1"/>
          </p:cNvSpPr>
          <p:nvPr/>
        </p:nvSpPr>
        <p:spPr>
          <a:xfrm>
            <a:off x="3508205" y="516642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028" name="text_4327">
            <a:extLst>
              <a:ext uri="{FF2B5EF4-FFF2-40B4-BE49-F238E27FC236}">
                <a16:creationId xmlns:a16="http://schemas.microsoft.com/office/drawing/2014/main" id="{7DD4371D-10D3-4659-B5AB-3CBADB944C24}"/>
              </a:ext>
            </a:extLst>
          </p:cNvPr>
          <p:cNvSpPr>
            <a:spLocks noGrp="1"/>
          </p:cNvSpPr>
          <p:nvPr/>
        </p:nvSpPr>
        <p:spPr>
          <a:xfrm>
            <a:off x="3363272" y="5125770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29" name="text_4328">
            <a:extLst>
              <a:ext uri="{FF2B5EF4-FFF2-40B4-BE49-F238E27FC236}">
                <a16:creationId xmlns:a16="http://schemas.microsoft.com/office/drawing/2014/main" id="{FB436558-2B69-4F17-9B6E-EAD38585A6C9}"/>
              </a:ext>
            </a:extLst>
          </p:cNvPr>
          <p:cNvSpPr>
            <a:spLocks noGrp="1"/>
          </p:cNvSpPr>
          <p:nvPr/>
        </p:nvSpPr>
        <p:spPr>
          <a:xfrm rot="-5400000">
            <a:off x="2998120" y="5841210"/>
            <a:ext cx="503180" cy="1343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47">
                <a:solidFill>
                  <a:srgbClr val="273744"/>
                </a:solidFill>
                <a:latin typeface="Arial"/>
                <a:ea typeface="Arial"/>
                <a:cs typeface="Arial"/>
              </a:rPr>
              <a:t>RMSD (Å)</a:t>
            </a:r>
          </a:p>
        </p:txBody>
      </p:sp>
      <p:sp>
        <p:nvSpPr>
          <p:cNvPr id="1030" name="02_predicted_pose_4329">
            <a:extLst>
              <a:ext uri="{FF2B5EF4-FFF2-40B4-BE49-F238E27FC236}">
                <a16:creationId xmlns:a16="http://schemas.microsoft.com/office/drawing/2014/main" id="{7FA75350-F2B8-45FE-97E8-A2FD5D44515E}"/>
              </a:ext>
            </a:extLst>
          </p:cNvPr>
          <p:cNvSpPr>
            <a:spLocks noGrp="1"/>
          </p:cNvSpPr>
          <p:nvPr/>
        </p:nvSpPr>
        <p:spPr>
          <a:xfrm>
            <a:off x="4136175" y="623894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1" name="02_predicted_pose_4330">
            <a:extLst>
              <a:ext uri="{FF2B5EF4-FFF2-40B4-BE49-F238E27FC236}">
                <a16:creationId xmlns:a16="http://schemas.microsoft.com/office/drawing/2014/main" id="{288BB7DC-F11B-4BEC-A2BF-67D21632FFC7}"/>
              </a:ext>
            </a:extLst>
          </p:cNvPr>
          <p:cNvSpPr>
            <a:spLocks noGrp="1"/>
          </p:cNvSpPr>
          <p:nvPr/>
        </p:nvSpPr>
        <p:spPr>
          <a:xfrm>
            <a:off x="4150760" y="602125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2" name="02_predicted_pose_4331">
            <a:extLst>
              <a:ext uri="{FF2B5EF4-FFF2-40B4-BE49-F238E27FC236}">
                <a16:creationId xmlns:a16="http://schemas.microsoft.com/office/drawing/2014/main" id="{AFDBCA2A-E357-435E-9443-74DE6E820DB0}"/>
              </a:ext>
            </a:extLst>
          </p:cNvPr>
          <p:cNvSpPr>
            <a:spLocks noGrp="1"/>
          </p:cNvSpPr>
          <p:nvPr/>
        </p:nvSpPr>
        <p:spPr>
          <a:xfrm>
            <a:off x="4165343" y="616814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3" name="02_predicted_pose_4332">
            <a:extLst>
              <a:ext uri="{FF2B5EF4-FFF2-40B4-BE49-F238E27FC236}">
                <a16:creationId xmlns:a16="http://schemas.microsoft.com/office/drawing/2014/main" id="{43875E7F-5352-429B-AF2C-B5584D194792}"/>
              </a:ext>
            </a:extLst>
          </p:cNvPr>
          <p:cNvSpPr>
            <a:spLocks noGrp="1"/>
          </p:cNvSpPr>
          <p:nvPr/>
        </p:nvSpPr>
        <p:spPr>
          <a:xfrm>
            <a:off x="4179927" y="620201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4" name="02_predicted_pose_4333">
            <a:extLst>
              <a:ext uri="{FF2B5EF4-FFF2-40B4-BE49-F238E27FC236}">
                <a16:creationId xmlns:a16="http://schemas.microsoft.com/office/drawing/2014/main" id="{9DC7BF10-3A58-4614-950E-34330509D1F0}"/>
              </a:ext>
            </a:extLst>
          </p:cNvPr>
          <p:cNvSpPr>
            <a:spLocks noGrp="1"/>
          </p:cNvSpPr>
          <p:nvPr/>
        </p:nvSpPr>
        <p:spPr>
          <a:xfrm>
            <a:off x="4194511" y="624479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5" name="02_predicted_pose_4334">
            <a:extLst>
              <a:ext uri="{FF2B5EF4-FFF2-40B4-BE49-F238E27FC236}">
                <a16:creationId xmlns:a16="http://schemas.microsoft.com/office/drawing/2014/main" id="{43A940CF-CFDB-439E-BCE2-74B09362CBB9}"/>
              </a:ext>
            </a:extLst>
          </p:cNvPr>
          <p:cNvSpPr>
            <a:spLocks noGrp="1"/>
          </p:cNvSpPr>
          <p:nvPr/>
        </p:nvSpPr>
        <p:spPr>
          <a:xfrm>
            <a:off x="4209095" y="59993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6" name="02_predicted_pose_4335">
            <a:extLst>
              <a:ext uri="{FF2B5EF4-FFF2-40B4-BE49-F238E27FC236}">
                <a16:creationId xmlns:a16="http://schemas.microsoft.com/office/drawing/2014/main" id="{C5D6B0F4-7A59-45C4-8436-181F005B0458}"/>
              </a:ext>
            </a:extLst>
          </p:cNvPr>
          <p:cNvSpPr>
            <a:spLocks noGrp="1"/>
          </p:cNvSpPr>
          <p:nvPr/>
        </p:nvSpPr>
        <p:spPr>
          <a:xfrm>
            <a:off x="4223679" y="62093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7" name="02_predicted_pose_4336">
            <a:extLst>
              <a:ext uri="{FF2B5EF4-FFF2-40B4-BE49-F238E27FC236}">
                <a16:creationId xmlns:a16="http://schemas.microsoft.com/office/drawing/2014/main" id="{9D8B1A12-C4B4-4E11-8C11-579F15E65B9F}"/>
              </a:ext>
            </a:extLst>
          </p:cNvPr>
          <p:cNvSpPr>
            <a:spLocks noGrp="1"/>
          </p:cNvSpPr>
          <p:nvPr/>
        </p:nvSpPr>
        <p:spPr>
          <a:xfrm>
            <a:off x="4238262" y="60316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8" name="02_predicted_pose_4337">
            <a:extLst>
              <a:ext uri="{FF2B5EF4-FFF2-40B4-BE49-F238E27FC236}">
                <a16:creationId xmlns:a16="http://schemas.microsoft.com/office/drawing/2014/main" id="{537E1B97-EB39-4A2D-8886-B07EBAAA2B09}"/>
              </a:ext>
            </a:extLst>
          </p:cNvPr>
          <p:cNvSpPr>
            <a:spLocks noGrp="1"/>
          </p:cNvSpPr>
          <p:nvPr/>
        </p:nvSpPr>
        <p:spPr>
          <a:xfrm>
            <a:off x="4252846" y="60939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39" name="02_predicted_pose_4338">
            <a:extLst>
              <a:ext uri="{FF2B5EF4-FFF2-40B4-BE49-F238E27FC236}">
                <a16:creationId xmlns:a16="http://schemas.microsoft.com/office/drawing/2014/main" id="{DCD8E705-C277-4F7C-9720-57CE0A811AFB}"/>
              </a:ext>
            </a:extLst>
          </p:cNvPr>
          <p:cNvSpPr>
            <a:spLocks noGrp="1"/>
          </p:cNvSpPr>
          <p:nvPr/>
        </p:nvSpPr>
        <p:spPr>
          <a:xfrm>
            <a:off x="4267431" y="61608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0" name="02_predicted_pose_4339">
            <a:extLst>
              <a:ext uri="{FF2B5EF4-FFF2-40B4-BE49-F238E27FC236}">
                <a16:creationId xmlns:a16="http://schemas.microsoft.com/office/drawing/2014/main" id="{722FB887-161C-41A2-936C-A3BCF3673963}"/>
              </a:ext>
            </a:extLst>
          </p:cNvPr>
          <p:cNvSpPr>
            <a:spLocks noGrp="1"/>
          </p:cNvSpPr>
          <p:nvPr/>
        </p:nvSpPr>
        <p:spPr>
          <a:xfrm>
            <a:off x="4150395" y="617359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1" name="02_predicted_pose_4340">
            <a:extLst>
              <a:ext uri="{FF2B5EF4-FFF2-40B4-BE49-F238E27FC236}">
                <a16:creationId xmlns:a16="http://schemas.microsoft.com/office/drawing/2014/main" id="{49592AA6-571D-4065-AD1C-75FC8BE0EB70}"/>
              </a:ext>
            </a:extLst>
          </p:cNvPr>
          <p:cNvSpPr>
            <a:spLocks noGrp="1"/>
          </p:cNvSpPr>
          <p:nvPr/>
        </p:nvSpPr>
        <p:spPr>
          <a:xfrm>
            <a:off x="4248835" y="627022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2" name="02_predicted_pose_4341">
            <a:extLst>
              <a:ext uri="{FF2B5EF4-FFF2-40B4-BE49-F238E27FC236}">
                <a16:creationId xmlns:a16="http://schemas.microsoft.com/office/drawing/2014/main" id="{20C7D279-B548-4B63-A3CB-E891E7CA2AC5}"/>
              </a:ext>
            </a:extLst>
          </p:cNvPr>
          <p:cNvSpPr>
            <a:spLocks noGrp="1"/>
          </p:cNvSpPr>
          <p:nvPr/>
        </p:nvSpPr>
        <p:spPr>
          <a:xfrm>
            <a:off x="4347277" y="616760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3" name="02_predicted_pose_4342">
            <a:extLst>
              <a:ext uri="{FF2B5EF4-FFF2-40B4-BE49-F238E27FC236}">
                <a16:creationId xmlns:a16="http://schemas.microsoft.com/office/drawing/2014/main" id="{355566CA-05B0-44A2-8586-88797CB9C685}"/>
              </a:ext>
            </a:extLst>
          </p:cNvPr>
          <p:cNvSpPr>
            <a:spLocks noGrp="1"/>
          </p:cNvSpPr>
          <p:nvPr/>
        </p:nvSpPr>
        <p:spPr>
          <a:xfrm>
            <a:off x="4082215" y="617711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4" name="02_predicted_pose_4343">
            <a:extLst>
              <a:ext uri="{FF2B5EF4-FFF2-40B4-BE49-F238E27FC236}">
                <a16:creationId xmlns:a16="http://schemas.microsoft.com/office/drawing/2014/main" id="{1AD66A3D-1FEF-4522-B223-4169C4C54641}"/>
              </a:ext>
            </a:extLst>
          </p:cNvPr>
          <p:cNvSpPr>
            <a:spLocks noGrp="1"/>
          </p:cNvSpPr>
          <p:nvPr/>
        </p:nvSpPr>
        <p:spPr>
          <a:xfrm>
            <a:off x="4180656" y="54413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5" name="02_predicted_pose_4344">
            <a:extLst>
              <a:ext uri="{FF2B5EF4-FFF2-40B4-BE49-F238E27FC236}">
                <a16:creationId xmlns:a16="http://schemas.microsoft.com/office/drawing/2014/main" id="{026DA7DA-4144-47A2-B37A-CABC3363C700}"/>
              </a:ext>
            </a:extLst>
          </p:cNvPr>
          <p:cNvSpPr>
            <a:spLocks noGrp="1"/>
          </p:cNvSpPr>
          <p:nvPr/>
        </p:nvSpPr>
        <p:spPr>
          <a:xfrm>
            <a:off x="4279098" y="61694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6" name="02_predicted_pose_4345">
            <a:extLst>
              <a:ext uri="{FF2B5EF4-FFF2-40B4-BE49-F238E27FC236}">
                <a16:creationId xmlns:a16="http://schemas.microsoft.com/office/drawing/2014/main" id="{16CC652F-2444-4E0C-BE62-B53B88ABDE8B}"/>
              </a:ext>
            </a:extLst>
          </p:cNvPr>
          <p:cNvSpPr>
            <a:spLocks noGrp="1"/>
          </p:cNvSpPr>
          <p:nvPr/>
        </p:nvSpPr>
        <p:spPr>
          <a:xfrm>
            <a:off x="4377538" y="603782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7" name="02_predicted_pose_4346">
            <a:extLst>
              <a:ext uri="{FF2B5EF4-FFF2-40B4-BE49-F238E27FC236}">
                <a16:creationId xmlns:a16="http://schemas.microsoft.com/office/drawing/2014/main" id="{B76E28B4-466C-4E2E-8186-6B5EECE40A25}"/>
              </a:ext>
            </a:extLst>
          </p:cNvPr>
          <p:cNvSpPr>
            <a:spLocks noGrp="1"/>
          </p:cNvSpPr>
          <p:nvPr/>
        </p:nvSpPr>
        <p:spPr>
          <a:xfrm>
            <a:off x="4112477" y="617704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8" name="02_predicted_pose_4347">
            <a:extLst>
              <a:ext uri="{FF2B5EF4-FFF2-40B4-BE49-F238E27FC236}">
                <a16:creationId xmlns:a16="http://schemas.microsoft.com/office/drawing/2014/main" id="{F6175A72-B92A-435F-9F21-B8D65EBD77CA}"/>
              </a:ext>
            </a:extLst>
          </p:cNvPr>
          <p:cNvSpPr>
            <a:spLocks noGrp="1"/>
          </p:cNvSpPr>
          <p:nvPr/>
        </p:nvSpPr>
        <p:spPr>
          <a:xfrm>
            <a:off x="4210918" y="62170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49" name="02_predicted_pose_4348">
            <a:extLst>
              <a:ext uri="{FF2B5EF4-FFF2-40B4-BE49-F238E27FC236}">
                <a16:creationId xmlns:a16="http://schemas.microsoft.com/office/drawing/2014/main" id="{8A4A4331-3824-4787-B86E-326F8DEAC8E0}"/>
              </a:ext>
            </a:extLst>
          </p:cNvPr>
          <p:cNvSpPr>
            <a:spLocks noGrp="1"/>
          </p:cNvSpPr>
          <p:nvPr/>
        </p:nvSpPr>
        <p:spPr>
          <a:xfrm>
            <a:off x="4309359" y="61354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0" name="02_predicted_pose_4349">
            <a:extLst>
              <a:ext uri="{FF2B5EF4-FFF2-40B4-BE49-F238E27FC236}">
                <a16:creationId xmlns:a16="http://schemas.microsoft.com/office/drawing/2014/main" id="{749B7722-C443-4BC0-A2D9-9200A85F7FCB}"/>
              </a:ext>
            </a:extLst>
          </p:cNvPr>
          <p:cNvSpPr>
            <a:spLocks noGrp="1"/>
          </p:cNvSpPr>
          <p:nvPr/>
        </p:nvSpPr>
        <p:spPr>
          <a:xfrm>
            <a:off x="4164978" y="614842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1" name="02_predicted_pose_4350">
            <a:extLst>
              <a:ext uri="{FF2B5EF4-FFF2-40B4-BE49-F238E27FC236}">
                <a16:creationId xmlns:a16="http://schemas.microsoft.com/office/drawing/2014/main" id="{77336DC9-BE49-480C-B99C-E6DBDF5BDBAB}"/>
              </a:ext>
            </a:extLst>
          </p:cNvPr>
          <p:cNvSpPr>
            <a:spLocks noGrp="1"/>
          </p:cNvSpPr>
          <p:nvPr/>
        </p:nvSpPr>
        <p:spPr>
          <a:xfrm>
            <a:off x="4263420" y="62085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2" name="02_predicted_pose_4351">
            <a:extLst>
              <a:ext uri="{FF2B5EF4-FFF2-40B4-BE49-F238E27FC236}">
                <a16:creationId xmlns:a16="http://schemas.microsoft.com/office/drawing/2014/main" id="{F0AD83E0-50A9-48F3-B4E9-0675F7137CD1}"/>
              </a:ext>
            </a:extLst>
          </p:cNvPr>
          <p:cNvSpPr>
            <a:spLocks noGrp="1"/>
          </p:cNvSpPr>
          <p:nvPr/>
        </p:nvSpPr>
        <p:spPr>
          <a:xfrm>
            <a:off x="4361861" y="623242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3" name="02_predicted_pose_4352">
            <a:extLst>
              <a:ext uri="{FF2B5EF4-FFF2-40B4-BE49-F238E27FC236}">
                <a16:creationId xmlns:a16="http://schemas.microsoft.com/office/drawing/2014/main" id="{52DBAA6E-71AB-4AEF-AA73-D81BEA195447}"/>
              </a:ext>
            </a:extLst>
          </p:cNvPr>
          <p:cNvSpPr>
            <a:spLocks noGrp="1"/>
          </p:cNvSpPr>
          <p:nvPr/>
        </p:nvSpPr>
        <p:spPr>
          <a:xfrm>
            <a:off x="4096799" y="60223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4" name="02_predicted_pose_4353">
            <a:extLst>
              <a:ext uri="{FF2B5EF4-FFF2-40B4-BE49-F238E27FC236}">
                <a16:creationId xmlns:a16="http://schemas.microsoft.com/office/drawing/2014/main" id="{D7FAAE00-BF9E-45B3-8FEB-668F63F9ECB6}"/>
              </a:ext>
            </a:extLst>
          </p:cNvPr>
          <p:cNvSpPr>
            <a:spLocks noGrp="1"/>
          </p:cNvSpPr>
          <p:nvPr/>
        </p:nvSpPr>
        <p:spPr>
          <a:xfrm>
            <a:off x="4195240" y="61720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5" name="02_predicted_pose_4354">
            <a:extLst>
              <a:ext uri="{FF2B5EF4-FFF2-40B4-BE49-F238E27FC236}">
                <a16:creationId xmlns:a16="http://schemas.microsoft.com/office/drawing/2014/main" id="{207E75ED-6B38-47EB-B2ED-75280DADFEA8}"/>
              </a:ext>
            </a:extLst>
          </p:cNvPr>
          <p:cNvSpPr>
            <a:spLocks noGrp="1"/>
          </p:cNvSpPr>
          <p:nvPr/>
        </p:nvSpPr>
        <p:spPr>
          <a:xfrm>
            <a:off x="4293681" y="615308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6" name="02_predicted_pose_4355">
            <a:extLst>
              <a:ext uri="{FF2B5EF4-FFF2-40B4-BE49-F238E27FC236}">
                <a16:creationId xmlns:a16="http://schemas.microsoft.com/office/drawing/2014/main" id="{FAB148A5-3790-4F89-8F6E-78FD4F256574}"/>
              </a:ext>
            </a:extLst>
          </p:cNvPr>
          <p:cNvSpPr>
            <a:spLocks noGrp="1"/>
          </p:cNvSpPr>
          <p:nvPr/>
        </p:nvSpPr>
        <p:spPr>
          <a:xfrm>
            <a:off x="4028620" y="625605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7" name="02_predicted_pose_4356">
            <a:extLst>
              <a:ext uri="{FF2B5EF4-FFF2-40B4-BE49-F238E27FC236}">
                <a16:creationId xmlns:a16="http://schemas.microsoft.com/office/drawing/2014/main" id="{63FC798F-540E-4234-B110-C407D6BF25AF}"/>
              </a:ext>
            </a:extLst>
          </p:cNvPr>
          <p:cNvSpPr>
            <a:spLocks noGrp="1"/>
          </p:cNvSpPr>
          <p:nvPr/>
        </p:nvSpPr>
        <p:spPr>
          <a:xfrm>
            <a:off x="4127061" y="60418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8" name="02_predicted_pose_4357">
            <a:extLst>
              <a:ext uri="{FF2B5EF4-FFF2-40B4-BE49-F238E27FC236}">
                <a16:creationId xmlns:a16="http://schemas.microsoft.com/office/drawing/2014/main" id="{5AE3457F-D3DD-49E4-85BA-DA7E6C1C8DDD}"/>
              </a:ext>
            </a:extLst>
          </p:cNvPr>
          <p:cNvSpPr>
            <a:spLocks noGrp="1"/>
          </p:cNvSpPr>
          <p:nvPr/>
        </p:nvSpPr>
        <p:spPr>
          <a:xfrm>
            <a:off x="4225501" y="61572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59" name="02_predicted_pose_4358">
            <a:extLst>
              <a:ext uri="{FF2B5EF4-FFF2-40B4-BE49-F238E27FC236}">
                <a16:creationId xmlns:a16="http://schemas.microsoft.com/office/drawing/2014/main" id="{808C8BBB-3CB9-492F-8F94-8AF5801DEEA7}"/>
              </a:ext>
            </a:extLst>
          </p:cNvPr>
          <p:cNvSpPr>
            <a:spLocks noGrp="1"/>
          </p:cNvSpPr>
          <p:nvPr/>
        </p:nvSpPr>
        <p:spPr>
          <a:xfrm>
            <a:off x="4323943" y="60649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0" name="02_predicted_pose_4359">
            <a:extLst>
              <a:ext uri="{FF2B5EF4-FFF2-40B4-BE49-F238E27FC236}">
                <a16:creationId xmlns:a16="http://schemas.microsoft.com/office/drawing/2014/main" id="{D73C6855-D26D-4C6F-8CA8-8CBD9D7D1F21}"/>
              </a:ext>
            </a:extLst>
          </p:cNvPr>
          <p:cNvSpPr>
            <a:spLocks noGrp="1"/>
          </p:cNvSpPr>
          <p:nvPr/>
        </p:nvSpPr>
        <p:spPr>
          <a:xfrm>
            <a:off x="4179563" y="602605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1" name="02_predicted_pose_4360">
            <a:extLst>
              <a:ext uri="{FF2B5EF4-FFF2-40B4-BE49-F238E27FC236}">
                <a16:creationId xmlns:a16="http://schemas.microsoft.com/office/drawing/2014/main" id="{8CCEAB96-74D1-4BDA-9207-D306C091DDC3}"/>
              </a:ext>
            </a:extLst>
          </p:cNvPr>
          <p:cNvSpPr>
            <a:spLocks noGrp="1"/>
          </p:cNvSpPr>
          <p:nvPr/>
        </p:nvSpPr>
        <p:spPr>
          <a:xfrm>
            <a:off x="4278004" y="546738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2" name="02_predicted_pose_4361">
            <a:extLst>
              <a:ext uri="{FF2B5EF4-FFF2-40B4-BE49-F238E27FC236}">
                <a16:creationId xmlns:a16="http://schemas.microsoft.com/office/drawing/2014/main" id="{C7BAA86B-D9FD-481D-8372-C44A7466D4A8}"/>
              </a:ext>
            </a:extLst>
          </p:cNvPr>
          <p:cNvSpPr>
            <a:spLocks noGrp="1"/>
          </p:cNvSpPr>
          <p:nvPr/>
        </p:nvSpPr>
        <p:spPr>
          <a:xfrm>
            <a:off x="4376444" y="62091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3" name="02_predicted_pose_4362">
            <a:extLst>
              <a:ext uri="{FF2B5EF4-FFF2-40B4-BE49-F238E27FC236}">
                <a16:creationId xmlns:a16="http://schemas.microsoft.com/office/drawing/2014/main" id="{6A17D345-C5C1-492B-98A0-CD04877C7124}"/>
              </a:ext>
            </a:extLst>
          </p:cNvPr>
          <p:cNvSpPr>
            <a:spLocks noGrp="1"/>
          </p:cNvSpPr>
          <p:nvPr/>
        </p:nvSpPr>
        <p:spPr>
          <a:xfrm>
            <a:off x="4111383" y="622326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4" name="02_predicted_pose_4363">
            <a:extLst>
              <a:ext uri="{FF2B5EF4-FFF2-40B4-BE49-F238E27FC236}">
                <a16:creationId xmlns:a16="http://schemas.microsoft.com/office/drawing/2014/main" id="{B534FEBC-8AD0-4B2D-BF5E-305116182939}"/>
              </a:ext>
            </a:extLst>
          </p:cNvPr>
          <p:cNvSpPr>
            <a:spLocks noGrp="1"/>
          </p:cNvSpPr>
          <p:nvPr/>
        </p:nvSpPr>
        <p:spPr>
          <a:xfrm>
            <a:off x="4209824" y="61067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5" name="02_predicted_pose_4364">
            <a:extLst>
              <a:ext uri="{FF2B5EF4-FFF2-40B4-BE49-F238E27FC236}">
                <a16:creationId xmlns:a16="http://schemas.microsoft.com/office/drawing/2014/main" id="{6C614BAB-A626-46B2-A984-95BD01302E44}"/>
              </a:ext>
            </a:extLst>
          </p:cNvPr>
          <p:cNvSpPr>
            <a:spLocks noGrp="1"/>
          </p:cNvSpPr>
          <p:nvPr/>
        </p:nvSpPr>
        <p:spPr>
          <a:xfrm>
            <a:off x="4308265" y="605539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6" name="02_predicted_pose_4365">
            <a:extLst>
              <a:ext uri="{FF2B5EF4-FFF2-40B4-BE49-F238E27FC236}">
                <a16:creationId xmlns:a16="http://schemas.microsoft.com/office/drawing/2014/main" id="{A2BEBE55-E83F-4C4C-A108-6A40112C1326}"/>
              </a:ext>
            </a:extLst>
          </p:cNvPr>
          <p:cNvSpPr>
            <a:spLocks noGrp="1"/>
          </p:cNvSpPr>
          <p:nvPr/>
        </p:nvSpPr>
        <p:spPr>
          <a:xfrm>
            <a:off x="4043203" y="61646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7" name="02_predicted_pose_4366">
            <a:extLst>
              <a:ext uri="{FF2B5EF4-FFF2-40B4-BE49-F238E27FC236}">
                <a16:creationId xmlns:a16="http://schemas.microsoft.com/office/drawing/2014/main" id="{49066784-F7AA-42FE-9011-31DE179D4122}"/>
              </a:ext>
            </a:extLst>
          </p:cNvPr>
          <p:cNvSpPr>
            <a:spLocks noGrp="1"/>
          </p:cNvSpPr>
          <p:nvPr/>
        </p:nvSpPr>
        <p:spPr>
          <a:xfrm>
            <a:off x="4141644" y="600991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8" name="02_predicted_pose_4367">
            <a:extLst>
              <a:ext uri="{FF2B5EF4-FFF2-40B4-BE49-F238E27FC236}">
                <a16:creationId xmlns:a16="http://schemas.microsoft.com/office/drawing/2014/main" id="{16D03BED-E80E-4F9E-A2CA-270347E99F1A}"/>
              </a:ext>
            </a:extLst>
          </p:cNvPr>
          <p:cNvSpPr>
            <a:spLocks noGrp="1"/>
          </p:cNvSpPr>
          <p:nvPr/>
        </p:nvSpPr>
        <p:spPr>
          <a:xfrm>
            <a:off x="4240086" y="620971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9" name="02_predicted_pose_4368">
            <a:extLst>
              <a:ext uri="{FF2B5EF4-FFF2-40B4-BE49-F238E27FC236}">
                <a16:creationId xmlns:a16="http://schemas.microsoft.com/office/drawing/2014/main" id="{9903F93E-5CB5-443E-8859-5BE6BBE1558E}"/>
              </a:ext>
            </a:extLst>
          </p:cNvPr>
          <p:cNvSpPr>
            <a:spLocks noGrp="1"/>
          </p:cNvSpPr>
          <p:nvPr/>
        </p:nvSpPr>
        <p:spPr>
          <a:xfrm>
            <a:off x="4338526" y="61620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0" name="02_predicted_pose_4369">
            <a:extLst>
              <a:ext uri="{FF2B5EF4-FFF2-40B4-BE49-F238E27FC236}">
                <a16:creationId xmlns:a16="http://schemas.microsoft.com/office/drawing/2014/main" id="{1B632895-A24C-4DD4-9B69-5F7D74C46854}"/>
              </a:ext>
            </a:extLst>
          </p:cNvPr>
          <p:cNvSpPr>
            <a:spLocks noGrp="1"/>
          </p:cNvSpPr>
          <p:nvPr/>
        </p:nvSpPr>
        <p:spPr>
          <a:xfrm>
            <a:off x="4194147" y="615751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1" name="02_predicted_pose_4370">
            <a:extLst>
              <a:ext uri="{FF2B5EF4-FFF2-40B4-BE49-F238E27FC236}">
                <a16:creationId xmlns:a16="http://schemas.microsoft.com/office/drawing/2014/main" id="{2710C53F-7D62-46C5-8867-DA7B3D203E11}"/>
              </a:ext>
            </a:extLst>
          </p:cNvPr>
          <p:cNvSpPr>
            <a:spLocks noGrp="1"/>
          </p:cNvSpPr>
          <p:nvPr/>
        </p:nvSpPr>
        <p:spPr>
          <a:xfrm>
            <a:off x="4292587" y="623729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2" name="02_predicted_pose_4371">
            <a:extLst>
              <a:ext uri="{FF2B5EF4-FFF2-40B4-BE49-F238E27FC236}">
                <a16:creationId xmlns:a16="http://schemas.microsoft.com/office/drawing/2014/main" id="{4A1E6DE4-11B9-470B-826A-0B8D334AFBD8}"/>
              </a:ext>
            </a:extLst>
          </p:cNvPr>
          <p:cNvSpPr>
            <a:spLocks noGrp="1"/>
          </p:cNvSpPr>
          <p:nvPr/>
        </p:nvSpPr>
        <p:spPr>
          <a:xfrm>
            <a:off x="4027526" y="60494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3" name="02_predicted_pose_4372">
            <a:extLst>
              <a:ext uri="{FF2B5EF4-FFF2-40B4-BE49-F238E27FC236}">
                <a16:creationId xmlns:a16="http://schemas.microsoft.com/office/drawing/2014/main" id="{9324BC88-8064-44F7-8455-9ED06F88A54E}"/>
              </a:ext>
            </a:extLst>
          </p:cNvPr>
          <p:cNvSpPr>
            <a:spLocks noGrp="1"/>
          </p:cNvSpPr>
          <p:nvPr/>
        </p:nvSpPr>
        <p:spPr>
          <a:xfrm>
            <a:off x="4125967" y="626245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4" name="02_predicted_pose_4373">
            <a:extLst>
              <a:ext uri="{FF2B5EF4-FFF2-40B4-BE49-F238E27FC236}">
                <a16:creationId xmlns:a16="http://schemas.microsoft.com/office/drawing/2014/main" id="{C86E433C-E636-47EE-996F-1334282ADCDB}"/>
              </a:ext>
            </a:extLst>
          </p:cNvPr>
          <p:cNvSpPr>
            <a:spLocks noGrp="1"/>
          </p:cNvSpPr>
          <p:nvPr/>
        </p:nvSpPr>
        <p:spPr>
          <a:xfrm>
            <a:off x="4224408" y="61342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5" name="02_predicted_pose_4374">
            <a:extLst>
              <a:ext uri="{FF2B5EF4-FFF2-40B4-BE49-F238E27FC236}">
                <a16:creationId xmlns:a16="http://schemas.microsoft.com/office/drawing/2014/main" id="{188A23D9-21E9-4149-A61A-AA5BC596A129}"/>
              </a:ext>
            </a:extLst>
          </p:cNvPr>
          <p:cNvSpPr>
            <a:spLocks noGrp="1"/>
          </p:cNvSpPr>
          <p:nvPr/>
        </p:nvSpPr>
        <p:spPr>
          <a:xfrm>
            <a:off x="4322849" y="59922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6" name="02_predicted_pose_4375">
            <a:extLst>
              <a:ext uri="{FF2B5EF4-FFF2-40B4-BE49-F238E27FC236}">
                <a16:creationId xmlns:a16="http://schemas.microsoft.com/office/drawing/2014/main" id="{00EA1530-6F5A-4763-B3AA-197A5BC842C7}"/>
              </a:ext>
            </a:extLst>
          </p:cNvPr>
          <p:cNvSpPr>
            <a:spLocks noGrp="1"/>
          </p:cNvSpPr>
          <p:nvPr/>
        </p:nvSpPr>
        <p:spPr>
          <a:xfrm>
            <a:off x="4057787" y="613743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7" name="02_predicted_pose_4376">
            <a:extLst>
              <a:ext uri="{FF2B5EF4-FFF2-40B4-BE49-F238E27FC236}">
                <a16:creationId xmlns:a16="http://schemas.microsoft.com/office/drawing/2014/main" id="{4AF0BEF0-AD51-4453-BB9A-599FE02DDEEB}"/>
              </a:ext>
            </a:extLst>
          </p:cNvPr>
          <p:cNvSpPr>
            <a:spLocks noGrp="1"/>
          </p:cNvSpPr>
          <p:nvPr/>
        </p:nvSpPr>
        <p:spPr>
          <a:xfrm>
            <a:off x="4156229" y="62460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8" name="02_predicted_pose_4377">
            <a:extLst>
              <a:ext uri="{FF2B5EF4-FFF2-40B4-BE49-F238E27FC236}">
                <a16:creationId xmlns:a16="http://schemas.microsoft.com/office/drawing/2014/main" id="{C83A4E88-80A3-4EB9-BC60-3733ABB44137}"/>
              </a:ext>
            </a:extLst>
          </p:cNvPr>
          <p:cNvSpPr>
            <a:spLocks noGrp="1"/>
          </p:cNvSpPr>
          <p:nvPr/>
        </p:nvSpPr>
        <p:spPr>
          <a:xfrm>
            <a:off x="4254669" y="600065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9" name="02_predicted_pose_4378">
            <a:extLst>
              <a:ext uri="{FF2B5EF4-FFF2-40B4-BE49-F238E27FC236}">
                <a16:creationId xmlns:a16="http://schemas.microsoft.com/office/drawing/2014/main" id="{CAE3AD77-AE49-4374-BD03-AB7AFCF1CFCB}"/>
              </a:ext>
            </a:extLst>
          </p:cNvPr>
          <p:cNvSpPr>
            <a:spLocks noGrp="1"/>
          </p:cNvSpPr>
          <p:nvPr/>
        </p:nvSpPr>
        <p:spPr>
          <a:xfrm>
            <a:off x="4353110" y="625150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0" name="02_predicted_pose_4379">
            <a:extLst>
              <a:ext uri="{FF2B5EF4-FFF2-40B4-BE49-F238E27FC236}">
                <a16:creationId xmlns:a16="http://schemas.microsoft.com/office/drawing/2014/main" id="{FEEA7F47-75CD-47A8-8999-D4D08ABED240}"/>
              </a:ext>
            </a:extLst>
          </p:cNvPr>
          <p:cNvSpPr>
            <a:spLocks noGrp="1"/>
          </p:cNvSpPr>
          <p:nvPr/>
        </p:nvSpPr>
        <p:spPr>
          <a:xfrm>
            <a:off x="4208730" y="623225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1" name="02_predicted_pose_4380">
            <a:extLst>
              <a:ext uri="{FF2B5EF4-FFF2-40B4-BE49-F238E27FC236}">
                <a16:creationId xmlns:a16="http://schemas.microsoft.com/office/drawing/2014/main" id="{502B4EAF-1F4F-4169-B3AA-8F5213D5FF88}"/>
              </a:ext>
            </a:extLst>
          </p:cNvPr>
          <p:cNvSpPr>
            <a:spLocks noGrp="1"/>
          </p:cNvSpPr>
          <p:nvPr/>
        </p:nvSpPr>
        <p:spPr>
          <a:xfrm>
            <a:off x="4307171" y="61478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2" name="02_predicted_pose_4381">
            <a:extLst>
              <a:ext uri="{FF2B5EF4-FFF2-40B4-BE49-F238E27FC236}">
                <a16:creationId xmlns:a16="http://schemas.microsoft.com/office/drawing/2014/main" id="{77CEF246-ABE0-4103-B447-CF30F6E5A6D4}"/>
              </a:ext>
            </a:extLst>
          </p:cNvPr>
          <p:cNvSpPr>
            <a:spLocks noGrp="1"/>
          </p:cNvSpPr>
          <p:nvPr/>
        </p:nvSpPr>
        <p:spPr>
          <a:xfrm>
            <a:off x="4042109" y="62312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3" name="02_predicted_pose_4382">
            <a:extLst>
              <a:ext uri="{FF2B5EF4-FFF2-40B4-BE49-F238E27FC236}">
                <a16:creationId xmlns:a16="http://schemas.microsoft.com/office/drawing/2014/main" id="{11238E33-0B46-4713-B185-CF61B877EA27}"/>
              </a:ext>
            </a:extLst>
          </p:cNvPr>
          <p:cNvSpPr>
            <a:spLocks noGrp="1"/>
          </p:cNvSpPr>
          <p:nvPr/>
        </p:nvSpPr>
        <p:spPr>
          <a:xfrm>
            <a:off x="4140551" y="61422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4" name="02_predicted_pose_4383">
            <a:extLst>
              <a:ext uri="{FF2B5EF4-FFF2-40B4-BE49-F238E27FC236}">
                <a16:creationId xmlns:a16="http://schemas.microsoft.com/office/drawing/2014/main" id="{4F973DE3-C6D1-4681-ADD0-62B239D657FF}"/>
              </a:ext>
            </a:extLst>
          </p:cNvPr>
          <p:cNvSpPr>
            <a:spLocks noGrp="1"/>
          </p:cNvSpPr>
          <p:nvPr/>
        </p:nvSpPr>
        <p:spPr>
          <a:xfrm>
            <a:off x="4238992" y="621303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5" name="02_predicted_pose_4384">
            <a:extLst>
              <a:ext uri="{FF2B5EF4-FFF2-40B4-BE49-F238E27FC236}">
                <a16:creationId xmlns:a16="http://schemas.microsoft.com/office/drawing/2014/main" id="{3545E21A-5C53-46BC-96D7-B3945B0EB119}"/>
              </a:ext>
            </a:extLst>
          </p:cNvPr>
          <p:cNvSpPr>
            <a:spLocks noGrp="1"/>
          </p:cNvSpPr>
          <p:nvPr/>
        </p:nvSpPr>
        <p:spPr>
          <a:xfrm>
            <a:off x="4337432" y="619608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6" name="02_predicted_pose_4385">
            <a:extLst>
              <a:ext uri="{FF2B5EF4-FFF2-40B4-BE49-F238E27FC236}">
                <a16:creationId xmlns:a16="http://schemas.microsoft.com/office/drawing/2014/main" id="{90496A8B-83AE-4316-B907-06D6FF1E2DB8}"/>
              </a:ext>
            </a:extLst>
          </p:cNvPr>
          <p:cNvSpPr>
            <a:spLocks noGrp="1"/>
          </p:cNvSpPr>
          <p:nvPr/>
        </p:nvSpPr>
        <p:spPr>
          <a:xfrm>
            <a:off x="4072372" y="61735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7" name="02_predicted_pose_4386">
            <a:extLst>
              <a:ext uri="{FF2B5EF4-FFF2-40B4-BE49-F238E27FC236}">
                <a16:creationId xmlns:a16="http://schemas.microsoft.com/office/drawing/2014/main" id="{1A474FD0-93ED-4689-A063-0484A53D8467}"/>
              </a:ext>
            </a:extLst>
          </p:cNvPr>
          <p:cNvSpPr>
            <a:spLocks noGrp="1"/>
          </p:cNvSpPr>
          <p:nvPr/>
        </p:nvSpPr>
        <p:spPr>
          <a:xfrm>
            <a:off x="4170812" y="61948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8" name="02_predicted_pose_4387">
            <a:extLst>
              <a:ext uri="{FF2B5EF4-FFF2-40B4-BE49-F238E27FC236}">
                <a16:creationId xmlns:a16="http://schemas.microsoft.com/office/drawing/2014/main" id="{4EA56A8A-6A0A-45EA-93A9-08A737C41385}"/>
              </a:ext>
            </a:extLst>
          </p:cNvPr>
          <p:cNvSpPr>
            <a:spLocks noGrp="1"/>
          </p:cNvSpPr>
          <p:nvPr/>
        </p:nvSpPr>
        <p:spPr>
          <a:xfrm>
            <a:off x="4269253" y="60178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89" name="02_predicted_pose_4388">
            <a:extLst>
              <a:ext uri="{FF2B5EF4-FFF2-40B4-BE49-F238E27FC236}">
                <a16:creationId xmlns:a16="http://schemas.microsoft.com/office/drawing/2014/main" id="{4806FABC-EB4F-40C6-8C39-779CC0BA5503}"/>
              </a:ext>
            </a:extLst>
          </p:cNvPr>
          <p:cNvSpPr>
            <a:spLocks noGrp="1"/>
          </p:cNvSpPr>
          <p:nvPr/>
        </p:nvSpPr>
        <p:spPr>
          <a:xfrm>
            <a:off x="4367695" y="629522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0" name="02_predicted_pose_4389">
            <a:extLst>
              <a:ext uri="{FF2B5EF4-FFF2-40B4-BE49-F238E27FC236}">
                <a16:creationId xmlns:a16="http://schemas.microsoft.com/office/drawing/2014/main" id="{DC50C21C-1054-47FE-ABDF-ED8B52481843}"/>
              </a:ext>
            </a:extLst>
          </p:cNvPr>
          <p:cNvSpPr>
            <a:spLocks noGrp="1"/>
          </p:cNvSpPr>
          <p:nvPr/>
        </p:nvSpPr>
        <p:spPr>
          <a:xfrm>
            <a:off x="4321755" y="63060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1" name="02_predicted_pose_4390">
            <a:extLst>
              <a:ext uri="{FF2B5EF4-FFF2-40B4-BE49-F238E27FC236}">
                <a16:creationId xmlns:a16="http://schemas.microsoft.com/office/drawing/2014/main" id="{A0B6FD4C-E832-4F4A-B5B6-C86F268BD0D5}"/>
              </a:ext>
            </a:extLst>
          </p:cNvPr>
          <p:cNvSpPr>
            <a:spLocks noGrp="1"/>
          </p:cNvSpPr>
          <p:nvPr/>
        </p:nvSpPr>
        <p:spPr>
          <a:xfrm>
            <a:off x="4056694" y="615474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2" name="02_predicted_pose_4391">
            <a:extLst>
              <a:ext uri="{FF2B5EF4-FFF2-40B4-BE49-F238E27FC236}">
                <a16:creationId xmlns:a16="http://schemas.microsoft.com/office/drawing/2014/main" id="{6BC63C80-55AD-448F-90A0-C5C5CE04E5FD}"/>
              </a:ext>
            </a:extLst>
          </p:cNvPr>
          <p:cNvSpPr>
            <a:spLocks noGrp="1"/>
          </p:cNvSpPr>
          <p:nvPr/>
        </p:nvSpPr>
        <p:spPr>
          <a:xfrm>
            <a:off x="4155135" y="63107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3" name="02_predicted_pose_4392">
            <a:extLst>
              <a:ext uri="{FF2B5EF4-FFF2-40B4-BE49-F238E27FC236}">
                <a16:creationId xmlns:a16="http://schemas.microsoft.com/office/drawing/2014/main" id="{6378C073-847F-4063-9BEA-7F94FB5FD7A7}"/>
              </a:ext>
            </a:extLst>
          </p:cNvPr>
          <p:cNvSpPr>
            <a:spLocks noGrp="1"/>
          </p:cNvSpPr>
          <p:nvPr/>
        </p:nvSpPr>
        <p:spPr>
          <a:xfrm>
            <a:off x="4253575" y="60940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4" name="02_predicted_pose_4393">
            <a:extLst>
              <a:ext uri="{FF2B5EF4-FFF2-40B4-BE49-F238E27FC236}">
                <a16:creationId xmlns:a16="http://schemas.microsoft.com/office/drawing/2014/main" id="{A57B3587-4EA0-452B-9BBE-A3DD98B249A5}"/>
              </a:ext>
            </a:extLst>
          </p:cNvPr>
          <p:cNvSpPr>
            <a:spLocks noGrp="1"/>
          </p:cNvSpPr>
          <p:nvPr/>
        </p:nvSpPr>
        <p:spPr>
          <a:xfrm>
            <a:off x="4352017" y="624158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5" name="02_predicted_pose_4394">
            <a:extLst>
              <a:ext uri="{FF2B5EF4-FFF2-40B4-BE49-F238E27FC236}">
                <a16:creationId xmlns:a16="http://schemas.microsoft.com/office/drawing/2014/main" id="{E738018F-6892-4A2D-A1E7-B2CFC3BA9403}"/>
              </a:ext>
            </a:extLst>
          </p:cNvPr>
          <p:cNvSpPr>
            <a:spLocks noGrp="1"/>
          </p:cNvSpPr>
          <p:nvPr/>
        </p:nvSpPr>
        <p:spPr>
          <a:xfrm>
            <a:off x="4086955" y="59772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6" name="02_predicted_pose_4395">
            <a:extLst>
              <a:ext uri="{FF2B5EF4-FFF2-40B4-BE49-F238E27FC236}">
                <a16:creationId xmlns:a16="http://schemas.microsoft.com/office/drawing/2014/main" id="{678CB509-B1B1-4939-8F40-257D2B9D46B6}"/>
              </a:ext>
            </a:extLst>
          </p:cNvPr>
          <p:cNvSpPr>
            <a:spLocks noGrp="1"/>
          </p:cNvSpPr>
          <p:nvPr/>
        </p:nvSpPr>
        <p:spPr>
          <a:xfrm>
            <a:off x="4185396" y="619141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7" name="02_predicted_pose_4396">
            <a:extLst>
              <a:ext uri="{FF2B5EF4-FFF2-40B4-BE49-F238E27FC236}">
                <a16:creationId xmlns:a16="http://schemas.microsoft.com/office/drawing/2014/main" id="{F686D77B-2C0F-4F63-9074-AEA517D17AFA}"/>
              </a:ext>
            </a:extLst>
          </p:cNvPr>
          <p:cNvSpPr>
            <a:spLocks noGrp="1"/>
          </p:cNvSpPr>
          <p:nvPr/>
        </p:nvSpPr>
        <p:spPr>
          <a:xfrm>
            <a:off x="4283837" y="62475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8" name="02_predicted_pose_4397">
            <a:extLst>
              <a:ext uri="{FF2B5EF4-FFF2-40B4-BE49-F238E27FC236}">
                <a16:creationId xmlns:a16="http://schemas.microsoft.com/office/drawing/2014/main" id="{7A64ACCD-9C5F-4BD3-AB76-E564695D1EA9}"/>
              </a:ext>
            </a:extLst>
          </p:cNvPr>
          <p:cNvSpPr>
            <a:spLocks noGrp="1"/>
          </p:cNvSpPr>
          <p:nvPr/>
        </p:nvSpPr>
        <p:spPr>
          <a:xfrm>
            <a:off x="4018776" y="610023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99" name="02_predicted_pose_4398">
            <a:extLst>
              <a:ext uri="{FF2B5EF4-FFF2-40B4-BE49-F238E27FC236}">
                <a16:creationId xmlns:a16="http://schemas.microsoft.com/office/drawing/2014/main" id="{BA3E09D4-7664-4711-A5C2-827DF4A3FE86}"/>
              </a:ext>
            </a:extLst>
          </p:cNvPr>
          <p:cNvSpPr>
            <a:spLocks noGrp="1"/>
          </p:cNvSpPr>
          <p:nvPr/>
        </p:nvSpPr>
        <p:spPr>
          <a:xfrm>
            <a:off x="4237898" y="603046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0" name="02_predicted_pose_4399">
            <a:extLst>
              <a:ext uri="{FF2B5EF4-FFF2-40B4-BE49-F238E27FC236}">
                <a16:creationId xmlns:a16="http://schemas.microsoft.com/office/drawing/2014/main" id="{15EEB57F-C73F-47A4-9280-CCE5720F5614}"/>
              </a:ext>
            </a:extLst>
          </p:cNvPr>
          <p:cNvSpPr>
            <a:spLocks noGrp="1"/>
          </p:cNvSpPr>
          <p:nvPr/>
        </p:nvSpPr>
        <p:spPr>
          <a:xfrm>
            <a:off x="4336339" y="60151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1" name="02_predicted_pose_4400">
            <a:extLst>
              <a:ext uri="{FF2B5EF4-FFF2-40B4-BE49-F238E27FC236}">
                <a16:creationId xmlns:a16="http://schemas.microsoft.com/office/drawing/2014/main" id="{27E5429C-7BC4-41A1-A8D8-78DA812B6986}"/>
              </a:ext>
            </a:extLst>
          </p:cNvPr>
          <p:cNvSpPr>
            <a:spLocks noGrp="1"/>
          </p:cNvSpPr>
          <p:nvPr/>
        </p:nvSpPr>
        <p:spPr>
          <a:xfrm>
            <a:off x="4071278" y="624186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2" name="02_predicted_pose_4401">
            <a:extLst>
              <a:ext uri="{FF2B5EF4-FFF2-40B4-BE49-F238E27FC236}">
                <a16:creationId xmlns:a16="http://schemas.microsoft.com/office/drawing/2014/main" id="{2F92BC6D-7525-4930-AFF9-88032F2F684C}"/>
              </a:ext>
            </a:extLst>
          </p:cNvPr>
          <p:cNvSpPr>
            <a:spLocks noGrp="1"/>
          </p:cNvSpPr>
          <p:nvPr/>
        </p:nvSpPr>
        <p:spPr>
          <a:xfrm>
            <a:off x="4169718" y="625319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3" name="02_predicted_pose_4402">
            <a:extLst>
              <a:ext uri="{FF2B5EF4-FFF2-40B4-BE49-F238E27FC236}">
                <a16:creationId xmlns:a16="http://schemas.microsoft.com/office/drawing/2014/main" id="{16E84ADD-939C-4DF2-A57F-AF4644B5C210}"/>
              </a:ext>
            </a:extLst>
          </p:cNvPr>
          <p:cNvSpPr>
            <a:spLocks noGrp="1"/>
          </p:cNvSpPr>
          <p:nvPr/>
        </p:nvSpPr>
        <p:spPr>
          <a:xfrm>
            <a:off x="4268160" y="62073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4" name="02_predicted_pose_4403">
            <a:extLst>
              <a:ext uri="{FF2B5EF4-FFF2-40B4-BE49-F238E27FC236}">
                <a16:creationId xmlns:a16="http://schemas.microsoft.com/office/drawing/2014/main" id="{3894E3AB-A17E-4692-9961-B993ADDF534C}"/>
              </a:ext>
            </a:extLst>
          </p:cNvPr>
          <p:cNvSpPr>
            <a:spLocks noGrp="1"/>
          </p:cNvSpPr>
          <p:nvPr/>
        </p:nvSpPr>
        <p:spPr>
          <a:xfrm>
            <a:off x="4366601" y="61613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5" name="02_predicted_pose_4404">
            <a:extLst>
              <a:ext uri="{FF2B5EF4-FFF2-40B4-BE49-F238E27FC236}">
                <a16:creationId xmlns:a16="http://schemas.microsoft.com/office/drawing/2014/main" id="{0B442263-9E0D-434B-85EC-9F831B669CA7}"/>
              </a:ext>
            </a:extLst>
          </p:cNvPr>
          <p:cNvSpPr>
            <a:spLocks noGrp="1"/>
          </p:cNvSpPr>
          <p:nvPr/>
        </p:nvSpPr>
        <p:spPr>
          <a:xfrm>
            <a:off x="4101539" y="59876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6" name="02_predicted_pose_4405">
            <a:extLst>
              <a:ext uri="{FF2B5EF4-FFF2-40B4-BE49-F238E27FC236}">
                <a16:creationId xmlns:a16="http://schemas.microsoft.com/office/drawing/2014/main" id="{78339FA7-FC2B-46A0-835F-30A0C97E0100}"/>
              </a:ext>
            </a:extLst>
          </p:cNvPr>
          <p:cNvSpPr>
            <a:spLocks noGrp="1"/>
          </p:cNvSpPr>
          <p:nvPr/>
        </p:nvSpPr>
        <p:spPr>
          <a:xfrm>
            <a:off x="4199980" y="619695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7" name="02_predicted_pose_4406">
            <a:extLst>
              <a:ext uri="{FF2B5EF4-FFF2-40B4-BE49-F238E27FC236}">
                <a16:creationId xmlns:a16="http://schemas.microsoft.com/office/drawing/2014/main" id="{FB494F34-263D-4DBC-AE9D-01E257491C08}"/>
              </a:ext>
            </a:extLst>
          </p:cNvPr>
          <p:cNvSpPr>
            <a:spLocks noGrp="1"/>
          </p:cNvSpPr>
          <p:nvPr/>
        </p:nvSpPr>
        <p:spPr>
          <a:xfrm>
            <a:off x="4162062" y="626077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8" name="02_predicted_pose_4407">
            <a:extLst>
              <a:ext uri="{FF2B5EF4-FFF2-40B4-BE49-F238E27FC236}">
                <a16:creationId xmlns:a16="http://schemas.microsoft.com/office/drawing/2014/main" id="{3D719B06-605E-408E-B6F7-08FDE22332B3}"/>
              </a:ext>
            </a:extLst>
          </p:cNvPr>
          <p:cNvSpPr>
            <a:spLocks noGrp="1"/>
          </p:cNvSpPr>
          <p:nvPr/>
        </p:nvSpPr>
        <p:spPr>
          <a:xfrm>
            <a:off x="4176645" y="618017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09" name="02_predicted_pose_4408">
            <a:extLst>
              <a:ext uri="{FF2B5EF4-FFF2-40B4-BE49-F238E27FC236}">
                <a16:creationId xmlns:a16="http://schemas.microsoft.com/office/drawing/2014/main" id="{1BB8FC17-6DA9-41E7-98A0-BF48573AC328}"/>
              </a:ext>
            </a:extLst>
          </p:cNvPr>
          <p:cNvSpPr>
            <a:spLocks noGrp="1"/>
          </p:cNvSpPr>
          <p:nvPr/>
        </p:nvSpPr>
        <p:spPr>
          <a:xfrm>
            <a:off x="4153311" y="614264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0" name="02_predicted_pose_4409">
            <a:extLst>
              <a:ext uri="{FF2B5EF4-FFF2-40B4-BE49-F238E27FC236}">
                <a16:creationId xmlns:a16="http://schemas.microsoft.com/office/drawing/2014/main" id="{29DF3C4C-BC84-4038-8350-BC94BF76D4A9}"/>
              </a:ext>
            </a:extLst>
          </p:cNvPr>
          <p:cNvSpPr>
            <a:spLocks noGrp="1"/>
          </p:cNvSpPr>
          <p:nvPr/>
        </p:nvSpPr>
        <p:spPr>
          <a:xfrm>
            <a:off x="4182479" y="62398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1" name="02_predicted_pose_4410">
            <a:extLst>
              <a:ext uri="{FF2B5EF4-FFF2-40B4-BE49-F238E27FC236}">
                <a16:creationId xmlns:a16="http://schemas.microsoft.com/office/drawing/2014/main" id="{7C169135-2AD9-49CA-8F2C-388C04252A2B}"/>
              </a:ext>
            </a:extLst>
          </p:cNvPr>
          <p:cNvSpPr>
            <a:spLocks noGrp="1"/>
          </p:cNvSpPr>
          <p:nvPr/>
        </p:nvSpPr>
        <p:spPr>
          <a:xfrm>
            <a:off x="4211647" y="62425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2" name="02_predicted_pose_4411">
            <a:extLst>
              <a:ext uri="{FF2B5EF4-FFF2-40B4-BE49-F238E27FC236}">
                <a16:creationId xmlns:a16="http://schemas.microsoft.com/office/drawing/2014/main" id="{FC44E605-908D-4801-AE7F-1D1271598A43}"/>
              </a:ext>
            </a:extLst>
          </p:cNvPr>
          <p:cNvSpPr>
            <a:spLocks noGrp="1"/>
          </p:cNvSpPr>
          <p:nvPr/>
        </p:nvSpPr>
        <p:spPr>
          <a:xfrm>
            <a:off x="4193052" y="615404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3" name="02_predicted_pose_4412">
            <a:extLst>
              <a:ext uri="{FF2B5EF4-FFF2-40B4-BE49-F238E27FC236}">
                <a16:creationId xmlns:a16="http://schemas.microsoft.com/office/drawing/2014/main" id="{66E6B1EE-1340-4EAC-A454-8E6D96EC9601}"/>
              </a:ext>
            </a:extLst>
          </p:cNvPr>
          <p:cNvSpPr>
            <a:spLocks noGrp="1"/>
          </p:cNvSpPr>
          <p:nvPr/>
        </p:nvSpPr>
        <p:spPr>
          <a:xfrm>
            <a:off x="4026432" y="62409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4" name="02_predicted_pose_4413">
            <a:extLst>
              <a:ext uri="{FF2B5EF4-FFF2-40B4-BE49-F238E27FC236}">
                <a16:creationId xmlns:a16="http://schemas.microsoft.com/office/drawing/2014/main" id="{26F1B7C1-70D2-4FB9-835C-8490D6E0CCEB}"/>
              </a:ext>
            </a:extLst>
          </p:cNvPr>
          <p:cNvSpPr>
            <a:spLocks noGrp="1"/>
          </p:cNvSpPr>
          <p:nvPr/>
        </p:nvSpPr>
        <p:spPr>
          <a:xfrm>
            <a:off x="4223314" y="617017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5" name="02_predicted_pose_4414">
            <a:extLst>
              <a:ext uri="{FF2B5EF4-FFF2-40B4-BE49-F238E27FC236}">
                <a16:creationId xmlns:a16="http://schemas.microsoft.com/office/drawing/2014/main" id="{E071199F-71C1-4EEB-8FA1-EF70EB5575F7}"/>
              </a:ext>
            </a:extLst>
          </p:cNvPr>
          <p:cNvSpPr>
            <a:spLocks noGrp="1"/>
          </p:cNvSpPr>
          <p:nvPr/>
        </p:nvSpPr>
        <p:spPr>
          <a:xfrm>
            <a:off x="4056694" y="618174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6" name="02_predicted_pose_4415">
            <a:extLst>
              <a:ext uri="{FF2B5EF4-FFF2-40B4-BE49-F238E27FC236}">
                <a16:creationId xmlns:a16="http://schemas.microsoft.com/office/drawing/2014/main" id="{B39A017A-5024-49F5-9E3F-3F8E64B68DE6}"/>
              </a:ext>
            </a:extLst>
          </p:cNvPr>
          <p:cNvSpPr>
            <a:spLocks noGrp="1"/>
          </p:cNvSpPr>
          <p:nvPr/>
        </p:nvSpPr>
        <p:spPr>
          <a:xfrm>
            <a:off x="4202532" y="633139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7" name="02_predicted_pose_4416">
            <a:extLst>
              <a:ext uri="{FF2B5EF4-FFF2-40B4-BE49-F238E27FC236}">
                <a16:creationId xmlns:a16="http://schemas.microsoft.com/office/drawing/2014/main" id="{2954F8B2-715E-40BD-8408-E5FFBE729218}"/>
              </a:ext>
            </a:extLst>
          </p:cNvPr>
          <p:cNvSpPr>
            <a:spLocks noGrp="1"/>
          </p:cNvSpPr>
          <p:nvPr/>
        </p:nvSpPr>
        <p:spPr>
          <a:xfrm>
            <a:off x="4217116" y="635454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8" name="02_predicted_pose_4417">
            <a:extLst>
              <a:ext uri="{FF2B5EF4-FFF2-40B4-BE49-F238E27FC236}">
                <a16:creationId xmlns:a16="http://schemas.microsoft.com/office/drawing/2014/main" id="{A0FFF1FA-7D8A-4EDB-BD0E-5A5A67D7E391}"/>
              </a:ext>
            </a:extLst>
          </p:cNvPr>
          <p:cNvSpPr>
            <a:spLocks noGrp="1"/>
          </p:cNvSpPr>
          <p:nvPr/>
        </p:nvSpPr>
        <p:spPr>
          <a:xfrm>
            <a:off x="4260868" y="62395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9" name="02_predicted_pose_4418">
            <a:extLst>
              <a:ext uri="{FF2B5EF4-FFF2-40B4-BE49-F238E27FC236}">
                <a16:creationId xmlns:a16="http://schemas.microsoft.com/office/drawing/2014/main" id="{35650A0A-3D63-4617-94DB-4744808D69C8}"/>
              </a:ext>
            </a:extLst>
          </p:cNvPr>
          <p:cNvSpPr>
            <a:spLocks noGrp="1"/>
          </p:cNvSpPr>
          <p:nvPr/>
        </p:nvSpPr>
        <p:spPr>
          <a:xfrm>
            <a:off x="4275451" y="63605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0" name="02_predicted_pose_4419">
            <a:extLst>
              <a:ext uri="{FF2B5EF4-FFF2-40B4-BE49-F238E27FC236}">
                <a16:creationId xmlns:a16="http://schemas.microsoft.com/office/drawing/2014/main" id="{D303F597-D5B8-45D7-A142-2080441F41CB}"/>
              </a:ext>
            </a:extLst>
          </p:cNvPr>
          <p:cNvSpPr>
            <a:spLocks noGrp="1"/>
          </p:cNvSpPr>
          <p:nvPr/>
        </p:nvSpPr>
        <p:spPr>
          <a:xfrm>
            <a:off x="4319203" y="63674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1" name="02_predicted_pose_4420">
            <a:extLst>
              <a:ext uri="{FF2B5EF4-FFF2-40B4-BE49-F238E27FC236}">
                <a16:creationId xmlns:a16="http://schemas.microsoft.com/office/drawing/2014/main" id="{31A5B853-BE9F-4F5F-BF67-3AB398DCD4C0}"/>
              </a:ext>
            </a:extLst>
          </p:cNvPr>
          <p:cNvSpPr>
            <a:spLocks noGrp="1"/>
          </p:cNvSpPr>
          <p:nvPr/>
        </p:nvSpPr>
        <p:spPr>
          <a:xfrm>
            <a:off x="4333787" y="63663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2" name="02_predicted_pose_4421">
            <a:extLst>
              <a:ext uri="{FF2B5EF4-FFF2-40B4-BE49-F238E27FC236}">
                <a16:creationId xmlns:a16="http://schemas.microsoft.com/office/drawing/2014/main" id="{29EE08BB-6A4A-4EE9-81E0-2B47BF70923E}"/>
              </a:ext>
            </a:extLst>
          </p:cNvPr>
          <p:cNvSpPr>
            <a:spLocks noGrp="1"/>
          </p:cNvSpPr>
          <p:nvPr/>
        </p:nvSpPr>
        <p:spPr>
          <a:xfrm>
            <a:off x="4050131" y="63982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3" name="02_predicted_pose_4422">
            <a:extLst>
              <a:ext uri="{FF2B5EF4-FFF2-40B4-BE49-F238E27FC236}">
                <a16:creationId xmlns:a16="http://schemas.microsoft.com/office/drawing/2014/main" id="{093F633A-8B36-4CB8-ADBD-3316B141093C}"/>
              </a:ext>
            </a:extLst>
          </p:cNvPr>
          <p:cNvSpPr>
            <a:spLocks noGrp="1"/>
          </p:cNvSpPr>
          <p:nvPr/>
        </p:nvSpPr>
        <p:spPr>
          <a:xfrm>
            <a:off x="4148571" y="63114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4" name="02_predicted_pose_4423">
            <a:extLst>
              <a:ext uri="{FF2B5EF4-FFF2-40B4-BE49-F238E27FC236}">
                <a16:creationId xmlns:a16="http://schemas.microsoft.com/office/drawing/2014/main" id="{B2918AF0-3861-4199-9C03-6D25A3A90AFA}"/>
              </a:ext>
            </a:extLst>
          </p:cNvPr>
          <p:cNvSpPr>
            <a:spLocks noGrp="1"/>
          </p:cNvSpPr>
          <p:nvPr/>
        </p:nvSpPr>
        <p:spPr>
          <a:xfrm>
            <a:off x="4080392" y="614678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5" name="02_predicted_pose_4424">
            <a:extLst>
              <a:ext uri="{FF2B5EF4-FFF2-40B4-BE49-F238E27FC236}">
                <a16:creationId xmlns:a16="http://schemas.microsoft.com/office/drawing/2014/main" id="{C54253C3-C5DF-44C7-B874-4CDBF9C3A4F6}"/>
              </a:ext>
            </a:extLst>
          </p:cNvPr>
          <p:cNvSpPr>
            <a:spLocks noGrp="1"/>
          </p:cNvSpPr>
          <p:nvPr/>
        </p:nvSpPr>
        <p:spPr>
          <a:xfrm>
            <a:off x="4178834" y="612870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6" name="02_predicted_pose_4425">
            <a:extLst>
              <a:ext uri="{FF2B5EF4-FFF2-40B4-BE49-F238E27FC236}">
                <a16:creationId xmlns:a16="http://schemas.microsoft.com/office/drawing/2014/main" id="{55D6B90D-C706-47C7-8B18-FA45749BDF90}"/>
              </a:ext>
            </a:extLst>
          </p:cNvPr>
          <p:cNvSpPr>
            <a:spLocks noGrp="1"/>
          </p:cNvSpPr>
          <p:nvPr/>
        </p:nvSpPr>
        <p:spPr>
          <a:xfrm>
            <a:off x="4230970" y="609513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7" name="02_predicted_pose_4426">
            <a:extLst>
              <a:ext uri="{FF2B5EF4-FFF2-40B4-BE49-F238E27FC236}">
                <a16:creationId xmlns:a16="http://schemas.microsoft.com/office/drawing/2014/main" id="{645BB5DE-49C3-48A8-A875-FEEF15904C4D}"/>
              </a:ext>
            </a:extLst>
          </p:cNvPr>
          <p:cNvSpPr>
            <a:spLocks noGrp="1"/>
          </p:cNvSpPr>
          <p:nvPr/>
        </p:nvSpPr>
        <p:spPr>
          <a:xfrm>
            <a:off x="4058881" y="624757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8" name="02_predicted_pose_4427">
            <a:extLst>
              <a:ext uri="{FF2B5EF4-FFF2-40B4-BE49-F238E27FC236}">
                <a16:creationId xmlns:a16="http://schemas.microsoft.com/office/drawing/2014/main" id="{E2018B94-D9D9-4F9C-82A2-24D6D3FD1882}"/>
              </a:ext>
            </a:extLst>
          </p:cNvPr>
          <p:cNvSpPr>
            <a:spLocks noGrp="1"/>
          </p:cNvSpPr>
          <p:nvPr/>
        </p:nvSpPr>
        <p:spPr>
          <a:xfrm>
            <a:off x="4327224" y="53342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9" name="02_predicted_pose_4428">
            <a:extLst>
              <a:ext uri="{FF2B5EF4-FFF2-40B4-BE49-F238E27FC236}">
                <a16:creationId xmlns:a16="http://schemas.microsoft.com/office/drawing/2014/main" id="{C9889F41-88A5-4C82-983A-E0FCBCE3CBA7}"/>
              </a:ext>
            </a:extLst>
          </p:cNvPr>
          <p:cNvSpPr>
            <a:spLocks noGrp="1"/>
          </p:cNvSpPr>
          <p:nvPr/>
        </p:nvSpPr>
        <p:spPr>
          <a:xfrm>
            <a:off x="4194147" y="62097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0" name="02_predicted_pose_4429">
            <a:extLst>
              <a:ext uri="{FF2B5EF4-FFF2-40B4-BE49-F238E27FC236}">
                <a16:creationId xmlns:a16="http://schemas.microsoft.com/office/drawing/2014/main" id="{ECD3103E-BF82-46B5-9C3F-8D9CF849509B}"/>
              </a:ext>
            </a:extLst>
          </p:cNvPr>
          <p:cNvSpPr>
            <a:spLocks noGrp="1"/>
          </p:cNvSpPr>
          <p:nvPr/>
        </p:nvSpPr>
        <p:spPr>
          <a:xfrm>
            <a:off x="4065443" y="61758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1" name="02_predicted_pose_4430">
            <a:extLst>
              <a:ext uri="{FF2B5EF4-FFF2-40B4-BE49-F238E27FC236}">
                <a16:creationId xmlns:a16="http://schemas.microsoft.com/office/drawing/2014/main" id="{81139130-A8C2-4261-A84F-97AB496F0874}"/>
              </a:ext>
            </a:extLst>
          </p:cNvPr>
          <p:cNvSpPr>
            <a:spLocks noGrp="1"/>
          </p:cNvSpPr>
          <p:nvPr/>
        </p:nvSpPr>
        <p:spPr>
          <a:xfrm>
            <a:off x="4109195" y="613650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2" name="02_predicted_pose_4431">
            <a:extLst>
              <a:ext uri="{FF2B5EF4-FFF2-40B4-BE49-F238E27FC236}">
                <a16:creationId xmlns:a16="http://schemas.microsoft.com/office/drawing/2014/main" id="{F0F7F47E-B39E-4DD2-9894-38BDC047C2F9}"/>
              </a:ext>
            </a:extLst>
          </p:cNvPr>
          <p:cNvSpPr>
            <a:spLocks noGrp="1"/>
          </p:cNvSpPr>
          <p:nvPr/>
        </p:nvSpPr>
        <p:spPr>
          <a:xfrm>
            <a:off x="4152947" y="60791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3" name="02_predicted_pose_4432">
            <a:extLst>
              <a:ext uri="{FF2B5EF4-FFF2-40B4-BE49-F238E27FC236}">
                <a16:creationId xmlns:a16="http://schemas.microsoft.com/office/drawing/2014/main" id="{C9A7843A-C48E-4A14-AC31-F453C592770B}"/>
              </a:ext>
            </a:extLst>
          </p:cNvPr>
          <p:cNvSpPr>
            <a:spLocks noGrp="1"/>
          </p:cNvSpPr>
          <p:nvPr/>
        </p:nvSpPr>
        <p:spPr>
          <a:xfrm>
            <a:off x="4337432" y="60103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4" name="02_predicted_pose_4433">
            <a:extLst>
              <a:ext uri="{FF2B5EF4-FFF2-40B4-BE49-F238E27FC236}">
                <a16:creationId xmlns:a16="http://schemas.microsoft.com/office/drawing/2014/main" id="{B81E0A4E-CEDC-4D44-AC1E-2A5079A7CEFC}"/>
              </a:ext>
            </a:extLst>
          </p:cNvPr>
          <p:cNvSpPr>
            <a:spLocks noGrp="1"/>
          </p:cNvSpPr>
          <p:nvPr/>
        </p:nvSpPr>
        <p:spPr>
          <a:xfrm>
            <a:off x="4017682" y="594518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5" name="02_predicted_pose_4434">
            <a:extLst>
              <a:ext uri="{FF2B5EF4-FFF2-40B4-BE49-F238E27FC236}">
                <a16:creationId xmlns:a16="http://schemas.microsoft.com/office/drawing/2014/main" id="{6845E3C4-7A5E-4CA0-B3E3-67C2A7D6F9FE}"/>
              </a:ext>
            </a:extLst>
          </p:cNvPr>
          <p:cNvSpPr>
            <a:spLocks noGrp="1"/>
          </p:cNvSpPr>
          <p:nvPr/>
        </p:nvSpPr>
        <p:spPr>
          <a:xfrm>
            <a:off x="4239721" y="58708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6" name="02_predicted_pose_4435">
            <a:extLst>
              <a:ext uri="{FF2B5EF4-FFF2-40B4-BE49-F238E27FC236}">
                <a16:creationId xmlns:a16="http://schemas.microsoft.com/office/drawing/2014/main" id="{030874FD-7B00-4F08-B9FD-DCA85FA08D43}"/>
              </a:ext>
            </a:extLst>
          </p:cNvPr>
          <p:cNvSpPr>
            <a:spLocks noGrp="1"/>
          </p:cNvSpPr>
          <p:nvPr/>
        </p:nvSpPr>
        <p:spPr>
          <a:xfrm>
            <a:off x="4338162" y="564482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7" name="02_predicted_pose_4436">
            <a:extLst>
              <a:ext uri="{FF2B5EF4-FFF2-40B4-BE49-F238E27FC236}">
                <a16:creationId xmlns:a16="http://schemas.microsoft.com/office/drawing/2014/main" id="{622C96C7-823E-44BA-8447-9D4EA9EB16C9}"/>
              </a:ext>
            </a:extLst>
          </p:cNvPr>
          <p:cNvSpPr>
            <a:spLocks noGrp="1"/>
          </p:cNvSpPr>
          <p:nvPr/>
        </p:nvSpPr>
        <p:spPr>
          <a:xfrm>
            <a:off x="4159145" y="55809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8" name="02_predicted_pose_4437">
            <a:extLst>
              <a:ext uri="{FF2B5EF4-FFF2-40B4-BE49-F238E27FC236}">
                <a16:creationId xmlns:a16="http://schemas.microsoft.com/office/drawing/2014/main" id="{BDB67721-8C63-4023-ABCE-5A336A70B9BA}"/>
              </a:ext>
            </a:extLst>
          </p:cNvPr>
          <p:cNvSpPr>
            <a:spLocks noGrp="1"/>
          </p:cNvSpPr>
          <p:nvPr/>
        </p:nvSpPr>
        <p:spPr>
          <a:xfrm>
            <a:off x="4173729" y="58786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39" name="02_predicted_pose_4438">
            <a:extLst>
              <a:ext uri="{FF2B5EF4-FFF2-40B4-BE49-F238E27FC236}">
                <a16:creationId xmlns:a16="http://schemas.microsoft.com/office/drawing/2014/main" id="{620AF767-A3F4-44A3-8C95-3AFF8BB2C5F6}"/>
              </a:ext>
            </a:extLst>
          </p:cNvPr>
          <p:cNvSpPr>
            <a:spLocks noGrp="1"/>
          </p:cNvSpPr>
          <p:nvPr/>
        </p:nvSpPr>
        <p:spPr>
          <a:xfrm>
            <a:off x="4090966" y="594996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0" name="02_predicted_pose_4439">
            <a:extLst>
              <a:ext uri="{FF2B5EF4-FFF2-40B4-BE49-F238E27FC236}">
                <a16:creationId xmlns:a16="http://schemas.microsoft.com/office/drawing/2014/main" id="{F027C108-CA3F-4523-AEDB-CB2034353B13}"/>
              </a:ext>
            </a:extLst>
          </p:cNvPr>
          <p:cNvSpPr>
            <a:spLocks noGrp="1"/>
          </p:cNvSpPr>
          <p:nvPr/>
        </p:nvSpPr>
        <p:spPr>
          <a:xfrm>
            <a:off x="4105550" y="590872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1" name="02_predicted_pose_4440">
            <a:extLst>
              <a:ext uri="{FF2B5EF4-FFF2-40B4-BE49-F238E27FC236}">
                <a16:creationId xmlns:a16="http://schemas.microsoft.com/office/drawing/2014/main" id="{092DD004-D3AD-4908-96C3-07EF4BCBAA2B}"/>
              </a:ext>
            </a:extLst>
          </p:cNvPr>
          <p:cNvSpPr>
            <a:spLocks noGrp="1"/>
          </p:cNvSpPr>
          <p:nvPr/>
        </p:nvSpPr>
        <p:spPr>
          <a:xfrm>
            <a:off x="4120133" y="59471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2" name="02_predicted_pose_4441">
            <a:extLst>
              <a:ext uri="{FF2B5EF4-FFF2-40B4-BE49-F238E27FC236}">
                <a16:creationId xmlns:a16="http://schemas.microsoft.com/office/drawing/2014/main" id="{C2DB5938-0AD1-4456-9A89-85E55885E36E}"/>
              </a:ext>
            </a:extLst>
          </p:cNvPr>
          <p:cNvSpPr>
            <a:spLocks noGrp="1"/>
          </p:cNvSpPr>
          <p:nvPr/>
        </p:nvSpPr>
        <p:spPr>
          <a:xfrm>
            <a:off x="4134717" y="58886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3" name="02_predicted_pose_4442">
            <a:extLst>
              <a:ext uri="{FF2B5EF4-FFF2-40B4-BE49-F238E27FC236}">
                <a16:creationId xmlns:a16="http://schemas.microsoft.com/office/drawing/2014/main" id="{05AC0872-272C-45A9-B37D-843D24B2D96D}"/>
              </a:ext>
            </a:extLst>
          </p:cNvPr>
          <p:cNvSpPr>
            <a:spLocks noGrp="1"/>
          </p:cNvSpPr>
          <p:nvPr/>
        </p:nvSpPr>
        <p:spPr>
          <a:xfrm>
            <a:off x="4149302" y="59493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4" name="02_predicted_pose_4443">
            <a:extLst>
              <a:ext uri="{FF2B5EF4-FFF2-40B4-BE49-F238E27FC236}">
                <a16:creationId xmlns:a16="http://schemas.microsoft.com/office/drawing/2014/main" id="{FE795651-C6A4-4F37-AD36-8E2FF6E6BE31}"/>
              </a:ext>
            </a:extLst>
          </p:cNvPr>
          <p:cNvSpPr>
            <a:spLocks noGrp="1"/>
          </p:cNvSpPr>
          <p:nvPr/>
        </p:nvSpPr>
        <p:spPr>
          <a:xfrm>
            <a:off x="4163885" y="59251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5" name="02_predicted_pose_4444">
            <a:extLst>
              <a:ext uri="{FF2B5EF4-FFF2-40B4-BE49-F238E27FC236}">
                <a16:creationId xmlns:a16="http://schemas.microsoft.com/office/drawing/2014/main" id="{5B85E340-DD70-4931-B582-7BDB5D56F506}"/>
              </a:ext>
            </a:extLst>
          </p:cNvPr>
          <p:cNvSpPr>
            <a:spLocks noGrp="1"/>
          </p:cNvSpPr>
          <p:nvPr/>
        </p:nvSpPr>
        <p:spPr>
          <a:xfrm>
            <a:off x="4178469" y="59516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6" name="02_predicted_pose_4445">
            <a:extLst>
              <a:ext uri="{FF2B5EF4-FFF2-40B4-BE49-F238E27FC236}">
                <a16:creationId xmlns:a16="http://schemas.microsoft.com/office/drawing/2014/main" id="{761DE5D5-BA28-4D1D-B3BB-9D036C1EB5A8}"/>
              </a:ext>
            </a:extLst>
          </p:cNvPr>
          <p:cNvSpPr>
            <a:spLocks noGrp="1"/>
          </p:cNvSpPr>
          <p:nvPr/>
        </p:nvSpPr>
        <p:spPr>
          <a:xfrm>
            <a:off x="4193052" y="594621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7" name="02_predicted_pose_4446">
            <a:extLst>
              <a:ext uri="{FF2B5EF4-FFF2-40B4-BE49-F238E27FC236}">
                <a16:creationId xmlns:a16="http://schemas.microsoft.com/office/drawing/2014/main" id="{A5885854-E9F6-452F-ADAE-86A055EF6731}"/>
              </a:ext>
            </a:extLst>
          </p:cNvPr>
          <p:cNvSpPr>
            <a:spLocks noGrp="1"/>
          </p:cNvSpPr>
          <p:nvPr/>
        </p:nvSpPr>
        <p:spPr>
          <a:xfrm>
            <a:off x="4207636" y="594121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8" name="02_predicted_pose_4447">
            <a:extLst>
              <a:ext uri="{FF2B5EF4-FFF2-40B4-BE49-F238E27FC236}">
                <a16:creationId xmlns:a16="http://schemas.microsoft.com/office/drawing/2014/main" id="{B16F4F27-C924-4BE6-A4F0-7E583176B89B}"/>
              </a:ext>
            </a:extLst>
          </p:cNvPr>
          <p:cNvSpPr>
            <a:spLocks noGrp="1"/>
          </p:cNvSpPr>
          <p:nvPr/>
        </p:nvSpPr>
        <p:spPr>
          <a:xfrm>
            <a:off x="4222221" y="59591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49" name="02_predicted_pose_4448">
            <a:extLst>
              <a:ext uri="{FF2B5EF4-FFF2-40B4-BE49-F238E27FC236}">
                <a16:creationId xmlns:a16="http://schemas.microsoft.com/office/drawing/2014/main" id="{02E96080-27B8-49E8-84CE-19BF205D0539}"/>
              </a:ext>
            </a:extLst>
          </p:cNvPr>
          <p:cNvSpPr>
            <a:spLocks noGrp="1"/>
          </p:cNvSpPr>
          <p:nvPr/>
        </p:nvSpPr>
        <p:spPr>
          <a:xfrm>
            <a:off x="4105185" y="59448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0" name="02_predicted_pose_4449">
            <a:extLst>
              <a:ext uri="{FF2B5EF4-FFF2-40B4-BE49-F238E27FC236}">
                <a16:creationId xmlns:a16="http://schemas.microsoft.com/office/drawing/2014/main" id="{6C827527-4EC5-44D8-B077-2586C1C2BFFF}"/>
              </a:ext>
            </a:extLst>
          </p:cNvPr>
          <p:cNvSpPr>
            <a:spLocks noGrp="1"/>
          </p:cNvSpPr>
          <p:nvPr/>
        </p:nvSpPr>
        <p:spPr>
          <a:xfrm>
            <a:off x="4307536" y="63983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1" name="02_predicted_pose_4450">
            <a:extLst>
              <a:ext uri="{FF2B5EF4-FFF2-40B4-BE49-F238E27FC236}">
                <a16:creationId xmlns:a16="http://schemas.microsoft.com/office/drawing/2014/main" id="{2E4A511F-ECDC-4273-BB8C-6DB6552CFBBB}"/>
              </a:ext>
            </a:extLst>
          </p:cNvPr>
          <p:cNvSpPr>
            <a:spLocks noGrp="1"/>
          </p:cNvSpPr>
          <p:nvPr/>
        </p:nvSpPr>
        <p:spPr>
          <a:xfrm>
            <a:off x="4171176" y="63634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2" name="02_predicted_pose_4451">
            <a:extLst>
              <a:ext uri="{FF2B5EF4-FFF2-40B4-BE49-F238E27FC236}">
                <a16:creationId xmlns:a16="http://schemas.microsoft.com/office/drawing/2014/main" id="{7B2F60E6-C14A-46EE-9669-254E11E674E5}"/>
              </a:ext>
            </a:extLst>
          </p:cNvPr>
          <p:cNvSpPr>
            <a:spLocks noGrp="1"/>
          </p:cNvSpPr>
          <p:nvPr/>
        </p:nvSpPr>
        <p:spPr>
          <a:xfrm>
            <a:off x="4057058" y="633886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3" name="02_predicted_pose_4452">
            <a:extLst>
              <a:ext uri="{FF2B5EF4-FFF2-40B4-BE49-F238E27FC236}">
                <a16:creationId xmlns:a16="http://schemas.microsoft.com/office/drawing/2014/main" id="{39ABABC6-F27E-4AF9-8895-1360A62DE6B1}"/>
              </a:ext>
            </a:extLst>
          </p:cNvPr>
          <p:cNvSpPr>
            <a:spLocks noGrp="1"/>
          </p:cNvSpPr>
          <p:nvPr/>
        </p:nvSpPr>
        <p:spPr>
          <a:xfrm>
            <a:off x="4185761" y="641111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4" name="02_predicted_pose_4453">
            <a:extLst>
              <a:ext uri="{FF2B5EF4-FFF2-40B4-BE49-F238E27FC236}">
                <a16:creationId xmlns:a16="http://schemas.microsoft.com/office/drawing/2014/main" id="{7F0485EF-CD58-4F50-9E99-CABF812D7846}"/>
              </a:ext>
            </a:extLst>
          </p:cNvPr>
          <p:cNvSpPr>
            <a:spLocks noGrp="1"/>
          </p:cNvSpPr>
          <p:nvPr/>
        </p:nvSpPr>
        <p:spPr>
          <a:xfrm>
            <a:off x="4299150" y="61397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5" name="02_predicted_pose_4454">
            <a:extLst>
              <a:ext uri="{FF2B5EF4-FFF2-40B4-BE49-F238E27FC236}">
                <a16:creationId xmlns:a16="http://schemas.microsoft.com/office/drawing/2014/main" id="{232B4D21-C97F-472B-B1B7-1D584D85C200}"/>
              </a:ext>
            </a:extLst>
          </p:cNvPr>
          <p:cNvSpPr>
            <a:spLocks noGrp="1"/>
          </p:cNvSpPr>
          <p:nvPr/>
        </p:nvSpPr>
        <p:spPr>
          <a:xfrm>
            <a:off x="4357486" y="620603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6" name="02_predicted_pose_4455">
            <a:extLst>
              <a:ext uri="{FF2B5EF4-FFF2-40B4-BE49-F238E27FC236}">
                <a16:creationId xmlns:a16="http://schemas.microsoft.com/office/drawing/2014/main" id="{EA8738D1-EB39-4D8D-80D2-65B20896545C}"/>
              </a:ext>
            </a:extLst>
          </p:cNvPr>
          <p:cNvSpPr>
            <a:spLocks noGrp="1"/>
          </p:cNvSpPr>
          <p:nvPr/>
        </p:nvSpPr>
        <p:spPr>
          <a:xfrm>
            <a:off x="4138728" y="59910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7" name="02_predicted_pose_4456">
            <a:extLst>
              <a:ext uri="{FF2B5EF4-FFF2-40B4-BE49-F238E27FC236}">
                <a16:creationId xmlns:a16="http://schemas.microsoft.com/office/drawing/2014/main" id="{57C84FF2-AA66-40E9-A4FA-35C2112E9C94}"/>
              </a:ext>
            </a:extLst>
          </p:cNvPr>
          <p:cNvSpPr>
            <a:spLocks noGrp="1"/>
          </p:cNvSpPr>
          <p:nvPr/>
        </p:nvSpPr>
        <p:spPr>
          <a:xfrm>
            <a:off x="4167896" y="596425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8" name="02_predicted_pose_4457">
            <a:extLst>
              <a:ext uri="{FF2B5EF4-FFF2-40B4-BE49-F238E27FC236}">
                <a16:creationId xmlns:a16="http://schemas.microsoft.com/office/drawing/2014/main" id="{236ACA74-DD34-49E3-9B3F-0DD486F86B97}"/>
              </a:ext>
            </a:extLst>
          </p:cNvPr>
          <p:cNvSpPr>
            <a:spLocks noGrp="1"/>
          </p:cNvSpPr>
          <p:nvPr/>
        </p:nvSpPr>
        <p:spPr>
          <a:xfrm>
            <a:off x="4211647" y="59963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9" name="02_predicted_pose_4458">
            <a:extLst>
              <a:ext uri="{FF2B5EF4-FFF2-40B4-BE49-F238E27FC236}">
                <a16:creationId xmlns:a16="http://schemas.microsoft.com/office/drawing/2014/main" id="{315AEEAD-CF34-4274-84B2-9C1AD24B2563}"/>
              </a:ext>
            </a:extLst>
          </p:cNvPr>
          <p:cNvSpPr>
            <a:spLocks noGrp="1"/>
          </p:cNvSpPr>
          <p:nvPr/>
        </p:nvSpPr>
        <p:spPr>
          <a:xfrm>
            <a:off x="4240815" y="59574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0" name="02_predicted_pose_4459">
            <a:extLst>
              <a:ext uri="{FF2B5EF4-FFF2-40B4-BE49-F238E27FC236}">
                <a16:creationId xmlns:a16="http://schemas.microsoft.com/office/drawing/2014/main" id="{DE39EF98-DC38-417F-A5A0-17F4FFD95574}"/>
              </a:ext>
            </a:extLst>
          </p:cNvPr>
          <p:cNvSpPr>
            <a:spLocks noGrp="1"/>
          </p:cNvSpPr>
          <p:nvPr/>
        </p:nvSpPr>
        <p:spPr>
          <a:xfrm>
            <a:off x="4255399" y="597979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1" name="02_predicted_pose_4460">
            <a:extLst>
              <a:ext uri="{FF2B5EF4-FFF2-40B4-BE49-F238E27FC236}">
                <a16:creationId xmlns:a16="http://schemas.microsoft.com/office/drawing/2014/main" id="{E5D9EC89-2A2E-4E3F-8D03-F305F1A11B8F}"/>
              </a:ext>
            </a:extLst>
          </p:cNvPr>
          <p:cNvSpPr>
            <a:spLocks noGrp="1"/>
          </p:cNvSpPr>
          <p:nvPr/>
        </p:nvSpPr>
        <p:spPr>
          <a:xfrm>
            <a:off x="4152947" y="597641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2" name="02_predicted_pose_4461">
            <a:extLst>
              <a:ext uri="{FF2B5EF4-FFF2-40B4-BE49-F238E27FC236}">
                <a16:creationId xmlns:a16="http://schemas.microsoft.com/office/drawing/2014/main" id="{AF2944CF-F4DA-4E16-B345-7CAA2F04662F}"/>
              </a:ext>
            </a:extLst>
          </p:cNvPr>
          <p:cNvSpPr>
            <a:spLocks noGrp="1"/>
          </p:cNvSpPr>
          <p:nvPr/>
        </p:nvSpPr>
        <p:spPr>
          <a:xfrm>
            <a:off x="4261597" y="54081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3" name="02_predicted_pose_4462">
            <a:extLst>
              <a:ext uri="{FF2B5EF4-FFF2-40B4-BE49-F238E27FC236}">
                <a16:creationId xmlns:a16="http://schemas.microsoft.com/office/drawing/2014/main" id="{9CCCF688-7649-438F-848C-0474E53B5F1B}"/>
              </a:ext>
            </a:extLst>
          </p:cNvPr>
          <p:cNvSpPr>
            <a:spLocks noGrp="1"/>
          </p:cNvSpPr>
          <p:nvPr/>
        </p:nvSpPr>
        <p:spPr>
          <a:xfrm>
            <a:off x="4290765" y="620785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4" name="02_predicted_pose_4463">
            <a:extLst>
              <a:ext uri="{FF2B5EF4-FFF2-40B4-BE49-F238E27FC236}">
                <a16:creationId xmlns:a16="http://schemas.microsoft.com/office/drawing/2014/main" id="{E082274C-3869-473D-B8AB-4C24EF4BF4E7}"/>
              </a:ext>
            </a:extLst>
          </p:cNvPr>
          <p:cNvSpPr>
            <a:spLocks noGrp="1"/>
          </p:cNvSpPr>
          <p:nvPr/>
        </p:nvSpPr>
        <p:spPr>
          <a:xfrm>
            <a:off x="4319932" y="54036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5" name="02_predicted_pose_4464">
            <a:extLst>
              <a:ext uri="{FF2B5EF4-FFF2-40B4-BE49-F238E27FC236}">
                <a16:creationId xmlns:a16="http://schemas.microsoft.com/office/drawing/2014/main" id="{8B7BBCAC-C05A-4E42-8834-B6D73BE7832A}"/>
              </a:ext>
            </a:extLst>
          </p:cNvPr>
          <p:cNvSpPr>
            <a:spLocks noGrp="1"/>
          </p:cNvSpPr>
          <p:nvPr/>
        </p:nvSpPr>
        <p:spPr>
          <a:xfrm>
            <a:off x="4349099" y="54188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6" name="02_predicted_pose_4465">
            <a:extLst>
              <a:ext uri="{FF2B5EF4-FFF2-40B4-BE49-F238E27FC236}">
                <a16:creationId xmlns:a16="http://schemas.microsoft.com/office/drawing/2014/main" id="{4325BD77-769C-47B1-B021-962E51DD06C1}"/>
              </a:ext>
            </a:extLst>
          </p:cNvPr>
          <p:cNvSpPr>
            <a:spLocks noGrp="1"/>
          </p:cNvSpPr>
          <p:nvPr/>
        </p:nvSpPr>
        <p:spPr>
          <a:xfrm>
            <a:off x="4104821" y="620857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7" name="02_predicted_pose_4466">
            <a:extLst>
              <a:ext uri="{FF2B5EF4-FFF2-40B4-BE49-F238E27FC236}">
                <a16:creationId xmlns:a16="http://schemas.microsoft.com/office/drawing/2014/main" id="{77102D13-AB20-4F9D-A15F-A9E8DF15D9BA}"/>
              </a:ext>
            </a:extLst>
          </p:cNvPr>
          <p:cNvSpPr>
            <a:spLocks noGrp="1"/>
          </p:cNvSpPr>
          <p:nvPr/>
        </p:nvSpPr>
        <p:spPr>
          <a:xfrm>
            <a:off x="4119404" y="630728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8" name="02_predicted_pose_4467">
            <a:extLst>
              <a:ext uri="{FF2B5EF4-FFF2-40B4-BE49-F238E27FC236}">
                <a16:creationId xmlns:a16="http://schemas.microsoft.com/office/drawing/2014/main" id="{C5B44C8D-1620-42E9-8687-0FE2EA2E8E22}"/>
              </a:ext>
            </a:extLst>
          </p:cNvPr>
          <p:cNvSpPr>
            <a:spLocks noGrp="1"/>
          </p:cNvSpPr>
          <p:nvPr/>
        </p:nvSpPr>
        <p:spPr>
          <a:xfrm>
            <a:off x="4148571" y="63501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69" name="02_predicted_pose_4468">
            <a:extLst>
              <a:ext uri="{FF2B5EF4-FFF2-40B4-BE49-F238E27FC236}">
                <a16:creationId xmlns:a16="http://schemas.microsoft.com/office/drawing/2014/main" id="{3E1CE7E5-58EC-40CB-9B65-BFE744B03E2F}"/>
              </a:ext>
            </a:extLst>
          </p:cNvPr>
          <p:cNvSpPr>
            <a:spLocks noGrp="1"/>
          </p:cNvSpPr>
          <p:nvPr/>
        </p:nvSpPr>
        <p:spPr>
          <a:xfrm>
            <a:off x="4177740" y="63068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0" name="02_predicted_pose_4469">
            <a:extLst>
              <a:ext uri="{FF2B5EF4-FFF2-40B4-BE49-F238E27FC236}">
                <a16:creationId xmlns:a16="http://schemas.microsoft.com/office/drawing/2014/main" id="{80BBCF81-488F-4C37-A776-0A77ED37A1B7}"/>
              </a:ext>
            </a:extLst>
          </p:cNvPr>
          <p:cNvSpPr>
            <a:spLocks noGrp="1"/>
          </p:cNvSpPr>
          <p:nvPr/>
        </p:nvSpPr>
        <p:spPr>
          <a:xfrm>
            <a:off x="4206907" y="626197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1" name="02_predicted_pose_4470">
            <a:extLst>
              <a:ext uri="{FF2B5EF4-FFF2-40B4-BE49-F238E27FC236}">
                <a16:creationId xmlns:a16="http://schemas.microsoft.com/office/drawing/2014/main" id="{3F2C550E-6D44-4299-8EED-F7DCA627995A}"/>
              </a:ext>
            </a:extLst>
          </p:cNvPr>
          <p:cNvSpPr>
            <a:spLocks noGrp="1"/>
          </p:cNvSpPr>
          <p:nvPr/>
        </p:nvSpPr>
        <p:spPr>
          <a:xfrm>
            <a:off x="4233159" y="52274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2" name="02_predicted_pose_4471">
            <a:extLst>
              <a:ext uri="{FF2B5EF4-FFF2-40B4-BE49-F238E27FC236}">
                <a16:creationId xmlns:a16="http://schemas.microsoft.com/office/drawing/2014/main" id="{EE3D2539-CE5E-477A-ACBB-049BE78D083E}"/>
              </a:ext>
            </a:extLst>
          </p:cNvPr>
          <p:cNvSpPr>
            <a:spLocks noGrp="1"/>
          </p:cNvSpPr>
          <p:nvPr/>
        </p:nvSpPr>
        <p:spPr>
          <a:xfrm>
            <a:off x="4247742" y="52887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3" name="02_predicted_pose_4472">
            <a:extLst>
              <a:ext uri="{FF2B5EF4-FFF2-40B4-BE49-F238E27FC236}">
                <a16:creationId xmlns:a16="http://schemas.microsoft.com/office/drawing/2014/main" id="{2D2E59FE-C534-408E-B320-51695F8C55FB}"/>
              </a:ext>
            </a:extLst>
          </p:cNvPr>
          <p:cNvSpPr>
            <a:spLocks noGrp="1"/>
          </p:cNvSpPr>
          <p:nvPr/>
        </p:nvSpPr>
        <p:spPr>
          <a:xfrm>
            <a:off x="4174823" y="627038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4" name="02_predicted_pose_4473">
            <a:extLst>
              <a:ext uri="{FF2B5EF4-FFF2-40B4-BE49-F238E27FC236}">
                <a16:creationId xmlns:a16="http://schemas.microsoft.com/office/drawing/2014/main" id="{8BEB871B-17CE-425B-809C-0623DDB17007}"/>
              </a:ext>
            </a:extLst>
          </p:cNvPr>
          <p:cNvSpPr>
            <a:spLocks noGrp="1"/>
          </p:cNvSpPr>
          <p:nvPr/>
        </p:nvSpPr>
        <p:spPr>
          <a:xfrm>
            <a:off x="4119039" y="61250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5" name="02_predicted_pose_4474">
            <a:extLst>
              <a:ext uri="{FF2B5EF4-FFF2-40B4-BE49-F238E27FC236}">
                <a16:creationId xmlns:a16="http://schemas.microsoft.com/office/drawing/2014/main" id="{C446C085-A7E4-48F5-8F74-39CD067318FA}"/>
              </a:ext>
            </a:extLst>
          </p:cNvPr>
          <p:cNvSpPr>
            <a:spLocks noGrp="1"/>
          </p:cNvSpPr>
          <p:nvPr/>
        </p:nvSpPr>
        <p:spPr>
          <a:xfrm>
            <a:off x="4030807" y="63205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6" name="02_predicted_pose_4475">
            <a:extLst>
              <a:ext uri="{FF2B5EF4-FFF2-40B4-BE49-F238E27FC236}">
                <a16:creationId xmlns:a16="http://schemas.microsoft.com/office/drawing/2014/main" id="{F0A25695-75B8-48EF-A3B2-39197F29FC5D}"/>
              </a:ext>
            </a:extLst>
          </p:cNvPr>
          <p:cNvSpPr>
            <a:spLocks noGrp="1"/>
          </p:cNvSpPr>
          <p:nvPr/>
        </p:nvSpPr>
        <p:spPr>
          <a:xfrm>
            <a:off x="4288942" y="534748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7" name="02_predicted_pose_4476">
            <a:extLst>
              <a:ext uri="{FF2B5EF4-FFF2-40B4-BE49-F238E27FC236}">
                <a16:creationId xmlns:a16="http://schemas.microsoft.com/office/drawing/2014/main" id="{78D4EC98-4A12-495A-BEC6-40D9E82AE54B}"/>
              </a:ext>
            </a:extLst>
          </p:cNvPr>
          <p:cNvSpPr>
            <a:spLocks noGrp="1"/>
          </p:cNvSpPr>
          <p:nvPr/>
        </p:nvSpPr>
        <p:spPr>
          <a:xfrm>
            <a:off x="4243366" y="533403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8" name="02_predicted_pose_4477">
            <a:extLst>
              <a:ext uri="{FF2B5EF4-FFF2-40B4-BE49-F238E27FC236}">
                <a16:creationId xmlns:a16="http://schemas.microsoft.com/office/drawing/2014/main" id="{DDFAC964-79B1-4EC8-8A54-C1715EEFCA40}"/>
              </a:ext>
            </a:extLst>
          </p:cNvPr>
          <p:cNvSpPr>
            <a:spLocks noGrp="1"/>
          </p:cNvSpPr>
          <p:nvPr/>
        </p:nvSpPr>
        <p:spPr>
          <a:xfrm>
            <a:off x="4257951" y="523209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79" name="02_predicted_pose_4478">
            <a:extLst>
              <a:ext uri="{FF2B5EF4-FFF2-40B4-BE49-F238E27FC236}">
                <a16:creationId xmlns:a16="http://schemas.microsoft.com/office/drawing/2014/main" id="{5D0BA2D2-59BC-4864-A9D3-F4F6E52B646F}"/>
              </a:ext>
            </a:extLst>
          </p:cNvPr>
          <p:cNvSpPr>
            <a:spLocks noGrp="1"/>
          </p:cNvSpPr>
          <p:nvPr/>
        </p:nvSpPr>
        <p:spPr>
          <a:xfrm>
            <a:off x="4052683" y="56806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0" name="02_predicted_pose_4479">
            <a:extLst>
              <a:ext uri="{FF2B5EF4-FFF2-40B4-BE49-F238E27FC236}">
                <a16:creationId xmlns:a16="http://schemas.microsoft.com/office/drawing/2014/main" id="{2616DFB6-AD5B-4623-A0A9-523605F51F12}"/>
              </a:ext>
            </a:extLst>
          </p:cNvPr>
          <p:cNvSpPr>
            <a:spLocks noGrp="1"/>
          </p:cNvSpPr>
          <p:nvPr/>
        </p:nvSpPr>
        <p:spPr>
          <a:xfrm>
            <a:off x="4243731" y="56812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1" name="02_predicted_pose_4480">
            <a:extLst>
              <a:ext uri="{FF2B5EF4-FFF2-40B4-BE49-F238E27FC236}">
                <a16:creationId xmlns:a16="http://schemas.microsoft.com/office/drawing/2014/main" id="{8073E9D9-F234-44BE-B52D-4DE037EBBECF}"/>
              </a:ext>
            </a:extLst>
          </p:cNvPr>
          <p:cNvSpPr>
            <a:spLocks noGrp="1"/>
          </p:cNvSpPr>
          <p:nvPr/>
        </p:nvSpPr>
        <p:spPr>
          <a:xfrm>
            <a:off x="4258315" y="55852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2" name="02_predicted_pose_4481">
            <a:extLst>
              <a:ext uri="{FF2B5EF4-FFF2-40B4-BE49-F238E27FC236}">
                <a16:creationId xmlns:a16="http://schemas.microsoft.com/office/drawing/2014/main" id="{DC632D3B-D71E-424E-A709-D258888318E7}"/>
              </a:ext>
            </a:extLst>
          </p:cNvPr>
          <p:cNvSpPr>
            <a:spLocks noGrp="1"/>
          </p:cNvSpPr>
          <p:nvPr/>
        </p:nvSpPr>
        <p:spPr>
          <a:xfrm>
            <a:off x="4272899" y="612339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3" name="02_predicted_pose_4482">
            <a:extLst>
              <a:ext uri="{FF2B5EF4-FFF2-40B4-BE49-F238E27FC236}">
                <a16:creationId xmlns:a16="http://schemas.microsoft.com/office/drawing/2014/main" id="{94D87176-8818-49C5-AA38-41FA1965E146}"/>
              </a:ext>
            </a:extLst>
          </p:cNvPr>
          <p:cNvSpPr>
            <a:spLocks noGrp="1"/>
          </p:cNvSpPr>
          <p:nvPr/>
        </p:nvSpPr>
        <p:spPr>
          <a:xfrm>
            <a:off x="4287483" y="569358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4" name="02_predicted_pose_4483">
            <a:extLst>
              <a:ext uri="{FF2B5EF4-FFF2-40B4-BE49-F238E27FC236}">
                <a16:creationId xmlns:a16="http://schemas.microsoft.com/office/drawing/2014/main" id="{523BB54C-FD44-4C00-941E-C767133338C9}"/>
              </a:ext>
            </a:extLst>
          </p:cNvPr>
          <p:cNvSpPr>
            <a:spLocks noGrp="1"/>
          </p:cNvSpPr>
          <p:nvPr/>
        </p:nvSpPr>
        <p:spPr>
          <a:xfrm>
            <a:off x="4302067" y="561486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5" name="02_predicted_pose_4484">
            <a:extLst>
              <a:ext uri="{FF2B5EF4-FFF2-40B4-BE49-F238E27FC236}">
                <a16:creationId xmlns:a16="http://schemas.microsoft.com/office/drawing/2014/main" id="{2859F94E-AEC5-4EEC-8F4B-4138EECBE05E}"/>
              </a:ext>
            </a:extLst>
          </p:cNvPr>
          <p:cNvSpPr>
            <a:spLocks noGrp="1"/>
          </p:cNvSpPr>
          <p:nvPr/>
        </p:nvSpPr>
        <p:spPr>
          <a:xfrm>
            <a:off x="4118675" y="562744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6" name="02_predicted_pose_4485">
            <a:extLst>
              <a:ext uri="{FF2B5EF4-FFF2-40B4-BE49-F238E27FC236}">
                <a16:creationId xmlns:a16="http://schemas.microsoft.com/office/drawing/2014/main" id="{75CCF526-BDA3-4C50-A179-262360828421}"/>
              </a:ext>
            </a:extLst>
          </p:cNvPr>
          <p:cNvSpPr>
            <a:spLocks noGrp="1"/>
          </p:cNvSpPr>
          <p:nvPr/>
        </p:nvSpPr>
        <p:spPr>
          <a:xfrm>
            <a:off x="4206907" y="629218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7" name="02_predicted_pose_4486">
            <a:extLst>
              <a:ext uri="{FF2B5EF4-FFF2-40B4-BE49-F238E27FC236}">
                <a16:creationId xmlns:a16="http://schemas.microsoft.com/office/drawing/2014/main" id="{9F795619-FF1D-45BD-B27A-DEB1D3712EBD}"/>
              </a:ext>
            </a:extLst>
          </p:cNvPr>
          <p:cNvSpPr>
            <a:spLocks noGrp="1"/>
          </p:cNvSpPr>
          <p:nvPr/>
        </p:nvSpPr>
        <p:spPr>
          <a:xfrm>
            <a:off x="4236075" y="629665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8" name="02_predicted_pose_4487">
            <a:extLst>
              <a:ext uri="{FF2B5EF4-FFF2-40B4-BE49-F238E27FC236}">
                <a16:creationId xmlns:a16="http://schemas.microsoft.com/office/drawing/2014/main" id="{6992380E-41C5-4109-8F56-5599267A1A2D}"/>
              </a:ext>
            </a:extLst>
          </p:cNvPr>
          <p:cNvSpPr>
            <a:spLocks noGrp="1"/>
          </p:cNvSpPr>
          <p:nvPr/>
        </p:nvSpPr>
        <p:spPr>
          <a:xfrm>
            <a:off x="4265242" y="62529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89" name="02_predicted_pose_4488">
            <a:extLst>
              <a:ext uri="{FF2B5EF4-FFF2-40B4-BE49-F238E27FC236}">
                <a16:creationId xmlns:a16="http://schemas.microsoft.com/office/drawing/2014/main" id="{75EC906E-B413-4931-94ED-6D0961199D94}"/>
              </a:ext>
            </a:extLst>
          </p:cNvPr>
          <p:cNvSpPr>
            <a:spLocks noGrp="1"/>
          </p:cNvSpPr>
          <p:nvPr/>
        </p:nvSpPr>
        <p:spPr>
          <a:xfrm>
            <a:off x="4294411" y="632617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0" name="02_predicted_pose_4489">
            <a:extLst>
              <a:ext uri="{FF2B5EF4-FFF2-40B4-BE49-F238E27FC236}">
                <a16:creationId xmlns:a16="http://schemas.microsoft.com/office/drawing/2014/main" id="{3FF68A61-E29B-46D0-A986-2655FCB3E1F9}"/>
              </a:ext>
            </a:extLst>
          </p:cNvPr>
          <p:cNvSpPr>
            <a:spLocks noGrp="1"/>
          </p:cNvSpPr>
          <p:nvPr/>
        </p:nvSpPr>
        <p:spPr>
          <a:xfrm>
            <a:off x="4378997" y="626997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1" name="02_predicted_pose_4490">
            <a:extLst>
              <a:ext uri="{FF2B5EF4-FFF2-40B4-BE49-F238E27FC236}">
                <a16:creationId xmlns:a16="http://schemas.microsoft.com/office/drawing/2014/main" id="{EF5017E2-269A-4B23-95F9-15281622345F}"/>
              </a:ext>
            </a:extLst>
          </p:cNvPr>
          <p:cNvSpPr>
            <a:spLocks noGrp="1"/>
          </p:cNvSpPr>
          <p:nvPr/>
        </p:nvSpPr>
        <p:spPr>
          <a:xfrm>
            <a:off x="4044662" y="622886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2" name="02_predicted_pose_4491">
            <a:extLst>
              <a:ext uri="{FF2B5EF4-FFF2-40B4-BE49-F238E27FC236}">
                <a16:creationId xmlns:a16="http://schemas.microsoft.com/office/drawing/2014/main" id="{250F8960-271B-4BE6-86CC-410B6CCE7DDF}"/>
              </a:ext>
            </a:extLst>
          </p:cNvPr>
          <p:cNvSpPr>
            <a:spLocks noGrp="1"/>
          </p:cNvSpPr>
          <p:nvPr/>
        </p:nvSpPr>
        <p:spPr>
          <a:xfrm>
            <a:off x="4073830" y="619791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3" name="02_predicted_pose_4492">
            <a:extLst>
              <a:ext uri="{FF2B5EF4-FFF2-40B4-BE49-F238E27FC236}">
                <a16:creationId xmlns:a16="http://schemas.microsoft.com/office/drawing/2014/main" id="{1ECD5AAB-EC7F-4BE6-ADB4-0BDEE6B02850}"/>
              </a:ext>
            </a:extLst>
          </p:cNvPr>
          <p:cNvSpPr>
            <a:spLocks noGrp="1"/>
          </p:cNvSpPr>
          <p:nvPr/>
        </p:nvSpPr>
        <p:spPr>
          <a:xfrm>
            <a:off x="4102997" y="61435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4" name="02_predicted_pose_4493">
            <a:extLst>
              <a:ext uri="{FF2B5EF4-FFF2-40B4-BE49-F238E27FC236}">
                <a16:creationId xmlns:a16="http://schemas.microsoft.com/office/drawing/2014/main" id="{662D7EC4-7940-4B47-9103-197947E871BD}"/>
              </a:ext>
            </a:extLst>
          </p:cNvPr>
          <p:cNvSpPr>
            <a:spLocks noGrp="1"/>
          </p:cNvSpPr>
          <p:nvPr/>
        </p:nvSpPr>
        <p:spPr>
          <a:xfrm>
            <a:off x="4132165" y="62245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5" name="02_predicted_pose_4494">
            <a:extLst>
              <a:ext uri="{FF2B5EF4-FFF2-40B4-BE49-F238E27FC236}">
                <a16:creationId xmlns:a16="http://schemas.microsoft.com/office/drawing/2014/main" id="{4A5E007E-6DDE-416A-8427-5232E88B20BF}"/>
              </a:ext>
            </a:extLst>
          </p:cNvPr>
          <p:cNvSpPr>
            <a:spLocks noGrp="1"/>
          </p:cNvSpPr>
          <p:nvPr/>
        </p:nvSpPr>
        <p:spPr>
          <a:xfrm>
            <a:off x="4029713" y="62581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6" name="02_predicted_pose_4495">
            <a:extLst>
              <a:ext uri="{FF2B5EF4-FFF2-40B4-BE49-F238E27FC236}">
                <a16:creationId xmlns:a16="http://schemas.microsoft.com/office/drawing/2014/main" id="{94FB3D29-D4DA-462E-8A08-7B17AB0396E9}"/>
              </a:ext>
            </a:extLst>
          </p:cNvPr>
          <p:cNvSpPr>
            <a:spLocks noGrp="1"/>
          </p:cNvSpPr>
          <p:nvPr/>
        </p:nvSpPr>
        <p:spPr>
          <a:xfrm>
            <a:off x="4082215" y="593947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7" name="02_predicted_pose_4496">
            <a:extLst>
              <a:ext uri="{FF2B5EF4-FFF2-40B4-BE49-F238E27FC236}">
                <a16:creationId xmlns:a16="http://schemas.microsoft.com/office/drawing/2014/main" id="{D5D269A3-EE5C-4EA0-9528-A8BD1AB0D6C1}"/>
              </a:ext>
            </a:extLst>
          </p:cNvPr>
          <p:cNvSpPr>
            <a:spLocks noGrp="1"/>
          </p:cNvSpPr>
          <p:nvPr/>
        </p:nvSpPr>
        <p:spPr>
          <a:xfrm>
            <a:off x="4232429" y="625330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8" name="02_predicted_pose_4497">
            <a:extLst>
              <a:ext uri="{FF2B5EF4-FFF2-40B4-BE49-F238E27FC236}">
                <a16:creationId xmlns:a16="http://schemas.microsoft.com/office/drawing/2014/main" id="{FE2164F1-F73D-46CA-8550-998D338EB306}"/>
              </a:ext>
            </a:extLst>
          </p:cNvPr>
          <p:cNvSpPr>
            <a:spLocks noGrp="1"/>
          </p:cNvSpPr>
          <p:nvPr/>
        </p:nvSpPr>
        <p:spPr>
          <a:xfrm>
            <a:off x="4261597" y="629182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9" name="02_predicted_pose_4498">
            <a:extLst>
              <a:ext uri="{FF2B5EF4-FFF2-40B4-BE49-F238E27FC236}">
                <a16:creationId xmlns:a16="http://schemas.microsoft.com/office/drawing/2014/main" id="{A7222AE4-6EFB-4540-8517-E2BAB36119D2}"/>
              </a:ext>
            </a:extLst>
          </p:cNvPr>
          <p:cNvSpPr>
            <a:spLocks noGrp="1"/>
          </p:cNvSpPr>
          <p:nvPr/>
        </p:nvSpPr>
        <p:spPr>
          <a:xfrm>
            <a:off x="4305349" y="628036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0" name="02_predicted_pose_4499">
            <a:extLst>
              <a:ext uri="{FF2B5EF4-FFF2-40B4-BE49-F238E27FC236}">
                <a16:creationId xmlns:a16="http://schemas.microsoft.com/office/drawing/2014/main" id="{4954D544-8034-47B5-9321-6772E7541C0A}"/>
              </a:ext>
            </a:extLst>
          </p:cNvPr>
          <p:cNvSpPr>
            <a:spLocks noGrp="1"/>
          </p:cNvSpPr>
          <p:nvPr/>
        </p:nvSpPr>
        <p:spPr>
          <a:xfrm>
            <a:off x="4334516" y="627036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1" name="02_predicted_pose_4500">
            <a:extLst>
              <a:ext uri="{FF2B5EF4-FFF2-40B4-BE49-F238E27FC236}">
                <a16:creationId xmlns:a16="http://schemas.microsoft.com/office/drawing/2014/main" id="{98A6EA3E-944B-458D-97EC-EF15A16BE1A1}"/>
              </a:ext>
            </a:extLst>
          </p:cNvPr>
          <p:cNvSpPr>
            <a:spLocks noGrp="1"/>
          </p:cNvSpPr>
          <p:nvPr/>
        </p:nvSpPr>
        <p:spPr>
          <a:xfrm>
            <a:off x="4363684" y="62777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2" name="02_predicted_pose_4501">
            <a:extLst>
              <a:ext uri="{FF2B5EF4-FFF2-40B4-BE49-F238E27FC236}">
                <a16:creationId xmlns:a16="http://schemas.microsoft.com/office/drawing/2014/main" id="{C751D5A4-BFB7-4353-B469-D073AA20CB31}"/>
              </a:ext>
            </a:extLst>
          </p:cNvPr>
          <p:cNvSpPr>
            <a:spLocks noGrp="1"/>
          </p:cNvSpPr>
          <p:nvPr/>
        </p:nvSpPr>
        <p:spPr>
          <a:xfrm>
            <a:off x="4345090" y="63191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3" name="02_predicted_pose_4502">
            <a:extLst>
              <a:ext uri="{FF2B5EF4-FFF2-40B4-BE49-F238E27FC236}">
                <a16:creationId xmlns:a16="http://schemas.microsoft.com/office/drawing/2014/main" id="{B2412E22-FDAD-4C5A-8718-ADDDF93A9737}"/>
              </a:ext>
            </a:extLst>
          </p:cNvPr>
          <p:cNvSpPr>
            <a:spLocks noGrp="1"/>
          </p:cNvSpPr>
          <p:nvPr/>
        </p:nvSpPr>
        <p:spPr>
          <a:xfrm>
            <a:off x="4080028" y="63296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4" name="02_predicted_pose_4503">
            <a:extLst>
              <a:ext uri="{FF2B5EF4-FFF2-40B4-BE49-F238E27FC236}">
                <a16:creationId xmlns:a16="http://schemas.microsoft.com/office/drawing/2014/main" id="{901297F2-F775-4EF8-9026-0BCD6254BB20}"/>
              </a:ext>
            </a:extLst>
          </p:cNvPr>
          <p:cNvSpPr>
            <a:spLocks noGrp="1"/>
          </p:cNvSpPr>
          <p:nvPr/>
        </p:nvSpPr>
        <p:spPr>
          <a:xfrm>
            <a:off x="4375351" y="63036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5" name="02_predicted_pose_4504">
            <a:extLst>
              <a:ext uri="{FF2B5EF4-FFF2-40B4-BE49-F238E27FC236}">
                <a16:creationId xmlns:a16="http://schemas.microsoft.com/office/drawing/2014/main" id="{97158E30-EA23-4F17-8214-84BAC67BCA5A}"/>
              </a:ext>
            </a:extLst>
          </p:cNvPr>
          <p:cNvSpPr>
            <a:spLocks noGrp="1"/>
          </p:cNvSpPr>
          <p:nvPr/>
        </p:nvSpPr>
        <p:spPr>
          <a:xfrm>
            <a:off x="4208730" y="623942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6" name="02_predicted_pose_4505">
            <a:extLst>
              <a:ext uri="{FF2B5EF4-FFF2-40B4-BE49-F238E27FC236}">
                <a16:creationId xmlns:a16="http://schemas.microsoft.com/office/drawing/2014/main" id="{5E6FD058-52D3-4CA9-8821-6BDE54A84ACE}"/>
              </a:ext>
            </a:extLst>
          </p:cNvPr>
          <p:cNvSpPr>
            <a:spLocks noGrp="1"/>
          </p:cNvSpPr>
          <p:nvPr/>
        </p:nvSpPr>
        <p:spPr>
          <a:xfrm>
            <a:off x="4307171" y="637682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7" name="02_predicted_pose_4506">
            <a:extLst>
              <a:ext uri="{FF2B5EF4-FFF2-40B4-BE49-F238E27FC236}">
                <a16:creationId xmlns:a16="http://schemas.microsoft.com/office/drawing/2014/main" id="{8CDB2ABD-D65B-4BDC-B491-0301076AC811}"/>
              </a:ext>
            </a:extLst>
          </p:cNvPr>
          <p:cNvSpPr>
            <a:spLocks noGrp="1"/>
          </p:cNvSpPr>
          <p:nvPr/>
        </p:nvSpPr>
        <p:spPr>
          <a:xfrm>
            <a:off x="4037370" y="59607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8" name="02_predicted_pose_4507">
            <a:extLst>
              <a:ext uri="{FF2B5EF4-FFF2-40B4-BE49-F238E27FC236}">
                <a16:creationId xmlns:a16="http://schemas.microsoft.com/office/drawing/2014/main" id="{08B2B731-2979-455C-B9DC-A0FF95F20677}"/>
              </a:ext>
            </a:extLst>
          </p:cNvPr>
          <p:cNvSpPr>
            <a:spLocks noGrp="1"/>
          </p:cNvSpPr>
          <p:nvPr/>
        </p:nvSpPr>
        <p:spPr>
          <a:xfrm>
            <a:off x="4051954" y="598926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9" name="02_predicted_pose_4508">
            <a:extLst>
              <a:ext uri="{FF2B5EF4-FFF2-40B4-BE49-F238E27FC236}">
                <a16:creationId xmlns:a16="http://schemas.microsoft.com/office/drawing/2014/main" id="{36601D30-57E4-4B03-88D5-1C68DB9407E4}"/>
              </a:ext>
            </a:extLst>
          </p:cNvPr>
          <p:cNvSpPr>
            <a:spLocks noGrp="1"/>
          </p:cNvSpPr>
          <p:nvPr/>
        </p:nvSpPr>
        <p:spPr>
          <a:xfrm>
            <a:off x="4066538" y="604419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0" name="02_predicted_pose_4509">
            <a:extLst>
              <a:ext uri="{FF2B5EF4-FFF2-40B4-BE49-F238E27FC236}">
                <a16:creationId xmlns:a16="http://schemas.microsoft.com/office/drawing/2014/main" id="{8DD5CF7B-E3CF-44E1-92D0-C9DD27C44233}"/>
              </a:ext>
            </a:extLst>
          </p:cNvPr>
          <p:cNvSpPr>
            <a:spLocks noGrp="1"/>
          </p:cNvSpPr>
          <p:nvPr/>
        </p:nvSpPr>
        <p:spPr>
          <a:xfrm>
            <a:off x="4081121" y="606584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1" name="02_predicted_pose_4510">
            <a:extLst>
              <a:ext uri="{FF2B5EF4-FFF2-40B4-BE49-F238E27FC236}">
                <a16:creationId xmlns:a16="http://schemas.microsoft.com/office/drawing/2014/main" id="{AF3117D8-3B62-4F92-A268-4535E5757FDF}"/>
              </a:ext>
            </a:extLst>
          </p:cNvPr>
          <p:cNvSpPr>
            <a:spLocks noGrp="1"/>
          </p:cNvSpPr>
          <p:nvPr/>
        </p:nvSpPr>
        <p:spPr>
          <a:xfrm>
            <a:off x="4034089" y="586021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2" name="02_predicted_pose_4511">
            <a:extLst>
              <a:ext uri="{FF2B5EF4-FFF2-40B4-BE49-F238E27FC236}">
                <a16:creationId xmlns:a16="http://schemas.microsoft.com/office/drawing/2014/main" id="{EEFAFCC7-EBCE-4CF0-9123-5707175B9907}"/>
              </a:ext>
            </a:extLst>
          </p:cNvPr>
          <p:cNvSpPr>
            <a:spLocks noGrp="1"/>
          </p:cNvSpPr>
          <p:nvPr/>
        </p:nvSpPr>
        <p:spPr>
          <a:xfrm>
            <a:off x="4063256" y="57995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3" name="02_predicted_pose_4512">
            <a:extLst>
              <a:ext uri="{FF2B5EF4-FFF2-40B4-BE49-F238E27FC236}">
                <a16:creationId xmlns:a16="http://schemas.microsoft.com/office/drawing/2014/main" id="{AA942EBB-0A1F-4B6D-9665-FE59FAFF70C8}"/>
              </a:ext>
            </a:extLst>
          </p:cNvPr>
          <p:cNvSpPr>
            <a:spLocks noGrp="1"/>
          </p:cNvSpPr>
          <p:nvPr/>
        </p:nvSpPr>
        <p:spPr>
          <a:xfrm>
            <a:off x="4152582" y="624302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4" name="02_predicted_pose_4513">
            <a:extLst>
              <a:ext uri="{FF2B5EF4-FFF2-40B4-BE49-F238E27FC236}">
                <a16:creationId xmlns:a16="http://schemas.microsoft.com/office/drawing/2014/main" id="{240606B4-B63A-45D5-9F0F-70B69D55418A}"/>
              </a:ext>
            </a:extLst>
          </p:cNvPr>
          <p:cNvSpPr>
            <a:spLocks noGrp="1"/>
          </p:cNvSpPr>
          <p:nvPr/>
        </p:nvSpPr>
        <p:spPr>
          <a:xfrm>
            <a:off x="4097528" y="58564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5" name="02_predicted_pose_4514">
            <a:extLst>
              <a:ext uri="{FF2B5EF4-FFF2-40B4-BE49-F238E27FC236}">
                <a16:creationId xmlns:a16="http://schemas.microsoft.com/office/drawing/2014/main" id="{8A4572FE-078B-4D85-B22A-BEC1D024F47F}"/>
              </a:ext>
            </a:extLst>
          </p:cNvPr>
          <p:cNvSpPr>
            <a:spLocks noGrp="1"/>
          </p:cNvSpPr>
          <p:nvPr/>
        </p:nvSpPr>
        <p:spPr>
          <a:xfrm>
            <a:off x="4112112" y="628661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6" name="02_predicted_pose_4515">
            <a:extLst>
              <a:ext uri="{FF2B5EF4-FFF2-40B4-BE49-F238E27FC236}">
                <a16:creationId xmlns:a16="http://schemas.microsoft.com/office/drawing/2014/main" id="{EA7B401F-2E24-440D-ACB0-D6F7CC21097D}"/>
              </a:ext>
            </a:extLst>
          </p:cNvPr>
          <p:cNvSpPr>
            <a:spLocks noGrp="1"/>
          </p:cNvSpPr>
          <p:nvPr/>
        </p:nvSpPr>
        <p:spPr>
          <a:xfrm>
            <a:off x="4126696" y="58645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7" name="02_predicted_pose_4516">
            <a:extLst>
              <a:ext uri="{FF2B5EF4-FFF2-40B4-BE49-F238E27FC236}">
                <a16:creationId xmlns:a16="http://schemas.microsoft.com/office/drawing/2014/main" id="{9B201ADC-B5A5-4DC9-A852-5B10586251BC}"/>
              </a:ext>
            </a:extLst>
          </p:cNvPr>
          <p:cNvSpPr>
            <a:spLocks noGrp="1"/>
          </p:cNvSpPr>
          <p:nvPr/>
        </p:nvSpPr>
        <p:spPr>
          <a:xfrm>
            <a:off x="4075288" y="53829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8" name="02_predicted_pose_4517">
            <a:extLst>
              <a:ext uri="{FF2B5EF4-FFF2-40B4-BE49-F238E27FC236}">
                <a16:creationId xmlns:a16="http://schemas.microsoft.com/office/drawing/2014/main" id="{E6A478E4-8C70-49A7-B887-46DE40524716}"/>
              </a:ext>
            </a:extLst>
          </p:cNvPr>
          <p:cNvSpPr>
            <a:spLocks noGrp="1"/>
          </p:cNvSpPr>
          <p:nvPr/>
        </p:nvSpPr>
        <p:spPr>
          <a:xfrm>
            <a:off x="4089872" y="57951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19" name="02_predicted_pose_4518">
            <a:extLst>
              <a:ext uri="{FF2B5EF4-FFF2-40B4-BE49-F238E27FC236}">
                <a16:creationId xmlns:a16="http://schemas.microsoft.com/office/drawing/2014/main" id="{048196A1-A525-47E2-B48A-9FFE5BCE5BED}"/>
              </a:ext>
            </a:extLst>
          </p:cNvPr>
          <p:cNvSpPr>
            <a:spLocks noGrp="1"/>
          </p:cNvSpPr>
          <p:nvPr/>
        </p:nvSpPr>
        <p:spPr>
          <a:xfrm>
            <a:off x="4104455" y="576817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0" name="02_predicted_pose_4519">
            <a:extLst>
              <a:ext uri="{FF2B5EF4-FFF2-40B4-BE49-F238E27FC236}">
                <a16:creationId xmlns:a16="http://schemas.microsoft.com/office/drawing/2014/main" id="{2B3696C3-21B5-404E-9D4B-C9C97B619F86}"/>
              </a:ext>
            </a:extLst>
          </p:cNvPr>
          <p:cNvSpPr>
            <a:spLocks noGrp="1"/>
          </p:cNvSpPr>
          <p:nvPr/>
        </p:nvSpPr>
        <p:spPr>
          <a:xfrm>
            <a:off x="4124873" y="55302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1" name="02_predicted_pose_4520">
            <a:extLst>
              <a:ext uri="{FF2B5EF4-FFF2-40B4-BE49-F238E27FC236}">
                <a16:creationId xmlns:a16="http://schemas.microsoft.com/office/drawing/2014/main" id="{197F6CC8-D8DE-4CEF-961E-11D5A03E80FE}"/>
              </a:ext>
            </a:extLst>
          </p:cNvPr>
          <p:cNvSpPr>
            <a:spLocks noGrp="1"/>
          </p:cNvSpPr>
          <p:nvPr/>
        </p:nvSpPr>
        <p:spPr>
          <a:xfrm>
            <a:off x="4168625" y="53710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2" name="02_predicted_pose_4521">
            <a:extLst>
              <a:ext uri="{FF2B5EF4-FFF2-40B4-BE49-F238E27FC236}">
                <a16:creationId xmlns:a16="http://schemas.microsoft.com/office/drawing/2014/main" id="{46E731C3-CE55-4B7C-8722-28D0EB5B1BF4}"/>
              </a:ext>
            </a:extLst>
          </p:cNvPr>
          <p:cNvSpPr>
            <a:spLocks noGrp="1"/>
          </p:cNvSpPr>
          <p:nvPr/>
        </p:nvSpPr>
        <p:spPr>
          <a:xfrm>
            <a:off x="4237533" y="549383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3" name="02_predicted_pose_4522">
            <a:extLst>
              <a:ext uri="{FF2B5EF4-FFF2-40B4-BE49-F238E27FC236}">
                <a16:creationId xmlns:a16="http://schemas.microsoft.com/office/drawing/2014/main" id="{A0393079-14B9-4567-B700-C3D24F2B2168}"/>
              </a:ext>
            </a:extLst>
          </p:cNvPr>
          <p:cNvSpPr>
            <a:spLocks noGrp="1"/>
          </p:cNvSpPr>
          <p:nvPr/>
        </p:nvSpPr>
        <p:spPr>
          <a:xfrm>
            <a:off x="4366235" y="538432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4" name="02_predicted_pose_4523">
            <a:extLst>
              <a:ext uri="{FF2B5EF4-FFF2-40B4-BE49-F238E27FC236}">
                <a16:creationId xmlns:a16="http://schemas.microsoft.com/office/drawing/2014/main" id="{4926349B-1298-446D-8657-6945BDE1001C}"/>
              </a:ext>
            </a:extLst>
          </p:cNvPr>
          <p:cNvSpPr>
            <a:spLocks noGrp="1"/>
          </p:cNvSpPr>
          <p:nvPr/>
        </p:nvSpPr>
        <p:spPr>
          <a:xfrm>
            <a:off x="4101174" y="55320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5" name="02_predicted_pose_4524">
            <a:extLst>
              <a:ext uri="{FF2B5EF4-FFF2-40B4-BE49-F238E27FC236}">
                <a16:creationId xmlns:a16="http://schemas.microsoft.com/office/drawing/2014/main" id="{3AD06278-7FFE-4A74-9721-B40F6230F8E0}"/>
              </a:ext>
            </a:extLst>
          </p:cNvPr>
          <p:cNvSpPr>
            <a:spLocks noGrp="1"/>
          </p:cNvSpPr>
          <p:nvPr/>
        </p:nvSpPr>
        <p:spPr>
          <a:xfrm>
            <a:off x="4256857" y="60265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6" name="02_predicted_pose_4525">
            <a:extLst>
              <a:ext uri="{FF2B5EF4-FFF2-40B4-BE49-F238E27FC236}">
                <a16:creationId xmlns:a16="http://schemas.microsoft.com/office/drawing/2014/main" id="{602F9D94-7041-4129-B867-CA911D979077}"/>
              </a:ext>
            </a:extLst>
          </p:cNvPr>
          <p:cNvSpPr>
            <a:spLocks noGrp="1"/>
          </p:cNvSpPr>
          <p:nvPr/>
        </p:nvSpPr>
        <p:spPr>
          <a:xfrm>
            <a:off x="4271440" y="624614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7" name="02_predicted_pose_4526">
            <a:extLst>
              <a:ext uri="{FF2B5EF4-FFF2-40B4-BE49-F238E27FC236}">
                <a16:creationId xmlns:a16="http://schemas.microsoft.com/office/drawing/2014/main" id="{A209EFA9-AD91-439F-8D93-B3BE9AC314FF}"/>
              </a:ext>
            </a:extLst>
          </p:cNvPr>
          <p:cNvSpPr>
            <a:spLocks noGrp="1"/>
          </p:cNvSpPr>
          <p:nvPr/>
        </p:nvSpPr>
        <p:spPr>
          <a:xfrm>
            <a:off x="4229512" y="60173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8" name="02_predicted_pose_4527">
            <a:extLst>
              <a:ext uri="{FF2B5EF4-FFF2-40B4-BE49-F238E27FC236}">
                <a16:creationId xmlns:a16="http://schemas.microsoft.com/office/drawing/2014/main" id="{C70F7ADA-A67D-4484-8936-AD3F1739A56A}"/>
              </a:ext>
            </a:extLst>
          </p:cNvPr>
          <p:cNvSpPr>
            <a:spLocks noGrp="1"/>
          </p:cNvSpPr>
          <p:nvPr/>
        </p:nvSpPr>
        <p:spPr>
          <a:xfrm>
            <a:off x="4244097" y="60246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29" name="02_predicted_pose_4528">
            <a:extLst>
              <a:ext uri="{FF2B5EF4-FFF2-40B4-BE49-F238E27FC236}">
                <a16:creationId xmlns:a16="http://schemas.microsoft.com/office/drawing/2014/main" id="{8BEEAC61-9A61-4A66-B610-7FCD1685205A}"/>
              </a:ext>
            </a:extLst>
          </p:cNvPr>
          <p:cNvSpPr>
            <a:spLocks noGrp="1"/>
          </p:cNvSpPr>
          <p:nvPr/>
        </p:nvSpPr>
        <p:spPr>
          <a:xfrm>
            <a:off x="4258680" y="61606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0" name="02_predicted_pose_4529">
            <a:extLst>
              <a:ext uri="{FF2B5EF4-FFF2-40B4-BE49-F238E27FC236}">
                <a16:creationId xmlns:a16="http://schemas.microsoft.com/office/drawing/2014/main" id="{AF298B2E-7DE0-4F95-B82C-BE447B1BEAAC}"/>
              </a:ext>
            </a:extLst>
          </p:cNvPr>
          <p:cNvSpPr>
            <a:spLocks noGrp="1"/>
          </p:cNvSpPr>
          <p:nvPr/>
        </p:nvSpPr>
        <p:spPr>
          <a:xfrm>
            <a:off x="4287847" y="58957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1" name="02_predicted_pose_4530">
            <a:extLst>
              <a:ext uri="{FF2B5EF4-FFF2-40B4-BE49-F238E27FC236}">
                <a16:creationId xmlns:a16="http://schemas.microsoft.com/office/drawing/2014/main" id="{D35AE671-BABA-4F32-A371-105B4F29DD5C}"/>
              </a:ext>
            </a:extLst>
          </p:cNvPr>
          <p:cNvSpPr>
            <a:spLocks noGrp="1"/>
          </p:cNvSpPr>
          <p:nvPr/>
        </p:nvSpPr>
        <p:spPr>
          <a:xfrm>
            <a:off x="4302431" y="58950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2" name="02_predicted_pose_4531">
            <a:extLst>
              <a:ext uri="{FF2B5EF4-FFF2-40B4-BE49-F238E27FC236}">
                <a16:creationId xmlns:a16="http://schemas.microsoft.com/office/drawing/2014/main" id="{3C7D86A6-BD71-4ABE-80CD-2BC0F2F79262}"/>
              </a:ext>
            </a:extLst>
          </p:cNvPr>
          <p:cNvSpPr>
            <a:spLocks noGrp="1"/>
          </p:cNvSpPr>
          <p:nvPr/>
        </p:nvSpPr>
        <p:spPr>
          <a:xfrm>
            <a:off x="4105185" y="63229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3" name="02_predicted_pose_4532">
            <a:extLst>
              <a:ext uri="{FF2B5EF4-FFF2-40B4-BE49-F238E27FC236}">
                <a16:creationId xmlns:a16="http://schemas.microsoft.com/office/drawing/2014/main" id="{75DE790C-B94A-417C-AE6E-85EE5C6EDF7D}"/>
              </a:ext>
            </a:extLst>
          </p:cNvPr>
          <p:cNvSpPr>
            <a:spLocks noGrp="1"/>
          </p:cNvSpPr>
          <p:nvPr/>
        </p:nvSpPr>
        <p:spPr>
          <a:xfrm>
            <a:off x="4213835" y="537981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4" name="02_predicted_pose_4533">
            <a:extLst>
              <a:ext uri="{FF2B5EF4-FFF2-40B4-BE49-F238E27FC236}">
                <a16:creationId xmlns:a16="http://schemas.microsoft.com/office/drawing/2014/main" id="{B6F74FE4-C23E-402D-920F-4CC357DE9BEF}"/>
              </a:ext>
            </a:extLst>
          </p:cNvPr>
          <p:cNvSpPr>
            <a:spLocks noGrp="1"/>
          </p:cNvSpPr>
          <p:nvPr/>
        </p:nvSpPr>
        <p:spPr>
          <a:xfrm>
            <a:off x="4257586" y="53600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5" name="02_predicted_pose_4534">
            <a:extLst>
              <a:ext uri="{FF2B5EF4-FFF2-40B4-BE49-F238E27FC236}">
                <a16:creationId xmlns:a16="http://schemas.microsoft.com/office/drawing/2014/main" id="{31585602-88C3-492B-A6B5-93B4EE716845}"/>
              </a:ext>
            </a:extLst>
          </p:cNvPr>
          <p:cNvSpPr>
            <a:spLocks noGrp="1"/>
          </p:cNvSpPr>
          <p:nvPr/>
        </p:nvSpPr>
        <p:spPr>
          <a:xfrm>
            <a:off x="4272170" y="601872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6" name="02_predicted_pose_4535">
            <a:extLst>
              <a:ext uri="{FF2B5EF4-FFF2-40B4-BE49-F238E27FC236}">
                <a16:creationId xmlns:a16="http://schemas.microsoft.com/office/drawing/2014/main" id="{36A0F959-2A0A-48A2-9CD4-F2089EEE81A7}"/>
              </a:ext>
            </a:extLst>
          </p:cNvPr>
          <p:cNvSpPr>
            <a:spLocks noGrp="1"/>
          </p:cNvSpPr>
          <p:nvPr/>
        </p:nvSpPr>
        <p:spPr>
          <a:xfrm>
            <a:off x="4301338" y="606869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7" name="02_predicted_pose_4536">
            <a:extLst>
              <a:ext uri="{FF2B5EF4-FFF2-40B4-BE49-F238E27FC236}">
                <a16:creationId xmlns:a16="http://schemas.microsoft.com/office/drawing/2014/main" id="{0A50ACA0-6495-42EF-AFD1-A82F01F333BB}"/>
              </a:ext>
            </a:extLst>
          </p:cNvPr>
          <p:cNvSpPr>
            <a:spLocks noGrp="1"/>
          </p:cNvSpPr>
          <p:nvPr/>
        </p:nvSpPr>
        <p:spPr>
          <a:xfrm>
            <a:off x="4185761" y="622249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8" name="02_predicted_pose_4537">
            <a:extLst>
              <a:ext uri="{FF2B5EF4-FFF2-40B4-BE49-F238E27FC236}">
                <a16:creationId xmlns:a16="http://schemas.microsoft.com/office/drawing/2014/main" id="{92E93420-451C-4616-A032-A2B332F54242}"/>
              </a:ext>
            </a:extLst>
          </p:cNvPr>
          <p:cNvSpPr>
            <a:spLocks noGrp="1"/>
          </p:cNvSpPr>
          <p:nvPr/>
        </p:nvSpPr>
        <p:spPr>
          <a:xfrm>
            <a:off x="4214928" y="617775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9" name="02_predicted_pose_4538">
            <a:extLst>
              <a:ext uri="{FF2B5EF4-FFF2-40B4-BE49-F238E27FC236}">
                <a16:creationId xmlns:a16="http://schemas.microsoft.com/office/drawing/2014/main" id="{93D04BB2-685F-4342-8566-3C4887DE9394}"/>
              </a:ext>
            </a:extLst>
          </p:cNvPr>
          <p:cNvSpPr>
            <a:spLocks noGrp="1"/>
          </p:cNvSpPr>
          <p:nvPr/>
        </p:nvSpPr>
        <p:spPr>
          <a:xfrm>
            <a:off x="4244097" y="617119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0" name="02_predicted_pose_4539">
            <a:extLst>
              <a:ext uri="{FF2B5EF4-FFF2-40B4-BE49-F238E27FC236}">
                <a16:creationId xmlns:a16="http://schemas.microsoft.com/office/drawing/2014/main" id="{DBC7F398-A251-4DBF-9B65-F30356F114D1}"/>
              </a:ext>
            </a:extLst>
          </p:cNvPr>
          <p:cNvSpPr>
            <a:spLocks noGrp="1"/>
          </p:cNvSpPr>
          <p:nvPr/>
        </p:nvSpPr>
        <p:spPr>
          <a:xfrm>
            <a:off x="4273264" y="620966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1" name="02_predicted_pose_4540">
            <a:extLst>
              <a:ext uri="{FF2B5EF4-FFF2-40B4-BE49-F238E27FC236}">
                <a16:creationId xmlns:a16="http://schemas.microsoft.com/office/drawing/2014/main" id="{6DA99690-D962-4998-9704-EB1D5A94BB67}"/>
              </a:ext>
            </a:extLst>
          </p:cNvPr>
          <p:cNvSpPr>
            <a:spLocks noGrp="1"/>
          </p:cNvSpPr>
          <p:nvPr/>
        </p:nvSpPr>
        <p:spPr>
          <a:xfrm>
            <a:off x="4302431" y="634526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2" name="02_predicted_pose_4541">
            <a:extLst>
              <a:ext uri="{FF2B5EF4-FFF2-40B4-BE49-F238E27FC236}">
                <a16:creationId xmlns:a16="http://schemas.microsoft.com/office/drawing/2014/main" id="{59FD5886-4D0A-4437-AC19-81B3A1B4AE9D}"/>
              </a:ext>
            </a:extLst>
          </p:cNvPr>
          <p:cNvSpPr>
            <a:spLocks noGrp="1"/>
          </p:cNvSpPr>
          <p:nvPr/>
        </p:nvSpPr>
        <p:spPr>
          <a:xfrm>
            <a:off x="4199980" y="61795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3" name="02_predicted_pose_4542">
            <a:extLst>
              <a:ext uri="{FF2B5EF4-FFF2-40B4-BE49-F238E27FC236}">
                <a16:creationId xmlns:a16="http://schemas.microsoft.com/office/drawing/2014/main" id="{0DDEE623-3055-4477-9A45-E8E86837AF5A}"/>
              </a:ext>
            </a:extLst>
          </p:cNvPr>
          <p:cNvSpPr>
            <a:spLocks noGrp="1"/>
          </p:cNvSpPr>
          <p:nvPr/>
        </p:nvSpPr>
        <p:spPr>
          <a:xfrm>
            <a:off x="4323943" y="589623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4" name="02_predicted_pose_4543">
            <a:extLst>
              <a:ext uri="{FF2B5EF4-FFF2-40B4-BE49-F238E27FC236}">
                <a16:creationId xmlns:a16="http://schemas.microsoft.com/office/drawing/2014/main" id="{7FA1C788-6D1A-4402-A9E3-826CFDF25FC7}"/>
              </a:ext>
            </a:extLst>
          </p:cNvPr>
          <p:cNvSpPr>
            <a:spLocks noGrp="1"/>
          </p:cNvSpPr>
          <p:nvPr/>
        </p:nvSpPr>
        <p:spPr>
          <a:xfrm>
            <a:off x="4338526" y="59720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5" name="02_predicted_pose_4544">
            <a:extLst>
              <a:ext uri="{FF2B5EF4-FFF2-40B4-BE49-F238E27FC236}">
                <a16:creationId xmlns:a16="http://schemas.microsoft.com/office/drawing/2014/main" id="{1AEAEC39-FB79-4122-B09A-38A6F9DC6283}"/>
              </a:ext>
            </a:extLst>
          </p:cNvPr>
          <p:cNvSpPr>
            <a:spLocks noGrp="1"/>
          </p:cNvSpPr>
          <p:nvPr/>
        </p:nvSpPr>
        <p:spPr>
          <a:xfrm>
            <a:off x="4108831" y="551411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6" name="02_predicted_pose_4545">
            <a:extLst>
              <a:ext uri="{FF2B5EF4-FFF2-40B4-BE49-F238E27FC236}">
                <a16:creationId xmlns:a16="http://schemas.microsoft.com/office/drawing/2014/main" id="{17ACBC83-874E-4C9F-A908-4DD7671C35E9}"/>
              </a:ext>
            </a:extLst>
          </p:cNvPr>
          <p:cNvSpPr>
            <a:spLocks noGrp="1"/>
          </p:cNvSpPr>
          <p:nvPr/>
        </p:nvSpPr>
        <p:spPr>
          <a:xfrm>
            <a:off x="4121957" y="61971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7" name="02_predicted_pose_4546">
            <a:extLst>
              <a:ext uri="{FF2B5EF4-FFF2-40B4-BE49-F238E27FC236}">
                <a16:creationId xmlns:a16="http://schemas.microsoft.com/office/drawing/2014/main" id="{AD6CBF46-B13A-402D-9B3E-A39C9EF87136}"/>
              </a:ext>
            </a:extLst>
          </p:cNvPr>
          <p:cNvSpPr>
            <a:spLocks noGrp="1"/>
          </p:cNvSpPr>
          <p:nvPr/>
        </p:nvSpPr>
        <p:spPr>
          <a:xfrm>
            <a:off x="4166073" y="61732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8" name="02_predicted_pose_4547">
            <a:extLst>
              <a:ext uri="{FF2B5EF4-FFF2-40B4-BE49-F238E27FC236}">
                <a16:creationId xmlns:a16="http://schemas.microsoft.com/office/drawing/2014/main" id="{A7B3541E-92F5-40FC-8043-0EE7459D4DEC}"/>
              </a:ext>
            </a:extLst>
          </p:cNvPr>
          <p:cNvSpPr>
            <a:spLocks noGrp="1"/>
          </p:cNvSpPr>
          <p:nvPr/>
        </p:nvSpPr>
        <p:spPr>
          <a:xfrm>
            <a:off x="4127426" y="612803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49" name="02_predicted_pose_4548">
            <a:extLst>
              <a:ext uri="{FF2B5EF4-FFF2-40B4-BE49-F238E27FC236}">
                <a16:creationId xmlns:a16="http://schemas.microsoft.com/office/drawing/2014/main" id="{07EB4D69-A57F-4FF5-A883-E22F8ED96FDD}"/>
              </a:ext>
            </a:extLst>
          </p:cNvPr>
          <p:cNvSpPr>
            <a:spLocks noGrp="1"/>
          </p:cNvSpPr>
          <p:nvPr/>
        </p:nvSpPr>
        <p:spPr>
          <a:xfrm>
            <a:off x="4072372" y="63206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0" name="02_predicted_pose_4549">
            <a:extLst>
              <a:ext uri="{FF2B5EF4-FFF2-40B4-BE49-F238E27FC236}">
                <a16:creationId xmlns:a16="http://schemas.microsoft.com/office/drawing/2014/main" id="{A8E2317C-5D88-406A-9E48-332585CBDC37}"/>
              </a:ext>
            </a:extLst>
          </p:cNvPr>
          <p:cNvSpPr>
            <a:spLocks noGrp="1"/>
          </p:cNvSpPr>
          <p:nvPr/>
        </p:nvSpPr>
        <p:spPr>
          <a:xfrm>
            <a:off x="4212376" y="63205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1" name="02_predicted_pose_4550">
            <a:extLst>
              <a:ext uri="{FF2B5EF4-FFF2-40B4-BE49-F238E27FC236}">
                <a16:creationId xmlns:a16="http://schemas.microsoft.com/office/drawing/2014/main" id="{C823DF8C-CF44-47A7-BD58-D7F1B6C9A625}"/>
              </a:ext>
            </a:extLst>
          </p:cNvPr>
          <p:cNvSpPr>
            <a:spLocks noGrp="1"/>
          </p:cNvSpPr>
          <p:nvPr/>
        </p:nvSpPr>
        <p:spPr>
          <a:xfrm>
            <a:off x="4226960" y="63151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2" name="02_predicted_pose_4551">
            <a:extLst>
              <a:ext uri="{FF2B5EF4-FFF2-40B4-BE49-F238E27FC236}">
                <a16:creationId xmlns:a16="http://schemas.microsoft.com/office/drawing/2014/main" id="{98FA742A-5ED1-4850-B7F0-0CDB9E663E5A}"/>
              </a:ext>
            </a:extLst>
          </p:cNvPr>
          <p:cNvSpPr>
            <a:spLocks noGrp="1"/>
          </p:cNvSpPr>
          <p:nvPr/>
        </p:nvSpPr>
        <p:spPr>
          <a:xfrm>
            <a:off x="4241544" y="63197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3" name="02_predicted_pose_4552">
            <a:extLst>
              <a:ext uri="{FF2B5EF4-FFF2-40B4-BE49-F238E27FC236}">
                <a16:creationId xmlns:a16="http://schemas.microsoft.com/office/drawing/2014/main" id="{17B4ED6E-C7D0-4533-9C4A-47439A2DAB37}"/>
              </a:ext>
            </a:extLst>
          </p:cNvPr>
          <p:cNvSpPr>
            <a:spLocks noGrp="1"/>
          </p:cNvSpPr>
          <p:nvPr/>
        </p:nvSpPr>
        <p:spPr>
          <a:xfrm>
            <a:off x="4256128" y="63744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4" name="02_predicted_pose_4553">
            <a:extLst>
              <a:ext uri="{FF2B5EF4-FFF2-40B4-BE49-F238E27FC236}">
                <a16:creationId xmlns:a16="http://schemas.microsoft.com/office/drawing/2014/main" id="{584DE448-3467-412A-906A-A40452842333}"/>
              </a:ext>
            </a:extLst>
          </p:cNvPr>
          <p:cNvSpPr>
            <a:spLocks noGrp="1"/>
          </p:cNvSpPr>
          <p:nvPr/>
        </p:nvSpPr>
        <p:spPr>
          <a:xfrm>
            <a:off x="4039193" y="633830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5" name="02_predicted_pose_4554">
            <a:extLst>
              <a:ext uri="{FF2B5EF4-FFF2-40B4-BE49-F238E27FC236}">
                <a16:creationId xmlns:a16="http://schemas.microsoft.com/office/drawing/2014/main" id="{D28753F0-4845-414F-B605-E23D4F2DEF60}"/>
              </a:ext>
            </a:extLst>
          </p:cNvPr>
          <p:cNvSpPr>
            <a:spLocks noGrp="1"/>
          </p:cNvSpPr>
          <p:nvPr/>
        </p:nvSpPr>
        <p:spPr>
          <a:xfrm>
            <a:off x="4068361" y="64072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6" name="02_predicted_pose_4555">
            <a:extLst>
              <a:ext uri="{FF2B5EF4-FFF2-40B4-BE49-F238E27FC236}">
                <a16:creationId xmlns:a16="http://schemas.microsoft.com/office/drawing/2014/main" id="{F63470D3-428E-4292-8087-710B01B0976D}"/>
              </a:ext>
            </a:extLst>
          </p:cNvPr>
          <p:cNvSpPr>
            <a:spLocks noGrp="1"/>
          </p:cNvSpPr>
          <p:nvPr/>
        </p:nvSpPr>
        <p:spPr>
          <a:xfrm>
            <a:off x="4292223" y="58448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7" name="02_predicted_pose_4556">
            <a:extLst>
              <a:ext uri="{FF2B5EF4-FFF2-40B4-BE49-F238E27FC236}">
                <a16:creationId xmlns:a16="http://schemas.microsoft.com/office/drawing/2014/main" id="{C7FE4D06-1D31-4945-B2A8-961455DFBDD6}"/>
              </a:ext>
            </a:extLst>
          </p:cNvPr>
          <p:cNvSpPr>
            <a:spLocks noGrp="1"/>
          </p:cNvSpPr>
          <p:nvPr/>
        </p:nvSpPr>
        <p:spPr>
          <a:xfrm>
            <a:off x="4329047" y="63194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8" name="02_predicted_pose_4557">
            <a:extLst>
              <a:ext uri="{FF2B5EF4-FFF2-40B4-BE49-F238E27FC236}">
                <a16:creationId xmlns:a16="http://schemas.microsoft.com/office/drawing/2014/main" id="{44288DBD-FB74-4D09-98DC-F91EC3F82207}"/>
              </a:ext>
            </a:extLst>
          </p:cNvPr>
          <p:cNvSpPr>
            <a:spLocks noGrp="1"/>
          </p:cNvSpPr>
          <p:nvPr/>
        </p:nvSpPr>
        <p:spPr>
          <a:xfrm>
            <a:off x="5346635" y="59803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59" name="02_predicted_pose_4558">
            <a:extLst>
              <a:ext uri="{FF2B5EF4-FFF2-40B4-BE49-F238E27FC236}">
                <a16:creationId xmlns:a16="http://schemas.microsoft.com/office/drawing/2014/main" id="{69548483-A7AD-430F-891E-D1CA007690C4}"/>
              </a:ext>
            </a:extLst>
          </p:cNvPr>
          <p:cNvSpPr>
            <a:spLocks noGrp="1"/>
          </p:cNvSpPr>
          <p:nvPr/>
        </p:nvSpPr>
        <p:spPr>
          <a:xfrm>
            <a:off x="5361219" y="59732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0" name="02_predicted_pose_4559">
            <a:extLst>
              <a:ext uri="{FF2B5EF4-FFF2-40B4-BE49-F238E27FC236}">
                <a16:creationId xmlns:a16="http://schemas.microsoft.com/office/drawing/2014/main" id="{00F37227-1816-49FD-8A35-748CB60D993E}"/>
              </a:ext>
            </a:extLst>
          </p:cNvPr>
          <p:cNvSpPr>
            <a:spLocks noGrp="1"/>
          </p:cNvSpPr>
          <p:nvPr/>
        </p:nvSpPr>
        <p:spPr>
          <a:xfrm>
            <a:off x="5375803" y="60491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1" name="02_predicted_pose_4560">
            <a:extLst>
              <a:ext uri="{FF2B5EF4-FFF2-40B4-BE49-F238E27FC236}">
                <a16:creationId xmlns:a16="http://schemas.microsoft.com/office/drawing/2014/main" id="{42DD5BD1-0F90-4134-AB4D-3B7058C7C196}"/>
              </a:ext>
            </a:extLst>
          </p:cNvPr>
          <p:cNvSpPr>
            <a:spLocks noGrp="1"/>
          </p:cNvSpPr>
          <p:nvPr/>
        </p:nvSpPr>
        <p:spPr>
          <a:xfrm>
            <a:off x="5390387" y="60152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2" name="02_predicted_pose_4561">
            <a:extLst>
              <a:ext uri="{FF2B5EF4-FFF2-40B4-BE49-F238E27FC236}">
                <a16:creationId xmlns:a16="http://schemas.microsoft.com/office/drawing/2014/main" id="{41CBFCDD-871A-4314-824F-C68031B069F1}"/>
              </a:ext>
            </a:extLst>
          </p:cNvPr>
          <p:cNvSpPr>
            <a:spLocks noGrp="1"/>
          </p:cNvSpPr>
          <p:nvPr/>
        </p:nvSpPr>
        <p:spPr>
          <a:xfrm>
            <a:off x="5404971" y="59964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3" name="02_predicted_pose_4562">
            <a:extLst>
              <a:ext uri="{FF2B5EF4-FFF2-40B4-BE49-F238E27FC236}">
                <a16:creationId xmlns:a16="http://schemas.microsoft.com/office/drawing/2014/main" id="{9BC8731F-DF47-48E7-94E2-B53148F6DF87}"/>
              </a:ext>
            </a:extLst>
          </p:cNvPr>
          <p:cNvSpPr>
            <a:spLocks noGrp="1"/>
          </p:cNvSpPr>
          <p:nvPr/>
        </p:nvSpPr>
        <p:spPr>
          <a:xfrm>
            <a:off x="5419555" y="59948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4" name="02_predicted_pose_4563">
            <a:extLst>
              <a:ext uri="{FF2B5EF4-FFF2-40B4-BE49-F238E27FC236}">
                <a16:creationId xmlns:a16="http://schemas.microsoft.com/office/drawing/2014/main" id="{798CCB8A-D22B-453C-8C22-9AB316DE2ABF}"/>
              </a:ext>
            </a:extLst>
          </p:cNvPr>
          <p:cNvSpPr>
            <a:spLocks noGrp="1"/>
          </p:cNvSpPr>
          <p:nvPr/>
        </p:nvSpPr>
        <p:spPr>
          <a:xfrm>
            <a:off x="5434138" y="598039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5" name="02_predicted_pose_4564">
            <a:extLst>
              <a:ext uri="{FF2B5EF4-FFF2-40B4-BE49-F238E27FC236}">
                <a16:creationId xmlns:a16="http://schemas.microsoft.com/office/drawing/2014/main" id="{D6CCE40C-06F2-4E9C-9E82-134A504E7987}"/>
              </a:ext>
            </a:extLst>
          </p:cNvPr>
          <p:cNvSpPr>
            <a:spLocks noGrp="1"/>
          </p:cNvSpPr>
          <p:nvPr/>
        </p:nvSpPr>
        <p:spPr>
          <a:xfrm>
            <a:off x="5448722" y="61570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6" name="02_predicted_pose_4565">
            <a:extLst>
              <a:ext uri="{FF2B5EF4-FFF2-40B4-BE49-F238E27FC236}">
                <a16:creationId xmlns:a16="http://schemas.microsoft.com/office/drawing/2014/main" id="{09399ED6-A1D6-4919-96F6-4D6B84FC3CC0}"/>
              </a:ext>
            </a:extLst>
          </p:cNvPr>
          <p:cNvSpPr>
            <a:spLocks noGrp="1"/>
          </p:cNvSpPr>
          <p:nvPr/>
        </p:nvSpPr>
        <p:spPr>
          <a:xfrm>
            <a:off x="5463306" y="60368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7" name="02_predicted_pose_4566">
            <a:extLst>
              <a:ext uri="{FF2B5EF4-FFF2-40B4-BE49-F238E27FC236}">
                <a16:creationId xmlns:a16="http://schemas.microsoft.com/office/drawing/2014/main" id="{9DE51E98-6722-4457-B743-D63D13926EC1}"/>
              </a:ext>
            </a:extLst>
          </p:cNvPr>
          <p:cNvSpPr>
            <a:spLocks noGrp="1"/>
          </p:cNvSpPr>
          <p:nvPr/>
        </p:nvSpPr>
        <p:spPr>
          <a:xfrm>
            <a:off x="5477890" y="59899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8" name="02_predicted_pose_4567">
            <a:extLst>
              <a:ext uri="{FF2B5EF4-FFF2-40B4-BE49-F238E27FC236}">
                <a16:creationId xmlns:a16="http://schemas.microsoft.com/office/drawing/2014/main" id="{78C178C4-B002-4308-B687-0CD9EA4BA9BC}"/>
              </a:ext>
            </a:extLst>
          </p:cNvPr>
          <p:cNvSpPr>
            <a:spLocks noGrp="1"/>
          </p:cNvSpPr>
          <p:nvPr/>
        </p:nvSpPr>
        <p:spPr>
          <a:xfrm>
            <a:off x="5360854" y="59895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69" name="02_predicted_pose_4568">
            <a:extLst>
              <a:ext uri="{FF2B5EF4-FFF2-40B4-BE49-F238E27FC236}">
                <a16:creationId xmlns:a16="http://schemas.microsoft.com/office/drawing/2014/main" id="{26387368-2F29-476A-AC8A-5AFF025EBFB6}"/>
              </a:ext>
            </a:extLst>
          </p:cNvPr>
          <p:cNvSpPr>
            <a:spLocks noGrp="1"/>
          </p:cNvSpPr>
          <p:nvPr/>
        </p:nvSpPr>
        <p:spPr>
          <a:xfrm>
            <a:off x="5459296" y="59645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0" name="02_predicted_pose_4569">
            <a:extLst>
              <a:ext uri="{FF2B5EF4-FFF2-40B4-BE49-F238E27FC236}">
                <a16:creationId xmlns:a16="http://schemas.microsoft.com/office/drawing/2014/main" id="{763D30A2-3633-4EC8-B038-4079DCA1CE24}"/>
              </a:ext>
            </a:extLst>
          </p:cNvPr>
          <p:cNvSpPr>
            <a:spLocks noGrp="1"/>
          </p:cNvSpPr>
          <p:nvPr/>
        </p:nvSpPr>
        <p:spPr>
          <a:xfrm>
            <a:off x="5557736" y="60262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1" name="02_predicted_pose_4570">
            <a:extLst>
              <a:ext uri="{FF2B5EF4-FFF2-40B4-BE49-F238E27FC236}">
                <a16:creationId xmlns:a16="http://schemas.microsoft.com/office/drawing/2014/main" id="{3FD1927E-3BC0-47DC-82DD-AE7E2D2FE72C}"/>
              </a:ext>
            </a:extLst>
          </p:cNvPr>
          <p:cNvSpPr>
            <a:spLocks noGrp="1"/>
          </p:cNvSpPr>
          <p:nvPr/>
        </p:nvSpPr>
        <p:spPr>
          <a:xfrm>
            <a:off x="5292675" y="59337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2" name="02_predicted_pose_4571">
            <a:extLst>
              <a:ext uri="{FF2B5EF4-FFF2-40B4-BE49-F238E27FC236}">
                <a16:creationId xmlns:a16="http://schemas.microsoft.com/office/drawing/2014/main" id="{87B4D4CB-FBB6-4628-879B-55AD76052593}"/>
              </a:ext>
            </a:extLst>
          </p:cNvPr>
          <p:cNvSpPr>
            <a:spLocks noGrp="1"/>
          </p:cNvSpPr>
          <p:nvPr/>
        </p:nvSpPr>
        <p:spPr>
          <a:xfrm>
            <a:off x="5391116" y="59360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3" name="02_predicted_pose_4572">
            <a:extLst>
              <a:ext uri="{FF2B5EF4-FFF2-40B4-BE49-F238E27FC236}">
                <a16:creationId xmlns:a16="http://schemas.microsoft.com/office/drawing/2014/main" id="{220D271B-B980-4DFA-A21F-62567E7AA9BA}"/>
              </a:ext>
            </a:extLst>
          </p:cNvPr>
          <p:cNvSpPr>
            <a:spLocks noGrp="1"/>
          </p:cNvSpPr>
          <p:nvPr/>
        </p:nvSpPr>
        <p:spPr>
          <a:xfrm>
            <a:off x="5489557" y="60091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4" name="02_predicted_pose_4573">
            <a:extLst>
              <a:ext uri="{FF2B5EF4-FFF2-40B4-BE49-F238E27FC236}">
                <a16:creationId xmlns:a16="http://schemas.microsoft.com/office/drawing/2014/main" id="{B83DD45F-0C8C-4AC2-ADEB-6B7E48873488}"/>
              </a:ext>
            </a:extLst>
          </p:cNvPr>
          <p:cNvSpPr>
            <a:spLocks noGrp="1"/>
          </p:cNvSpPr>
          <p:nvPr/>
        </p:nvSpPr>
        <p:spPr>
          <a:xfrm>
            <a:off x="5587998" y="61824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5" name="02_predicted_pose_4574">
            <a:extLst>
              <a:ext uri="{FF2B5EF4-FFF2-40B4-BE49-F238E27FC236}">
                <a16:creationId xmlns:a16="http://schemas.microsoft.com/office/drawing/2014/main" id="{8BF76FCB-F4D2-4189-A695-376EF71457A6}"/>
              </a:ext>
            </a:extLst>
          </p:cNvPr>
          <p:cNvSpPr>
            <a:spLocks noGrp="1"/>
          </p:cNvSpPr>
          <p:nvPr/>
        </p:nvSpPr>
        <p:spPr>
          <a:xfrm>
            <a:off x="5322936" y="58821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6" name="02_predicted_pose_4575">
            <a:extLst>
              <a:ext uri="{FF2B5EF4-FFF2-40B4-BE49-F238E27FC236}">
                <a16:creationId xmlns:a16="http://schemas.microsoft.com/office/drawing/2014/main" id="{FA475BF7-9A26-4EB5-8CF3-3BB9E7DB818B}"/>
              </a:ext>
            </a:extLst>
          </p:cNvPr>
          <p:cNvSpPr>
            <a:spLocks noGrp="1"/>
          </p:cNvSpPr>
          <p:nvPr/>
        </p:nvSpPr>
        <p:spPr>
          <a:xfrm>
            <a:off x="5421378" y="60444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7" name="02_predicted_pose_4576">
            <a:extLst>
              <a:ext uri="{FF2B5EF4-FFF2-40B4-BE49-F238E27FC236}">
                <a16:creationId xmlns:a16="http://schemas.microsoft.com/office/drawing/2014/main" id="{DDF5BA76-B668-4F25-9BA3-8534F5A09D55}"/>
              </a:ext>
            </a:extLst>
          </p:cNvPr>
          <p:cNvSpPr>
            <a:spLocks noGrp="1"/>
          </p:cNvSpPr>
          <p:nvPr/>
        </p:nvSpPr>
        <p:spPr>
          <a:xfrm>
            <a:off x="5519819" y="60720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8" name="02_predicted_pose_4577">
            <a:extLst>
              <a:ext uri="{FF2B5EF4-FFF2-40B4-BE49-F238E27FC236}">
                <a16:creationId xmlns:a16="http://schemas.microsoft.com/office/drawing/2014/main" id="{BF64EAED-9371-4795-963F-6D7DA9F9F98D}"/>
              </a:ext>
            </a:extLst>
          </p:cNvPr>
          <p:cNvSpPr>
            <a:spLocks noGrp="1"/>
          </p:cNvSpPr>
          <p:nvPr/>
        </p:nvSpPr>
        <p:spPr>
          <a:xfrm>
            <a:off x="5375439" y="59151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79" name="02_predicted_pose_4578">
            <a:extLst>
              <a:ext uri="{FF2B5EF4-FFF2-40B4-BE49-F238E27FC236}">
                <a16:creationId xmlns:a16="http://schemas.microsoft.com/office/drawing/2014/main" id="{B20491C3-4CF2-47D0-AE64-865AD4829C5A}"/>
              </a:ext>
            </a:extLst>
          </p:cNvPr>
          <p:cNvSpPr>
            <a:spLocks noGrp="1"/>
          </p:cNvSpPr>
          <p:nvPr/>
        </p:nvSpPr>
        <p:spPr>
          <a:xfrm>
            <a:off x="5473879" y="60959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0" name="02_predicted_pose_4579">
            <a:extLst>
              <a:ext uri="{FF2B5EF4-FFF2-40B4-BE49-F238E27FC236}">
                <a16:creationId xmlns:a16="http://schemas.microsoft.com/office/drawing/2014/main" id="{34AE034F-8348-49E1-8978-C6BF54E41C87}"/>
              </a:ext>
            </a:extLst>
          </p:cNvPr>
          <p:cNvSpPr>
            <a:spLocks noGrp="1"/>
          </p:cNvSpPr>
          <p:nvPr/>
        </p:nvSpPr>
        <p:spPr>
          <a:xfrm>
            <a:off x="5572320" y="60086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1" name="02_predicted_pose_4580">
            <a:extLst>
              <a:ext uri="{FF2B5EF4-FFF2-40B4-BE49-F238E27FC236}">
                <a16:creationId xmlns:a16="http://schemas.microsoft.com/office/drawing/2014/main" id="{56AF001C-3B61-4392-B132-F119E7B8D83E}"/>
              </a:ext>
            </a:extLst>
          </p:cNvPr>
          <p:cNvSpPr>
            <a:spLocks noGrp="1"/>
          </p:cNvSpPr>
          <p:nvPr/>
        </p:nvSpPr>
        <p:spPr>
          <a:xfrm>
            <a:off x="5307258" y="60793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2" name="02_predicted_pose_4581">
            <a:extLst>
              <a:ext uri="{FF2B5EF4-FFF2-40B4-BE49-F238E27FC236}">
                <a16:creationId xmlns:a16="http://schemas.microsoft.com/office/drawing/2014/main" id="{E53E09EF-DB9A-44F5-836C-339719A3094C}"/>
              </a:ext>
            </a:extLst>
          </p:cNvPr>
          <p:cNvSpPr>
            <a:spLocks noGrp="1"/>
          </p:cNvSpPr>
          <p:nvPr/>
        </p:nvSpPr>
        <p:spPr>
          <a:xfrm>
            <a:off x="5405700" y="59899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3" name="02_predicted_pose_4582">
            <a:extLst>
              <a:ext uri="{FF2B5EF4-FFF2-40B4-BE49-F238E27FC236}">
                <a16:creationId xmlns:a16="http://schemas.microsoft.com/office/drawing/2014/main" id="{648895F1-5734-4502-85BF-A653F48E2230}"/>
              </a:ext>
            </a:extLst>
          </p:cNvPr>
          <p:cNvSpPr>
            <a:spLocks noGrp="1"/>
          </p:cNvSpPr>
          <p:nvPr/>
        </p:nvSpPr>
        <p:spPr>
          <a:xfrm>
            <a:off x="5504141" y="61393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4" name="02_predicted_pose_4583">
            <a:extLst>
              <a:ext uri="{FF2B5EF4-FFF2-40B4-BE49-F238E27FC236}">
                <a16:creationId xmlns:a16="http://schemas.microsoft.com/office/drawing/2014/main" id="{9106D745-90C9-4498-9AEF-6E519E07DFDD}"/>
              </a:ext>
            </a:extLst>
          </p:cNvPr>
          <p:cNvSpPr>
            <a:spLocks noGrp="1"/>
          </p:cNvSpPr>
          <p:nvPr/>
        </p:nvSpPr>
        <p:spPr>
          <a:xfrm>
            <a:off x="5239079" y="59135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5" name="02_predicted_pose_4584">
            <a:extLst>
              <a:ext uri="{FF2B5EF4-FFF2-40B4-BE49-F238E27FC236}">
                <a16:creationId xmlns:a16="http://schemas.microsoft.com/office/drawing/2014/main" id="{64D0A328-B954-4982-8496-2DBA022FACCD}"/>
              </a:ext>
            </a:extLst>
          </p:cNvPr>
          <p:cNvSpPr>
            <a:spLocks noGrp="1"/>
          </p:cNvSpPr>
          <p:nvPr/>
        </p:nvSpPr>
        <p:spPr>
          <a:xfrm>
            <a:off x="5337521" y="60611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6" name="02_predicted_pose_4585">
            <a:extLst>
              <a:ext uri="{FF2B5EF4-FFF2-40B4-BE49-F238E27FC236}">
                <a16:creationId xmlns:a16="http://schemas.microsoft.com/office/drawing/2014/main" id="{10E5C0E8-F583-4A0C-BB1E-60AE84730370}"/>
              </a:ext>
            </a:extLst>
          </p:cNvPr>
          <p:cNvSpPr>
            <a:spLocks noGrp="1"/>
          </p:cNvSpPr>
          <p:nvPr/>
        </p:nvSpPr>
        <p:spPr>
          <a:xfrm>
            <a:off x="5435962" y="61128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7" name="02_predicted_pose_4586">
            <a:extLst>
              <a:ext uri="{FF2B5EF4-FFF2-40B4-BE49-F238E27FC236}">
                <a16:creationId xmlns:a16="http://schemas.microsoft.com/office/drawing/2014/main" id="{D3413A45-2F4C-4620-A1DE-F57E69076202}"/>
              </a:ext>
            </a:extLst>
          </p:cNvPr>
          <p:cNvSpPr>
            <a:spLocks noGrp="1"/>
          </p:cNvSpPr>
          <p:nvPr/>
        </p:nvSpPr>
        <p:spPr>
          <a:xfrm>
            <a:off x="5534402" y="58865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8" name="02_predicted_pose_4587">
            <a:extLst>
              <a:ext uri="{FF2B5EF4-FFF2-40B4-BE49-F238E27FC236}">
                <a16:creationId xmlns:a16="http://schemas.microsoft.com/office/drawing/2014/main" id="{D7EE46EA-36BF-463D-98D5-5A73FE83435E}"/>
              </a:ext>
            </a:extLst>
          </p:cNvPr>
          <p:cNvSpPr>
            <a:spLocks noGrp="1"/>
          </p:cNvSpPr>
          <p:nvPr/>
        </p:nvSpPr>
        <p:spPr>
          <a:xfrm>
            <a:off x="5390022" y="59784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89" name="02_predicted_pose_4588">
            <a:extLst>
              <a:ext uri="{FF2B5EF4-FFF2-40B4-BE49-F238E27FC236}">
                <a16:creationId xmlns:a16="http://schemas.microsoft.com/office/drawing/2014/main" id="{E7BD2220-762C-47C6-A5F8-DD4EE557BED2}"/>
              </a:ext>
            </a:extLst>
          </p:cNvPr>
          <p:cNvSpPr>
            <a:spLocks noGrp="1"/>
          </p:cNvSpPr>
          <p:nvPr/>
        </p:nvSpPr>
        <p:spPr>
          <a:xfrm>
            <a:off x="5488463" y="60105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0" name="02_predicted_pose_4589">
            <a:extLst>
              <a:ext uri="{FF2B5EF4-FFF2-40B4-BE49-F238E27FC236}">
                <a16:creationId xmlns:a16="http://schemas.microsoft.com/office/drawing/2014/main" id="{16A6BED3-8799-43B4-86A9-51E28CFB7680}"/>
              </a:ext>
            </a:extLst>
          </p:cNvPr>
          <p:cNvSpPr>
            <a:spLocks noGrp="1"/>
          </p:cNvSpPr>
          <p:nvPr/>
        </p:nvSpPr>
        <p:spPr>
          <a:xfrm>
            <a:off x="5586905" y="59883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1" name="02_predicted_pose_4590">
            <a:extLst>
              <a:ext uri="{FF2B5EF4-FFF2-40B4-BE49-F238E27FC236}">
                <a16:creationId xmlns:a16="http://schemas.microsoft.com/office/drawing/2014/main" id="{61DB0F30-5959-4F26-BE15-D994E51C0C07}"/>
              </a:ext>
            </a:extLst>
          </p:cNvPr>
          <p:cNvSpPr>
            <a:spLocks noGrp="1"/>
          </p:cNvSpPr>
          <p:nvPr/>
        </p:nvSpPr>
        <p:spPr>
          <a:xfrm>
            <a:off x="5321843" y="58964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2" name="02_predicted_pose_4591">
            <a:extLst>
              <a:ext uri="{FF2B5EF4-FFF2-40B4-BE49-F238E27FC236}">
                <a16:creationId xmlns:a16="http://schemas.microsoft.com/office/drawing/2014/main" id="{6FD7A6B3-8316-427F-8682-E2D6E57B1A58}"/>
              </a:ext>
            </a:extLst>
          </p:cNvPr>
          <p:cNvSpPr>
            <a:spLocks noGrp="1"/>
          </p:cNvSpPr>
          <p:nvPr/>
        </p:nvSpPr>
        <p:spPr>
          <a:xfrm>
            <a:off x="5420284" y="61120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3" name="02_predicted_pose_4592">
            <a:extLst>
              <a:ext uri="{FF2B5EF4-FFF2-40B4-BE49-F238E27FC236}">
                <a16:creationId xmlns:a16="http://schemas.microsoft.com/office/drawing/2014/main" id="{840D6AF2-9D91-4510-A68B-0FC5419FEC97}"/>
              </a:ext>
            </a:extLst>
          </p:cNvPr>
          <p:cNvSpPr>
            <a:spLocks noGrp="1"/>
          </p:cNvSpPr>
          <p:nvPr/>
        </p:nvSpPr>
        <p:spPr>
          <a:xfrm>
            <a:off x="5518724" y="58747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4" name="02_predicted_pose_4593">
            <a:extLst>
              <a:ext uri="{FF2B5EF4-FFF2-40B4-BE49-F238E27FC236}">
                <a16:creationId xmlns:a16="http://schemas.microsoft.com/office/drawing/2014/main" id="{D8F47577-66C7-42D6-B387-AD2B3D55EC62}"/>
              </a:ext>
            </a:extLst>
          </p:cNvPr>
          <p:cNvSpPr>
            <a:spLocks noGrp="1"/>
          </p:cNvSpPr>
          <p:nvPr/>
        </p:nvSpPr>
        <p:spPr>
          <a:xfrm>
            <a:off x="5253663" y="5985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5" name="02_predicted_pose_4594">
            <a:extLst>
              <a:ext uri="{FF2B5EF4-FFF2-40B4-BE49-F238E27FC236}">
                <a16:creationId xmlns:a16="http://schemas.microsoft.com/office/drawing/2014/main" id="{892393B5-66DF-4A39-A614-3B83135B6A17}"/>
              </a:ext>
            </a:extLst>
          </p:cNvPr>
          <p:cNvSpPr>
            <a:spLocks noGrp="1"/>
          </p:cNvSpPr>
          <p:nvPr/>
        </p:nvSpPr>
        <p:spPr>
          <a:xfrm>
            <a:off x="5352104" y="60818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6" name="02_predicted_pose_4595">
            <a:extLst>
              <a:ext uri="{FF2B5EF4-FFF2-40B4-BE49-F238E27FC236}">
                <a16:creationId xmlns:a16="http://schemas.microsoft.com/office/drawing/2014/main" id="{E9317664-ACD7-4110-B61F-657D3C0DDCBB}"/>
              </a:ext>
            </a:extLst>
          </p:cNvPr>
          <p:cNvSpPr>
            <a:spLocks noGrp="1"/>
          </p:cNvSpPr>
          <p:nvPr/>
        </p:nvSpPr>
        <p:spPr>
          <a:xfrm>
            <a:off x="5450545" y="60414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7" name="02_predicted_pose_4596">
            <a:extLst>
              <a:ext uri="{FF2B5EF4-FFF2-40B4-BE49-F238E27FC236}">
                <a16:creationId xmlns:a16="http://schemas.microsoft.com/office/drawing/2014/main" id="{19C83D5C-EC92-4421-BFDE-82E65C3988B7}"/>
              </a:ext>
            </a:extLst>
          </p:cNvPr>
          <p:cNvSpPr>
            <a:spLocks noGrp="1"/>
          </p:cNvSpPr>
          <p:nvPr/>
        </p:nvSpPr>
        <p:spPr>
          <a:xfrm>
            <a:off x="5548986" y="61175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8" name="02_predicted_pose_4597">
            <a:extLst>
              <a:ext uri="{FF2B5EF4-FFF2-40B4-BE49-F238E27FC236}">
                <a16:creationId xmlns:a16="http://schemas.microsoft.com/office/drawing/2014/main" id="{1CAB4345-998F-45F1-971C-ABABF02A503B}"/>
              </a:ext>
            </a:extLst>
          </p:cNvPr>
          <p:cNvSpPr>
            <a:spLocks noGrp="1"/>
          </p:cNvSpPr>
          <p:nvPr/>
        </p:nvSpPr>
        <p:spPr>
          <a:xfrm>
            <a:off x="5404606" y="592050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99" name="02_predicted_pose_4598">
            <a:extLst>
              <a:ext uri="{FF2B5EF4-FFF2-40B4-BE49-F238E27FC236}">
                <a16:creationId xmlns:a16="http://schemas.microsoft.com/office/drawing/2014/main" id="{2DEB5303-E4F6-479E-B6A8-89D70425A577}"/>
              </a:ext>
            </a:extLst>
          </p:cNvPr>
          <p:cNvSpPr>
            <a:spLocks noGrp="1"/>
          </p:cNvSpPr>
          <p:nvPr/>
        </p:nvSpPr>
        <p:spPr>
          <a:xfrm>
            <a:off x="5503048" y="59167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0" name="02_predicted_pose_4599">
            <a:extLst>
              <a:ext uri="{FF2B5EF4-FFF2-40B4-BE49-F238E27FC236}">
                <a16:creationId xmlns:a16="http://schemas.microsoft.com/office/drawing/2014/main" id="{54096DEC-FB6F-4EAF-BF1E-2A3868F71475}"/>
              </a:ext>
            </a:extLst>
          </p:cNvPr>
          <p:cNvSpPr>
            <a:spLocks noGrp="1"/>
          </p:cNvSpPr>
          <p:nvPr/>
        </p:nvSpPr>
        <p:spPr>
          <a:xfrm>
            <a:off x="5237986" y="59708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1" name="02_predicted_pose_4600">
            <a:extLst>
              <a:ext uri="{FF2B5EF4-FFF2-40B4-BE49-F238E27FC236}">
                <a16:creationId xmlns:a16="http://schemas.microsoft.com/office/drawing/2014/main" id="{46256D01-C76F-44DB-9B31-B95C48217D50}"/>
              </a:ext>
            </a:extLst>
          </p:cNvPr>
          <p:cNvSpPr>
            <a:spLocks noGrp="1"/>
          </p:cNvSpPr>
          <p:nvPr/>
        </p:nvSpPr>
        <p:spPr>
          <a:xfrm>
            <a:off x="5336427" y="59417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2" name="02_predicted_pose_4601">
            <a:extLst>
              <a:ext uri="{FF2B5EF4-FFF2-40B4-BE49-F238E27FC236}">
                <a16:creationId xmlns:a16="http://schemas.microsoft.com/office/drawing/2014/main" id="{D323C373-0D3D-45E5-B598-0C8229A350FF}"/>
              </a:ext>
            </a:extLst>
          </p:cNvPr>
          <p:cNvSpPr>
            <a:spLocks noGrp="1"/>
          </p:cNvSpPr>
          <p:nvPr/>
        </p:nvSpPr>
        <p:spPr>
          <a:xfrm>
            <a:off x="5434867" y="62010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3" name="02_predicted_pose_4602">
            <a:extLst>
              <a:ext uri="{FF2B5EF4-FFF2-40B4-BE49-F238E27FC236}">
                <a16:creationId xmlns:a16="http://schemas.microsoft.com/office/drawing/2014/main" id="{4651E653-35AE-4A3D-8EB8-6F474D9044CF}"/>
              </a:ext>
            </a:extLst>
          </p:cNvPr>
          <p:cNvSpPr>
            <a:spLocks noGrp="1"/>
          </p:cNvSpPr>
          <p:nvPr/>
        </p:nvSpPr>
        <p:spPr>
          <a:xfrm>
            <a:off x="5533309" y="60990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4" name="02_predicted_pose_4603">
            <a:extLst>
              <a:ext uri="{FF2B5EF4-FFF2-40B4-BE49-F238E27FC236}">
                <a16:creationId xmlns:a16="http://schemas.microsoft.com/office/drawing/2014/main" id="{BFD593F1-AA49-4F0D-A184-367FD71B22DC}"/>
              </a:ext>
            </a:extLst>
          </p:cNvPr>
          <p:cNvSpPr>
            <a:spLocks noGrp="1"/>
          </p:cNvSpPr>
          <p:nvPr/>
        </p:nvSpPr>
        <p:spPr>
          <a:xfrm>
            <a:off x="5268247" y="58647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5" name="02_predicted_pose_4604">
            <a:extLst>
              <a:ext uri="{FF2B5EF4-FFF2-40B4-BE49-F238E27FC236}">
                <a16:creationId xmlns:a16="http://schemas.microsoft.com/office/drawing/2014/main" id="{F19E4E72-FF32-4BC1-9CB1-07F33BC87624}"/>
              </a:ext>
            </a:extLst>
          </p:cNvPr>
          <p:cNvSpPr>
            <a:spLocks noGrp="1"/>
          </p:cNvSpPr>
          <p:nvPr/>
        </p:nvSpPr>
        <p:spPr>
          <a:xfrm>
            <a:off x="5366688" y="60742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6" name="02_predicted_pose_4605">
            <a:extLst>
              <a:ext uri="{FF2B5EF4-FFF2-40B4-BE49-F238E27FC236}">
                <a16:creationId xmlns:a16="http://schemas.microsoft.com/office/drawing/2014/main" id="{D49FA961-F5A9-4789-ADEB-B2A8C3B24813}"/>
              </a:ext>
            </a:extLst>
          </p:cNvPr>
          <p:cNvSpPr>
            <a:spLocks noGrp="1"/>
          </p:cNvSpPr>
          <p:nvPr/>
        </p:nvSpPr>
        <p:spPr>
          <a:xfrm>
            <a:off x="5465129" y="59473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7" name="02_predicted_pose_4606">
            <a:extLst>
              <a:ext uri="{FF2B5EF4-FFF2-40B4-BE49-F238E27FC236}">
                <a16:creationId xmlns:a16="http://schemas.microsoft.com/office/drawing/2014/main" id="{14D3832E-CD49-4361-8AD2-F52EB031C66A}"/>
              </a:ext>
            </a:extLst>
          </p:cNvPr>
          <p:cNvSpPr>
            <a:spLocks noGrp="1"/>
          </p:cNvSpPr>
          <p:nvPr/>
        </p:nvSpPr>
        <p:spPr>
          <a:xfrm>
            <a:off x="5563570" y="58599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8" name="02_predicted_pose_4607">
            <a:extLst>
              <a:ext uri="{FF2B5EF4-FFF2-40B4-BE49-F238E27FC236}">
                <a16:creationId xmlns:a16="http://schemas.microsoft.com/office/drawing/2014/main" id="{B6A83FFE-DEFE-4B63-AA5A-16CBF72795D6}"/>
              </a:ext>
            </a:extLst>
          </p:cNvPr>
          <p:cNvSpPr>
            <a:spLocks noGrp="1"/>
          </p:cNvSpPr>
          <p:nvPr/>
        </p:nvSpPr>
        <p:spPr>
          <a:xfrm>
            <a:off x="5419189" y="60682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09" name="02_predicted_pose_4608">
            <a:extLst>
              <a:ext uri="{FF2B5EF4-FFF2-40B4-BE49-F238E27FC236}">
                <a16:creationId xmlns:a16="http://schemas.microsoft.com/office/drawing/2014/main" id="{1E998A6B-C9A3-400E-974F-E0818248E5FB}"/>
              </a:ext>
            </a:extLst>
          </p:cNvPr>
          <p:cNvSpPr>
            <a:spLocks noGrp="1"/>
          </p:cNvSpPr>
          <p:nvPr/>
        </p:nvSpPr>
        <p:spPr>
          <a:xfrm>
            <a:off x="5517631" y="598953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0" name="02_predicted_pose_4609">
            <a:extLst>
              <a:ext uri="{FF2B5EF4-FFF2-40B4-BE49-F238E27FC236}">
                <a16:creationId xmlns:a16="http://schemas.microsoft.com/office/drawing/2014/main" id="{43BAA83C-ED2E-4D95-93CD-7B264C265A5F}"/>
              </a:ext>
            </a:extLst>
          </p:cNvPr>
          <p:cNvSpPr>
            <a:spLocks noGrp="1"/>
          </p:cNvSpPr>
          <p:nvPr/>
        </p:nvSpPr>
        <p:spPr>
          <a:xfrm>
            <a:off x="5252570" y="61068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1" name="02_predicted_pose_4610">
            <a:extLst>
              <a:ext uri="{FF2B5EF4-FFF2-40B4-BE49-F238E27FC236}">
                <a16:creationId xmlns:a16="http://schemas.microsoft.com/office/drawing/2014/main" id="{0CF400FD-D9D8-454C-B358-F1A713548832}"/>
              </a:ext>
            </a:extLst>
          </p:cNvPr>
          <p:cNvSpPr>
            <a:spLocks noGrp="1"/>
          </p:cNvSpPr>
          <p:nvPr/>
        </p:nvSpPr>
        <p:spPr>
          <a:xfrm>
            <a:off x="5351010" y="60878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2" name="02_predicted_pose_4611">
            <a:extLst>
              <a:ext uri="{FF2B5EF4-FFF2-40B4-BE49-F238E27FC236}">
                <a16:creationId xmlns:a16="http://schemas.microsoft.com/office/drawing/2014/main" id="{A8FCCB3E-71DB-479C-A609-2C3761989C75}"/>
              </a:ext>
            </a:extLst>
          </p:cNvPr>
          <p:cNvSpPr>
            <a:spLocks noGrp="1"/>
          </p:cNvSpPr>
          <p:nvPr/>
        </p:nvSpPr>
        <p:spPr>
          <a:xfrm>
            <a:off x="5449451" y="59670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3" name="02_predicted_pose_4612">
            <a:extLst>
              <a:ext uri="{FF2B5EF4-FFF2-40B4-BE49-F238E27FC236}">
                <a16:creationId xmlns:a16="http://schemas.microsoft.com/office/drawing/2014/main" id="{86F7A282-5596-47CD-92F1-E1FA5C7888C8}"/>
              </a:ext>
            </a:extLst>
          </p:cNvPr>
          <p:cNvSpPr>
            <a:spLocks noGrp="1"/>
          </p:cNvSpPr>
          <p:nvPr/>
        </p:nvSpPr>
        <p:spPr>
          <a:xfrm>
            <a:off x="5547893" y="59440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4" name="02_predicted_pose_4613">
            <a:extLst>
              <a:ext uri="{FF2B5EF4-FFF2-40B4-BE49-F238E27FC236}">
                <a16:creationId xmlns:a16="http://schemas.microsoft.com/office/drawing/2014/main" id="{576CBD4D-7E21-44C8-A77E-17908217135C}"/>
              </a:ext>
            </a:extLst>
          </p:cNvPr>
          <p:cNvSpPr>
            <a:spLocks noGrp="1"/>
          </p:cNvSpPr>
          <p:nvPr/>
        </p:nvSpPr>
        <p:spPr>
          <a:xfrm>
            <a:off x="5282831" y="61215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5" name="02_predicted_pose_4614">
            <a:extLst>
              <a:ext uri="{FF2B5EF4-FFF2-40B4-BE49-F238E27FC236}">
                <a16:creationId xmlns:a16="http://schemas.microsoft.com/office/drawing/2014/main" id="{596ACB93-17B6-40CE-A274-570AD93397FC}"/>
              </a:ext>
            </a:extLst>
          </p:cNvPr>
          <p:cNvSpPr>
            <a:spLocks noGrp="1"/>
          </p:cNvSpPr>
          <p:nvPr/>
        </p:nvSpPr>
        <p:spPr>
          <a:xfrm>
            <a:off x="5381272" y="60736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6" name="02_predicted_pose_4615">
            <a:extLst>
              <a:ext uri="{FF2B5EF4-FFF2-40B4-BE49-F238E27FC236}">
                <a16:creationId xmlns:a16="http://schemas.microsoft.com/office/drawing/2014/main" id="{71CC0FA8-45D6-4C80-B508-D23147D7A2C7}"/>
              </a:ext>
            </a:extLst>
          </p:cNvPr>
          <p:cNvSpPr>
            <a:spLocks noGrp="1"/>
          </p:cNvSpPr>
          <p:nvPr/>
        </p:nvSpPr>
        <p:spPr>
          <a:xfrm>
            <a:off x="5479713" y="59263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7" name="02_predicted_pose_4616">
            <a:extLst>
              <a:ext uri="{FF2B5EF4-FFF2-40B4-BE49-F238E27FC236}">
                <a16:creationId xmlns:a16="http://schemas.microsoft.com/office/drawing/2014/main" id="{197ED5EB-CFF8-4D62-A464-EFDC60E9A39C}"/>
              </a:ext>
            </a:extLst>
          </p:cNvPr>
          <p:cNvSpPr>
            <a:spLocks noGrp="1"/>
          </p:cNvSpPr>
          <p:nvPr/>
        </p:nvSpPr>
        <p:spPr>
          <a:xfrm>
            <a:off x="5578154" y="61926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8" name="02_predicted_pose_4617">
            <a:extLst>
              <a:ext uri="{FF2B5EF4-FFF2-40B4-BE49-F238E27FC236}">
                <a16:creationId xmlns:a16="http://schemas.microsoft.com/office/drawing/2014/main" id="{E26A3172-FC4D-4C60-8E1A-5DD2CBCAF48D}"/>
              </a:ext>
            </a:extLst>
          </p:cNvPr>
          <p:cNvSpPr>
            <a:spLocks noGrp="1"/>
          </p:cNvSpPr>
          <p:nvPr/>
        </p:nvSpPr>
        <p:spPr>
          <a:xfrm>
            <a:off x="5532215" y="58671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19" name="02_predicted_pose_4618">
            <a:extLst>
              <a:ext uri="{FF2B5EF4-FFF2-40B4-BE49-F238E27FC236}">
                <a16:creationId xmlns:a16="http://schemas.microsoft.com/office/drawing/2014/main" id="{BE22EDA4-8E1B-4E7A-AC19-7C2D2DBBC9B9}"/>
              </a:ext>
            </a:extLst>
          </p:cNvPr>
          <p:cNvSpPr>
            <a:spLocks noGrp="1"/>
          </p:cNvSpPr>
          <p:nvPr/>
        </p:nvSpPr>
        <p:spPr>
          <a:xfrm>
            <a:off x="5267153" y="60480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0" name="02_predicted_pose_4619">
            <a:extLst>
              <a:ext uri="{FF2B5EF4-FFF2-40B4-BE49-F238E27FC236}">
                <a16:creationId xmlns:a16="http://schemas.microsoft.com/office/drawing/2014/main" id="{86152146-4BA4-4D20-992E-7895F3744CCE}"/>
              </a:ext>
            </a:extLst>
          </p:cNvPr>
          <p:cNvSpPr>
            <a:spLocks noGrp="1"/>
          </p:cNvSpPr>
          <p:nvPr/>
        </p:nvSpPr>
        <p:spPr>
          <a:xfrm>
            <a:off x="5365594" y="59263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1" name="02_predicted_pose_4620">
            <a:extLst>
              <a:ext uri="{FF2B5EF4-FFF2-40B4-BE49-F238E27FC236}">
                <a16:creationId xmlns:a16="http://schemas.microsoft.com/office/drawing/2014/main" id="{AB49FF6A-043B-4FFA-A9C3-5738007FDE2A}"/>
              </a:ext>
            </a:extLst>
          </p:cNvPr>
          <p:cNvSpPr>
            <a:spLocks noGrp="1"/>
          </p:cNvSpPr>
          <p:nvPr/>
        </p:nvSpPr>
        <p:spPr>
          <a:xfrm>
            <a:off x="5464036" y="59242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2" name="02_predicted_pose_4621">
            <a:extLst>
              <a:ext uri="{FF2B5EF4-FFF2-40B4-BE49-F238E27FC236}">
                <a16:creationId xmlns:a16="http://schemas.microsoft.com/office/drawing/2014/main" id="{F997F1FB-954F-4B9E-9286-DB6D5B017899}"/>
              </a:ext>
            </a:extLst>
          </p:cNvPr>
          <p:cNvSpPr>
            <a:spLocks noGrp="1"/>
          </p:cNvSpPr>
          <p:nvPr/>
        </p:nvSpPr>
        <p:spPr>
          <a:xfrm>
            <a:off x="5562476" y="59263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3" name="02_predicted_pose_4622">
            <a:extLst>
              <a:ext uri="{FF2B5EF4-FFF2-40B4-BE49-F238E27FC236}">
                <a16:creationId xmlns:a16="http://schemas.microsoft.com/office/drawing/2014/main" id="{C1D865AC-96A0-4DF9-A202-6BBBB4DE6E21}"/>
              </a:ext>
            </a:extLst>
          </p:cNvPr>
          <p:cNvSpPr>
            <a:spLocks noGrp="1"/>
          </p:cNvSpPr>
          <p:nvPr/>
        </p:nvSpPr>
        <p:spPr>
          <a:xfrm>
            <a:off x="5297415" y="59618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4" name="02_predicted_pose_4623">
            <a:extLst>
              <a:ext uri="{FF2B5EF4-FFF2-40B4-BE49-F238E27FC236}">
                <a16:creationId xmlns:a16="http://schemas.microsoft.com/office/drawing/2014/main" id="{BD3AB802-C7BE-4805-A69B-11DB297EBF6A}"/>
              </a:ext>
            </a:extLst>
          </p:cNvPr>
          <p:cNvSpPr>
            <a:spLocks noGrp="1"/>
          </p:cNvSpPr>
          <p:nvPr/>
        </p:nvSpPr>
        <p:spPr>
          <a:xfrm>
            <a:off x="5395855" y="59142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5" name="02_predicted_pose_4624">
            <a:extLst>
              <a:ext uri="{FF2B5EF4-FFF2-40B4-BE49-F238E27FC236}">
                <a16:creationId xmlns:a16="http://schemas.microsoft.com/office/drawing/2014/main" id="{DC89CC5B-B0EC-4FA8-A88F-F952EAEC0F73}"/>
              </a:ext>
            </a:extLst>
          </p:cNvPr>
          <p:cNvSpPr>
            <a:spLocks noGrp="1"/>
          </p:cNvSpPr>
          <p:nvPr/>
        </p:nvSpPr>
        <p:spPr>
          <a:xfrm>
            <a:off x="5494297" y="61242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6" name="02_predicted_pose_4625">
            <a:extLst>
              <a:ext uri="{FF2B5EF4-FFF2-40B4-BE49-F238E27FC236}">
                <a16:creationId xmlns:a16="http://schemas.microsoft.com/office/drawing/2014/main" id="{D1860D0A-998F-47C3-A079-41122235AE90}"/>
              </a:ext>
            </a:extLst>
          </p:cNvPr>
          <p:cNvSpPr>
            <a:spLocks noGrp="1"/>
          </p:cNvSpPr>
          <p:nvPr/>
        </p:nvSpPr>
        <p:spPr>
          <a:xfrm>
            <a:off x="5229235" y="59077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7" name="02_predicted_pose_4626">
            <a:extLst>
              <a:ext uri="{FF2B5EF4-FFF2-40B4-BE49-F238E27FC236}">
                <a16:creationId xmlns:a16="http://schemas.microsoft.com/office/drawing/2014/main" id="{0471BFC1-0563-433C-A8AD-B2C8EB422542}"/>
              </a:ext>
            </a:extLst>
          </p:cNvPr>
          <p:cNvSpPr>
            <a:spLocks noGrp="1"/>
          </p:cNvSpPr>
          <p:nvPr/>
        </p:nvSpPr>
        <p:spPr>
          <a:xfrm>
            <a:off x="5448358" y="60320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8" name="02_predicted_pose_4627">
            <a:extLst>
              <a:ext uri="{FF2B5EF4-FFF2-40B4-BE49-F238E27FC236}">
                <a16:creationId xmlns:a16="http://schemas.microsoft.com/office/drawing/2014/main" id="{16B8D71D-8F88-4FFC-A12E-D5F9D8B7CEA6}"/>
              </a:ext>
            </a:extLst>
          </p:cNvPr>
          <p:cNvSpPr>
            <a:spLocks noGrp="1"/>
          </p:cNvSpPr>
          <p:nvPr/>
        </p:nvSpPr>
        <p:spPr>
          <a:xfrm>
            <a:off x="5546798" y="59619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29" name="02_predicted_pose_4628">
            <a:extLst>
              <a:ext uri="{FF2B5EF4-FFF2-40B4-BE49-F238E27FC236}">
                <a16:creationId xmlns:a16="http://schemas.microsoft.com/office/drawing/2014/main" id="{C9245C45-D1F1-48F7-A89E-8B7D558FC306}"/>
              </a:ext>
            </a:extLst>
          </p:cNvPr>
          <p:cNvSpPr>
            <a:spLocks noGrp="1"/>
          </p:cNvSpPr>
          <p:nvPr/>
        </p:nvSpPr>
        <p:spPr>
          <a:xfrm>
            <a:off x="5281737" y="61108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0" name="02_predicted_pose_4629">
            <a:extLst>
              <a:ext uri="{FF2B5EF4-FFF2-40B4-BE49-F238E27FC236}">
                <a16:creationId xmlns:a16="http://schemas.microsoft.com/office/drawing/2014/main" id="{EDBC11BF-456F-492F-ACB5-B3050F228557}"/>
              </a:ext>
            </a:extLst>
          </p:cNvPr>
          <p:cNvSpPr>
            <a:spLocks noGrp="1"/>
          </p:cNvSpPr>
          <p:nvPr/>
        </p:nvSpPr>
        <p:spPr>
          <a:xfrm>
            <a:off x="5380179" y="59509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1" name="02_predicted_pose_4630">
            <a:extLst>
              <a:ext uri="{FF2B5EF4-FFF2-40B4-BE49-F238E27FC236}">
                <a16:creationId xmlns:a16="http://schemas.microsoft.com/office/drawing/2014/main" id="{42E5162A-74E4-4861-86F3-B90A82BC6E90}"/>
              </a:ext>
            </a:extLst>
          </p:cNvPr>
          <p:cNvSpPr>
            <a:spLocks noGrp="1"/>
          </p:cNvSpPr>
          <p:nvPr/>
        </p:nvSpPr>
        <p:spPr>
          <a:xfrm>
            <a:off x="5478619" y="60561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2" name="02_predicted_pose_4631">
            <a:extLst>
              <a:ext uri="{FF2B5EF4-FFF2-40B4-BE49-F238E27FC236}">
                <a16:creationId xmlns:a16="http://schemas.microsoft.com/office/drawing/2014/main" id="{3EDD7CC3-CA27-4274-A8F0-DF07CE907E0E}"/>
              </a:ext>
            </a:extLst>
          </p:cNvPr>
          <p:cNvSpPr>
            <a:spLocks noGrp="1"/>
          </p:cNvSpPr>
          <p:nvPr/>
        </p:nvSpPr>
        <p:spPr>
          <a:xfrm>
            <a:off x="5577060" y="61003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3" name="02_predicted_pose_4632">
            <a:extLst>
              <a:ext uri="{FF2B5EF4-FFF2-40B4-BE49-F238E27FC236}">
                <a16:creationId xmlns:a16="http://schemas.microsoft.com/office/drawing/2014/main" id="{EE1002EF-D3F4-438A-9ADB-6C4B881F4D26}"/>
              </a:ext>
            </a:extLst>
          </p:cNvPr>
          <p:cNvSpPr>
            <a:spLocks noGrp="1"/>
          </p:cNvSpPr>
          <p:nvPr/>
        </p:nvSpPr>
        <p:spPr>
          <a:xfrm>
            <a:off x="5311998" y="59724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4" name="02_predicted_pose_4633">
            <a:extLst>
              <a:ext uri="{FF2B5EF4-FFF2-40B4-BE49-F238E27FC236}">
                <a16:creationId xmlns:a16="http://schemas.microsoft.com/office/drawing/2014/main" id="{B7FF1157-D50D-4066-B06E-5726BA1CFFEF}"/>
              </a:ext>
            </a:extLst>
          </p:cNvPr>
          <p:cNvSpPr>
            <a:spLocks noGrp="1"/>
          </p:cNvSpPr>
          <p:nvPr/>
        </p:nvSpPr>
        <p:spPr>
          <a:xfrm>
            <a:off x="5410440" y="61087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5" name="02_predicted_pose_4634">
            <a:extLst>
              <a:ext uri="{FF2B5EF4-FFF2-40B4-BE49-F238E27FC236}">
                <a16:creationId xmlns:a16="http://schemas.microsoft.com/office/drawing/2014/main" id="{2BFA6269-6286-4F96-B59D-D79E70E66EAD}"/>
              </a:ext>
            </a:extLst>
          </p:cNvPr>
          <p:cNvSpPr>
            <a:spLocks noGrp="1"/>
          </p:cNvSpPr>
          <p:nvPr/>
        </p:nvSpPr>
        <p:spPr>
          <a:xfrm>
            <a:off x="5372521" y="60982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6" name="02_predicted_pose_4635">
            <a:extLst>
              <a:ext uri="{FF2B5EF4-FFF2-40B4-BE49-F238E27FC236}">
                <a16:creationId xmlns:a16="http://schemas.microsoft.com/office/drawing/2014/main" id="{E140F8F4-0C1F-400B-ACFA-52081BCC842B}"/>
              </a:ext>
            </a:extLst>
          </p:cNvPr>
          <p:cNvSpPr>
            <a:spLocks noGrp="1"/>
          </p:cNvSpPr>
          <p:nvPr/>
        </p:nvSpPr>
        <p:spPr>
          <a:xfrm>
            <a:off x="5387106" y="60455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7" name="02_predicted_pose_4636">
            <a:extLst>
              <a:ext uri="{FF2B5EF4-FFF2-40B4-BE49-F238E27FC236}">
                <a16:creationId xmlns:a16="http://schemas.microsoft.com/office/drawing/2014/main" id="{F28E74B6-8FA9-4A5E-BAB4-38A5824C9781}"/>
              </a:ext>
            </a:extLst>
          </p:cNvPr>
          <p:cNvSpPr>
            <a:spLocks noGrp="1"/>
          </p:cNvSpPr>
          <p:nvPr/>
        </p:nvSpPr>
        <p:spPr>
          <a:xfrm>
            <a:off x="5363772" y="59074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8" name="02_predicted_pose_4637">
            <a:extLst>
              <a:ext uri="{FF2B5EF4-FFF2-40B4-BE49-F238E27FC236}">
                <a16:creationId xmlns:a16="http://schemas.microsoft.com/office/drawing/2014/main" id="{5F9886DE-E853-432A-85BE-9CFB9BCEC151}"/>
              </a:ext>
            </a:extLst>
          </p:cNvPr>
          <p:cNvSpPr>
            <a:spLocks noGrp="1"/>
          </p:cNvSpPr>
          <p:nvPr/>
        </p:nvSpPr>
        <p:spPr>
          <a:xfrm>
            <a:off x="5392939" y="58657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39" name="02_predicted_pose_4638">
            <a:extLst>
              <a:ext uri="{FF2B5EF4-FFF2-40B4-BE49-F238E27FC236}">
                <a16:creationId xmlns:a16="http://schemas.microsoft.com/office/drawing/2014/main" id="{7CC79E73-5A07-403F-954C-0F8B5858F86B}"/>
              </a:ext>
            </a:extLst>
          </p:cNvPr>
          <p:cNvSpPr>
            <a:spLocks noGrp="1"/>
          </p:cNvSpPr>
          <p:nvPr/>
        </p:nvSpPr>
        <p:spPr>
          <a:xfrm>
            <a:off x="5422107" y="60021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0" name="02_predicted_pose_4639">
            <a:extLst>
              <a:ext uri="{FF2B5EF4-FFF2-40B4-BE49-F238E27FC236}">
                <a16:creationId xmlns:a16="http://schemas.microsoft.com/office/drawing/2014/main" id="{1C9ACF49-0DD2-48FD-8023-DEB07980D1EE}"/>
              </a:ext>
            </a:extLst>
          </p:cNvPr>
          <p:cNvSpPr>
            <a:spLocks noGrp="1"/>
          </p:cNvSpPr>
          <p:nvPr/>
        </p:nvSpPr>
        <p:spPr>
          <a:xfrm>
            <a:off x="5403513" y="60320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1" name="02_predicted_pose_4640">
            <a:extLst>
              <a:ext uri="{FF2B5EF4-FFF2-40B4-BE49-F238E27FC236}">
                <a16:creationId xmlns:a16="http://schemas.microsoft.com/office/drawing/2014/main" id="{7EB3BF5E-F0D0-45A4-B850-FAACE5BB3CB6}"/>
              </a:ext>
            </a:extLst>
          </p:cNvPr>
          <p:cNvSpPr>
            <a:spLocks noGrp="1"/>
          </p:cNvSpPr>
          <p:nvPr/>
        </p:nvSpPr>
        <p:spPr>
          <a:xfrm>
            <a:off x="5236892" y="61337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2" name="02_predicted_pose_4641">
            <a:extLst>
              <a:ext uri="{FF2B5EF4-FFF2-40B4-BE49-F238E27FC236}">
                <a16:creationId xmlns:a16="http://schemas.microsoft.com/office/drawing/2014/main" id="{6FEAF442-C71D-4628-97DE-2FD442139B9B}"/>
              </a:ext>
            </a:extLst>
          </p:cNvPr>
          <p:cNvSpPr>
            <a:spLocks noGrp="1"/>
          </p:cNvSpPr>
          <p:nvPr/>
        </p:nvSpPr>
        <p:spPr>
          <a:xfrm>
            <a:off x="5433774" y="61043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3" name="02_predicted_pose_4642">
            <a:extLst>
              <a:ext uri="{FF2B5EF4-FFF2-40B4-BE49-F238E27FC236}">
                <a16:creationId xmlns:a16="http://schemas.microsoft.com/office/drawing/2014/main" id="{20EB4E9E-E02F-4F24-BF57-6781DB022058}"/>
              </a:ext>
            </a:extLst>
          </p:cNvPr>
          <p:cNvSpPr>
            <a:spLocks noGrp="1"/>
          </p:cNvSpPr>
          <p:nvPr/>
        </p:nvSpPr>
        <p:spPr>
          <a:xfrm>
            <a:off x="5267153" y="60869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4" name="02_predicted_pose_4643">
            <a:extLst>
              <a:ext uri="{FF2B5EF4-FFF2-40B4-BE49-F238E27FC236}">
                <a16:creationId xmlns:a16="http://schemas.microsoft.com/office/drawing/2014/main" id="{4395998A-8235-4F31-B621-09A7E18215F7}"/>
              </a:ext>
            </a:extLst>
          </p:cNvPr>
          <p:cNvSpPr>
            <a:spLocks noGrp="1"/>
          </p:cNvSpPr>
          <p:nvPr/>
        </p:nvSpPr>
        <p:spPr>
          <a:xfrm>
            <a:off x="5412991" y="62056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5" name="02_predicted_pose_4644">
            <a:extLst>
              <a:ext uri="{FF2B5EF4-FFF2-40B4-BE49-F238E27FC236}">
                <a16:creationId xmlns:a16="http://schemas.microsoft.com/office/drawing/2014/main" id="{63E71E37-8C63-4FDD-9FAB-1B04FA7A59C1}"/>
              </a:ext>
            </a:extLst>
          </p:cNvPr>
          <p:cNvSpPr>
            <a:spLocks noGrp="1"/>
          </p:cNvSpPr>
          <p:nvPr/>
        </p:nvSpPr>
        <p:spPr>
          <a:xfrm>
            <a:off x="5427576" y="58940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6" name="02_predicted_pose_4645">
            <a:extLst>
              <a:ext uri="{FF2B5EF4-FFF2-40B4-BE49-F238E27FC236}">
                <a16:creationId xmlns:a16="http://schemas.microsoft.com/office/drawing/2014/main" id="{A78EBCE8-6460-41BD-8EBA-54B0B3D50E8E}"/>
              </a:ext>
            </a:extLst>
          </p:cNvPr>
          <p:cNvSpPr>
            <a:spLocks noGrp="1"/>
          </p:cNvSpPr>
          <p:nvPr/>
        </p:nvSpPr>
        <p:spPr>
          <a:xfrm>
            <a:off x="5471327" y="61962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7" name="02_predicted_pose_4646">
            <a:extLst>
              <a:ext uri="{FF2B5EF4-FFF2-40B4-BE49-F238E27FC236}">
                <a16:creationId xmlns:a16="http://schemas.microsoft.com/office/drawing/2014/main" id="{A3C2DA56-12C8-4093-B36F-7CCE9BDED178}"/>
              </a:ext>
            </a:extLst>
          </p:cNvPr>
          <p:cNvSpPr>
            <a:spLocks noGrp="1"/>
          </p:cNvSpPr>
          <p:nvPr/>
        </p:nvSpPr>
        <p:spPr>
          <a:xfrm>
            <a:off x="5485911" y="57878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8" name="02_predicted_pose_4647">
            <a:extLst>
              <a:ext uri="{FF2B5EF4-FFF2-40B4-BE49-F238E27FC236}">
                <a16:creationId xmlns:a16="http://schemas.microsoft.com/office/drawing/2014/main" id="{4F7FC5EF-62B2-4379-919E-57F6AD7F91FE}"/>
              </a:ext>
            </a:extLst>
          </p:cNvPr>
          <p:cNvSpPr>
            <a:spLocks noGrp="1"/>
          </p:cNvSpPr>
          <p:nvPr/>
        </p:nvSpPr>
        <p:spPr>
          <a:xfrm>
            <a:off x="5529662" y="58562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49" name="02_predicted_pose_4648">
            <a:extLst>
              <a:ext uri="{FF2B5EF4-FFF2-40B4-BE49-F238E27FC236}">
                <a16:creationId xmlns:a16="http://schemas.microsoft.com/office/drawing/2014/main" id="{932D22C1-6DE1-49A2-B779-22A94C56CA58}"/>
              </a:ext>
            </a:extLst>
          </p:cNvPr>
          <p:cNvSpPr>
            <a:spLocks noGrp="1"/>
          </p:cNvSpPr>
          <p:nvPr/>
        </p:nvSpPr>
        <p:spPr>
          <a:xfrm>
            <a:off x="5544247" y="61706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0" name="02_predicted_pose_4649">
            <a:extLst>
              <a:ext uri="{FF2B5EF4-FFF2-40B4-BE49-F238E27FC236}">
                <a16:creationId xmlns:a16="http://schemas.microsoft.com/office/drawing/2014/main" id="{615F4FA9-6A9B-473B-B69D-26F13875B2A7}"/>
              </a:ext>
            </a:extLst>
          </p:cNvPr>
          <p:cNvSpPr>
            <a:spLocks noGrp="1"/>
          </p:cNvSpPr>
          <p:nvPr/>
        </p:nvSpPr>
        <p:spPr>
          <a:xfrm>
            <a:off x="5260591" y="62333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1" name="02_predicted_pose_4650">
            <a:extLst>
              <a:ext uri="{FF2B5EF4-FFF2-40B4-BE49-F238E27FC236}">
                <a16:creationId xmlns:a16="http://schemas.microsoft.com/office/drawing/2014/main" id="{5E334BFC-0A1E-4B83-965B-1D09DC9202B8}"/>
              </a:ext>
            </a:extLst>
          </p:cNvPr>
          <p:cNvSpPr>
            <a:spLocks noGrp="1"/>
          </p:cNvSpPr>
          <p:nvPr/>
        </p:nvSpPr>
        <p:spPr>
          <a:xfrm>
            <a:off x="5359032" y="61344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2" name="02_predicted_pose_4651">
            <a:extLst>
              <a:ext uri="{FF2B5EF4-FFF2-40B4-BE49-F238E27FC236}">
                <a16:creationId xmlns:a16="http://schemas.microsoft.com/office/drawing/2014/main" id="{06646622-4FD2-46FC-BCF8-4ED79369CF5C}"/>
              </a:ext>
            </a:extLst>
          </p:cNvPr>
          <p:cNvSpPr>
            <a:spLocks noGrp="1"/>
          </p:cNvSpPr>
          <p:nvPr/>
        </p:nvSpPr>
        <p:spPr>
          <a:xfrm>
            <a:off x="5290852" y="56636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3" name="02_predicted_pose_4652">
            <a:extLst>
              <a:ext uri="{FF2B5EF4-FFF2-40B4-BE49-F238E27FC236}">
                <a16:creationId xmlns:a16="http://schemas.microsoft.com/office/drawing/2014/main" id="{2E64C812-5026-410C-B3B5-D4A07D505E4F}"/>
              </a:ext>
            </a:extLst>
          </p:cNvPr>
          <p:cNvSpPr>
            <a:spLocks noGrp="1"/>
          </p:cNvSpPr>
          <p:nvPr/>
        </p:nvSpPr>
        <p:spPr>
          <a:xfrm>
            <a:off x="5389293" y="59199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4" name="02_predicted_pose_4653">
            <a:extLst>
              <a:ext uri="{FF2B5EF4-FFF2-40B4-BE49-F238E27FC236}">
                <a16:creationId xmlns:a16="http://schemas.microsoft.com/office/drawing/2014/main" id="{05CA0CF9-482E-49D9-8227-A36C3D33C697}"/>
              </a:ext>
            </a:extLst>
          </p:cNvPr>
          <p:cNvSpPr>
            <a:spLocks noGrp="1"/>
          </p:cNvSpPr>
          <p:nvPr/>
        </p:nvSpPr>
        <p:spPr>
          <a:xfrm>
            <a:off x="5441430" y="57622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5" name="02_predicted_pose_4654">
            <a:extLst>
              <a:ext uri="{FF2B5EF4-FFF2-40B4-BE49-F238E27FC236}">
                <a16:creationId xmlns:a16="http://schemas.microsoft.com/office/drawing/2014/main" id="{4D28BF33-D7A3-4F9D-97BA-BCE53C042274}"/>
              </a:ext>
            </a:extLst>
          </p:cNvPr>
          <p:cNvSpPr>
            <a:spLocks noGrp="1"/>
          </p:cNvSpPr>
          <p:nvPr/>
        </p:nvSpPr>
        <p:spPr>
          <a:xfrm>
            <a:off x="5269341" y="58107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6" name="02_predicted_pose_4655">
            <a:extLst>
              <a:ext uri="{FF2B5EF4-FFF2-40B4-BE49-F238E27FC236}">
                <a16:creationId xmlns:a16="http://schemas.microsoft.com/office/drawing/2014/main" id="{EB22FE16-170D-4FE6-8745-E7E711440EDF}"/>
              </a:ext>
            </a:extLst>
          </p:cNvPr>
          <p:cNvSpPr>
            <a:spLocks noGrp="1"/>
          </p:cNvSpPr>
          <p:nvPr/>
        </p:nvSpPr>
        <p:spPr>
          <a:xfrm>
            <a:off x="5537684" y="57231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7" name="02_predicted_pose_4656">
            <a:extLst>
              <a:ext uri="{FF2B5EF4-FFF2-40B4-BE49-F238E27FC236}">
                <a16:creationId xmlns:a16="http://schemas.microsoft.com/office/drawing/2014/main" id="{F7EFE04D-D801-4CA1-A944-35863E907FD3}"/>
              </a:ext>
            </a:extLst>
          </p:cNvPr>
          <p:cNvSpPr>
            <a:spLocks noGrp="1"/>
          </p:cNvSpPr>
          <p:nvPr/>
        </p:nvSpPr>
        <p:spPr>
          <a:xfrm>
            <a:off x="5404606" y="60597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8" name="02_predicted_pose_4657">
            <a:extLst>
              <a:ext uri="{FF2B5EF4-FFF2-40B4-BE49-F238E27FC236}">
                <a16:creationId xmlns:a16="http://schemas.microsoft.com/office/drawing/2014/main" id="{AD68F3FD-79C8-4E1A-82A6-C24D50E7E1DB}"/>
              </a:ext>
            </a:extLst>
          </p:cNvPr>
          <p:cNvSpPr>
            <a:spLocks noGrp="1"/>
          </p:cNvSpPr>
          <p:nvPr/>
        </p:nvSpPr>
        <p:spPr>
          <a:xfrm>
            <a:off x="5275904" y="59382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59" name="02_predicted_pose_4658">
            <a:extLst>
              <a:ext uri="{FF2B5EF4-FFF2-40B4-BE49-F238E27FC236}">
                <a16:creationId xmlns:a16="http://schemas.microsoft.com/office/drawing/2014/main" id="{80A877E9-3250-4A0B-8A90-D95462CC9CD9}"/>
              </a:ext>
            </a:extLst>
          </p:cNvPr>
          <p:cNvSpPr>
            <a:spLocks noGrp="1"/>
          </p:cNvSpPr>
          <p:nvPr/>
        </p:nvSpPr>
        <p:spPr>
          <a:xfrm>
            <a:off x="5319656" y="58449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0" name="02_predicted_pose_4659">
            <a:extLst>
              <a:ext uri="{FF2B5EF4-FFF2-40B4-BE49-F238E27FC236}">
                <a16:creationId xmlns:a16="http://schemas.microsoft.com/office/drawing/2014/main" id="{AE079095-E6C9-473E-96E2-57989BE7D977}"/>
              </a:ext>
            </a:extLst>
          </p:cNvPr>
          <p:cNvSpPr>
            <a:spLocks noGrp="1"/>
          </p:cNvSpPr>
          <p:nvPr/>
        </p:nvSpPr>
        <p:spPr>
          <a:xfrm>
            <a:off x="5363406" y="62645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1" name="02_predicted_pose_4660">
            <a:extLst>
              <a:ext uri="{FF2B5EF4-FFF2-40B4-BE49-F238E27FC236}">
                <a16:creationId xmlns:a16="http://schemas.microsoft.com/office/drawing/2014/main" id="{A7F3D5F3-F8FB-4839-901E-10DC5F00FD57}"/>
              </a:ext>
            </a:extLst>
          </p:cNvPr>
          <p:cNvSpPr>
            <a:spLocks noGrp="1"/>
          </p:cNvSpPr>
          <p:nvPr/>
        </p:nvSpPr>
        <p:spPr>
          <a:xfrm>
            <a:off x="5547893" y="58116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2" name="02_predicted_pose_4661">
            <a:extLst>
              <a:ext uri="{FF2B5EF4-FFF2-40B4-BE49-F238E27FC236}">
                <a16:creationId xmlns:a16="http://schemas.microsoft.com/office/drawing/2014/main" id="{C7BA9C4F-4C93-4348-B1D8-E44D251D430E}"/>
              </a:ext>
            </a:extLst>
          </p:cNvPr>
          <p:cNvSpPr>
            <a:spLocks noGrp="1"/>
          </p:cNvSpPr>
          <p:nvPr/>
        </p:nvSpPr>
        <p:spPr>
          <a:xfrm>
            <a:off x="5228141" y="60297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3" name="02_predicted_pose_4662">
            <a:extLst>
              <a:ext uri="{FF2B5EF4-FFF2-40B4-BE49-F238E27FC236}">
                <a16:creationId xmlns:a16="http://schemas.microsoft.com/office/drawing/2014/main" id="{B79F95A1-8ED5-4C25-9494-39F3BBEC6B44}"/>
              </a:ext>
            </a:extLst>
          </p:cNvPr>
          <p:cNvSpPr>
            <a:spLocks noGrp="1"/>
          </p:cNvSpPr>
          <p:nvPr/>
        </p:nvSpPr>
        <p:spPr>
          <a:xfrm>
            <a:off x="5450181" y="60408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4" name="02_predicted_pose_4663">
            <a:extLst>
              <a:ext uri="{FF2B5EF4-FFF2-40B4-BE49-F238E27FC236}">
                <a16:creationId xmlns:a16="http://schemas.microsoft.com/office/drawing/2014/main" id="{9D3DEF75-8002-4B10-9B05-9BFA34352040}"/>
              </a:ext>
            </a:extLst>
          </p:cNvPr>
          <p:cNvSpPr>
            <a:spLocks noGrp="1"/>
          </p:cNvSpPr>
          <p:nvPr/>
        </p:nvSpPr>
        <p:spPr>
          <a:xfrm>
            <a:off x="5548622" y="596136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5" name="02_predicted_pose_4664">
            <a:extLst>
              <a:ext uri="{FF2B5EF4-FFF2-40B4-BE49-F238E27FC236}">
                <a16:creationId xmlns:a16="http://schemas.microsoft.com/office/drawing/2014/main" id="{CC7619E9-A22F-4B5C-873E-C1D697E66A8E}"/>
              </a:ext>
            </a:extLst>
          </p:cNvPr>
          <p:cNvSpPr>
            <a:spLocks noGrp="1"/>
          </p:cNvSpPr>
          <p:nvPr/>
        </p:nvSpPr>
        <p:spPr>
          <a:xfrm>
            <a:off x="5369605" y="53467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6" name="02_predicted_pose_4665">
            <a:extLst>
              <a:ext uri="{FF2B5EF4-FFF2-40B4-BE49-F238E27FC236}">
                <a16:creationId xmlns:a16="http://schemas.microsoft.com/office/drawing/2014/main" id="{56B4138C-97AD-485B-932E-197B8A69C402}"/>
              </a:ext>
            </a:extLst>
          </p:cNvPr>
          <p:cNvSpPr>
            <a:spLocks noGrp="1"/>
          </p:cNvSpPr>
          <p:nvPr/>
        </p:nvSpPr>
        <p:spPr>
          <a:xfrm>
            <a:off x="5384188" y="58261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7" name="02_predicted_pose_4666">
            <a:extLst>
              <a:ext uri="{FF2B5EF4-FFF2-40B4-BE49-F238E27FC236}">
                <a16:creationId xmlns:a16="http://schemas.microsoft.com/office/drawing/2014/main" id="{93162A22-9516-4165-8CF2-06EEA551E3F4}"/>
              </a:ext>
            </a:extLst>
          </p:cNvPr>
          <p:cNvSpPr>
            <a:spLocks noGrp="1"/>
          </p:cNvSpPr>
          <p:nvPr/>
        </p:nvSpPr>
        <p:spPr>
          <a:xfrm>
            <a:off x="5301425" y="59380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8" name="02_predicted_pose_4667">
            <a:extLst>
              <a:ext uri="{FF2B5EF4-FFF2-40B4-BE49-F238E27FC236}">
                <a16:creationId xmlns:a16="http://schemas.microsoft.com/office/drawing/2014/main" id="{58EE9512-9443-4FE8-94A9-68449E3E54C6}"/>
              </a:ext>
            </a:extLst>
          </p:cNvPr>
          <p:cNvSpPr>
            <a:spLocks noGrp="1"/>
          </p:cNvSpPr>
          <p:nvPr/>
        </p:nvSpPr>
        <p:spPr>
          <a:xfrm>
            <a:off x="5316009" y="59659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69" name="02_predicted_pose_4668">
            <a:extLst>
              <a:ext uri="{FF2B5EF4-FFF2-40B4-BE49-F238E27FC236}">
                <a16:creationId xmlns:a16="http://schemas.microsoft.com/office/drawing/2014/main" id="{CC963FFD-7DC5-4EC2-A186-2C51C7BD8A50}"/>
              </a:ext>
            </a:extLst>
          </p:cNvPr>
          <p:cNvSpPr>
            <a:spLocks noGrp="1"/>
          </p:cNvSpPr>
          <p:nvPr/>
        </p:nvSpPr>
        <p:spPr>
          <a:xfrm>
            <a:off x="5330593" y="59255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0" name="02_predicted_pose_4669">
            <a:extLst>
              <a:ext uri="{FF2B5EF4-FFF2-40B4-BE49-F238E27FC236}">
                <a16:creationId xmlns:a16="http://schemas.microsoft.com/office/drawing/2014/main" id="{BB1A11A9-DE2D-4051-BD5C-472738FCA0C9}"/>
              </a:ext>
            </a:extLst>
          </p:cNvPr>
          <p:cNvSpPr>
            <a:spLocks noGrp="1"/>
          </p:cNvSpPr>
          <p:nvPr/>
        </p:nvSpPr>
        <p:spPr>
          <a:xfrm>
            <a:off x="5345177" y="59296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1" name="02_predicted_pose_4670">
            <a:extLst>
              <a:ext uri="{FF2B5EF4-FFF2-40B4-BE49-F238E27FC236}">
                <a16:creationId xmlns:a16="http://schemas.microsoft.com/office/drawing/2014/main" id="{6438F765-27E5-4FE2-8387-D79C6B2A747F}"/>
              </a:ext>
            </a:extLst>
          </p:cNvPr>
          <p:cNvSpPr>
            <a:spLocks noGrp="1"/>
          </p:cNvSpPr>
          <p:nvPr/>
        </p:nvSpPr>
        <p:spPr>
          <a:xfrm>
            <a:off x="5359761" y="58931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2" name="02_predicted_pose_4671">
            <a:extLst>
              <a:ext uri="{FF2B5EF4-FFF2-40B4-BE49-F238E27FC236}">
                <a16:creationId xmlns:a16="http://schemas.microsoft.com/office/drawing/2014/main" id="{967079F6-122B-4536-88A1-61C6A50B9FAF}"/>
              </a:ext>
            </a:extLst>
          </p:cNvPr>
          <p:cNvSpPr>
            <a:spLocks noGrp="1"/>
          </p:cNvSpPr>
          <p:nvPr/>
        </p:nvSpPr>
        <p:spPr>
          <a:xfrm>
            <a:off x="5374344" y="59230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3" name="02_predicted_pose_4672">
            <a:extLst>
              <a:ext uri="{FF2B5EF4-FFF2-40B4-BE49-F238E27FC236}">
                <a16:creationId xmlns:a16="http://schemas.microsoft.com/office/drawing/2014/main" id="{91DACFE5-EC58-4D17-882A-AE76722E3253}"/>
              </a:ext>
            </a:extLst>
          </p:cNvPr>
          <p:cNvSpPr>
            <a:spLocks noGrp="1"/>
          </p:cNvSpPr>
          <p:nvPr/>
        </p:nvSpPr>
        <p:spPr>
          <a:xfrm>
            <a:off x="5388928" y="59356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4" name="02_predicted_pose_4673">
            <a:extLst>
              <a:ext uri="{FF2B5EF4-FFF2-40B4-BE49-F238E27FC236}">
                <a16:creationId xmlns:a16="http://schemas.microsoft.com/office/drawing/2014/main" id="{C310D7FD-4A5D-40B1-B933-D2C5292DBF85}"/>
              </a:ext>
            </a:extLst>
          </p:cNvPr>
          <p:cNvSpPr>
            <a:spLocks noGrp="1"/>
          </p:cNvSpPr>
          <p:nvPr/>
        </p:nvSpPr>
        <p:spPr>
          <a:xfrm>
            <a:off x="5403513" y="59420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5" name="02_predicted_pose_4674">
            <a:extLst>
              <a:ext uri="{FF2B5EF4-FFF2-40B4-BE49-F238E27FC236}">
                <a16:creationId xmlns:a16="http://schemas.microsoft.com/office/drawing/2014/main" id="{11EFFF81-44CF-47A6-8A60-46D325427DDD}"/>
              </a:ext>
            </a:extLst>
          </p:cNvPr>
          <p:cNvSpPr>
            <a:spLocks noGrp="1"/>
          </p:cNvSpPr>
          <p:nvPr/>
        </p:nvSpPr>
        <p:spPr>
          <a:xfrm>
            <a:off x="5418096" y="59792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6" name="02_predicted_pose_4675">
            <a:extLst>
              <a:ext uri="{FF2B5EF4-FFF2-40B4-BE49-F238E27FC236}">
                <a16:creationId xmlns:a16="http://schemas.microsoft.com/office/drawing/2014/main" id="{3401C5A2-98CF-4910-BCCB-4A83482BB057}"/>
              </a:ext>
            </a:extLst>
          </p:cNvPr>
          <p:cNvSpPr>
            <a:spLocks noGrp="1"/>
          </p:cNvSpPr>
          <p:nvPr/>
        </p:nvSpPr>
        <p:spPr>
          <a:xfrm>
            <a:off x="5432680" y="60287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7" name="02_predicted_pose_4676">
            <a:extLst>
              <a:ext uri="{FF2B5EF4-FFF2-40B4-BE49-F238E27FC236}">
                <a16:creationId xmlns:a16="http://schemas.microsoft.com/office/drawing/2014/main" id="{041052A0-4559-4EE7-B238-CA6AA3F9A296}"/>
              </a:ext>
            </a:extLst>
          </p:cNvPr>
          <p:cNvSpPr>
            <a:spLocks noGrp="1"/>
          </p:cNvSpPr>
          <p:nvPr/>
        </p:nvSpPr>
        <p:spPr>
          <a:xfrm>
            <a:off x="5315645" y="60045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8" name="02_predicted_pose_4677">
            <a:extLst>
              <a:ext uri="{FF2B5EF4-FFF2-40B4-BE49-F238E27FC236}">
                <a16:creationId xmlns:a16="http://schemas.microsoft.com/office/drawing/2014/main" id="{86778FC7-0E5E-4081-B246-C573E84274B4}"/>
              </a:ext>
            </a:extLst>
          </p:cNvPr>
          <p:cNvSpPr>
            <a:spLocks noGrp="1"/>
          </p:cNvSpPr>
          <p:nvPr/>
        </p:nvSpPr>
        <p:spPr>
          <a:xfrm>
            <a:off x="5517995" y="62428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79" name="02_predicted_pose_4678">
            <a:extLst>
              <a:ext uri="{FF2B5EF4-FFF2-40B4-BE49-F238E27FC236}">
                <a16:creationId xmlns:a16="http://schemas.microsoft.com/office/drawing/2014/main" id="{C25B77FE-89AD-4302-9B3A-CB616656235D}"/>
              </a:ext>
            </a:extLst>
          </p:cNvPr>
          <p:cNvSpPr>
            <a:spLocks noGrp="1"/>
          </p:cNvSpPr>
          <p:nvPr/>
        </p:nvSpPr>
        <p:spPr>
          <a:xfrm>
            <a:off x="5381637" y="62365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0" name="02_predicted_pose_4679">
            <a:extLst>
              <a:ext uri="{FF2B5EF4-FFF2-40B4-BE49-F238E27FC236}">
                <a16:creationId xmlns:a16="http://schemas.microsoft.com/office/drawing/2014/main" id="{0CA94799-58B4-4B2F-A4A5-5272A5F8996F}"/>
              </a:ext>
            </a:extLst>
          </p:cNvPr>
          <p:cNvSpPr>
            <a:spLocks noGrp="1"/>
          </p:cNvSpPr>
          <p:nvPr/>
        </p:nvSpPr>
        <p:spPr>
          <a:xfrm>
            <a:off x="5267518" y="592992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1" name="02_predicted_pose_4680">
            <a:extLst>
              <a:ext uri="{FF2B5EF4-FFF2-40B4-BE49-F238E27FC236}">
                <a16:creationId xmlns:a16="http://schemas.microsoft.com/office/drawing/2014/main" id="{E79FED01-7A8B-481A-AC31-9F71EB8B437C}"/>
              </a:ext>
            </a:extLst>
          </p:cNvPr>
          <p:cNvSpPr>
            <a:spLocks noGrp="1"/>
          </p:cNvSpPr>
          <p:nvPr/>
        </p:nvSpPr>
        <p:spPr>
          <a:xfrm>
            <a:off x="5396220" y="62064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2" name="02_predicted_pose_4681">
            <a:extLst>
              <a:ext uri="{FF2B5EF4-FFF2-40B4-BE49-F238E27FC236}">
                <a16:creationId xmlns:a16="http://schemas.microsoft.com/office/drawing/2014/main" id="{CE01F46C-5CE1-42EA-BF8A-41BF71600BF4}"/>
              </a:ext>
            </a:extLst>
          </p:cNvPr>
          <p:cNvSpPr>
            <a:spLocks noGrp="1"/>
          </p:cNvSpPr>
          <p:nvPr/>
        </p:nvSpPr>
        <p:spPr>
          <a:xfrm>
            <a:off x="5509610" y="58029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3" name="02_predicted_pose_4682">
            <a:extLst>
              <a:ext uri="{FF2B5EF4-FFF2-40B4-BE49-F238E27FC236}">
                <a16:creationId xmlns:a16="http://schemas.microsoft.com/office/drawing/2014/main" id="{64027250-CC0F-46B2-98A0-D5B573C183D4}"/>
              </a:ext>
            </a:extLst>
          </p:cNvPr>
          <p:cNvSpPr>
            <a:spLocks noGrp="1"/>
          </p:cNvSpPr>
          <p:nvPr/>
        </p:nvSpPr>
        <p:spPr>
          <a:xfrm>
            <a:off x="5567945" y="61051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4" name="02_predicted_pose_4683">
            <a:extLst>
              <a:ext uri="{FF2B5EF4-FFF2-40B4-BE49-F238E27FC236}">
                <a16:creationId xmlns:a16="http://schemas.microsoft.com/office/drawing/2014/main" id="{3A09B14B-39C4-49DE-820E-EB4CADDDF59B}"/>
              </a:ext>
            </a:extLst>
          </p:cNvPr>
          <p:cNvSpPr>
            <a:spLocks noGrp="1"/>
          </p:cNvSpPr>
          <p:nvPr/>
        </p:nvSpPr>
        <p:spPr>
          <a:xfrm>
            <a:off x="5349188" y="59410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5" name="02_predicted_pose_4684">
            <a:extLst>
              <a:ext uri="{FF2B5EF4-FFF2-40B4-BE49-F238E27FC236}">
                <a16:creationId xmlns:a16="http://schemas.microsoft.com/office/drawing/2014/main" id="{0552CFFB-4E31-4218-A675-2BC7E524D163}"/>
              </a:ext>
            </a:extLst>
          </p:cNvPr>
          <p:cNvSpPr>
            <a:spLocks noGrp="1"/>
          </p:cNvSpPr>
          <p:nvPr/>
        </p:nvSpPr>
        <p:spPr>
          <a:xfrm>
            <a:off x="5378355" y="59178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6" name="02_predicted_pose_4685">
            <a:extLst>
              <a:ext uri="{FF2B5EF4-FFF2-40B4-BE49-F238E27FC236}">
                <a16:creationId xmlns:a16="http://schemas.microsoft.com/office/drawing/2014/main" id="{584B6526-EB10-4975-A5C8-01E124CEBF58}"/>
              </a:ext>
            </a:extLst>
          </p:cNvPr>
          <p:cNvSpPr>
            <a:spLocks noGrp="1"/>
          </p:cNvSpPr>
          <p:nvPr/>
        </p:nvSpPr>
        <p:spPr>
          <a:xfrm>
            <a:off x="5422107" y="59165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7" name="02_predicted_pose_4686">
            <a:extLst>
              <a:ext uri="{FF2B5EF4-FFF2-40B4-BE49-F238E27FC236}">
                <a16:creationId xmlns:a16="http://schemas.microsoft.com/office/drawing/2014/main" id="{3B16EEE0-B5FE-4E7B-A564-5B8B4E23C97C}"/>
              </a:ext>
            </a:extLst>
          </p:cNvPr>
          <p:cNvSpPr>
            <a:spLocks noGrp="1"/>
          </p:cNvSpPr>
          <p:nvPr/>
        </p:nvSpPr>
        <p:spPr>
          <a:xfrm>
            <a:off x="5451274" y="59244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8" name="02_predicted_pose_4687">
            <a:extLst>
              <a:ext uri="{FF2B5EF4-FFF2-40B4-BE49-F238E27FC236}">
                <a16:creationId xmlns:a16="http://schemas.microsoft.com/office/drawing/2014/main" id="{43F09D43-9BCF-4DE3-A8F1-C86F8C9D2633}"/>
              </a:ext>
            </a:extLst>
          </p:cNvPr>
          <p:cNvSpPr>
            <a:spLocks noGrp="1"/>
          </p:cNvSpPr>
          <p:nvPr/>
        </p:nvSpPr>
        <p:spPr>
          <a:xfrm>
            <a:off x="5465858" y="59632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89" name="02_predicted_pose_4688">
            <a:extLst>
              <a:ext uri="{FF2B5EF4-FFF2-40B4-BE49-F238E27FC236}">
                <a16:creationId xmlns:a16="http://schemas.microsoft.com/office/drawing/2014/main" id="{0A7BDE9B-6BA3-4405-9FF6-24FB127BCF7E}"/>
              </a:ext>
            </a:extLst>
          </p:cNvPr>
          <p:cNvSpPr>
            <a:spLocks noGrp="1"/>
          </p:cNvSpPr>
          <p:nvPr/>
        </p:nvSpPr>
        <p:spPr>
          <a:xfrm>
            <a:off x="5363406" y="59418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0" name="02_predicted_pose_4689">
            <a:extLst>
              <a:ext uri="{FF2B5EF4-FFF2-40B4-BE49-F238E27FC236}">
                <a16:creationId xmlns:a16="http://schemas.microsoft.com/office/drawing/2014/main" id="{259C323C-C1FD-486A-83DD-6BE49B55BCEF}"/>
              </a:ext>
            </a:extLst>
          </p:cNvPr>
          <p:cNvSpPr>
            <a:spLocks noGrp="1"/>
          </p:cNvSpPr>
          <p:nvPr/>
        </p:nvSpPr>
        <p:spPr>
          <a:xfrm>
            <a:off x="5472056" y="616673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1" name="02_predicted_pose_4690">
            <a:extLst>
              <a:ext uri="{FF2B5EF4-FFF2-40B4-BE49-F238E27FC236}">
                <a16:creationId xmlns:a16="http://schemas.microsoft.com/office/drawing/2014/main" id="{5ACEF24C-DA4F-4E22-81D4-2BFA46DA4AE4}"/>
              </a:ext>
            </a:extLst>
          </p:cNvPr>
          <p:cNvSpPr>
            <a:spLocks noGrp="1"/>
          </p:cNvSpPr>
          <p:nvPr/>
        </p:nvSpPr>
        <p:spPr>
          <a:xfrm>
            <a:off x="5501224" y="61745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2" name="02_predicted_pose_4691">
            <a:extLst>
              <a:ext uri="{FF2B5EF4-FFF2-40B4-BE49-F238E27FC236}">
                <a16:creationId xmlns:a16="http://schemas.microsoft.com/office/drawing/2014/main" id="{F5F1AA65-274A-482D-BCE0-8F4490263DA5}"/>
              </a:ext>
            </a:extLst>
          </p:cNvPr>
          <p:cNvSpPr>
            <a:spLocks noGrp="1"/>
          </p:cNvSpPr>
          <p:nvPr/>
        </p:nvSpPr>
        <p:spPr>
          <a:xfrm>
            <a:off x="5530391" y="61503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3" name="02_predicted_pose_4692">
            <a:extLst>
              <a:ext uri="{FF2B5EF4-FFF2-40B4-BE49-F238E27FC236}">
                <a16:creationId xmlns:a16="http://schemas.microsoft.com/office/drawing/2014/main" id="{8965F9CB-1F0D-4A16-B916-0C3A9C7C6703}"/>
              </a:ext>
            </a:extLst>
          </p:cNvPr>
          <p:cNvSpPr>
            <a:spLocks noGrp="1"/>
          </p:cNvSpPr>
          <p:nvPr/>
        </p:nvSpPr>
        <p:spPr>
          <a:xfrm>
            <a:off x="5559560" y="61795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4" name="02_predicted_pose_4693">
            <a:extLst>
              <a:ext uri="{FF2B5EF4-FFF2-40B4-BE49-F238E27FC236}">
                <a16:creationId xmlns:a16="http://schemas.microsoft.com/office/drawing/2014/main" id="{0B7C54B0-A88E-45BE-82A1-74825D7AC6CA}"/>
              </a:ext>
            </a:extLst>
          </p:cNvPr>
          <p:cNvSpPr>
            <a:spLocks noGrp="1"/>
          </p:cNvSpPr>
          <p:nvPr/>
        </p:nvSpPr>
        <p:spPr>
          <a:xfrm>
            <a:off x="5315280" y="61261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5" name="02_predicted_pose_4694">
            <a:extLst>
              <a:ext uri="{FF2B5EF4-FFF2-40B4-BE49-F238E27FC236}">
                <a16:creationId xmlns:a16="http://schemas.microsoft.com/office/drawing/2014/main" id="{7898D31F-5023-46F6-A991-32B9B2C0F765}"/>
              </a:ext>
            </a:extLst>
          </p:cNvPr>
          <p:cNvSpPr>
            <a:spLocks noGrp="1"/>
          </p:cNvSpPr>
          <p:nvPr/>
        </p:nvSpPr>
        <p:spPr>
          <a:xfrm>
            <a:off x="5329863" y="61825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6" name="02_predicted_pose_4695">
            <a:extLst>
              <a:ext uri="{FF2B5EF4-FFF2-40B4-BE49-F238E27FC236}">
                <a16:creationId xmlns:a16="http://schemas.microsoft.com/office/drawing/2014/main" id="{859F7D3F-30E6-473A-8F36-F4B9CB1A7E56}"/>
              </a:ext>
            </a:extLst>
          </p:cNvPr>
          <p:cNvSpPr>
            <a:spLocks noGrp="1"/>
          </p:cNvSpPr>
          <p:nvPr/>
        </p:nvSpPr>
        <p:spPr>
          <a:xfrm>
            <a:off x="5359032" y="613629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7" name="02_predicted_pose_4696">
            <a:extLst>
              <a:ext uri="{FF2B5EF4-FFF2-40B4-BE49-F238E27FC236}">
                <a16:creationId xmlns:a16="http://schemas.microsoft.com/office/drawing/2014/main" id="{9D2A2AD8-D052-46FE-95FC-AF2F15003CB9}"/>
              </a:ext>
            </a:extLst>
          </p:cNvPr>
          <p:cNvSpPr>
            <a:spLocks noGrp="1"/>
          </p:cNvSpPr>
          <p:nvPr/>
        </p:nvSpPr>
        <p:spPr>
          <a:xfrm>
            <a:off x="5388199" y="60221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8" name="02_predicted_pose_4697">
            <a:extLst>
              <a:ext uri="{FF2B5EF4-FFF2-40B4-BE49-F238E27FC236}">
                <a16:creationId xmlns:a16="http://schemas.microsoft.com/office/drawing/2014/main" id="{14506ADC-0BC3-4B46-9BF0-9F1DC85ED9AF}"/>
              </a:ext>
            </a:extLst>
          </p:cNvPr>
          <p:cNvSpPr>
            <a:spLocks noGrp="1"/>
          </p:cNvSpPr>
          <p:nvPr/>
        </p:nvSpPr>
        <p:spPr>
          <a:xfrm>
            <a:off x="5417367" y="61319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399" name="02_predicted_pose_4698">
            <a:extLst>
              <a:ext uri="{FF2B5EF4-FFF2-40B4-BE49-F238E27FC236}">
                <a16:creationId xmlns:a16="http://schemas.microsoft.com/office/drawing/2014/main" id="{C6852127-C123-4E19-BE46-6CE95F4C843B}"/>
              </a:ext>
            </a:extLst>
          </p:cNvPr>
          <p:cNvSpPr>
            <a:spLocks noGrp="1"/>
          </p:cNvSpPr>
          <p:nvPr/>
        </p:nvSpPr>
        <p:spPr>
          <a:xfrm>
            <a:off x="5443618" y="53663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0" name="02_predicted_pose_4699">
            <a:extLst>
              <a:ext uri="{FF2B5EF4-FFF2-40B4-BE49-F238E27FC236}">
                <a16:creationId xmlns:a16="http://schemas.microsoft.com/office/drawing/2014/main" id="{7CF86FF8-DFF3-4B05-AD89-C5AA70516815}"/>
              </a:ext>
            </a:extLst>
          </p:cNvPr>
          <p:cNvSpPr>
            <a:spLocks noGrp="1"/>
          </p:cNvSpPr>
          <p:nvPr/>
        </p:nvSpPr>
        <p:spPr>
          <a:xfrm>
            <a:off x="5458201" y="56025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1" name="02_predicted_pose_4700">
            <a:extLst>
              <a:ext uri="{FF2B5EF4-FFF2-40B4-BE49-F238E27FC236}">
                <a16:creationId xmlns:a16="http://schemas.microsoft.com/office/drawing/2014/main" id="{CCE76D6A-9211-4310-A5F6-747C2BE23970}"/>
              </a:ext>
            </a:extLst>
          </p:cNvPr>
          <p:cNvSpPr>
            <a:spLocks noGrp="1"/>
          </p:cNvSpPr>
          <p:nvPr/>
        </p:nvSpPr>
        <p:spPr>
          <a:xfrm>
            <a:off x="5385282" y="58948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2" name="02_predicted_pose_4701">
            <a:extLst>
              <a:ext uri="{FF2B5EF4-FFF2-40B4-BE49-F238E27FC236}">
                <a16:creationId xmlns:a16="http://schemas.microsoft.com/office/drawing/2014/main" id="{26CF20D5-829A-4B54-AFCD-AFCB90E48C50}"/>
              </a:ext>
            </a:extLst>
          </p:cNvPr>
          <p:cNvSpPr>
            <a:spLocks noGrp="1"/>
          </p:cNvSpPr>
          <p:nvPr/>
        </p:nvSpPr>
        <p:spPr>
          <a:xfrm>
            <a:off x="5329499" y="62054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3" name="02_predicted_pose_4702">
            <a:extLst>
              <a:ext uri="{FF2B5EF4-FFF2-40B4-BE49-F238E27FC236}">
                <a16:creationId xmlns:a16="http://schemas.microsoft.com/office/drawing/2014/main" id="{6F2125D8-B30D-4371-A351-94B2258DA397}"/>
              </a:ext>
            </a:extLst>
          </p:cNvPr>
          <p:cNvSpPr>
            <a:spLocks noGrp="1"/>
          </p:cNvSpPr>
          <p:nvPr/>
        </p:nvSpPr>
        <p:spPr>
          <a:xfrm>
            <a:off x="5241267" y="61272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4" name="02_predicted_pose_4703">
            <a:extLst>
              <a:ext uri="{FF2B5EF4-FFF2-40B4-BE49-F238E27FC236}">
                <a16:creationId xmlns:a16="http://schemas.microsoft.com/office/drawing/2014/main" id="{107CA7DB-3B44-4517-A832-EF8A4D0435F6}"/>
              </a:ext>
            </a:extLst>
          </p:cNvPr>
          <p:cNvSpPr>
            <a:spLocks noGrp="1"/>
          </p:cNvSpPr>
          <p:nvPr/>
        </p:nvSpPr>
        <p:spPr>
          <a:xfrm>
            <a:off x="5499401" y="53494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5" name="02_predicted_pose_4704">
            <a:extLst>
              <a:ext uri="{FF2B5EF4-FFF2-40B4-BE49-F238E27FC236}">
                <a16:creationId xmlns:a16="http://schemas.microsoft.com/office/drawing/2014/main" id="{73F99BB5-8A64-4500-8AD1-A1489542C737}"/>
              </a:ext>
            </a:extLst>
          </p:cNvPr>
          <p:cNvSpPr>
            <a:spLocks noGrp="1"/>
          </p:cNvSpPr>
          <p:nvPr/>
        </p:nvSpPr>
        <p:spPr>
          <a:xfrm>
            <a:off x="5453827" y="52846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6" name="02_predicted_pose_4705">
            <a:extLst>
              <a:ext uri="{FF2B5EF4-FFF2-40B4-BE49-F238E27FC236}">
                <a16:creationId xmlns:a16="http://schemas.microsoft.com/office/drawing/2014/main" id="{4E3BFC30-76B9-4393-B788-898E2BEBBF9F}"/>
              </a:ext>
            </a:extLst>
          </p:cNvPr>
          <p:cNvSpPr>
            <a:spLocks noGrp="1"/>
          </p:cNvSpPr>
          <p:nvPr/>
        </p:nvSpPr>
        <p:spPr>
          <a:xfrm>
            <a:off x="5468410" y="53488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7" name="02_predicted_pose_4706">
            <a:extLst>
              <a:ext uri="{FF2B5EF4-FFF2-40B4-BE49-F238E27FC236}">
                <a16:creationId xmlns:a16="http://schemas.microsoft.com/office/drawing/2014/main" id="{4DE670A6-FA49-49A5-976B-9F93691305A4}"/>
              </a:ext>
            </a:extLst>
          </p:cNvPr>
          <p:cNvSpPr>
            <a:spLocks noGrp="1"/>
          </p:cNvSpPr>
          <p:nvPr/>
        </p:nvSpPr>
        <p:spPr>
          <a:xfrm>
            <a:off x="5263142" y="55851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8" name="02_predicted_pose_4707">
            <a:extLst>
              <a:ext uri="{FF2B5EF4-FFF2-40B4-BE49-F238E27FC236}">
                <a16:creationId xmlns:a16="http://schemas.microsoft.com/office/drawing/2014/main" id="{EED1F3B3-AA0B-449D-96A4-20194424CD12}"/>
              </a:ext>
            </a:extLst>
          </p:cNvPr>
          <p:cNvSpPr>
            <a:spLocks noGrp="1"/>
          </p:cNvSpPr>
          <p:nvPr/>
        </p:nvSpPr>
        <p:spPr>
          <a:xfrm>
            <a:off x="5454191" y="56077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09" name="02_predicted_pose_4708">
            <a:extLst>
              <a:ext uri="{FF2B5EF4-FFF2-40B4-BE49-F238E27FC236}">
                <a16:creationId xmlns:a16="http://schemas.microsoft.com/office/drawing/2014/main" id="{12B6E038-A7A5-4043-A221-2BF6E527C216}"/>
              </a:ext>
            </a:extLst>
          </p:cNvPr>
          <p:cNvSpPr>
            <a:spLocks noGrp="1"/>
          </p:cNvSpPr>
          <p:nvPr/>
        </p:nvSpPr>
        <p:spPr>
          <a:xfrm>
            <a:off x="5468775" y="56660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0" name="02_predicted_pose_4709">
            <a:extLst>
              <a:ext uri="{FF2B5EF4-FFF2-40B4-BE49-F238E27FC236}">
                <a16:creationId xmlns:a16="http://schemas.microsoft.com/office/drawing/2014/main" id="{12CDDF68-6DEC-44A4-AC17-9FF3B6FD4CFC}"/>
              </a:ext>
            </a:extLst>
          </p:cNvPr>
          <p:cNvSpPr>
            <a:spLocks noGrp="1"/>
          </p:cNvSpPr>
          <p:nvPr/>
        </p:nvSpPr>
        <p:spPr>
          <a:xfrm>
            <a:off x="5483359" y="559814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1" name="02_predicted_pose_4710">
            <a:extLst>
              <a:ext uri="{FF2B5EF4-FFF2-40B4-BE49-F238E27FC236}">
                <a16:creationId xmlns:a16="http://schemas.microsoft.com/office/drawing/2014/main" id="{D646D475-8EEC-4869-9C70-67C4A7070BC6}"/>
              </a:ext>
            </a:extLst>
          </p:cNvPr>
          <p:cNvSpPr>
            <a:spLocks noGrp="1"/>
          </p:cNvSpPr>
          <p:nvPr/>
        </p:nvSpPr>
        <p:spPr>
          <a:xfrm>
            <a:off x="5497943" y="58784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2" name="02_predicted_pose_4711">
            <a:extLst>
              <a:ext uri="{FF2B5EF4-FFF2-40B4-BE49-F238E27FC236}">
                <a16:creationId xmlns:a16="http://schemas.microsoft.com/office/drawing/2014/main" id="{A0371F66-3FF5-4503-9F71-56F6CD065B3E}"/>
              </a:ext>
            </a:extLst>
          </p:cNvPr>
          <p:cNvSpPr>
            <a:spLocks noGrp="1"/>
          </p:cNvSpPr>
          <p:nvPr/>
        </p:nvSpPr>
        <p:spPr>
          <a:xfrm>
            <a:off x="5512526" y="566040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3" name="02_predicted_pose_4712">
            <a:extLst>
              <a:ext uri="{FF2B5EF4-FFF2-40B4-BE49-F238E27FC236}">
                <a16:creationId xmlns:a16="http://schemas.microsoft.com/office/drawing/2014/main" id="{839E900D-6A7A-49B6-AE33-60088C0C6ED0}"/>
              </a:ext>
            </a:extLst>
          </p:cNvPr>
          <p:cNvSpPr>
            <a:spLocks noGrp="1"/>
          </p:cNvSpPr>
          <p:nvPr/>
        </p:nvSpPr>
        <p:spPr>
          <a:xfrm>
            <a:off x="5329134" y="54991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4" name="02_predicted_pose_4713">
            <a:extLst>
              <a:ext uri="{FF2B5EF4-FFF2-40B4-BE49-F238E27FC236}">
                <a16:creationId xmlns:a16="http://schemas.microsoft.com/office/drawing/2014/main" id="{8D363CE4-4F19-47D1-8FF2-CE5284268A6A}"/>
              </a:ext>
            </a:extLst>
          </p:cNvPr>
          <p:cNvSpPr>
            <a:spLocks noGrp="1"/>
          </p:cNvSpPr>
          <p:nvPr/>
        </p:nvSpPr>
        <p:spPr>
          <a:xfrm>
            <a:off x="5417367" y="59259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5" name="02_predicted_pose_4714">
            <a:extLst>
              <a:ext uri="{FF2B5EF4-FFF2-40B4-BE49-F238E27FC236}">
                <a16:creationId xmlns:a16="http://schemas.microsoft.com/office/drawing/2014/main" id="{89D6370B-73C5-4E40-A057-8EE741300EAF}"/>
              </a:ext>
            </a:extLst>
          </p:cNvPr>
          <p:cNvSpPr>
            <a:spLocks noGrp="1"/>
          </p:cNvSpPr>
          <p:nvPr/>
        </p:nvSpPr>
        <p:spPr>
          <a:xfrm>
            <a:off x="5446534" y="59367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6" name="02_predicted_pose_4715">
            <a:extLst>
              <a:ext uri="{FF2B5EF4-FFF2-40B4-BE49-F238E27FC236}">
                <a16:creationId xmlns:a16="http://schemas.microsoft.com/office/drawing/2014/main" id="{C29E9589-DA83-411F-BCC9-C94DF9103A0F}"/>
              </a:ext>
            </a:extLst>
          </p:cNvPr>
          <p:cNvSpPr>
            <a:spLocks noGrp="1"/>
          </p:cNvSpPr>
          <p:nvPr/>
        </p:nvSpPr>
        <p:spPr>
          <a:xfrm>
            <a:off x="5475703" y="59179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7" name="02_predicted_pose_4716">
            <a:extLst>
              <a:ext uri="{FF2B5EF4-FFF2-40B4-BE49-F238E27FC236}">
                <a16:creationId xmlns:a16="http://schemas.microsoft.com/office/drawing/2014/main" id="{8FAE2539-B41E-405E-ABEA-B4BBF96073F6}"/>
              </a:ext>
            </a:extLst>
          </p:cNvPr>
          <p:cNvSpPr>
            <a:spLocks noGrp="1"/>
          </p:cNvSpPr>
          <p:nvPr/>
        </p:nvSpPr>
        <p:spPr>
          <a:xfrm>
            <a:off x="5504870" y="59539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8" name="02_predicted_pose_4717">
            <a:extLst>
              <a:ext uri="{FF2B5EF4-FFF2-40B4-BE49-F238E27FC236}">
                <a16:creationId xmlns:a16="http://schemas.microsoft.com/office/drawing/2014/main" id="{582DB6CA-0035-44D6-A504-B0AA4B0FEE62}"/>
              </a:ext>
            </a:extLst>
          </p:cNvPr>
          <p:cNvSpPr>
            <a:spLocks noGrp="1"/>
          </p:cNvSpPr>
          <p:nvPr/>
        </p:nvSpPr>
        <p:spPr>
          <a:xfrm>
            <a:off x="5589456" y="58846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19" name="02_predicted_pose_4718">
            <a:extLst>
              <a:ext uri="{FF2B5EF4-FFF2-40B4-BE49-F238E27FC236}">
                <a16:creationId xmlns:a16="http://schemas.microsoft.com/office/drawing/2014/main" id="{0E75F36E-E266-4A6F-9F59-7E24E17746D4}"/>
              </a:ext>
            </a:extLst>
          </p:cNvPr>
          <p:cNvSpPr>
            <a:spLocks noGrp="1"/>
          </p:cNvSpPr>
          <p:nvPr/>
        </p:nvSpPr>
        <p:spPr>
          <a:xfrm>
            <a:off x="5255122" y="54496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0" name="02_predicted_pose_4719">
            <a:extLst>
              <a:ext uri="{FF2B5EF4-FFF2-40B4-BE49-F238E27FC236}">
                <a16:creationId xmlns:a16="http://schemas.microsoft.com/office/drawing/2014/main" id="{774D476E-1997-453E-9DA7-C57641C2D2A9}"/>
              </a:ext>
            </a:extLst>
          </p:cNvPr>
          <p:cNvSpPr>
            <a:spLocks noGrp="1"/>
          </p:cNvSpPr>
          <p:nvPr/>
        </p:nvSpPr>
        <p:spPr>
          <a:xfrm>
            <a:off x="5284289" y="58680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1" name="02_predicted_pose_4720">
            <a:extLst>
              <a:ext uri="{FF2B5EF4-FFF2-40B4-BE49-F238E27FC236}">
                <a16:creationId xmlns:a16="http://schemas.microsoft.com/office/drawing/2014/main" id="{A6E4174F-5E2C-404C-9929-6B6FF6968742}"/>
              </a:ext>
            </a:extLst>
          </p:cNvPr>
          <p:cNvSpPr>
            <a:spLocks noGrp="1"/>
          </p:cNvSpPr>
          <p:nvPr/>
        </p:nvSpPr>
        <p:spPr>
          <a:xfrm>
            <a:off x="5313456" y="58405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2" name="02_predicted_pose_4721">
            <a:extLst>
              <a:ext uri="{FF2B5EF4-FFF2-40B4-BE49-F238E27FC236}">
                <a16:creationId xmlns:a16="http://schemas.microsoft.com/office/drawing/2014/main" id="{E5582C54-A675-4C6B-8D35-EC29284847BA}"/>
              </a:ext>
            </a:extLst>
          </p:cNvPr>
          <p:cNvSpPr>
            <a:spLocks noGrp="1"/>
          </p:cNvSpPr>
          <p:nvPr/>
        </p:nvSpPr>
        <p:spPr>
          <a:xfrm>
            <a:off x="5342625" y="58339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3" name="02_predicted_pose_4722">
            <a:extLst>
              <a:ext uri="{FF2B5EF4-FFF2-40B4-BE49-F238E27FC236}">
                <a16:creationId xmlns:a16="http://schemas.microsoft.com/office/drawing/2014/main" id="{44164ADA-6484-4C52-AED5-3A5EF0D55EA0}"/>
              </a:ext>
            </a:extLst>
          </p:cNvPr>
          <p:cNvSpPr>
            <a:spLocks noGrp="1"/>
          </p:cNvSpPr>
          <p:nvPr/>
        </p:nvSpPr>
        <p:spPr>
          <a:xfrm>
            <a:off x="5240173" y="5918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4" name="02_predicted_pose_4723">
            <a:extLst>
              <a:ext uri="{FF2B5EF4-FFF2-40B4-BE49-F238E27FC236}">
                <a16:creationId xmlns:a16="http://schemas.microsoft.com/office/drawing/2014/main" id="{CAC9ED03-0986-481E-86EE-87E2F49AA13B}"/>
              </a:ext>
            </a:extLst>
          </p:cNvPr>
          <p:cNvSpPr>
            <a:spLocks noGrp="1"/>
          </p:cNvSpPr>
          <p:nvPr/>
        </p:nvSpPr>
        <p:spPr>
          <a:xfrm>
            <a:off x="5292675" y="61872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5" name="02_predicted_pose_4724">
            <a:extLst>
              <a:ext uri="{FF2B5EF4-FFF2-40B4-BE49-F238E27FC236}">
                <a16:creationId xmlns:a16="http://schemas.microsoft.com/office/drawing/2014/main" id="{A8953825-0324-4D2A-90A6-C8A234CA2FD9}"/>
              </a:ext>
            </a:extLst>
          </p:cNvPr>
          <p:cNvSpPr>
            <a:spLocks noGrp="1"/>
          </p:cNvSpPr>
          <p:nvPr/>
        </p:nvSpPr>
        <p:spPr>
          <a:xfrm>
            <a:off x="5442889" y="60777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6" name="02_predicted_pose_4725">
            <a:extLst>
              <a:ext uri="{FF2B5EF4-FFF2-40B4-BE49-F238E27FC236}">
                <a16:creationId xmlns:a16="http://schemas.microsoft.com/office/drawing/2014/main" id="{F313E82F-2F45-4D68-82F6-9F8697888F10}"/>
              </a:ext>
            </a:extLst>
          </p:cNvPr>
          <p:cNvSpPr>
            <a:spLocks noGrp="1"/>
          </p:cNvSpPr>
          <p:nvPr/>
        </p:nvSpPr>
        <p:spPr>
          <a:xfrm>
            <a:off x="5472056" y="598137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7" name="02_predicted_pose_4726">
            <a:extLst>
              <a:ext uri="{FF2B5EF4-FFF2-40B4-BE49-F238E27FC236}">
                <a16:creationId xmlns:a16="http://schemas.microsoft.com/office/drawing/2014/main" id="{54EC9387-8338-462C-A3AC-75AC5105DCCC}"/>
              </a:ext>
            </a:extLst>
          </p:cNvPr>
          <p:cNvSpPr>
            <a:spLocks noGrp="1"/>
          </p:cNvSpPr>
          <p:nvPr/>
        </p:nvSpPr>
        <p:spPr>
          <a:xfrm>
            <a:off x="5515808" y="58679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8" name="02_predicted_pose_4727">
            <a:extLst>
              <a:ext uri="{FF2B5EF4-FFF2-40B4-BE49-F238E27FC236}">
                <a16:creationId xmlns:a16="http://schemas.microsoft.com/office/drawing/2014/main" id="{7FCB6610-5993-48DE-9A44-574F23012EA1}"/>
              </a:ext>
            </a:extLst>
          </p:cNvPr>
          <p:cNvSpPr>
            <a:spLocks noGrp="1"/>
          </p:cNvSpPr>
          <p:nvPr/>
        </p:nvSpPr>
        <p:spPr>
          <a:xfrm>
            <a:off x="5544976" y="58822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29" name="02_predicted_pose_4728">
            <a:extLst>
              <a:ext uri="{FF2B5EF4-FFF2-40B4-BE49-F238E27FC236}">
                <a16:creationId xmlns:a16="http://schemas.microsoft.com/office/drawing/2014/main" id="{6BBBE4AF-E124-4B16-A88C-A3430548A415}"/>
              </a:ext>
            </a:extLst>
          </p:cNvPr>
          <p:cNvSpPr>
            <a:spLocks noGrp="1"/>
          </p:cNvSpPr>
          <p:nvPr/>
        </p:nvSpPr>
        <p:spPr>
          <a:xfrm>
            <a:off x="5574143" y="58929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0" name="02_predicted_pose_4729">
            <a:extLst>
              <a:ext uri="{FF2B5EF4-FFF2-40B4-BE49-F238E27FC236}">
                <a16:creationId xmlns:a16="http://schemas.microsoft.com/office/drawing/2014/main" id="{C717FD73-8701-4DC3-96CD-77124A05AB87}"/>
              </a:ext>
            </a:extLst>
          </p:cNvPr>
          <p:cNvSpPr>
            <a:spLocks noGrp="1"/>
          </p:cNvSpPr>
          <p:nvPr/>
        </p:nvSpPr>
        <p:spPr>
          <a:xfrm>
            <a:off x="5555549" y="61299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1" name="02_predicted_pose_4730">
            <a:extLst>
              <a:ext uri="{FF2B5EF4-FFF2-40B4-BE49-F238E27FC236}">
                <a16:creationId xmlns:a16="http://schemas.microsoft.com/office/drawing/2014/main" id="{76A4F3C6-0049-4D96-8D20-8D3D56C8E33C}"/>
              </a:ext>
            </a:extLst>
          </p:cNvPr>
          <p:cNvSpPr>
            <a:spLocks noGrp="1"/>
          </p:cNvSpPr>
          <p:nvPr/>
        </p:nvSpPr>
        <p:spPr>
          <a:xfrm>
            <a:off x="5290487" y="58884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2" name="02_predicted_pose_4731">
            <a:extLst>
              <a:ext uri="{FF2B5EF4-FFF2-40B4-BE49-F238E27FC236}">
                <a16:creationId xmlns:a16="http://schemas.microsoft.com/office/drawing/2014/main" id="{1C7EECFF-0157-4C51-BA72-E6431E500114}"/>
              </a:ext>
            </a:extLst>
          </p:cNvPr>
          <p:cNvSpPr>
            <a:spLocks noGrp="1"/>
          </p:cNvSpPr>
          <p:nvPr/>
        </p:nvSpPr>
        <p:spPr>
          <a:xfrm>
            <a:off x="5585810" y="61439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3" name="02_predicted_pose_4732">
            <a:extLst>
              <a:ext uri="{FF2B5EF4-FFF2-40B4-BE49-F238E27FC236}">
                <a16:creationId xmlns:a16="http://schemas.microsoft.com/office/drawing/2014/main" id="{B964A0BA-0629-4609-93DA-113CD4BF9817}"/>
              </a:ext>
            </a:extLst>
          </p:cNvPr>
          <p:cNvSpPr>
            <a:spLocks noGrp="1"/>
          </p:cNvSpPr>
          <p:nvPr/>
        </p:nvSpPr>
        <p:spPr>
          <a:xfrm>
            <a:off x="5419189" y="59167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4" name="02_predicted_pose_4733">
            <a:extLst>
              <a:ext uri="{FF2B5EF4-FFF2-40B4-BE49-F238E27FC236}">
                <a16:creationId xmlns:a16="http://schemas.microsoft.com/office/drawing/2014/main" id="{CA7DD667-C893-4177-8CE0-847DA88955A0}"/>
              </a:ext>
            </a:extLst>
          </p:cNvPr>
          <p:cNvSpPr>
            <a:spLocks noGrp="1"/>
          </p:cNvSpPr>
          <p:nvPr/>
        </p:nvSpPr>
        <p:spPr>
          <a:xfrm>
            <a:off x="5517631" y="587773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5" name="02_predicted_pose_4734">
            <a:extLst>
              <a:ext uri="{FF2B5EF4-FFF2-40B4-BE49-F238E27FC236}">
                <a16:creationId xmlns:a16="http://schemas.microsoft.com/office/drawing/2014/main" id="{5CAD0BEF-D62E-470A-A8FF-53B7D6FA2C83}"/>
              </a:ext>
            </a:extLst>
          </p:cNvPr>
          <p:cNvSpPr>
            <a:spLocks noGrp="1"/>
          </p:cNvSpPr>
          <p:nvPr/>
        </p:nvSpPr>
        <p:spPr>
          <a:xfrm>
            <a:off x="5247830" y="60841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6" name="02_predicted_pose_4735">
            <a:extLst>
              <a:ext uri="{FF2B5EF4-FFF2-40B4-BE49-F238E27FC236}">
                <a16:creationId xmlns:a16="http://schemas.microsoft.com/office/drawing/2014/main" id="{564B45A0-CF83-4C46-B1B9-0828A8583632}"/>
              </a:ext>
            </a:extLst>
          </p:cNvPr>
          <p:cNvSpPr>
            <a:spLocks noGrp="1"/>
          </p:cNvSpPr>
          <p:nvPr/>
        </p:nvSpPr>
        <p:spPr>
          <a:xfrm>
            <a:off x="5262413" y="59264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7" name="02_predicted_pose_4736">
            <a:extLst>
              <a:ext uri="{FF2B5EF4-FFF2-40B4-BE49-F238E27FC236}">
                <a16:creationId xmlns:a16="http://schemas.microsoft.com/office/drawing/2014/main" id="{00435E7E-3F41-4C92-86B3-A48EC66C7341}"/>
              </a:ext>
            </a:extLst>
          </p:cNvPr>
          <p:cNvSpPr>
            <a:spLocks noGrp="1"/>
          </p:cNvSpPr>
          <p:nvPr/>
        </p:nvSpPr>
        <p:spPr>
          <a:xfrm>
            <a:off x="5276997" y="60475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8" name="02_predicted_pose_4737">
            <a:extLst>
              <a:ext uri="{FF2B5EF4-FFF2-40B4-BE49-F238E27FC236}">
                <a16:creationId xmlns:a16="http://schemas.microsoft.com/office/drawing/2014/main" id="{F40B14C9-9E26-4555-AB3C-C98F9DA73F1E}"/>
              </a:ext>
            </a:extLst>
          </p:cNvPr>
          <p:cNvSpPr>
            <a:spLocks noGrp="1"/>
          </p:cNvSpPr>
          <p:nvPr/>
        </p:nvSpPr>
        <p:spPr>
          <a:xfrm>
            <a:off x="5291582" y="59285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39" name="02_predicted_pose_4738">
            <a:extLst>
              <a:ext uri="{FF2B5EF4-FFF2-40B4-BE49-F238E27FC236}">
                <a16:creationId xmlns:a16="http://schemas.microsoft.com/office/drawing/2014/main" id="{43AD3696-9FE4-436B-A7E7-1C75AEF8212A}"/>
              </a:ext>
            </a:extLst>
          </p:cNvPr>
          <p:cNvSpPr>
            <a:spLocks noGrp="1"/>
          </p:cNvSpPr>
          <p:nvPr/>
        </p:nvSpPr>
        <p:spPr>
          <a:xfrm>
            <a:off x="5244548" y="58785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0" name="02_predicted_pose_4739">
            <a:extLst>
              <a:ext uri="{FF2B5EF4-FFF2-40B4-BE49-F238E27FC236}">
                <a16:creationId xmlns:a16="http://schemas.microsoft.com/office/drawing/2014/main" id="{70E746D0-0F76-477D-927F-EC43FE281F50}"/>
              </a:ext>
            </a:extLst>
          </p:cNvPr>
          <p:cNvSpPr>
            <a:spLocks noGrp="1"/>
          </p:cNvSpPr>
          <p:nvPr/>
        </p:nvSpPr>
        <p:spPr>
          <a:xfrm>
            <a:off x="5273716" y="60962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1" name="02_predicted_pose_4740">
            <a:extLst>
              <a:ext uri="{FF2B5EF4-FFF2-40B4-BE49-F238E27FC236}">
                <a16:creationId xmlns:a16="http://schemas.microsoft.com/office/drawing/2014/main" id="{D379D6FA-2D01-4AF7-BAD3-434C231C4483}"/>
              </a:ext>
            </a:extLst>
          </p:cNvPr>
          <p:cNvSpPr>
            <a:spLocks noGrp="1"/>
          </p:cNvSpPr>
          <p:nvPr/>
        </p:nvSpPr>
        <p:spPr>
          <a:xfrm>
            <a:off x="5363042" y="59171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2" name="02_predicted_pose_4741">
            <a:extLst>
              <a:ext uri="{FF2B5EF4-FFF2-40B4-BE49-F238E27FC236}">
                <a16:creationId xmlns:a16="http://schemas.microsoft.com/office/drawing/2014/main" id="{600B8881-7906-442F-980C-9546553D3153}"/>
              </a:ext>
            </a:extLst>
          </p:cNvPr>
          <p:cNvSpPr>
            <a:spLocks noGrp="1"/>
          </p:cNvSpPr>
          <p:nvPr/>
        </p:nvSpPr>
        <p:spPr>
          <a:xfrm>
            <a:off x="5307989" y="583693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3" name="02_predicted_pose_4742">
            <a:extLst>
              <a:ext uri="{FF2B5EF4-FFF2-40B4-BE49-F238E27FC236}">
                <a16:creationId xmlns:a16="http://schemas.microsoft.com/office/drawing/2014/main" id="{787F0D90-EB28-4335-B7E4-C4DE50118EB7}"/>
              </a:ext>
            </a:extLst>
          </p:cNvPr>
          <p:cNvSpPr>
            <a:spLocks noGrp="1"/>
          </p:cNvSpPr>
          <p:nvPr/>
        </p:nvSpPr>
        <p:spPr>
          <a:xfrm>
            <a:off x="5322572" y="63409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4" name="02_predicted_pose_4743">
            <a:extLst>
              <a:ext uri="{FF2B5EF4-FFF2-40B4-BE49-F238E27FC236}">
                <a16:creationId xmlns:a16="http://schemas.microsoft.com/office/drawing/2014/main" id="{C7DB085B-EB54-4FF8-9DB5-5837C8A7A79F}"/>
              </a:ext>
            </a:extLst>
          </p:cNvPr>
          <p:cNvSpPr>
            <a:spLocks noGrp="1"/>
          </p:cNvSpPr>
          <p:nvPr/>
        </p:nvSpPr>
        <p:spPr>
          <a:xfrm>
            <a:off x="5337156" y="58056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5" name="02_predicted_pose_4744">
            <a:extLst>
              <a:ext uri="{FF2B5EF4-FFF2-40B4-BE49-F238E27FC236}">
                <a16:creationId xmlns:a16="http://schemas.microsoft.com/office/drawing/2014/main" id="{81072BE6-9CE8-45D5-B8A6-1BF7AA44465C}"/>
              </a:ext>
            </a:extLst>
          </p:cNvPr>
          <p:cNvSpPr>
            <a:spLocks noGrp="1"/>
          </p:cNvSpPr>
          <p:nvPr/>
        </p:nvSpPr>
        <p:spPr>
          <a:xfrm>
            <a:off x="5285748" y="58130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6" name="02_predicted_pose_4745">
            <a:extLst>
              <a:ext uri="{FF2B5EF4-FFF2-40B4-BE49-F238E27FC236}">
                <a16:creationId xmlns:a16="http://schemas.microsoft.com/office/drawing/2014/main" id="{2CFD3852-4A8A-4C36-A62C-E7AC9458DC71}"/>
              </a:ext>
            </a:extLst>
          </p:cNvPr>
          <p:cNvSpPr>
            <a:spLocks noGrp="1"/>
          </p:cNvSpPr>
          <p:nvPr/>
        </p:nvSpPr>
        <p:spPr>
          <a:xfrm>
            <a:off x="5300331" y="58385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7" name="02_predicted_pose_4746">
            <a:extLst>
              <a:ext uri="{FF2B5EF4-FFF2-40B4-BE49-F238E27FC236}">
                <a16:creationId xmlns:a16="http://schemas.microsoft.com/office/drawing/2014/main" id="{5910C050-0CC3-46D6-A8BF-31CDFA06213A}"/>
              </a:ext>
            </a:extLst>
          </p:cNvPr>
          <p:cNvSpPr>
            <a:spLocks noGrp="1"/>
          </p:cNvSpPr>
          <p:nvPr/>
        </p:nvSpPr>
        <p:spPr>
          <a:xfrm>
            <a:off x="5314916" y="57921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8" name="02_predicted_pose_4747">
            <a:extLst>
              <a:ext uri="{FF2B5EF4-FFF2-40B4-BE49-F238E27FC236}">
                <a16:creationId xmlns:a16="http://schemas.microsoft.com/office/drawing/2014/main" id="{EDA2A20B-4974-4D60-9672-6AAC5011D759}"/>
              </a:ext>
            </a:extLst>
          </p:cNvPr>
          <p:cNvSpPr>
            <a:spLocks noGrp="1"/>
          </p:cNvSpPr>
          <p:nvPr/>
        </p:nvSpPr>
        <p:spPr>
          <a:xfrm>
            <a:off x="5335332" y="53910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49" name="02_predicted_pose_4748">
            <a:extLst>
              <a:ext uri="{FF2B5EF4-FFF2-40B4-BE49-F238E27FC236}">
                <a16:creationId xmlns:a16="http://schemas.microsoft.com/office/drawing/2014/main" id="{B4D5C021-0912-4AE0-A467-04AE38728666}"/>
              </a:ext>
            </a:extLst>
          </p:cNvPr>
          <p:cNvSpPr>
            <a:spLocks noGrp="1"/>
          </p:cNvSpPr>
          <p:nvPr/>
        </p:nvSpPr>
        <p:spPr>
          <a:xfrm>
            <a:off x="5379084" y="566812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0" name="02_predicted_pose_4749">
            <a:extLst>
              <a:ext uri="{FF2B5EF4-FFF2-40B4-BE49-F238E27FC236}">
                <a16:creationId xmlns:a16="http://schemas.microsoft.com/office/drawing/2014/main" id="{D8033A54-ECE3-40D2-A12B-5D2074E87A8A}"/>
              </a:ext>
            </a:extLst>
          </p:cNvPr>
          <p:cNvSpPr>
            <a:spLocks noGrp="1"/>
          </p:cNvSpPr>
          <p:nvPr/>
        </p:nvSpPr>
        <p:spPr>
          <a:xfrm>
            <a:off x="5447993" y="54885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1" name="02_predicted_pose_4750">
            <a:extLst>
              <a:ext uri="{FF2B5EF4-FFF2-40B4-BE49-F238E27FC236}">
                <a16:creationId xmlns:a16="http://schemas.microsoft.com/office/drawing/2014/main" id="{A690044B-0ED6-416A-9E50-3B57EF8C085C}"/>
              </a:ext>
            </a:extLst>
          </p:cNvPr>
          <p:cNvSpPr>
            <a:spLocks noGrp="1"/>
          </p:cNvSpPr>
          <p:nvPr/>
        </p:nvSpPr>
        <p:spPr>
          <a:xfrm>
            <a:off x="5576696" y="56306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2" name="02_predicted_pose_4751">
            <a:extLst>
              <a:ext uri="{FF2B5EF4-FFF2-40B4-BE49-F238E27FC236}">
                <a16:creationId xmlns:a16="http://schemas.microsoft.com/office/drawing/2014/main" id="{917907DB-E82E-41BB-9241-EEF618AD59DD}"/>
              </a:ext>
            </a:extLst>
          </p:cNvPr>
          <p:cNvSpPr>
            <a:spLocks noGrp="1"/>
          </p:cNvSpPr>
          <p:nvPr/>
        </p:nvSpPr>
        <p:spPr>
          <a:xfrm>
            <a:off x="5311634" y="54106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3" name="02_predicted_pose_4752">
            <a:extLst>
              <a:ext uri="{FF2B5EF4-FFF2-40B4-BE49-F238E27FC236}">
                <a16:creationId xmlns:a16="http://schemas.microsoft.com/office/drawing/2014/main" id="{9ADBD699-1E03-42FB-817C-2E94ACB44DEE}"/>
              </a:ext>
            </a:extLst>
          </p:cNvPr>
          <p:cNvSpPr>
            <a:spLocks noGrp="1"/>
          </p:cNvSpPr>
          <p:nvPr/>
        </p:nvSpPr>
        <p:spPr>
          <a:xfrm>
            <a:off x="5467317" y="600519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4" name="02_predicted_pose_4753">
            <a:extLst>
              <a:ext uri="{FF2B5EF4-FFF2-40B4-BE49-F238E27FC236}">
                <a16:creationId xmlns:a16="http://schemas.microsoft.com/office/drawing/2014/main" id="{F2096BA6-29AD-4534-B774-F4D6457615DC}"/>
              </a:ext>
            </a:extLst>
          </p:cNvPr>
          <p:cNvSpPr>
            <a:spLocks noGrp="1"/>
          </p:cNvSpPr>
          <p:nvPr/>
        </p:nvSpPr>
        <p:spPr>
          <a:xfrm>
            <a:off x="5481901" y="60692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5" name="02_predicted_pose_4754">
            <a:extLst>
              <a:ext uri="{FF2B5EF4-FFF2-40B4-BE49-F238E27FC236}">
                <a16:creationId xmlns:a16="http://schemas.microsoft.com/office/drawing/2014/main" id="{B6287652-A886-4D74-B0E9-9D7C7440266B}"/>
              </a:ext>
            </a:extLst>
          </p:cNvPr>
          <p:cNvSpPr>
            <a:spLocks noGrp="1"/>
          </p:cNvSpPr>
          <p:nvPr/>
        </p:nvSpPr>
        <p:spPr>
          <a:xfrm>
            <a:off x="5439972" y="57496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6" name="02_predicted_pose_4755">
            <a:extLst>
              <a:ext uri="{FF2B5EF4-FFF2-40B4-BE49-F238E27FC236}">
                <a16:creationId xmlns:a16="http://schemas.microsoft.com/office/drawing/2014/main" id="{BE418178-29D0-40B6-B0BD-A047FF32BC7B}"/>
              </a:ext>
            </a:extLst>
          </p:cNvPr>
          <p:cNvSpPr>
            <a:spLocks noGrp="1"/>
          </p:cNvSpPr>
          <p:nvPr/>
        </p:nvSpPr>
        <p:spPr>
          <a:xfrm>
            <a:off x="5454556" y="573441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7" name="02_predicted_pose_4756">
            <a:extLst>
              <a:ext uri="{FF2B5EF4-FFF2-40B4-BE49-F238E27FC236}">
                <a16:creationId xmlns:a16="http://schemas.microsoft.com/office/drawing/2014/main" id="{0387B9B8-2F99-4AFA-BCD1-ADA496DE7EE0}"/>
              </a:ext>
            </a:extLst>
          </p:cNvPr>
          <p:cNvSpPr>
            <a:spLocks noGrp="1"/>
          </p:cNvSpPr>
          <p:nvPr/>
        </p:nvSpPr>
        <p:spPr>
          <a:xfrm>
            <a:off x="5469139" y="58769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8" name="02_predicted_pose_4757">
            <a:extLst>
              <a:ext uri="{FF2B5EF4-FFF2-40B4-BE49-F238E27FC236}">
                <a16:creationId xmlns:a16="http://schemas.microsoft.com/office/drawing/2014/main" id="{91C20AE6-C0A9-46F9-9275-DB71599F5CBE}"/>
              </a:ext>
            </a:extLst>
          </p:cNvPr>
          <p:cNvSpPr>
            <a:spLocks noGrp="1"/>
          </p:cNvSpPr>
          <p:nvPr/>
        </p:nvSpPr>
        <p:spPr>
          <a:xfrm>
            <a:off x="5498308" y="53837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59" name="02_predicted_pose_4758">
            <a:extLst>
              <a:ext uri="{FF2B5EF4-FFF2-40B4-BE49-F238E27FC236}">
                <a16:creationId xmlns:a16="http://schemas.microsoft.com/office/drawing/2014/main" id="{0B1A0A83-7F31-4B4C-AE10-93DA800CE7DA}"/>
              </a:ext>
            </a:extLst>
          </p:cNvPr>
          <p:cNvSpPr>
            <a:spLocks noGrp="1"/>
          </p:cNvSpPr>
          <p:nvPr/>
        </p:nvSpPr>
        <p:spPr>
          <a:xfrm>
            <a:off x="5512891" y="54108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0" name="02_predicted_pose_4759">
            <a:extLst>
              <a:ext uri="{FF2B5EF4-FFF2-40B4-BE49-F238E27FC236}">
                <a16:creationId xmlns:a16="http://schemas.microsoft.com/office/drawing/2014/main" id="{6A203E9A-A9C4-48C6-A40B-615467ECC9F9}"/>
              </a:ext>
            </a:extLst>
          </p:cNvPr>
          <p:cNvSpPr>
            <a:spLocks noGrp="1"/>
          </p:cNvSpPr>
          <p:nvPr/>
        </p:nvSpPr>
        <p:spPr>
          <a:xfrm>
            <a:off x="5315645" y="569476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1" name="02_predicted_pose_4760">
            <a:extLst>
              <a:ext uri="{FF2B5EF4-FFF2-40B4-BE49-F238E27FC236}">
                <a16:creationId xmlns:a16="http://schemas.microsoft.com/office/drawing/2014/main" id="{ED32F520-DE0B-4F93-A2DA-622DF6322033}"/>
              </a:ext>
            </a:extLst>
          </p:cNvPr>
          <p:cNvSpPr>
            <a:spLocks noGrp="1"/>
          </p:cNvSpPr>
          <p:nvPr/>
        </p:nvSpPr>
        <p:spPr>
          <a:xfrm>
            <a:off x="5424294" y="59544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2" name="02_predicted_pose_4761">
            <a:extLst>
              <a:ext uri="{FF2B5EF4-FFF2-40B4-BE49-F238E27FC236}">
                <a16:creationId xmlns:a16="http://schemas.microsoft.com/office/drawing/2014/main" id="{893A82A9-AAD4-4C67-9CE1-635FD0ED3484}"/>
              </a:ext>
            </a:extLst>
          </p:cNvPr>
          <p:cNvSpPr>
            <a:spLocks noGrp="1"/>
          </p:cNvSpPr>
          <p:nvPr/>
        </p:nvSpPr>
        <p:spPr>
          <a:xfrm>
            <a:off x="5468046" y="57529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3" name="02_predicted_pose_4762">
            <a:extLst>
              <a:ext uri="{FF2B5EF4-FFF2-40B4-BE49-F238E27FC236}">
                <a16:creationId xmlns:a16="http://schemas.microsoft.com/office/drawing/2014/main" id="{88DDF6DB-EFEB-4934-8F8E-5914283D5597}"/>
              </a:ext>
            </a:extLst>
          </p:cNvPr>
          <p:cNvSpPr>
            <a:spLocks noGrp="1"/>
          </p:cNvSpPr>
          <p:nvPr/>
        </p:nvSpPr>
        <p:spPr>
          <a:xfrm>
            <a:off x="5482630" y="58782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4" name="02_predicted_pose_4763">
            <a:extLst>
              <a:ext uri="{FF2B5EF4-FFF2-40B4-BE49-F238E27FC236}">
                <a16:creationId xmlns:a16="http://schemas.microsoft.com/office/drawing/2014/main" id="{D431BCA2-B44D-48A1-87D3-F958F667C235}"/>
              </a:ext>
            </a:extLst>
          </p:cNvPr>
          <p:cNvSpPr>
            <a:spLocks noGrp="1"/>
          </p:cNvSpPr>
          <p:nvPr/>
        </p:nvSpPr>
        <p:spPr>
          <a:xfrm>
            <a:off x="5511797" y="53299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5" name="02_predicted_pose_4764">
            <a:extLst>
              <a:ext uri="{FF2B5EF4-FFF2-40B4-BE49-F238E27FC236}">
                <a16:creationId xmlns:a16="http://schemas.microsoft.com/office/drawing/2014/main" id="{174BAB0B-F53D-47D1-B8E9-D6EBA32F9041}"/>
              </a:ext>
            </a:extLst>
          </p:cNvPr>
          <p:cNvSpPr>
            <a:spLocks noGrp="1"/>
          </p:cNvSpPr>
          <p:nvPr/>
        </p:nvSpPr>
        <p:spPr>
          <a:xfrm>
            <a:off x="5396220" y="61245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6" name="02_predicted_pose_4765">
            <a:extLst>
              <a:ext uri="{FF2B5EF4-FFF2-40B4-BE49-F238E27FC236}">
                <a16:creationId xmlns:a16="http://schemas.microsoft.com/office/drawing/2014/main" id="{4D50CC9B-7935-401B-9A42-D160B04FA78C}"/>
              </a:ext>
            </a:extLst>
          </p:cNvPr>
          <p:cNvSpPr>
            <a:spLocks noGrp="1"/>
          </p:cNvSpPr>
          <p:nvPr/>
        </p:nvSpPr>
        <p:spPr>
          <a:xfrm>
            <a:off x="5425388" y="61150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7" name="02_predicted_pose_4766">
            <a:extLst>
              <a:ext uri="{FF2B5EF4-FFF2-40B4-BE49-F238E27FC236}">
                <a16:creationId xmlns:a16="http://schemas.microsoft.com/office/drawing/2014/main" id="{9581D2EF-A1D8-48C2-909F-397D374EBD77}"/>
              </a:ext>
            </a:extLst>
          </p:cNvPr>
          <p:cNvSpPr>
            <a:spLocks noGrp="1"/>
          </p:cNvSpPr>
          <p:nvPr/>
        </p:nvSpPr>
        <p:spPr>
          <a:xfrm>
            <a:off x="5454556" y="61074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8" name="02_predicted_pose_4767">
            <a:extLst>
              <a:ext uri="{FF2B5EF4-FFF2-40B4-BE49-F238E27FC236}">
                <a16:creationId xmlns:a16="http://schemas.microsoft.com/office/drawing/2014/main" id="{550AED67-E6F6-4509-A21E-FC684B3B6FE3}"/>
              </a:ext>
            </a:extLst>
          </p:cNvPr>
          <p:cNvSpPr>
            <a:spLocks noGrp="1"/>
          </p:cNvSpPr>
          <p:nvPr/>
        </p:nvSpPr>
        <p:spPr>
          <a:xfrm>
            <a:off x="5483723" y="61714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69" name="02_predicted_pose_4768">
            <a:extLst>
              <a:ext uri="{FF2B5EF4-FFF2-40B4-BE49-F238E27FC236}">
                <a16:creationId xmlns:a16="http://schemas.microsoft.com/office/drawing/2014/main" id="{93B7A613-702A-4870-8566-11B19A7239F1}"/>
              </a:ext>
            </a:extLst>
          </p:cNvPr>
          <p:cNvSpPr>
            <a:spLocks noGrp="1"/>
          </p:cNvSpPr>
          <p:nvPr/>
        </p:nvSpPr>
        <p:spPr>
          <a:xfrm>
            <a:off x="5512891" y="62075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0" name="02_predicted_pose_4769">
            <a:extLst>
              <a:ext uri="{FF2B5EF4-FFF2-40B4-BE49-F238E27FC236}">
                <a16:creationId xmlns:a16="http://schemas.microsoft.com/office/drawing/2014/main" id="{D99DB18A-2F5F-4C1E-8DCE-DCD809124CB5}"/>
              </a:ext>
            </a:extLst>
          </p:cNvPr>
          <p:cNvSpPr>
            <a:spLocks noGrp="1"/>
          </p:cNvSpPr>
          <p:nvPr/>
        </p:nvSpPr>
        <p:spPr>
          <a:xfrm>
            <a:off x="5410440" y="61728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1" name="02_predicted_pose_4770">
            <a:extLst>
              <a:ext uri="{FF2B5EF4-FFF2-40B4-BE49-F238E27FC236}">
                <a16:creationId xmlns:a16="http://schemas.microsoft.com/office/drawing/2014/main" id="{7E77A5ED-9E80-43B7-8E98-83C38B9BF4BA}"/>
              </a:ext>
            </a:extLst>
          </p:cNvPr>
          <p:cNvSpPr>
            <a:spLocks noGrp="1"/>
          </p:cNvSpPr>
          <p:nvPr/>
        </p:nvSpPr>
        <p:spPr>
          <a:xfrm>
            <a:off x="5534402" y="57895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2" name="02_predicted_pose_4771">
            <a:extLst>
              <a:ext uri="{FF2B5EF4-FFF2-40B4-BE49-F238E27FC236}">
                <a16:creationId xmlns:a16="http://schemas.microsoft.com/office/drawing/2014/main" id="{E8B75097-07F8-4B47-87BB-00C94AF3AC6B}"/>
              </a:ext>
            </a:extLst>
          </p:cNvPr>
          <p:cNvSpPr>
            <a:spLocks noGrp="1"/>
          </p:cNvSpPr>
          <p:nvPr/>
        </p:nvSpPr>
        <p:spPr>
          <a:xfrm>
            <a:off x="5548986" y="57669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3" name="02_predicted_pose_4772">
            <a:extLst>
              <a:ext uri="{FF2B5EF4-FFF2-40B4-BE49-F238E27FC236}">
                <a16:creationId xmlns:a16="http://schemas.microsoft.com/office/drawing/2014/main" id="{AA728EE5-1E2B-4D4E-AE20-6E5413718E4E}"/>
              </a:ext>
            </a:extLst>
          </p:cNvPr>
          <p:cNvSpPr>
            <a:spLocks noGrp="1"/>
          </p:cNvSpPr>
          <p:nvPr/>
        </p:nvSpPr>
        <p:spPr>
          <a:xfrm>
            <a:off x="5319291" y="55683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4" name="02_predicted_pose_4773">
            <a:extLst>
              <a:ext uri="{FF2B5EF4-FFF2-40B4-BE49-F238E27FC236}">
                <a16:creationId xmlns:a16="http://schemas.microsoft.com/office/drawing/2014/main" id="{11AD6F43-FCB4-4BCE-9032-A54B8F045937}"/>
              </a:ext>
            </a:extLst>
          </p:cNvPr>
          <p:cNvSpPr>
            <a:spLocks noGrp="1"/>
          </p:cNvSpPr>
          <p:nvPr/>
        </p:nvSpPr>
        <p:spPr>
          <a:xfrm>
            <a:off x="5332416" y="60998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5" name="02_predicted_pose_4774">
            <a:extLst>
              <a:ext uri="{FF2B5EF4-FFF2-40B4-BE49-F238E27FC236}">
                <a16:creationId xmlns:a16="http://schemas.microsoft.com/office/drawing/2014/main" id="{B8BC5C70-B613-4D33-82A6-5C37C4885B14}"/>
              </a:ext>
            </a:extLst>
          </p:cNvPr>
          <p:cNvSpPr>
            <a:spLocks noGrp="1"/>
          </p:cNvSpPr>
          <p:nvPr/>
        </p:nvSpPr>
        <p:spPr>
          <a:xfrm>
            <a:off x="5376532" y="61600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6" name="02_predicted_pose_4775">
            <a:extLst>
              <a:ext uri="{FF2B5EF4-FFF2-40B4-BE49-F238E27FC236}">
                <a16:creationId xmlns:a16="http://schemas.microsoft.com/office/drawing/2014/main" id="{BE2508C5-A89C-40F3-BF08-06DDA63C3C48}"/>
              </a:ext>
            </a:extLst>
          </p:cNvPr>
          <p:cNvSpPr>
            <a:spLocks noGrp="1"/>
          </p:cNvSpPr>
          <p:nvPr/>
        </p:nvSpPr>
        <p:spPr>
          <a:xfrm>
            <a:off x="5337885" y="60878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7" name="02_predicted_pose_4776">
            <a:extLst>
              <a:ext uri="{FF2B5EF4-FFF2-40B4-BE49-F238E27FC236}">
                <a16:creationId xmlns:a16="http://schemas.microsoft.com/office/drawing/2014/main" id="{5B72E69E-D333-45CC-B46E-5F56EE94E9FD}"/>
              </a:ext>
            </a:extLst>
          </p:cNvPr>
          <p:cNvSpPr>
            <a:spLocks noGrp="1"/>
          </p:cNvSpPr>
          <p:nvPr/>
        </p:nvSpPr>
        <p:spPr>
          <a:xfrm>
            <a:off x="5282831" y="59048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8" name="02_predicted_pose_4777">
            <a:extLst>
              <a:ext uri="{FF2B5EF4-FFF2-40B4-BE49-F238E27FC236}">
                <a16:creationId xmlns:a16="http://schemas.microsoft.com/office/drawing/2014/main" id="{EAEF3959-6601-459A-8B97-D6DE68972366}"/>
              </a:ext>
            </a:extLst>
          </p:cNvPr>
          <p:cNvSpPr>
            <a:spLocks noGrp="1"/>
          </p:cNvSpPr>
          <p:nvPr/>
        </p:nvSpPr>
        <p:spPr>
          <a:xfrm>
            <a:off x="5422836" y="61997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79" name="02_predicted_pose_4778">
            <a:extLst>
              <a:ext uri="{FF2B5EF4-FFF2-40B4-BE49-F238E27FC236}">
                <a16:creationId xmlns:a16="http://schemas.microsoft.com/office/drawing/2014/main" id="{66657D3C-0551-4B77-B473-6538AC4AAE00}"/>
              </a:ext>
            </a:extLst>
          </p:cNvPr>
          <p:cNvSpPr>
            <a:spLocks noGrp="1"/>
          </p:cNvSpPr>
          <p:nvPr/>
        </p:nvSpPr>
        <p:spPr>
          <a:xfrm>
            <a:off x="5437420" y="62592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0" name="02_predicted_pose_4779">
            <a:extLst>
              <a:ext uri="{FF2B5EF4-FFF2-40B4-BE49-F238E27FC236}">
                <a16:creationId xmlns:a16="http://schemas.microsoft.com/office/drawing/2014/main" id="{4F23BD77-5C1D-480D-A059-6549CB7EEC11}"/>
              </a:ext>
            </a:extLst>
          </p:cNvPr>
          <p:cNvSpPr>
            <a:spLocks noGrp="1"/>
          </p:cNvSpPr>
          <p:nvPr/>
        </p:nvSpPr>
        <p:spPr>
          <a:xfrm>
            <a:off x="5452003" y="62214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1" name="02_predicted_pose_4780">
            <a:extLst>
              <a:ext uri="{FF2B5EF4-FFF2-40B4-BE49-F238E27FC236}">
                <a16:creationId xmlns:a16="http://schemas.microsoft.com/office/drawing/2014/main" id="{BE423908-3DC6-42D4-8093-5719B823D72C}"/>
              </a:ext>
            </a:extLst>
          </p:cNvPr>
          <p:cNvSpPr>
            <a:spLocks noGrp="1"/>
          </p:cNvSpPr>
          <p:nvPr/>
        </p:nvSpPr>
        <p:spPr>
          <a:xfrm>
            <a:off x="5466587" y="59568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2" name="02_predicted_pose_4781">
            <a:extLst>
              <a:ext uri="{FF2B5EF4-FFF2-40B4-BE49-F238E27FC236}">
                <a16:creationId xmlns:a16="http://schemas.microsoft.com/office/drawing/2014/main" id="{80B639B5-6F11-4030-AD8A-F2632D4FB9BE}"/>
              </a:ext>
            </a:extLst>
          </p:cNvPr>
          <p:cNvSpPr>
            <a:spLocks noGrp="1"/>
          </p:cNvSpPr>
          <p:nvPr/>
        </p:nvSpPr>
        <p:spPr>
          <a:xfrm>
            <a:off x="5249653" y="61917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3" name="02_predicted_pose_4782">
            <a:extLst>
              <a:ext uri="{FF2B5EF4-FFF2-40B4-BE49-F238E27FC236}">
                <a16:creationId xmlns:a16="http://schemas.microsoft.com/office/drawing/2014/main" id="{FAB0669E-288B-4F02-86C6-6DED640D88E5}"/>
              </a:ext>
            </a:extLst>
          </p:cNvPr>
          <p:cNvSpPr>
            <a:spLocks noGrp="1"/>
          </p:cNvSpPr>
          <p:nvPr/>
        </p:nvSpPr>
        <p:spPr>
          <a:xfrm>
            <a:off x="5278820" y="61116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4" name="02_predicted_pose_4783">
            <a:extLst>
              <a:ext uri="{FF2B5EF4-FFF2-40B4-BE49-F238E27FC236}">
                <a16:creationId xmlns:a16="http://schemas.microsoft.com/office/drawing/2014/main" id="{181FCAEC-632C-4E56-9047-1C68D383751B}"/>
              </a:ext>
            </a:extLst>
          </p:cNvPr>
          <p:cNvSpPr>
            <a:spLocks noGrp="1"/>
          </p:cNvSpPr>
          <p:nvPr/>
        </p:nvSpPr>
        <p:spPr>
          <a:xfrm>
            <a:off x="5502682" y="58637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5" name="02_predicted_pose_4784">
            <a:extLst>
              <a:ext uri="{FF2B5EF4-FFF2-40B4-BE49-F238E27FC236}">
                <a16:creationId xmlns:a16="http://schemas.microsoft.com/office/drawing/2014/main" id="{0C6828E9-D6C6-4104-AF15-DDCD07ABD5B1}"/>
              </a:ext>
            </a:extLst>
          </p:cNvPr>
          <p:cNvSpPr>
            <a:spLocks noGrp="1"/>
          </p:cNvSpPr>
          <p:nvPr/>
        </p:nvSpPr>
        <p:spPr>
          <a:xfrm>
            <a:off x="5539507" y="58465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486" name="02_predicted_pose_4785">
            <a:extLst>
              <a:ext uri="{FF2B5EF4-FFF2-40B4-BE49-F238E27FC236}">
                <a16:creationId xmlns:a16="http://schemas.microsoft.com/office/drawing/2014/main" id="{33B9F5F2-DC45-42F5-ADAA-53411FB0668E}"/>
              </a:ext>
            </a:extLst>
          </p:cNvPr>
          <p:cNvSpPr>
            <a:spLocks noGrp="1"/>
          </p:cNvSpPr>
          <p:nvPr/>
        </p:nvSpPr>
        <p:spPr>
          <a:xfrm>
            <a:off x="3548525" y="5090854"/>
            <a:ext cx="202" cy="1635108"/>
          </a:xfrm>
          <a:custGeom>
            <a:avLst/>
            <a:gdLst/>
            <a:ahLst/>
            <a:cxnLst/>
            <a:rect l="0" t="0" r="0" b="0"/>
            <a:pathLst>
              <a:path w="191" h="1545120">
                <a:moveTo>
                  <a:pt x="0" y="154512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487" name="02_predicted_pose_4786">
            <a:extLst>
              <a:ext uri="{FF2B5EF4-FFF2-40B4-BE49-F238E27FC236}">
                <a16:creationId xmlns:a16="http://schemas.microsoft.com/office/drawing/2014/main" id="{26758A8E-E00E-4580-8726-85980643406C}"/>
              </a:ext>
            </a:extLst>
          </p:cNvPr>
          <p:cNvSpPr>
            <a:spLocks noGrp="1"/>
          </p:cNvSpPr>
          <p:nvPr/>
        </p:nvSpPr>
        <p:spPr>
          <a:xfrm>
            <a:off x="3548525" y="672596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488" name="02_predicted_pose_4787">
            <a:extLst>
              <a:ext uri="{FF2B5EF4-FFF2-40B4-BE49-F238E27FC236}">
                <a16:creationId xmlns:a16="http://schemas.microsoft.com/office/drawing/2014/main" id="{96575DA0-2200-4F0A-BA32-0F5B273C2317}"/>
              </a:ext>
            </a:extLst>
          </p:cNvPr>
          <p:cNvSpPr>
            <a:spLocks noGrp="1"/>
          </p:cNvSpPr>
          <p:nvPr/>
        </p:nvSpPr>
        <p:spPr>
          <a:xfrm>
            <a:off x="4062970" y="5990354"/>
            <a:ext cx="302615" cy="268138"/>
          </a:xfrm>
          <a:custGeom>
            <a:avLst/>
            <a:gdLst/>
            <a:ahLst/>
            <a:cxnLst/>
            <a:rect l="0" t="0" r="0" b="0"/>
            <a:pathLst>
              <a:path w="285961" h="253381">
                <a:moveTo>
                  <a:pt x="0" y="253381"/>
                </a:moveTo>
                <a:lnTo>
                  <a:pt x="285961" y="253381"/>
                </a:lnTo>
                <a:lnTo>
                  <a:pt x="285961" y="0"/>
                </a:lnTo>
                <a:lnTo>
                  <a:pt x="0" y="0"/>
                </a:lnTo>
                <a:lnTo>
                  <a:pt x="0" y="253381"/>
                </a:lnTo>
                <a:lnTo>
                  <a:pt x="0" y="253381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5879BD"/>
            </a:solidFill>
            <a:prstDash val="solid"/>
          </a:ln>
        </p:spPr>
      </p:sp>
      <p:sp>
        <p:nvSpPr>
          <p:cNvPr id="1489" name="02_predicted_pose_4788">
            <a:extLst>
              <a:ext uri="{FF2B5EF4-FFF2-40B4-BE49-F238E27FC236}">
                <a16:creationId xmlns:a16="http://schemas.microsoft.com/office/drawing/2014/main" id="{F9BD8B60-971D-4685-8502-C1399821DF40}"/>
              </a:ext>
            </a:extLst>
          </p:cNvPr>
          <p:cNvSpPr>
            <a:spLocks noGrp="1"/>
          </p:cNvSpPr>
          <p:nvPr/>
        </p:nvSpPr>
        <p:spPr>
          <a:xfrm>
            <a:off x="4214277" y="6258492"/>
            <a:ext cx="202" cy="104956"/>
          </a:xfrm>
          <a:custGeom>
            <a:avLst/>
            <a:gdLst/>
            <a:ahLst/>
            <a:cxnLst/>
            <a:rect l="0" t="0" r="0" b="0"/>
            <a:pathLst>
              <a:path w="191" h="99180">
                <a:moveTo>
                  <a:pt x="0" y="0"/>
                </a:moveTo>
                <a:lnTo>
                  <a:pt x="0" y="9918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490" name="02_predicted_pose_4789">
            <a:extLst>
              <a:ext uri="{FF2B5EF4-FFF2-40B4-BE49-F238E27FC236}">
                <a16:creationId xmlns:a16="http://schemas.microsoft.com/office/drawing/2014/main" id="{6D900941-4096-43D4-B6D4-A4689F681A0C}"/>
              </a:ext>
            </a:extLst>
          </p:cNvPr>
          <p:cNvSpPr>
            <a:spLocks noGrp="1"/>
          </p:cNvSpPr>
          <p:nvPr/>
        </p:nvSpPr>
        <p:spPr>
          <a:xfrm>
            <a:off x="4214277" y="5420221"/>
            <a:ext cx="202" cy="570132"/>
          </a:xfrm>
          <a:custGeom>
            <a:avLst/>
            <a:gdLst/>
            <a:ahLst/>
            <a:cxnLst/>
            <a:rect l="0" t="0" r="0" b="0"/>
            <a:pathLst>
              <a:path w="191" h="538755">
                <a:moveTo>
                  <a:pt x="0" y="538755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491" name="02_predicted_pose_4790">
            <a:extLst>
              <a:ext uri="{FF2B5EF4-FFF2-40B4-BE49-F238E27FC236}">
                <a16:creationId xmlns:a16="http://schemas.microsoft.com/office/drawing/2014/main" id="{9FF9A736-A848-4EC1-9724-743218A73E3D}"/>
              </a:ext>
            </a:extLst>
          </p:cNvPr>
          <p:cNvSpPr>
            <a:spLocks noGrp="1"/>
          </p:cNvSpPr>
          <p:nvPr/>
        </p:nvSpPr>
        <p:spPr>
          <a:xfrm>
            <a:off x="4138623" y="6363447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492" name="02_predicted_pose_4791">
            <a:extLst>
              <a:ext uri="{FF2B5EF4-FFF2-40B4-BE49-F238E27FC236}">
                <a16:creationId xmlns:a16="http://schemas.microsoft.com/office/drawing/2014/main" id="{39C3C07C-59F3-478D-86AD-4AFD2F9E0805}"/>
              </a:ext>
            </a:extLst>
          </p:cNvPr>
          <p:cNvSpPr>
            <a:spLocks noGrp="1"/>
          </p:cNvSpPr>
          <p:nvPr/>
        </p:nvSpPr>
        <p:spPr>
          <a:xfrm>
            <a:off x="4138623" y="5420221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493" name="02_predicted_pose_4792">
            <a:extLst>
              <a:ext uri="{FF2B5EF4-FFF2-40B4-BE49-F238E27FC236}">
                <a16:creationId xmlns:a16="http://schemas.microsoft.com/office/drawing/2014/main" id="{C762C67F-CA56-4AB6-BC82-AE9AAC5204E3}"/>
              </a:ext>
            </a:extLst>
          </p:cNvPr>
          <p:cNvSpPr>
            <a:spLocks noGrp="1"/>
          </p:cNvSpPr>
          <p:nvPr/>
        </p:nvSpPr>
        <p:spPr>
          <a:xfrm>
            <a:off x="5273429" y="5893419"/>
            <a:ext cx="302615" cy="211489"/>
          </a:xfrm>
          <a:custGeom>
            <a:avLst/>
            <a:gdLst/>
            <a:ahLst/>
            <a:cxnLst/>
            <a:rect l="0" t="0" r="0" b="0"/>
            <a:pathLst>
              <a:path w="285961" h="199850">
                <a:moveTo>
                  <a:pt x="0" y="199850"/>
                </a:moveTo>
                <a:lnTo>
                  <a:pt x="285961" y="199850"/>
                </a:lnTo>
                <a:lnTo>
                  <a:pt x="285961" y="0"/>
                </a:lnTo>
                <a:lnTo>
                  <a:pt x="0" y="0"/>
                </a:lnTo>
                <a:lnTo>
                  <a:pt x="0" y="199850"/>
                </a:lnTo>
                <a:lnTo>
                  <a:pt x="0" y="19985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57442"/>
            </a:solidFill>
            <a:prstDash val="solid"/>
          </a:ln>
        </p:spPr>
      </p:sp>
      <p:sp>
        <p:nvSpPr>
          <p:cNvPr id="1494" name="02_predicted_pose_4793">
            <a:extLst>
              <a:ext uri="{FF2B5EF4-FFF2-40B4-BE49-F238E27FC236}">
                <a16:creationId xmlns:a16="http://schemas.microsoft.com/office/drawing/2014/main" id="{6F1AE81E-33E4-4035-A269-5488E6081371}"/>
              </a:ext>
            </a:extLst>
          </p:cNvPr>
          <p:cNvSpPr>
            <a:spLocks noGrp="1"/>
          </p:cNvSpPr>
          <p:nvPr/>
        </p:nvSpPr>
        <p:spPr>
          <a:xfrm>
            <a:off x="5424737" y="6104908"/>
            <a:ext cx="202" cy="110704"/>
          </a:xfrm>
          <a:custGeom>
            <a:avLst/>
            <a:gdLst/>
            <a:ahLst/>
            <a:cxnLst/>
            <a:rect l="0" t="0" r="0" b="0"/>
            <a:pathLst>
              <a:path w="191" h="104611">
                <a:moveTo>
                  <a:pt x="0" y="0"/>
                </a:moveTo>
                <a:lnTo>
                  <a:pt x="0" y="104611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495" name="02_predicted_pose_4794">
            <a:extLst>
              <a:ext uri="{FF2B5EF4-FFF2-40B4-BE49-F238E27FC236}">
                <a16:creationId xmlns:a16="http://schemas.microsoft.com/office/drawing/2014/main" id="{1326202F-ABE9-4B9E-B403-54B798BC92A6}"/>
              </a:ext>
            </a:extLst>
          </p:cNvPr>
          <p:cNvSpPr>
            <a:spLocks noGrp="1"/>
          </p:cNvSpPr>
          <p:nvPr/>
        </p:nvSpPr>
        <p:spPr>
          <a:xfrm>
            <a:off x="5424737" y="5507251"/>
            <a:ext cx="202" cy="386169"/>
          </a:xfrm>
          <a:custGeom>
            <a:avLst/>
            <a:gdLst/>
            <a:ahLst/>
            <a:cxnLst/>
            <a:rect l="0" t="0" r="0" b="0"/>
            <a:pathLst>
              <a:path w="191" h="364916">
                <a:moveTo>
                  <a:pt x="0" y="364916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496" name="02_predicted_pose_4795">
            <a:extLst>
              <a:ext uri="{FF2B5EF4-FFF2-40B4-BE49-F238E27FC236}">
                <a16:creationId xmlns:a16="http://schemas.microsoft.com/office/drawing/2014/main" id="{591EC23B-5ECD-4087-A042-27C2185EF488}"/>
              </a:ext>
            </a:extLst>
          </p:cNvPr>
          <p:cNvSpPr>
            <a:spLocks noGrp="1"/>
          </p:cNvSpPr>
          <p:nvPr/>
        </p:nvSpPr>
        <p:spPr>
          <a:xfrm>
            <a:off x="5349083" y="6215613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497" name="02_predicted_pose_4796">
            <a:extLst>
              <a:ext uri="{FF2B5EF4-FFF2-40B4-BE49-F238E27FC236}">
                <a16:creationId xmlns:a16="http://schemas.microsoft.com/office/drawing/2014/main" id="{EED73448-E740-4DB1-BF79-F027B1C72F3D}"/>
              </a:ext>
            </a:extLst>
          </p:cNvPr>
          <p:cNvSpPr>
            <a:spLocks noGrp="1"/>
          </p:cNvSpPr>
          <p:nvPr/>
        </p:nvSpPr>
        <p:spPr>
          <a:xfrm>
            <a:off x="5349083" y="5507252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498" name="text_4797">
            <a:extLst>
              <a:ext uri="{FF2B5EF4-FFF2-40B4-BE49-F238E27FC236}">
                <a16:creationId xmlns:a16="http://schemas.microsoft.com/office/drawing/2014/main" id="{9544E4F0-3641-41CF-9032-ED1B94BA0F9A}"/>
              </a:ext>
            </a:extLst>
          </p:cNvPr>
          <p:cNvSpPr>
            <a:spLocks noGrp="1"/>
          </p:cNvSpPr>
          <p:nvPr/>
        </p:nvSpPr>
        <p:spPr>
          <a:xfrm>
            <a:off x="3090971" y="4917368"/>
            <a:ext cx="88164" cy="1679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99" name="text_4798">
            <a:extLst>
              <a:ext uri="{FF2B5EF4-FFF2-40B4-BE49-F238E27FC236}">
                <a16:creationId xmlns:a16="http://schemas.microsoft.com/office/drawing/2014/main" id="{591C09F7-A499-4CF4-9C19-83DFF5D1FA26}"/>
              </a:ext>
            </a:extLst>
          </p:cNvPr>
          <p:cNvSpPr>
            <a:spLocks noGrp="1"/>
          </p:cNvSpPr>
          <p:nvPr/>
        </p:nvSpPr>
        <p:spPr>
          <a:xfrm>
            <a:off x="3548524" y="4866210"/>
            <a:ext cx="876726" cy="142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99">
                <a:solidFill>
                  <a:srgbClr val="273744"/>
                </a:solidFill>
                <a:latin typeface="Arial"/>
                <a:ea typeface="Arial"/>
                <a:cs typeface="Arial"/>
              </a:rPr>
              <a:t>CA2, Top-1 pose</a:t>
            </a:r>
          </a:p>
        </p:txBody>
      </p:sp>
      <p:sp>
        <p:nvSpPr>
          <p:cNvPr id="1500" name="02_predicted_pose_4799">
            <a:extLst>
              <a:ext uri="{FF2B5EF4-FFF2-40B4-BE49-F238E27FC236}">
                <a16:creationId xmlns:a16="http://schemas.microsoft.com/office/drawing/2014/main" id="{8E6100D6-9AA5-453B-A055-52335535436E}"/>
              </a:ext>
            </a:extLst>
          </p:cNvPr>
          <p:cNvSpPr>
            <a:spLocks noGrp="1"/>
          </p:cNvSpPr>
          <p:nvPr/>
        </p:nvSpPr>
        <p:spPr>
          <a:xfrm>
            <a:off x="4062970" y="6174108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5879BD"/>
            </a:solidFill>
            <a:prstDash val="solid"/>
          </a:ln>
        </p:spPr>
      </p:sp>
      <p:sp>
        <p:nvSpPr>
          <p:cNvPr id="1501" name="02_predicted_pose_4800">
            <a:extLst>
              <a:ext uri="{FF2B5EF4-FFF2-40B4-BE49-F238E27FC236}">
                <a16:creationId xmlns:a16="http://schemas.microsoft.com/office/drawing/2014/main" id="{21DC69D9-82DF-4C4B-B67E-3481E2B54CB1}"/>
              </a:ext>
            </a:extLst>
          </p:cNvPr>
          <p:cNvSpPr>
            <a:spLocks noGrp="1"/>
          </p:cNvSpPr>
          <p:nvPr/>
        </p:nvSpPr>
        <p:spPr>
          <a:xfrm>
            <a:off x="5273429" y="5976940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B57442"/>
            </a:solidFill>
            <a:prstDash val="solid"/>
          </a:ln>
        </p:spPr>
      </p:sp>
      <p:sp>
        <p:nvSpPr>
          <p:cNvPr id="1502" name="02_predicted_pose_4801">
            <a:extLst>
              <a:ext uri="{FF2B5EF4-FFF2-40B4-BE49-F238E27FC236}">
                <a16:creationId xmlns:a16="http://schemas.microsoft.com/office/drawing/2014/main" id="{21568936-1364-425C-BE59-F8BBA3183BDA}"/>
              </a:ext>
            </a:extLst>
          </p:cNvPr>
          <p:cNvSpPr>
            <a:spLocks noGrp="1"/>
          </p:cNvSpPr>
          <p:nvPr/>
        </p:nvSpPr>
        <p:spPr>
          <a:xfrm>
            <a:off x="6903919" y="5090854"/>
            <a:ext cx="2541965" cy="1635108"/>
          </a:xfrm>
          <a:custGeom>
            <a:avLst/>
            <a:gdLst/>
            <a:ahLst/>
            <a:cxnLst/>
            <a:rect l="0" t="0" r="0" b="0"/>
            <a:pathLst>
              <a:path w="2402069" h="1545120">
                <a:moveTo>
                  <a:pt x="0" y="1545120"/>
                </a:moveTo>
                <a:lnTo>
                  <a:pt x="2402069" y="1545120"/>
                </a:lnTo>
                <a:lnTo>
                  <a:pt x="2402069" y="0"/>
                </a:lnTo>
                <a:lnTo>
                  <a:pt x="0" y="0"/>
                </a:lnTo>
                <a:lnTo>
                  <a:pt x="0" y="154512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03" name="02_predicted_pose_4802">
            <a:extLst>
              <a:ext uri="{FF2B5EF4-FFF2-40B4-BE49-F238E27FC236}">
                <a16:creationId xmlns:a16="http://schemas.microsoft.com/office/drawing/2014/main" id="{D3294BDB-A8B7-4EB0-8C73-FFADF5DED6C6}"/>
              </a:ext>
            </a:extLst>
          </p:cNvPr>
          <p:cNvSpPr>
            <a:spLocks noGrp="1"/>
          </p:cNvSpPr>
          <p:nvPr/>
        </p:nvSpPr>
        <p:spPr>
          <a:xfrm>
            <a:off x="6903919" y="594619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1504" name="02_predicted_pose_4803">
            <a:extLst>
              <a:ext uri="{FF2B5EF4-FFF2-40B4-BE49-F238E27FC236}">
                <a16:creationId xmlns:a16="http://schemas.microsoft.com/office/drawing/2014/main" id="{1C0A7DF1-DC94-4246-A436-A9882BA7FAF1}"/>
              </a:ext>
            </a:extLst>
          </p:cNvPr>
          <p:cNvSpPr>
            <a:spLocks noGrp="1"/>
          </p:cNvSpPr>
          <p:nvPr/>
        </p:nvSpPr>
        <p:spPr>
          <a:xfrm>
            <a:off x="6903919" y="580888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7620">
            <a:solidFill>
              <a:srgbClr val="BCC5CB"/>
            </a:solidFill>
            <a:prstDash val="dash"/>
          </a:ln>
        </p:spPr>
      </p:sp>
      <p:sp>
        <p:nvSpPr>
          <p:cNvPr id="1505" name="02_predicted_pose_4804">
            <a:extLst>
              <a:ext uri="{FF2B5EF4-FFF2-40B4-BE49-F238E27FC236}">
                <a16:creationId xmlns:a16="http://schemas.microsoft.com/office/drawing/2014/main" id="{80E6889B-DCF3-4ACC-8939-CD4FA25362DC}"/>
              </a:ext>
            </a:extLst>
          </p:cNvPr>
          <p:cNvSpPr>
            <a:spLocks noGrp="1"/>
          </p:cNvSpPr>
          <p:nvPr/>
        </p:nvSpPr>
        <p:spPr>
          <a:xfrm>
            <a:off x="7569671" y="6725962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06" name="text_4805">
            <a:extLst>
              <a:ext uri="{FF2B5EF4-FFF2-40B4-BE49-F238E27FC236}">
                <a16:creationId xmlns:a16="http://schemas.microsoft.com/office/drawing/2014/main" id="{8F40B05E-924D-45AD-99C3-3DBA1D9860FF}"/>
              </a:ext>
            </a:extLst>
          </p:cNvPr>
          <p:cNvSpPr>
            <a:spLocks noGrp="1"/>
          </p:cNvSpPr>
          <p:nvPr/>
        </p:nvSpPr>
        <p:spPr>
          <a:xfrm>
            <a:off x="7185365" y="6799618"/>
            <a:ext cx="782053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PocketXMol-tuned</a:t>
            </a:r>
          </a:p>
        </p:txBody>
      </p:sp>
      <p:sp>
        <p:nvSpPr>
          <p:cNvPr id="1507" name="02_predicted_pose_4806">
            <a:extLst>
              <a:ext uri="{FF2B5EF4-FFF2-40B4-BE49-F238E27FC236}">
                <a16:creationId xmlns:a16="http://schemas.microsoft.com/office/drawing/2014/main" id="{401AF41B-B639-469D-96B2-D334373B9C15}"/>
              </a:ext>
            </a:extLst>
          </p:cNvPr>
          <p:cNvSpPr>
            <a:spLocks noGrp="1"/>
          </p:cNvSpPr>
          <p:nvPr/>
        </p:nvSpPr>
        <p:spPr>
          <a:xfrm>
            <a:off x="8780132" y="6725962"/>
            <a:ext cx="202" cy="40319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08" name="text_4807">
            <a:extLst>
              <a:ext uri="{FF2B5EF4-FFF2-40B4-BE49-F238E27FC236}">
                <a16:creationId xmlns:a16="http://schemas.microsoft.com/office/drawing/2014/main" id="{5172BDC5-A727-4E1E-88F3-F825C03DDDD4}"/>
              </a:ext>
            </a:extLst>
          </p:cNvPr>
          <p:cNvSpPr>
            <a:spLocks noGrp="1"/>
          </p:cNvSpPr>
          <p:nvPr/>
        </p:nvSpPr>
        <p:spPr>
          <a:xfrm>
            <a:off x="8463842" y="6799897"/>
            <a:ext cx="64601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Emap2lig-Build</a:t>
            </a:r>
          </a:p>
        </p:txBody>
      </p:sp>
      <p:sp>
        <p:nvSpPr>
          <p:cNvPr id="1509" name="02_predicted_pose_4808">
            <a:extLst>
              <a:ext uri="{FF2B5EF4-FFF2-40B4-BE49-F238E27FC236}">
                <a16:creationId xmlns:a16="http://schemas.microsoft.com/office/drawing/2014/main" id="{396DD424-7D7E-4468-9593-95C58563EB97}"/>
              </a:ext>
            </a:extLst>
          </p:cNvPr>
          <p:cNvSpPr>
            <a:spLocks noGrp="1"/>
          </p:cNvSpPr>
          <p:nvPr/>
        </p:nvSpPr>
        <p:spPr>
          <a:xfrm>
            <a:off x="6863599" y="672596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10" name="text_4809">
            <a:extLst>
              <a:ext uri="{FF2B5EF4-FFF2-40B4-BE49-F238E27FC236}">
                <a16:creationId xmlns:a16="http://schemas.microsoft.com/office/drawing/2014/main" id="{D4192957-496F-46D3-8E14-000370303714}"/>
              </a:ext>
            </a:extLst>
          </p:cNvPr>
          <p:cNvSpPr>
            <a:spLocks noGrp="1"/>
          </p:cNvSpPr>
          <p:nvPr/>
        </p:nvSpPr>
        <p:spPr>
          <a:xfrm>
            <a:off x="6692513" y="6685310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511" name="02_predicted_pose_4810">
            <a:extLst>
              <a:ext uri="{FF2B5EF4-FFF2-40B4-BE49-F238E27FC236}">
                <a16:creationId xmlns:a16="http://schemas.microsoft.com/office/drawing/2014/main" id="{866350F9-D39A-4C34-A9CE-C886413E34A4}"/>
              </a:ext>
            </a:extLst>
          </p:cNvPr>
          <p:cNvSpPr>
            <a:spLocks noGrp="1"/>
          </p:cNvSpPr>
          <p:nvPr/>
        </p:nvSpPr>
        <p:spPr>
          <a:xfrm>
            <a:off x="6863599" y="6415661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12" name="text_4811">
            <a:extLst>
              <a:ext uri="{FF2B5EF4-FFF2-40B4-BE49-F238E27FC236}">
                <a16:creationId xmlns:a16="http://schemas.microsoft.com/office/drawing/2014/main" id="{E1AF6FE8-635F-489F-8DE3-EA939421CEF2}"/>
              </a:ext>
            </a:extLst>
          </p:cNvPr>
          <p:cNvSpPr>
            <a:spLocks noGrp="1"/>
          </p:cNvSpPr>
          <p:nvPr/>
        </p:nvSpPr>
        <p:spPr>
          <a:xfrm>
            <a:off x="6692513" y="6375009"/>
            <a:ext cx="144207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13" name="02_predicted_pose_4812">
            <a:extLst>
              <a:ext uri="{FF2B5EF4-FFF2-40B4-BE49-F238E27FC236}">
                <a16:creationId xmlns:a16="http://schemas.microsoft.com/office/drawing/2014/main" id="{BE7CB8B0-23E6-4871-B036-15F99D3D177A}"/>
              </a:ext>
            </a:extLst>
          </p:cNvPr>
          <p:cNvSpPr>
            <a:spLocks noGrp="1"/>
          </p:cNvSpPr>
          <p:nvPr/>
        </p:nvSpPr>
        <p:spPr>
          <a:xfrm>
            <a:off x="6863599" y="6180926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14" name="text_4813">
            <a:extLst>
              <a:ext uri="{FF2B5EF4-FFF2-40B4-BE49-F238E27FC236}">
                <a16:creationId xmlns:a16="http://schemas.microsoft.com/office/drawing/2014/main" id="{A3B98CCF-9692-4063-8121-CE4012ABF4E3}"/>
              </a:ext>
            </a:extLst>
          </p:cNvPr>
          <p:cNvSpPr>
            <a:spLocks noGrp="1"/>
          </p:cNvSpPr>
          <p:nvPr/>
        </p:nvSpPr>
        <p:spPr>
          <a:xfrm>
            <a:off x="6770974" y="6140274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15" name="02_predicted_pose_4814">
            <a:extLst>
              <a:ext uri="{FF2B5EF4-FFF2-40B4-BE49-F238E27FC236}">
                <a16:creationId xmlns:a16="http://schemas.microsoft.com/office/drawing/2014/main" id="{25F5512D-685B-4792-A8D2-1048B4C431F5}"/>
              </a:ext>
            </a:extLst>
          </p:cNvPr>
          <p:cNvSpPr>
            <a:spLocks noGrp="1"/>
          </p:cNvSpPr>
          <p:nvPr/>
        </p:nvSpPr>
        <p:spPr>
          <a:xfrm>
            <a:off x="6863599" y="594619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16" name="text_4815">
            <a:extLst>
              <a:ext uri="{FF2B5EF4-FFF2-40B4-BE49-F238E27FC236}">
                <a16:creationId xmlns:a16="http://schemas.microsoft.com/office/drawing/2014/main" id="{25376698-CB5A-42B6-B0BF-4CBC07A0F836}"/>
              </a:ext>
            </a:extLst>
          </p:cNvPr>
          <p:cNvSpPr>
            <a:spLocks noGrp="1"/>
          </p:cNvSpPr>
          <p:nvPr/>
        </p:nvSpPr>
        <p:spPr>
          <a:xfrm>
            <a:off x="6770974" y="5905540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17" name="02_predicted_pose_4816">
            <a:extLst>
              <a:ext uri="{FF2B5EF4-FFF2-40B4-BE49-F238E27FC236}">
                <a16:creationId xmlns:a16="http://schemas.microsoft.com/office/drawing/2014/main" id="{BFB63D00-8839-402A-9807-5C907BE09AC1}"/>
              </a:ext>
            </a:extLst>
          </p:cNvPr>
          <p:cNvSpPr>
            <a:spLocks noGrp="1"/>
          </p:cNvSpPr>
          <p:nvPr/>
        </p:nvSpPr>
        <p:spPr>
          <a:xfrm>
            <a:off x="6863599" y="580888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18" name="text_4817">
            <a:extLst>
              <a:ext uri="{FF2B5EF4-FFF2-40B4-BE49-F238E27FC236}">
                <a16:creationId xmlns:a16="http://schemas.microsoft.com/office/drawing/2014/main" id="{6501C640-75AE-4015-8D4A-080A7B631377}"/>
              </a:ext>
            </a:extLst>
          </p:cNvPr>
          <p:cNvSpPr>
            <a:spLocks noGrp="1"/>
          </p:cNvSpPr>
          <p:nvPr/>
        </p:nvSpPr>
        <p:spPr>
          <a:xfrm>
            <a:off x="6770974" y="5768230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19" name="02_predicted_pose_4818">
            <a:extLst>
              <a:ext uri="{FF2B5EF4-FFF2-40B4-BE49-F238E27FC236}">
                <a16:creationId xmlns:a16="http://schemas.microsoft.com/office/drawing/2014/main" id="{76F457BA-F078-4FDA-8BBB-B7EBF87251B0}"/>
              </a:ext>
            </a:extLst>
          </p:cNvPr>
          <p:cNvSpPr>
            <a:spLocks noGrp="1"/>
          </p:cNvSpPr>
          <p:nvPr/>
        </p:nvSpPr>
        <p:spPr>
          <a:xfrm>
            <a:off x="6863599" y="5635890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20" name="text_4819">
            <a:extLst>
              <a:ext uri="{FF2B5EF4-FFF2-40B4-BE49-F238E27FC236}">
                <a16:creationId xmlns:a16="http://schemas.microsoft.com/office/drawing/2014/main" id="{5B902B21-9522-43B4-8CF8-235F263BD8BD}"/>
              </a:ext>
            </a:extLst>
          </p:cNvPr>
          <p:cNvSpPr>
            <a:spLocks noGrp="1"/>
          </p:cNvSpPr>
          <p:nvPr/>
        </p:nvSpPr>
        <p:spPr>
          <a:xfrm>
            <a:off x="6770974" y="5595238"/>
            <a:ext cx="65746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21" name="02_predicted_pose_4820">
            <a:extLst>
              <a:ext uri="{FF2B5EF4-FFF2-40B4-BE49-F238E27FC236}">
                <a16:creationId xmlns:a16="http://schemas.microsoft.com/office/drawing/2014/main" id="{11FB072D-D13B-4162-BC58-36E49B2B5591}"/>
              </a:ext>
            </a:extLst>
          </p:cNvPr>
          <p:cNvSpPr>
            <a:spLocks noGrp="1"/>
          </p:cNvSpPr>
          <p:nvPr/>
        </p:nvSpPr>
        <p:spPr>
          <a:xfrm>
            <a:off x="6863599" y="5401156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22" name="text_4821">
            <a:extLst>
              <a:ext uri="{FF2B5EF4-FFF2-40B4-BE49-F238E27FC236}">
                <a16:creationId xmlns:a16="http://schemas.microsoft.com/office/drawing/2014/main" id="{9B2D7078-64B5-430F-A6CF-F0CAE12C839D}"/>
              </a:ext>
            </a:extLst>
          </p:cNvPr>
          <p:cNvSpPr>
            <a:spLocks noGrp="1"/>
          </p:cNvSpPr>
          <p:nvPr/>
        </p:nvSpPr>
        <p:spPr>
          <a:xfrm>
            <a:off x="6718666" y="5360505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23" name="02_predicted_pose_4822">
            <a:extLst>
              <a:ext uri="{FF2B5EF4-FFF2-40B4-BE49-F238E27FC236}">
                <a16:creationId xmlns:a16="http://schemas.microsoft.com/office/drawing/2014/main" id="{A86BD2D9-C88A-4C68-BDCF-40F696E8F6EB}"/>
              </a:ext>
            </a:extLst>
          </p:cNvPr>
          <p:cNvSpPr>
            <a:spLocks noGrp="1"/>
          </p:cNvSpPr>
          <p:nvPr/>
        </p:nvSpPr>
        <p:spPr>
          <a:xfrm>
            <a:off x="6863599" y="5166422"/>
            <a:ext cx="40319" cy="202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524" name="text_4823">
            <a:extLst>
              <a:ext uri="{FF2B5EF4-FFF2-40B4-BE49-F238E27FC236}">
                <a16:creationId xmlns:a16="http://schemas.microsoft.com/office/drawing/2014/main" id="{71DB6F5D-6D93-4AB2-9EE1-CFF1C70F8EDF}"/>
              </a:ext>
            </a:extLst>
          </p:cNvPr>
          <p:cNvSpPr>
            <a:spLocks noGrp="1"/>
          </p:cNvSpPr>
          <p:nvPr/>
        </p:nvSpPr>
        <p:spPr>
          <a:xfrm>
            <a:off x="6718666" y="5125770"/>
            <a:ext cx="118054" cy="1175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41">
                <a:solidFill>
                  <a:srgbClr val="2737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25" name="text_4824">
            <a:extLst>
              <a:ext uri="{FF2B5EF4-FFF2-40B4-BE49-F238E27FC236}">
                <a16:creationId xmlns:a16="http://schemas.microsoft.com/office/drawing/2014/main" id="{A0CA7835-8D74-49FA-9C3E-DE67A20AC4BF}"/>
              </a:ext>
            </a:extLst>
          </p:cNvPr>
          <p:cNvSpPr>
            <a:spLocks noGrp="1"/>
          </p:cNvSpPr>
          <p:nvPr/>
        </p:nvSpPr>
        <p:spPr>
          <a:xfrm rot="-5400000">
            <a:off x="6353514" y="5841210"/>
            <a:ext cx="503180" cy="1343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47">
                <a:solidFill>
                  <a:srgbClr val="273744"/>
                </a:solidFill>
                <a:latin typeface="Arial"/>
                <a:ea typeface="Arial"/>
                <a:cs typeface="Arial"/>
              </a:rPr>
              <a:t>RMSD (Å)</a:t>
            </a:r>
          </a:p>
        </p:txBody>
      </p:sp>
      <p:sp>
        <p:nvSpPr>
          <p:cNvPr id="1526" name="02_predicted_pose_4825">
            <a:extLst>
              <a:ext uri="{FF2B5EF4-FFF2-40B4-BE49-F238E27FC236}">
                <a16:creationId xmlns:a16="http://schemas.microsoft.com/office/drawing/2014/main" id="{13F58A47-4562-4D2D-AB6B-B63C14C75563}"/>
              </a:ext>
            </a:extLst>
          </p:cNvPr>
          <p:cNvSpPr>
            <a:spLocks noGrp="1"/>
          </p:cNvSpPr>
          <p:nvPr/>
        </p:nvSpPr>
        <p:spPr>
          <a:xfrm>
            <a:off x="7491569" y="630821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27" name="02_predicted_pose_4826">
            <a:extLst>
              <a:ext uri="{FF2B5EF4-FFF2-40B4-BE49-F238E27FC236}">
                <a16:creationId xmlns:a16="http://schemas.microsoft.com/office/drawing/2014/main" id="{26820DB3-1A0C-4793-8F40-84C4BDD85983}"/>
              </a:ext>
            </a:extLst>
          </p:cNvPr>
          <p:cNvSpPr>
            <a:spLocks noGrp="1"/>
          </p:cNvSpPr>
          <p:nvPr/>
        </p:nvSpPr>
        <p:spPr>
          <a:xfrm>
            <a:off x="7506154" y="627047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28" name="02_predicted_pose_4827">
            <a:extLst>
              <a:ext uri="{FF2B5EF4-FFF2-40B4-BE49-F238E27FC236}">
                <a16:creationId xmlns:a16="http://schemas.microsoft.com/office/drawing/2014/main" id="{2A16C723-92FD-416F-B6A7-A501B7638C5A}"/>
              </a:ext>
            </a:extLst>
          </p:cNvPr>
          <p:cNvSpPr>
            <a:spLocks noGrp="1"/>
          </p:cNvSpPr>
          <p:nvPr/>
        </p:nvSpPr>
        <p:spPr>
          <a:xfrm>
            <a:off x="7520738" y="62755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29" name="02_predicted_pose_4828">
            <a:extLst>
              <a:ext uri="{FF2B5EF4-FFF2-40B4-BE49-F238E27FC236}">
                <a16:creationId xmlns:a16="http://schemas.microsoft.com/office/drawing/2014/main" id="{5EE2A466-5A21-426A-80E1-B2D0A82DBBB1}"/>
              </a:ext>
            </a:extLst>
          </p:cNvPr>
          <p:cNvSpPr>
            <a:spLocks noGrp="1"/>
          </p:cNvSpPr>
          <p:nvPr/>
        </p:nvSpPr>
        <p:spPr>
          <a:xfrm>
            <a:off x="7535321" y="624566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0" name="02_predicted_pose_4829">
            <a:extLst>
              <a:ext uri="{FF2B5EF4-FFF2-40B4-BE49-F238E27FC236}">
                <a16:creationId xmlns:a16="http://schemas.microsoft.com/office/drawing/2014/main" id="{0CB7D06C-F3F5-42C5-A7D6-FFA7A1E4A259}"/>
              </a:ext>
            </a:extLst>
          </p:cNvPr>
          <p:cNvSpPr>
            <a:spLocks noGrp="1"/>
          </p:cNvSpPr>
          <p:nvPr/>
        </p:nvSpPr>
        <p:spPr>
          <a:xfrm>
            <a:off x="7549905" y="632667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1" name="02_predicted_pose_4830">
            <a:extLst>
              <a:ext uri="{FF2B5EF4-FFF2-40B4-BE49-F238E27FC236}">
                <a16:creationId xmlns:a16="http://schemas.microsoft.com/office/drawing/2014/main" id="{BF93BB1E-27FB-4A99-ACB4-EA62157A8313}"/>
              </a:ext>
            </a:extLst>
          </p:cNvPr>
          <p:cNvSpPr>
            <a:spLocks noGrp="1"/>
          </p:cNvSpPr>
          <p:nvPr/>
        </p:nvSpPr>
        <p:spPr>
          <a:xfrm>
            <a:off x="7564489" y="631259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2" name="02_predicted_pose_4831">
            <a:extLst>
              <a:ext uri="{FF2B5EF4-FFF2-40B4-BE49-F238E27FC236}">
                <a16:creationId xmlns:a16="http://schemas.microsoft.com/office/drawing/2014/main" id="{75D5129A-D630-4AFF-BCC2-8B981EAC1478}"/>
              </a:ext>
            </a:extLst>
          </p:cNvPr>
          <p:cNvSpPr>
            <a:spLocks noGrp="1"/>
          </p:cNvSpPr>
          <p:nvPr/>
        </p:nvSpPr>
        <p:spPr>
          <a:xfrm>
            <a:off x="7579073" y="624968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3" name="02_predicted_pose_4832">
            <a:extLst>
              <a:ext uri="{FF2B5EF4-FFF2-40B4-BE49-F238E27FC236}">
                <a16:creationId xmlns:a16="http://schemas.microsoft.com/office/drawing/2014/main" id="{FBC30C9A-5467-4A07-A74D-3F24196DC1CE}"/>
              </a:ext>
            </a:extLst>
          </p:cNvPr>
          <p:cNvSpPr>
            <a:spLocks noGrp="1"/>
          </p:cNvSpPr>
          <p:nvPr/>
        </p:nvSpPr>
        <p:spPr>
          <a:xfrm>
            <a:off x="7593657" y="62746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4" name="02_predicted_pose_4833">
            <a:extLst>
              <a:ext uri="{FF2B5EF4-FFF2-40B4-BE49-F238E27FC236}">
                <a16:creationId xmlns:a16="http://schemas.microsoft.com/office/drawing/2014/main" id="{29A465CD-CD2B-47D9-A43A-6E1D5CAFA3CB}"/>
              </a:ext>
            </a:extLst>
          </p:cNvPr>
          <p:cNvSpPr>
            <a:spLocks noGrp="1"/>
          </p:cNvSpPr>
          <p:nvPr/>
        </p:nvSpPr>
        <p:spPr>
          <a:xfrm>
            <a:off x="7608240" y="633635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5" name="02_predicted_pose_4834">
            <a:extLst>
              <a:ext uri="{FF2B5EF4-FFF2-40B4-BE49-F238E27FC236}">
                <a16:creationId xmlns:a16="http://schemas.microsoft.com/office/drawing/2014/main" id="{4DC4D6AE-F271-4CE9-B449-4044D4E9FAFB}"/>
              </a:ext>
            </a:extLst>
          </p:cNvPr>
          <p:cNvSpPr>
            <a:spLocks noGrp="1"/>
          </p:cNvSpPr>
          <p:nvPr/>
        </p:nvSpPr>
        <p:spPr>
          <a:xfrm>
            <a:off x="7622825" y="625367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6" name="02_predicted_pose_4835">
            <a:extLst>
              <a:ext uri="{FF2B5EF4-FFF2-40B4-BE49-F238E27FC236}">
                <a16:creationId xmlns:a16="http://schemas.microsoft.com/office/drawing/2014/main" id="{CB119D3F-DDB8-4F87-8ACE-480C0662CAC0}"/>
              </a:ext>
            </a:extLst>
          </p:cNvPr>
          <p:cNvSpPr>
            <a:spLocks noGrp="1"/>
          </p:cNvSpPr>
          <p:nvPr/>
        </p:nvSpPr>
        <p:spPr>
          <a:xfrm>
            <a:off x="7505789" y="625378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7" name="02_predicted_pose_4836">
            <a:extLst>
              <a:ext uri="{FF2B5EF4-FFF2-40B4-BE49-F238E27FC236}">
                <a16:creationId xmlns:a16="http://schemas.microsoft.com/office/drawing/2014/main" id="{0292FEFF-4044-4C05-A505-DB76B0B325E7}"/>
              </a:ext>
            </a:extLst>
          </p:cNvPr>
          <p:cNvSpPr>
            <a:spLocks noGrp="1"/>
          </p:cNvSpPr>
          <p:nvPr/>
        </p:nvSpPr>
        <p:spPr>
          <a:xfrm>
            <a:off x="7604231" y="628879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8" name="02_predicted_pose_4837">
            <a:extLst>
              <a:ext uri="{FF2B5EF4-FFF2-40B4-BE49-F238E27FC236}">
                <a16:creationId xmlns:a16="http://schemas.microsoft.com/office/drawing/2014/main" id="{AA7D8B99-19E4-4F82-B248-E74A713A0681}"/>
              </a:ext>
            </a:extLst>
          </p:cNvPr>
          <p:cNvSpPr>
            <a:spLocks noGrp="1"/>
          </p:cNvSpPr>
          <p:nvPr/>
        </p:nvSpPr>
        <p:spPr>
          <a:xfrm>
            <a:off x="7702671" y="62963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39" name="02_predicted_pose_4838">
            <a:extLst>
              <a:ext uri="{FF2B5EF4-FFF2-40B4-BE49-F238E27FC236}">
                <a16:creationId xmlns:a16="http://schemas.microsoft.com/office/drawing/2014/main" id="{BBD238F2-BFB2-4984-BF96-1306F596364E}"/>
              </a:ext>
            </a:extLst>
          </p:cNvPr>
          <p:cNvSpPr>
            <a:spLocks noGrp="1"/>
          </p:cNvSpPr>
          <p:nvPr/>
        </p:nvSpPr>
        <p:spPr>
          <a:xfrm>
            <a:off x="7437610" y="628356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0" name="02_predicted_pose_4839">
            <a:extLst>
              <a:ext uri="{FF2B5EF4-FFF2-40B4-BE49-F238E27FC236}">
                <a16:creationId xmlns:a16="http://schemas.microsoft.com/office/drawing/2014/main" id="{16C2FDA3-2ABA-4665-840B-14A0741B14C2}"/>
              </a:ext>
            </a:extLst>
          </p:cNvPr>
          <p:cNvSpPr>
            <a:spLocks noGrp="1"/>
          </p:cNvSpPr>
          <p:nvPr/>
        </p:nvSpPr>
        <p:spPr>
          <a:xfrm>
            <a:off x="7536050" y="635206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1" name="02_predicted_pose_4840">
            <a:extLst>
              <a:ext uri="{FF2B5EF4-FFF2-40B4-BE49-F238E27FC236}">
                <a16:creationId xmlns:a16="http://schemas.microsoft.com/office/drawing/2014/main" id="{9A265EBA-DF8C-42C4-860E-0A0640846746}"/>
              </a:ext>
            </a:extLst>
          </p:cNvPr>
          <p:cNvSpPr>
            <a:spLocks noGrp="1"/>
          </p:cNvSpPr>
          <p:nvPr/>
        </p:nvSpPr>
        <p:spPr>
          <a:xfrm>
            <a:off x="7634492" y="628808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2" name="02_predicted_pose_4841">
            <a:extLst>
              <a:ext uri="{FF2B5EF4-FFF2-40B4-BE49-F238E27FC236}">
                <a16:creationId xmlns:a16="http://schemas.microsoft.com/office/drawing/2014/main" id="{356837F3-F271-4354-8420-FA4C23FE396D}"/>
              </a:ext>
            </a:extLst>
          </p:cNvPr>
          <p:cNvSpPr>
            <a:spLocks noGrp="1"/>
          </p:cNvSpPr>
          <p:nvPr/>
        </p:nvSpPr>
        <p:spPr>
          <a:xfrm>
            <a:off x="7732933" y="628095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3" name="02_predicted_pose_4842">
            <a:extLst>
              <a:ext uri="{FF2B5EF4-FFF2-40B4-BE49-F238E27FC236}">
                <a16:creationId xmlns:a16="http://schemas.microsoft.com/office/drawing/2014/main" id="{D93F7D16-8AA4-423F-8F86-B46CF1A78BE8}"/>
              </a:ext>
            </a:extLst>
          </p:cNvPr>
          <p:cNvSpPr>
            <a:spLocks noGrp="1"/>
          </p:cNvSpPr>
          <p:nvPr/>
        </p:nvSpPr>
        <p:spPr>
          <a:xfrm>
            <a:off x="7467871" y="637547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4" name="02_predicted_pose_4843">
            <a:extLst>
              <a:ext uri="{FF2B5EF4-FFF2-40B4-BE49-F238E27FC236}">
                <a16:creationId xmlns:a16="http://schemas.microsoft.com/office/drawing/2014/main" id="{88F9A9CD-8B8D-466F-B10E-1BF4B0937C02}"/>
              </a:ext>
            </a:extLst>
          </p:cNvPr>
          <p:cNvSpPr>
            <a:spLocks noGrp="1"/>
          </p:cNvSpPr>
          <p:nvPr/>
        </p:nvSpPr>
        <p:spPr>
          <a:xfrm>
            <a:off x="7566312" y="628849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5" name="02_predicted_pose_4844">
            <a:extLst>
              <a:ext uri="{FF2B5EF4-FFF2-40B4-BE49-F238E27FC236}">
                <a16:creationId xmlns:a16="http://schemas.microsoft.com/office/drawing/2014/main" id="{E5969B2C-B36B-4A6E-8A31-C20F98C18A98}"/>
              </a:ext>
            </a:extLst>
          </p:cNvPr>
          <p:cNvSpPr>
            <a:spLocks noGrp="1"/>
          </p:cNvSpPr>
          <p:nvPr/>
        </p:nvSpPr>
        <p:spPr>
          <a:xfrm>
            <a:off x="7664753" y="627382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6" name="02_predicted_pose_4845">
            <a:extLst>
              <a:ext uri="{FF2B5EF4-FFF2-40B4-BE49-F238E27FC236}">
                <a16:creationId xmlns:a16="http://schemas.microsoft.com/office/drawing/2014/main" id="{2905AE55-9738-4137-B177-C5E59368D4FB}"/>
              </a:ext>
            </a:extLst>
          </p:cNvPr>
          <p:cNvSpPr>
            <a:spLocks noGrp="1"/>
          </p:cNvSpPr>
          <p:nvPr/>
        </p:nvSpPr>
        <p:spPr>
          <a:xfrm>
            <a:off x="7520372" y="63139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7" name="02_predicted_pose_4846">
            <a:extLst>
              <a:ext uri="{FF2B5EF4-FFF2-40B4-BE49-F238E27FC236}">
                <a16:creationId xmlns:a16="http://schemas.microsoft.com/office/drawing/2014/main" id="{6BE813CD-9A9E-4E10-980A-179AB16128DE}"/>
              </a:ext>
            </a:extLst>
          </p:cNvPr>
          <p:cNvSpPr>
            <a:spLocks noGrp="1"/>
          </p:cNvSpPr>
          <p:nvPr/>
        </p:nvSpPr>
        <p:spPr>
          <a:xfrm>
            <a:off x="7618814" y="63124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8" name="02_predicted_pose_4847">
            <a:extLst>
              <a:ext uri="{FF2B5EF4-FFF2-40B4-BE49-F238E27FC236}">
                <a16:creationId xmlns:a16="http://schemas.microsoft.com/office/drawing/2014/main" id="{487B0687-473F-4C8F-80D9-F9D4AE52394B}"/>
              </a:ext>
            </a:extLst>
          </p:cNvPr>
          <p:cNvSpPr>
            <a:spLocks noGrp="1"/>
          </p:cNvSpPr>
          <p:nvPr/>
        </p:nvSpPr>
        <p:spPr>
          <a:xfrm>
            <a:off x="7717255" y="627778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49" name="02_predicted_pose_4848">
            <a:extLst>
              <a:ext uri="{FF2B5EF4-FFF2-40B4-BE49-F238E27FC236}">
                <a16:creationId xmlns:a16="http://schemas.microsoft.com/office/drawing/2014/main" id="{2C42F692-68AE-496A-9782-0F01F48443EE}"/>
              </a:ext>
            </a:extLst>
          </p:cNvPr>
          <p:cNvSpPr>
            <a:spLocks noGrp="1"/>
          </p:cNvSpPr>
          <p:nvPr/>
        </p:nvSpPr>
        <p:spPr>
          <a:xfrm>
            <a:off x="7452193" y="62966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0" name="02_predicted_pose_4849">
            <a:extLst>
              <a:ext uri="{FF2B5EF4-FFF2-40B4-BE49-F238E27FC236}">
                <a16:creationId xmlns:a16="http://schemas.microsoft.com/office/drawing/2014/main" id="{566A53AE-C550-42AC-BAB1-864B142C452B}"/>
              </a:ext>
            </a:extLst>
          </p:cNvPr>
          <p:cNvSpPr>
            <a:spLocks noGrp="1"/>
          </p:cNvSpPr>
          <p:nvPr/>
        </p:nvSpPr>
        <p:spPr>
          <a:xfrm>
            <a:off x="7550634" y="628055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1" name="02_predicted_pose_4850">
            <a:extLst>
              <a:ext uri="{FF2B5EF4-FFF2-40B4-BE49-F238E27FC236}">
                <a16:creationId xmlns:a16="http://schemas.microsoft.com/office/drawing/2014/main" id="{3E4E1455-607E-4375-8519-8FE9EE21D34F}"/>
              </a:ext>
            </a:extLst>
          </p:cNvPr>
          <p:cNvSpPr>
            <a:spLocks noGrp="1"/>
          </p:cNvSpPr>
          <p:nvPr/>
        </p:nvSpPr>
        <p:spPr>
          <a:xfrm>
            <a:off x="7649076" y="62192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2" name="02_predicted_pose_4851">
            <a:extLst>
              <a:ext uri="{FF2B5EF4-FFF2-40B4-BE49-F238E27FC236}">
                <a16:creationId xmlns:a16="http://schemas.microsoft.com/office/drawing/2014/main" id="{0C30EEC1-6991-4EA2-B50C-308C97368BA6}"/>
              </a:ext>
            </a:extLst>
          </p:cNvPr>
          <p:cNvSpPr>
            <a:spLocks noGrp="1"/>
          </p:cNvSpPr>
          <p:nvPr/>
        </p:nvSpPr>
        <p:spPr>
          <a:xfrm>
            <a:off x="7384014" y="62586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3" name="02_predicted_pose_4852">
            <a:extLst>
              <a:ext uri="{FF2B5EF4-FFF2-40B4-BE49-F238E27FC236}">
                <a16:creationId xmlns:a16="http://schemas.microsoft.com/office/drawing/2014/main" id="{0BD9572E-ADA6-411C-8E48-5CF53909592E}"/>
              </a:ext>
            </a:extLst>
          </p:cNvPr>
          <p:cNvSpPr>
            <a:spLocks noGrp="1"/>
          </p:cNvSpPr>
          <p:nvPr/>
        </p:nvSpPr>
        <p:spPr>
          <a:xfrm>
            <a:off x="7482455" y="627134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4" name="02_predicted_pose_4853">
            <a:extLst>
              <a:ext uri="{FF2B5EF4-FFF2-40B4-BE49-F238E27FC236}">
                <a16:creationId xmlns:a16="http://schemas.microsoft.com/office/drawing/2014/main" id="{DD2FA900-4D8C-4532-AE60-0C7D34AB0317}"/>
              </a:ext>
            </a:extLst>
          </p:cNvPr>
          <p:cNvSpPr>
            <a:spLocks noGrp="1"/>
          </p:cNvSpPr>
          <p:nvPr/>
        </p:nvSpPr>
        <p:spPr>
          <a:xfrm>
            <a:off x="7580896" y="62667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5" name="02_predicted_pose_4854">
            <a:extLst>
              <a:ext uri="{FF2B5EF4-FFF2-40B4-BE49-F238E27FC236}">
                <a16:creationId xmlns:a16="http://schemas.microsoft.com/office/drawing/2014/main" id="{EE7B488D-6334-4E83-8E2D-BE1EA6A48799}"/>
              </a:ext>
            </a:extLst>
          </p:cNvPr>
          <p:cNvSpPr>
            <a:spLocks noGrp="1"/>
          </p:cNvSpPr>
          <p:nvPr/>
        </p:nvSpPr>
        <p:spPr>
          <a:xfrm>
            <a:off x="7679337" y="633356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6" name="02_predicted_pose_4855">
            <a:extLst>
              <a:ext uri="{FF2B5EF4-FFF2-40B4-BE49-F238E27FC236}">
                <a16:creationId xmlns:a16="http://schemas.microsoft.com/office/drawing/2014/main" id="{271E0489-00CC-4ABF-ADAE-3932CE55604E}"/>
              </a:ext>
            </a:extLst>
          </p:cNvPr>
          <p:cNvSpPr>
            <a:spLocks noGrp="1"/>
          </p:cNvSpPr>
          <p:nvPr/>
        </p:nvSpPr>
        <p:spPr>
          <a:xfrm>
            <a:off x="7534957" y="63476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7" name="02_predicted_pose_4856">
            <a:extLst>
              <a:ext uri="{FF2B5EF4-FFF2-40B4-BE49-F238E27FC236}">
                <a16:creationId xmlns:a16="http://schemas.microsoft.com/office/drawing/2014/main" id="{9893078B-21B7-4900-BF5D-6751A9DCC1C0}"/>
              </a:ext>
            </a:extLst>
          </p:cNvPr>
          <p:cNvSpPr>
            <a:spLocks noGrp="1"/>
          </p:cNvSpPr>
          <p:nvPr/>
        </p:nvSpPr>
        <p:spPr>
          <a:xfrm>
            <a:off x="7633398" y="630087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8" name="02_predicted_pose_4857">
            <a:extLst>
              <a:ext uri="{FF2B5EF4-FFF2-40B4-BE49-F238E27FC236}">
                <a16:creationId xmlns:a16="http://schemas.microsoft.com/office/drawing/2014/main" id="{2FC93C63-F444-419A-ADAE-AB4324E9AC36}"/>
              </a:ext>
            </a:extLst>
          </p:cNvPr>
          <p:cNvSpPr>
            <a:spLocks noGrp="1"/>
          </p:cNvSpPr>
          <p:nvPr/>
        </p:nvSpPr>
        <p:spPr>
          <a:xfrm>
            <a:off x="7731838" y="62863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59" name="02_predicted_pose_4858">
            <a:extLst>
              <a:ext uri="{FF2B5EF4-FFF2-40B4-BE49-F238E27FC236}">
                <a16:creationId xmlns:a16="http://schemas.microsoft.com/office/drawing/2014/main" id="{A5C96841-1BFD-4D40-98A0-B7DD1FC8C488}"/>
              </a:ext>
            </a:extLst>
          </p:cNvPr>
          <p:cNvSpPr>
            <a:spLocks noGrp="1"/>
          </p:cNvSpPr>
          <p:nvPr/>
        </p:nvSpPr>
        <p:spPr>
          <a:xfrm>
            <a:off x="7466777" y="63600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0" name="02_predicted_pose_4859">
            <a:extLst>
              <a:ext uri="{FF2B5EF4-FFF2-40B4-BE49-F238E27FC236}">
                <a16:creationId xmlns:a16="http://schemas.microsoft.com/office/drawing/2014/main" id="{780A3576-C7A4-4B18-91E4-8690B4B2188F}"/>
              </a:ext>
            </a:extLst>
          </p:cNvPr>
          <p:cNvSpPr>
            <a:spLocks noGrp="1"/>
          </p:cNvSpPr>
          <p:nvPr/>
        </p:nvSpPr>
        <p:spPr>
          <a:xfrm>
            <a:off x="7565219" y="62795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1" name="02_predicted_pose_4860">
            <a:extLst>
              <a:ext uri="{FF2B5EF4-FFF2-40B4-BE49-F238E27FC236}">
                <a16:creationId xmlns:a16="http://schemas.microsoft.com/office/drawing/2014/main" id="{22680ED6-D91F-4C05-9B84-B48DAA523FAA}"/>
              </a:ext>
            </a:extLst>
          </p:cNvPr>
          <p:cNvSpPr>
            <a:spLocks noGrp="1"/>
          </p:cNvSpPr>
          <p:nvPr/>
        </p:nvSpPr>
        <p:spPr>
          <a:xfrm>
            <a:off x="7663659" y="63239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2" name="02_predicted_pose_4861">
            <a:extLst>
              <a:ext uri="{FF2B5EF4-FFF2-40B4-BE49-F238E27FC236}">
                <a16:creationId xmlns:a16="http://schemas.microsoft.com/office/drawing/2014/main" id="{C56C5B43-9CD9-459F-9908-1EBABDBF92B7}"/>
              </a:ext>
            </a:extLst>
          </p:cNvPr>
          <p:cNvSpPr>
            <a:spLocks noGrp="1"/>
          </p:cNvSpPr>
          <p:nvPr/>
        </p:nvSpPr>
        <p:spPr>
          <a:xfrm>
            <a:off x="7398598" y="62639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3" name="02_predicted_pose_4862">
            <a:extLst>
              <a:ext uri="{FF2B5EF4-FFF2-40B4-BE49-F238E27FC236}">
                <a16:creationId xmlns:a16="http://schemas.microsoft.com/office/drawing/2014/main" id="{2355BFC0-2D79-4F85-93AC-9A36C8F1BECF}"/>
              </a:ext>
            </a:extLst>
          </p:cNvPr>
          <p:cNvSpPr>
            <a:spLocks noGrp="1"/>
          </p:cNvSpPr>
          <p:nvPr/>
        </p:nvSpPr>
        <p:spPr>
          <a:xfrm>
            <a:off x="7497038" y="626686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4" name="02_predicted_pose_4863">
            <a:extLst>
              <a:ext uri="{FF2B5EF4-FFF2-40B4-BE49-F238E27FC236}">
                <a16:creationId xmlns:a16="http://schemas.microsoft.com/office/drawing/2014/main" id="{AE5CDA31-D233-49BE-877F-D80B919DBBD2}"/>
              </a:ext>
            </a:extLst>
          </p:cNvPr>
          <p:cNvSpPr>
            <a:spLocks noGrp="1"/>
          </p:cNvSpPr>
          <p:nvPr/>
        </p:nvSpPr>
        <p:spPr>
          <a:xfrm>
            <a:off x="7595480" y="63279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5" name="02_predicted_pose_4864">
            <a:extLst>
              <a:ext uri="{FF2B5EF4-FFF2-40B4-BE49-F238E27FC236}">
                <a16:creationId xmlns:a16="http://schemas.microsoft.com/office/drawing/2014/main" id="{AEE1D5AB-8C87-4338-840D-3DDC55B59F68}"/>
              </a:ext>
            </a:extLst>
          </p:cNvPr>
          <p:cNvSpPr>
            <a:spLocks noGrp="1"/>
          </p:cNvSpPr>
          <p:nvPr/>
        </p:nvSpPr>
        <p:spPr>
          <a:xfrm>
            <a:off x="7693921" y="63219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6" name="02_predicted_pose_4865">
            <a:extLst>
              <a:ext uri="{FF2B5EF4-FFF2-40B4-BE49-F238E27FC236}">
                <a16:creationId xmlns:a16="http://schemas.microsoft.com/office/drawing/2014/main" id="{01553DE1-A591-4495-A19D-E66D8D295F79}"/>
              </a:ext>
            </a:extLst>
          </p:cNvPr>
          <p:cNvSpPr>
            <a:spLocks noGrp="1"/>
          </p:cNvSpPr>
          <p:nvPr/>
        </p:nvSpPr>
        <p:spPr>
          <a:xfrm>
            <a:off x="7549541" y="627617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7" name="02_predicted_pose_4866">
            <a:extLst>
              <a:ext uri="{FF2B5EF4-FFF2-40B4-BE49-F238E27FC236}">
                <a16:creationId xmlns:a16="http://schemas.microsoft.com/office/drawing/2014/main" id="{6DE0DB2F-6D4A-4F46-A6C9-34CD3B94FEFC}"/>
              </a:ext>
            </a:extLst>
          </p:cNvPr>
          <p:cNvSpPr>
            <a:spLocks noGrp="1"/>
          </p:cNvSpPr>
          <p:nvPr/>
        </p:nvSpPr>
        <p:spPr>
          <a:xfrm>
            <a:off x="7647981" y="636537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8" name="02_predicted_pose_4867">
            <a:extLst>
              <a:ext uri="{FF2B5EF4-FFF2-40B4-BE49-F238E27FC236}">
                <a16:creationId xmlns:a16="http://schemas.microsoft.com/office/drawing/2014/main" id="{1693F81B-17A6-4ADC-A8FB-E5C6C01B7FD5}"/>
              </a:ext>
            </a:extLst>
          </p:cNvPr>
          <p:cNvSpPr>
            <a:spLocks noGrp="1"/>
          </p:cNvSpPr>
          <p:nvPr/>
        </p:nvSpPr>
        <p:spPr>
          <a:xfrm>
            <a:off x="7382920" y="627827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69" name="02_predicted_pose_4868">
            <a:extLst>
              <a:ext uri="{FF2B5EF4-FFF2-40B4-BE49-F238E27FC236}">
                <a16:creationId xmlns:a16="http://schemas.microsoft.com/office/drawing/2014/main" id="{7D66421F-B7E8-4CB5-8634-B6D520248EEE}"/>
              </a:ext>
            </a:extLst>
          </p:cNvPr>
          <p:cNvSpPr>
            <a:spLocks noGrp="1"/>
          </p:cNvSpPr>
          <p:nvPr/>
        </p:nvSpPr>
        <p:spPr>
          <a:xfrm>
            <a:off x="7481362" y="63527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0" name="02_predicted_pose_4869">
            <a:extLst>
              <a:ext uri="{FF2B5EF4-FFF2-40B4-BE49-F238E27FC236}">
                <a16:creationId xmlns:a16="http://schemas.microsoft.com/office/drawing/2014/main" id="{E02F710C-9C1D-45E1-9995-48BC6458322E}"/>
              </a:ext>
            </a:extLst>
          </p:cNvPr>
          <p:cNvSpPr>
            <a:spLocks noGrp="1"/>
          </p:cNvSpPr>
          <p:nvPr/>
        </p:nvSpPr>
        <p:spPr>
          <a:xfrm>
            <a:off x="7579802" y="632353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1" name="02_predicted_pose_4870">
            <a:extLst>
              <a:ext uri="{FF2B5EF4-FFF2-40B4-BE49-F238E27FC236}">
                <a16:creationId xmlns:a16="http://schemas.microsoft.com/office/drawing/2014/main" id="{8A390004-ADC6-4F49-A575-68E622C4D794}"/>
              </a:ext>
            </a:extLst>
          </p:cNvPr>
          <p:cNvSpPr>
            <a:spLocks noGrp="1"/>
          </p:cNvSpPr>
          <p:nvPr/>
        </p:nvSpPr>
        <p:spPr>
          <a:xfrm>
            <a:off x="7678243" y="627514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2" name="02_predicted_pose_4871">
            <a:extLst>
              <a:ext uri="{FF2B5EF4-FFF2-40B4-BE49-F238E27FC236}">
                <a16:creationId xmlns:a16="http://schemas.microsoft.com/office/drawing/2014/main" id="{BBC2E39D-7FEC-45A8-9731-E895DBBF31D9}"/>
              </a:ext>
            </a:extLst>
          </p:cNvPr>
          <p:cNvSpPr>
            <a:spLocks noGrp="1"/>
          </p:cNvSpPr>
          <p:nvPr/>
        </p:nvSpPr>
        <p:spPr>
          <a:xfrm>
            <a:off x="7413181" y="63962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3" name="02_predicted_pose_4872">
            <a:extLst>
              <a:ext uri="{FF2B5EF4-FFF2-40B4-BE49-F238E27FC236}">
                <a16:creationId xmlns:a16="http://schemas.microsoft.com/office/drawing/2014/main" id="{DD2F5AAD-1563-4FFD-9CD6-273BBD2A5071}"/>
              </a:ext>
            </a:extLst>
          </p:cNvPr>
          <p:cNvSpPr>
            <a:spLocks noGrp="1"/>
          </p:cNvSpPr>
          <p:nvPr/>
        </p:nvSpPr>
        <p:spPr>
          <a:xfrm>
            <a:off x="7511623" y="629464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4" name="02_predicted_pose_4873">
            <a:extLst>
              <a:ext uri="{FF2B5EF4-FFF2-40B4-BE49-F238E27FC236}">
                <a16:creationId xmlns:a16="http://schemas.microsoft.com/office/drawing/2014/main" id="{03BA3240-C153-46D1-9C2F-674BE2DE0199}"/>
              </a:ext>
            </a:extLst>
          </p:cNvPr>
          <p:cNvSpPr>
            <a:spLocks noGrp="1"/>
          </p:cNvSpPr>
          <p:nvPr/>
        </p:nvSpPr>
        <p:spPr>
          <a:xfrm>
            <a:off x="7610064" y="628530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5" name="02_predicted_pose_4874">
            <a:extLst>
              <a:ext uri="{FF2B5EF4-FFF2-40B4-BE49-F238E27FC236}">
                <a16:creationId xmlns:a16="http://schemas.microsoft.com/office/drawing/2014/main" id="{03560676-42EA-4B1D-8230-26D677F8ABFF}"/>
              </a:ext>
            </a:extLst>
          </p:cNvPr>
          <p:cNvSpPr>
            <a:spLocks noGrp="1"/>
          </p:cNvSpPr>
          <p:nvPr/>
        </p:nvSpPr>
        <p:spPr>
          <a:xfrm>
            <a:off x="7708504" y="627078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6" name="02_predicted_pose_4875">
            <a:extLst>
              <a:ext uri="{FF2B5EF4-FFF2-40B4-BE49-F238E27FC236}">
                <a16:creationId xmlns:a16="http://schemas.microsoft.com/office/drawing/2014/main" id="{DD7640A9-1D2A-4A2A-9895-B379AD9E50D2}"/>
              </a:ext>
            </a:extLst>
          </p:cNvPr>
          <p:cNvSpPr>
            <a:spLocks noGrp="1"/>
          </p:cNvSpPr>
          <p:nvPr/>
        </p:nvSpPr>
        <p:spPr>
          <a:xfrm>
            <a:off x="7564124" y="62948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7" name="02_predicted_pose_4876">
            <a:extLst>
              <a:ext uri="{FF2B5EF4-FFF2-40B4-BE49-F238E27FC236}">
                <a16:creationId xmlns:a16="http://schemas.microsoft.com/office/drawing/2014/main" id="{15A9A533-1C8A-4E31-93C7-653259E11B50}"/>
              </a:ext>
            </a:extLst>
          </p:cNvPr>
          <p:cNvSpPr>
            <a:spLocks noGrp="1"/>
          </p:cNvSpPr>
          <p:nvPr/>
        </p:nvSpPr>
        <p:spPr>
          <a:xfrm>
            <a:off x="7662565" y="62804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8" name="02_predicted_pose_4877">
            <a:extLst>
              <a:ext uri="{FF2B5EF4-FFF2-40B4-BE49-F238E27FC236}">
                <a16:creationId xmlns:a16="http://schemas.microsoft.com/office/drawing/2014/main" id="{B285A96C-AAE3-44C9-B435-3F645E0DB1E1}"/>
              </a:ext>
            </a:extLst>
          </p:cNvPr>
          <p:cNvSpPr>
            <a:spLocks noGrp="1"/>
          </p:cNvSpPr>
          <p:nvPr/>
        </p:nvSpPr>
        <p:spPr>
          <a:xfrm>
            <a:off x="7397504" y="635816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79" name="02_predicted_pose_4878">
            <a:extLst>
              <a:ext uri="{FF2B5EF4-FFF2-40B4-BE49-F238E27FC236}">
                <a16:creationId xmlns:a16="http://schemas.microsoft.com/office/drawing/2014/main" id="{B18B8B14-75DD-4288-A1A7-D3884909C932}"/>
              </a:ext>
            </a:extLst>
          </p:cNvPr>
          <p:cNvSpPr>
            <a:spLocks noGrp="1"/>
          </p:cNvSpPr>
          <p:nvPr/>
        </p:nvSpPr>
        <p:spPr>
          <a:xfrm>
            <a:off x="7495945" y="624868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0" name="02_predicted_pose_4879">
            <a:extLst>
              <a:ext uri="{FF2B5EF4-FFF2-40B4-BE49-F238E27FC236}">
                <a16:creationId xmlns:a16="http://schemas.microsoft.com/office/drawing/2014/main" id="{E93E42A2-939E-417B-822E-A236C5015E68}"/>
              </a:ext>
            </a:extLst>
          </p:cNvPr>
          <p:cNvSpPr>
            <a:spLocks noGrp="1"/>
          </p:cNvSpPr>
          <p:nvPr/>
        </p:nvSpPr>
        <p:spPr>
          <a:xfrm>
            <a:off x="7594386" y="633000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1" name="02_predicted_pose_4880">
            <a:extLst>
              <a:ext uri="{FF2B5EF4-FFF2-40B4-BE49-F238E27FC236}">
                <a16:creationId xmlns:a16="http://schemas.microsoft.com/office/drawing/2014/main" id="{8F095B10-9547-4179-89FA-3C3625EDED02}"/>
              </a:ext>
            </a:extLst>
          </p:cNvPr>
          <p:cNvSpPr>
            <a:spLocks noGrp="1"/>
          </p:cNvSpPr>
          <p:nvPr/>
        </p:nvSpPr>
        <p:spPr>
          <a:xfrm>
            <a:off x="7692826" y="63283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2" name="02_predicted_pose_4881">
            <a:extLst>
              <a:ext uri="{FF2B5EF4-FFF2-40B4-BE49-F238E27FC236}">
                <a16:creationId xmlns:a16="http://schemas.microsoft.com/office/drawing/2014/main" id="{269DAB37-9CBC-46BB-B0F4-DF61C176408B}"/>
              </a:ext>
            </a:extLst>
          </p:cNvPr>
          <p:cNvSpPr>
            <a:spLocks noGrp="1"/>
          </p:cNvSpPr>
          <p:nvPr/>
        </p:nvSpPr>
        <p:spPr>
          <a:xfrm>
            <a:off x="7427766" y="636557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3" name="02_predicted_pose_4882">
            <a:extLst>
              <a:ext uri="{FF2B5EF4-FFF2-40B4-BE49-F238E27FC236}">
                <a16:creationId xmlns:a16="http://schemas.microsoft.com/office/drawing/2014/main" id="{7B41EFA2-B943-4761-80D4-4407E3571C10}"/>
              </a:ext>
            </a:extLst>
          </p:cNvPr>
          <p:cNvSpPr>
            <a:spLocks noGrp="1"/>
          </p:cNvSpPr>
          <p:nvPr/>
        </p:nvSpPr>
        <p:spPr>
          <a:xfrm>
            <a:off x="7526207" y="631264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4" name="02_predicted_pose_4883">
            <a:extLst>
              <a:ext uri="{FF2B5EF4-FFF2-40B4-BE49-F238E27FC236}">
                <a16:creationId xmlns:a16="http://schemas.microsoft.com/office/drawing/2014/main" id="{47A5A586-C7B4-41F6-8ACF-DCAECC60982E}"/>
              </a:ext>
            </a:extLst>
          </p:cNvPr>
          <p:cNvSpPr>
            <a:spLocks noGrp="1"/>
          </p:cNvSpPr>
          <p:nvPr/>
        </p:nvSpPr>
        <p:spPr>
          <a:xfrm>
            <a:off x="7624647" y="628484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5" name="02_predicted_pose_4884">
            <a:extLst>
              <a:ext uri="{FF2B5EF4-FFF2-40B4-BE49-F238E27FC236}">
                <a16:creationId xmlns:a16="http://schemas.microsoft.com/office/drawing/2014/main" id="{B246D9BB-2376-425B-8936-F8B9E05CA822}"/>
              </a:ext>
            </a:extLst>
          </p:cNvPr>
          <p:cNvSpPr>
            <a:spLocks noGrp="1"/>
          </p:cNvSpPr>
          <p:nvPr/>
        </p:nvSpPr>
        <p:spPr>
          <a:xfrm>
            <a:off x="7723089" y="63172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6" name="02_predicted_pose_4885">
            <a:extLst>
              <a:ext uri="{FF2B5EF4-FFF2-40B4-BE49-F238E27FC236}">
                <a16:creationId xmlns:a16="http://schemas.microsoft.com/office/drawing/2014/main" id="{D06BA5A2-B0D1-4D3D-AEAB-EB64E8354F3E}"/>
              </a:ext>
            </a:extLst>
          </p:cNvPr>
          <p:cNvSpPr>
            <a:spLocks noGrp="1"/>
          </p:cNvSpPr>
          <p:nvPr/>
        </p:nvSpPr>
        <p:spPr>
          <a:xfrm>
            <a:off x="7677150" y="63060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7" name="02_predicted_pose_4886">
            <a:extLst>
              <a:ext uri="{FF2B5EF4-FFF2-40B4-BE49-F238E27FC236}">
                <a16:creationId xmlns:a16="http://schemas.microsoft.com/office/drawing/2014/main" id="{8141BFBF-48AF-4636-A84B-BABB4F16F3F7}"/>
              </a:ext>
            </a:extLst>
          </p:cNvPr>
          <p:cNvSpPr>
            <a:spLocks noGrp="1"/>
          </p:cNvSpPr>
          <p:nvPr/>
        </p:nvSpPr>
        <p:spPr>
          <a:xfrm>
            <a:off x="7412088" y="63043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8" name="02_predicted_pose_4887">
            <a:extLst>
              <a:ext uri="{FF2B5EF4-FFF2-40B4-BE49-F238E27FC236}">
                <a16:creationId xmlns:a16="http://schemas.microsoft.com/office/drawing/2014/main" id="{0AA03ABF-D9A7-48CF-8C55-90CCE40247DA}"/>
              </a:ext>
            </a:extLst>
          </p:cNvPr>
          <p:cNvSpPr>
            <a:spLocks noGrp="1"/>
          </p:cNvSpPr>
          <p:nvPr/>
        </p:nvSpPr>
        <p:spPr>
          <a:xfrm>
            <a:off x="7510529" y="63107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89" name="02_predicted_pose_4888">
            <a:extLst>
              <a:ext uri="{FF2B5EF4-FFF2-40B4-BE49-F238E27FC236}">
                <a16:creationId xmlns:a16="http://schemas.microsoft.com/office/drawing/2014/main" id="{5B653DD1-6748-4554-A1EF-CE8FA40DAE08}"/>
              </a:ext>
            </a:extLst>
          </p:cNvPr>
          <p:cNvSpPr>
            <a:spLocks noGrp="1"/>
          </p:cNvSpPr>
          <p:nvPr/>
        </p:nvSpPr>
        <p:spPr>
          <a:xfrm>
            <a:off x="7608969" y="625825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0" name="02_predicted_pose_4889">
            <a:extLst>
              <a:ext uri="{FF2B5EF4-FFF2-40B4-BE49-F238E27FC236}">
                <a16:creationId xmlns:a16="http://schemas.microsoft.com/office/drawing/2014/main" id="{9C7069B9-71A7-4958-BB44-14CB581FC918}"/>
              </a:ext>
            </a:extLst>
          </p:cNvPr>
          <p:cNvSpPr>
            <a:spLocks noGrp="1"/>
          </p:cNvSpPr>
          <p:nvPr/>
        </p:nvSpPr>
        <p:spPr>
          <a:xfrm>
            <a:off x="7707411" y="63011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1" name="02_predicted_pose_4890">
            <a:extLst>
              <a:ext uri="{FF2B5EF4-FFF2-40B4-BE49-F238E27FC236}">
                <a16:creationId xmlns:a16="http://schemas.microsoft.com/office/drawing/2014/main" id="{C3E572CE-42B0-4C91-8A39-8ACA45E8131C}"/>
              </a:ext>
            </a:extLst>
          </p:cNvPr>
          <p:cNvSpPr>
            <a:spLocks noGrp="1"/>
          </p:cNvSpPr>
          <p:nvPr/>
        </p:nvSpPr>
        <p:spPr>
          <a:xfrm>
            <a:off x="7442350" y="63286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2" name="02_predicted_pose_4891">
            <a:extLst>
              <a:ext uri="{FF2B5EF4-FFF2-40B4-BE49-F238E27FC236}">
                <a16:creationId xmlns:a16="http://schemas.microsoft.com/office/drawing/2014/main" id="{8CCA4408-F7C3-4B8C-A83F-BEEF5862FE53}"/>
              </a:ext>
            </a:extLst>
          </p:cNvPr>
          <p:cNvSpPr>
            <a:spLocks noGrp="1"/>
          </p:cNvSpPr>
          <p:nvPr/>
        </p:nvSpPr>
        <p:spPr>
          <a:xfrm>
            <a:off x="7540790" y="640451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3" name="02_predicted_pose_4892">
            <a:extLst>
              <a:ext uri="{FF2B5EF4-FFF2-40B4-BE49-F238E27FC236}">
                <a16:creationId xmlns:a16="http://schemas.microsoft.com/office/drawing/2014/main" id="{8A5E4B99-6AB8-48CE-88CD-FA7F3ABCD999}"/>
              </a:ext>
            </a:extLst>
          </p:cNvPr>
          <p:cNvSpPr>
            <a:spLocks noGrp="1"/>
          </p:cNvSpPr>
          <p:nvPr/>
        </p:nvSpPr>
        <p:spPr>
          <a:xfrm>
            <a:off x="7639231" y="63396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4" name="02_predicted_pose_4893">
            <a:extLst>
              <a:ext uri="{FF2B5EF4-FFF2-40B4-BE49-F238E27FC236}">
                <a16:creationId xmlns:a16="http://schemas.microsoft.com/office/drawing/2014/main" id="{E537FFAC-345C-49F6-8764-D8EDBFB68C4B}"/>
              </a:ext>
            </a:extLst>
          </p:cNvPr>
          <p:cNvSpPr>
            <a:spLocks noGrp="1"/>
          </p:cNvSpPr>
          <p:nvPr/>
        </p:nvSpPr>
        <p:spPr>
          <a:xfrm>
            <a:off x="7374170" y="619776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5" name="02_predicted_pose_4894">
            <a:extLst>
              <a:ext uri="{FF2B5EF4-FFF2-40B4-BE49-F238E27FC236}">
                <a16:creationId xmlns:a16="http://schemas.microsoft.com/office/drawing/2014/main" id="{1BEF51FA-13EC-43BF-9E2F-F4F8F33BB307}"/>
              </a:ext>
            </a:extLst>
          </p:cNvPr>
          <p:cNvSpPr>
            <a:spLocks noGrp="1"/>
          </p:cNvSpPr>
          <p:nvPr/>
        </p:nvSpPr>
        <p:spPr>
          <a:xfrm>
            <a:off x="7593293" y="628696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6" name="02_predicted_pose_4895">
            <a:extLst>
              <a:ext uri="{FF2B5EF4-FFF2-40B4-BE49-F238E27FC236}">
                <a16:creationId xmlns:a16="http://schemas.microsoft.com/office/drawing/2014/main" id="{3AA6085C-6984-492B-BBA6-4CD8356FEC29}"/>
              </a:ext>
            </a:extLst>
          </p:cNvPr>
          <p:cNvSpPr>
            <a:spLocks noGrp="1"/>
          </p:cNvSpPr>
          <p:nvPr/>
        </p:nvSpPr>
        <p:spPr>
          <a:xfrm>
            <a:off x="7691733" y="632888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7" name="02_predicted_pose_4896">
            <a:extLst>
              <a:ext uri="{FF2B5EF4-FFF2-40B4-BE49-F238E27FC236}">
                <a16:creationId xmlns:a16="http://schemas.microsoft.com/office/drawing/2014/main" id="{FDEDED2E-C68A-4B14-AA2C-D6451CC7D77D}"/>
              </a:ext>
            </a:extLst>
          </p:cNvPr>
          <p:cNvSpPr>
            <a:spLocks noGrp="1"/>
          </p:cNvSpPr>
          <p:nvPr/>
        </p:nvSpPr>
        <p:spPr>
          <a:xfrm>
            <a:off x="7426672" y="629987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8" name="02_predicted_pose_4897">
            <a:extLst>
              <a:ext uri="{FF2B5EF4-FFF2-40B4-BE49-F238E27FC236}">
                <a16:creationId xmlns:a16="http://schemas.microsoft.com/office/drawing/2014/main" id="{626EE968-CCD4-4ECA-9C6E-85C9C6498101}"/>
              </a:ext>
            </a:extLst>
          </p:cNvPr>
          <p:cNvSpPr>
            <a:spLocks noGrp="1"/>
          </p:cNvSpPr>
          <p:nvPr/>
        </p:nvSpPr>
        <p:spPr>
          <a:xfrm>
            <a:off x="7525112" y="63290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599" name="02_predicted_pose_4898">
            <a:extLst>
              <a:ext uri="{FF2B5EF4-FFF2-40B4-BE49-F238E27FC236}">
                <a16:creationId xmlns:a16="http://schemas.microsoft.com/office/drawing/2014/main" id="{4033CA6A-057C-4995-A87C-814499E3FFEB}"/>
              </a:ext>
            </a:extLst>
          </p:cNvPr>
          <p:cNvSpPr>
            <a:spLocks noGrp="1"/>
          </p:cNvSpPr>
          <p:nvPr/>
        </p:nvSpPr>
        <p:spPr>
          <a:xfrm>
            <a:off x="7623554" y="62749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0" name="02_predicted_pose_4899">
            <a:extLst>
              <a:ext uri="{FF2B5EF4-FFF2-40B4-BE49-F238E27FC236}">
                <a16:creationId xmlns:a16="http://schemas.microsoft.com/office/drawing/2014/main" id="{80DD2618-F7DA-4305-A8B3-141586D82352}"/>
              </a:ext>
            </a:extLst>
          </p:cNvPr>
          <p:cNvSpPr>
            <a:spLocks noGrp="1"/>
          </p:cNvSpPr>
          <p:nvPr/>
        </p:nvSpPr>
        <p:spPr>
          <a:xfrm>
            <a:off x="7721995" y="626954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1" name="02_predicted_pose_4900">
            <a:extLst>
              <a:ext uri="{FF2B5EF4-FFF2-40B4-BE49-F238E27FC236}">
                <a16:creationId xmlns:a16="http://schemas.microsoft.com/office/drawing/2014/main" id="{79D26F9A-C98B-4B68-8706-658390C8ED37}"/>
              </a:ext>
            </a:extLst>
          </p:cNvPr>
          <p:cNvSpPr>
            <a:spLocks noGrp="1"/>
          </p:cNvSpPr>
          <p:nvPr/>
        </p:nvSpPr>
        <p:spPr>
          <a:xfrm>
            <a:off x="7456933" y="627286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2" name="02_predicted_pose_4901">
            <a:extLst>
              <a:ext uri="{FF2B5EF4-FFF2-40B4-BE49-F238E27FC236}">
                <a16:creationId xmlns:a16="http://schemas.microsoft.com/office/drawing/2014/main" id="{EACC1C72-A0CC-4820-BD9D-381AEB22909B}"/>
              </a:ext>
            </a:extLst>
          </p:cNvPr>
          <p:cNvSpPr>
            <a:spLocks noGrp="1"/>
          </p:cNvSpPr>
          <p:nvPr/>
        </p:nvSpPr>
        <p:spPr>
          <a:xfrm>
            <a:off x="7555374" y="633350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3" name="02_predicted_pose_4902">
            <a:extLst>
              <a:ext uri="{FF2B5EF4-FFF2-40B4-BE49-F238E27FC236}">
                <a16:creationId xmlns:a16="http://schemas.microsoft.com/office/drawing/2014/main" id="{7ADBFE5C-A3A0-4813-B88A-858E2A992D4D}"/>
              </a:ext>
            </a:extLst>
          </p:cNvPr>
          <p:cNvSpPr>
            <a:spLocks noGrp="1"/>
          </p:cNvSpPr>
          <p:nvPr/>
        </p:nvSpPr>
        <p:spPr>
          <a:xfrm>
            <a:off x="7517456" y="64611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4" name="02_predicted_pose_4903">
            <a:extLst>
              <a:ext uri="{FF2B5EF4-FFF2-40B4-BE49-F238E27FC236}">
                <a16:creationId xmlns:a16="http://schemas.microsoft.com/office/drawing/2014/main" id="{009E044D-E036-4C05-8A4D-D4E3781452DF}"/>
              </a:ext>
            </a:extLst>
          </p:cNvPr>
          <p:cNvSpPr>
            <a:spLocks noGrp="1"/>
          </p:cNvSpPr>
          <p:nvPr/>
        </p:nvSpPr>
        <p:spPr>
          <a:xfrm>
            <a:off x="7532040" y="63394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5" name="02_predicted_pose_4904">
            <a:extLst>
              <a:ext uri="{FF2B5EF4-FFF2-40B4-BE49-F238E27FC236}">
                <a16:creationId xmlns:a16="http://schemas.microsoft.com/office/drawing/2014/main" id="{3CAAD756-C47D-4A23-AF74-1843DCD7494D}"/>
              </a:ext>
            </a:extLst>
          </p:cNvPr>
          <p:cNvSpPr>
            <a:spLocks noGrp="1"/>
          </p:cNvSpPr>
          <p:nvPr/>
        </p:nvSpPr>
        <p:spPr>
          <a:xfrm>
            <a:off x="7508705" y="62831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6" name="02_predicted_pose_4905">
            <a:extLst>
              <a:ext uri="{FF2B5EF4-FFF2-40B4-BE49-F238E27FC236}">
                <a16:creationId xmlns:a16="http://schemas.microsoft.com/office/drawing/2014/main" id="{EB4E24BD-C9A9-403C-8270-25D96163D910}"/>
              </a:ext>
            </a:extLst>
          </p:cNvPr>
          <p:cNvSpPr>
            <a:spLocks noGrp="1"/>
          </p:cNvSpPr>
          <p:nvPr/>
        </p:nvSpPr>
        <p:spPr>
          <a:xfrm>
            <a:off x="7537874" y="631071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7" name="02_predicted_pose_4906">
            <a:extLst>
              <a:ext uri="{FF2B5EF4-FFF2-40B4-BE49-F238E27FC236}">
                <a16:creationId xmlns:a16="http://schemas.microsoft.com/office/drawing/2014/main" id="{B03420B6-4B50-459D-A3FC-7F13021F427D}"/>
              </a:ext>
            </a:extLst>
          </p:cNvPr>
          <p:cNvSpPr>
            <a:spLocks noGrp="1"/>
          </p:cNvSpPr>
          <p:nvPr/>
        </p:nvSpPr>
        <p:spPr>
          <a:xfrm>
            <a:off x="7567041" y="627637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8" name="02_predicted_pose_4907">
            <a:extLst>
              <a:ext uri="{FF2B5EF4-FFF2-40B4-BE49-F238E27FC236}">
                <a16:creationId xmlns:a16="http://schemas.microsoft.com/office/drawing/2014/main" id="{E7C2FFA4-A8F8-4BC6-AEC1-3EF76B335571}"/>
              </a:ext>
            </a:extLst>
          </p:cNvPr>
          <p:cNvSpPr>
            <a:spLocks noGrp="1"/>
          </p:cNvSpPr>
          <p:nvPr/>
        </p:nvSpPr>
        <p:spPr>
          <a:xfrm>
            <a:off x="7548447" y="62261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09" name="02_predicted_pose_4908">
            <a:extLst>
              <a:ext uri="{FF2B5EF4-FFF2-40B4-BE49-F238E27FC236}">
                <a16:creationId xmlns:a16="http://schemas.microsoft.com/office/drawing/2014/main" id="{872A92A3-A01A-49BD-A446-35CC4FD34C95}"/>
              </a:ext>
            </a:extLst>
          </p:cNvPr>
          <p:cNvSpPr>
            <a:spLocks noGrp="1"/>
          </p:cNvSpPr>
          <p:nvPr/>
        </p:nvSpPr>
        <p:spPr>
          <a:xfrm>
            <a:off x="7381827" y="642977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0" name="02_predicted_pose_4909">
            <a:extLst>
              <a:ext uri="{FF2B5EF4-FFF2-40B4-BE49-F238E27FC236}">
                <a16:creationId xmlns:a16="http://schemas.microsoft.com/office/drawing/2014/main" id="{52271327-8024-4117-8B0D-B347FECA43BC}"/>
              </a:ext>
            </a:extLst>
          </p:cNvPr>
          <p:cNvSpPr>
            <a:spLocks noGrp="1"/>
          </p:cNvSpPr>
          <p:nvPr/>
        </p:nvSpPr>
        <p:spPr>
          <a:xfrm>
            <a:off x="7578708" y="635774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1" name="02_predicted_pose_4910">
            <a:extLst>
              <a:ext uri="{FF2B5EF4-FFF2-40B4-BE49-F238E27FC236}">
                <a16:creationId xmlns:a16="http://schemas.microsoft.com/office/drawing/2014/main" id="{8083ACA0-E5A6-4530-8472-43C4806E4403}"/>
              </a:ext>
            </a:extLst>
          </p:cNvPr>
          <p:cNvSpPr>
            <a:spLocks noGrp="1"/>
          </p:cNvSpPr>
          <p:nvPr/>
        </p:nvSpPr>
        <p:spPr>
          <a:xfrm>
            <a:off x="7412088" y="630828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2" name="02_predicted_pose_4911">
            <a:extLst>
              <a:ext uri="{FF2B5EF4-FFF2-40B4-BE49-F238E27FC236}">
                <a16:creationId xmlns:a16="http://schemas.microsoft.com/office/drawing/2014/main" id="{F51DAA87-B3F2-45BC-810B-BC42733B56D3}"/>
              </a:ext>
            </a:extLst>
          </p:cNvPr>
          <p:cNvSpPr>
            <a:spLocks noGrp="1"/>
          </p:cNvSpPr>
          <p:nvPr/>
        </p:nvSpPr>
        <p:spPr>
          <a:xfrm>
            <a:off x="7557926" y="64628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3" name="02_predicted_pose_4912">
            <a:extLst>
              <a:ext uri="{FF2B5EF4-FFF2-40B4-BE49-F238E27FC236}">
                <a16:creationId xmlns:a16="http://schemas.microsoft.com/office/drawing/2014/main" id="{957B8279-F3FB-4CD2-84FF-2F862F455BA1}"/>
              </a:ext>
            </a:extLst>
          </p:cNvPr>
          <p:cNvSpPr>
            <a:spLocks noGrp="1"/>
          </p:cNvSpPr>
          <p:nvPr/>
        </p:nvSpPr>
        <p:spPr>
          <a:xfrm>
            <a:off x="7572510" y="649184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4" name="02_predicted_pose_4913">
            <a:extLst>
              <a:ext uri="{FF2B5EF4-FFF2-40B4-BE49-F238E27FC236}">
                <a16:creationId xmlns:a16="http://schemas.microsoft.com/office/drawing/2014/main" id="{95DC0CA4-AC7D-47D1-9D9B-F870EB4AD5A7}"/>
              </a:ext>
            </a:extLst>
          </p:cNvPr>
          <p:cNvSpPr>
            <a:spLocks noGrp="1"/>
          </p:cNvSpPr>
          <p:nvPr/>
        </p:nvSpPr>
        <p:spPr>
          <a:xfrm>
            <a:off x="7616262" y="635115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5" name="02_predicted_pose_4914">
            <a:extLst>
              <a:ext uri="{FF2B5EF4-FFF2-40B4-BE49-F238E27FC236}">
                <a16:creationId xmlns:a16="http://schemas.microsoft.com/office/drawing/2014/main" id="{4386E151-CA86-4A89-B828-3CA77029BA66}"/>
              </a:ext>
            </a:extLst>
          </p:cNvPr>
          <p:cNvSpPr>
            <a:spLocks noGrp="1"/>
          </p:cNvSpPr>
          <p:nvPr/>
        </p:nvSpPr>
        <p:spPr>
          <a:xfrm>
            <a:off x="7630845" y="647122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6" name="02_predicted_pose_4915">
            <a:extLst>
              <a:ext uri="{FF2B5EF4-FFF2-40B4-BE49-F238E27FC236}">
                <a16:creationId xmlns:a16="http://schemas.microsoft.com/office/drawing/2014/main" id="{BD49C69A-3318-4027-A5CE-532E3B2A5FB7}"/>
              </a:ext>
            </a:extLst>
          </p:cNvPr>
          <p:cNvSpPr>
            <a:spLocks noGrp="1"/>
          </p:cNvSpPr>
          <p:nvPr/>
        </p:nvSpPr>
        <p:spPr>
          <a:xfrm>
            <a:off x="7674597" y="652240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7" name="02_predicted_pose_4916">
            <a:extLst>
              <a:ext uri="{FF2B5EF4-FFF2-40B4-BE49-F238E27FC236}">
                <a16:creationId xmlns:a16="http://schemas.microsoft.com/office/drawing/2014/main" id="{913E947B-385F-40CB-BA0C-DB6C275F820D}"/>
              </a:ext>
            </a:extLst>
          </p:cNvPr>
          <p:cNvSpPr>
            <a:spLocks noGrp="1"/>
          </p:cNvSpPr>
          <p:nvPr/>
        </p:nvSpPr>
        <p:spPr>
          <a:xfrm>
            <a:off x="7689181" y="652809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8" name="02_predicted_pose_4917">
            <a:extLst>
              <a:ext uri="{FF2B5EF4-FFF2-40B4-BE49-F238E27FC236}">
                <a16:creationId xmlns:a16="http://schemas.microsoft.com/office/drawing/2014/main" id="{9CACF9E7-C470-40D5-A390-6AA2A4134DB8}"/>
              </a:ext>
            </a:extLst>
          </p:cNvPr>
          <p:cNvSpPr>
            <a:spLocks noGrp="1"/>
          </p:cNvSpPr>
          <p:nvPr/>
        </p:nvSpPr>
        <p:spPr>
          <a:xfrm>
            <a:off x="7405525" y="663150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19" name="02_predicted_pose_4918">
            <a:extLst>
              <a:ext uri="{FF2B5EF4-FFF2-40B4-BE49-F238E27FC236}">
                <a16:creationId xmlns:a16="http://schemas.microsoft.com/office/drawing/2014/main" id="{EBF148DA-DCBB-46A1-A984-95C23327162A}"/>
              </a:ext>
            </a:extLst>
          </p:cNvPr>
          <p:cNvSpPr>
            <a:spLocks noGrp="1"/>
          </p:cNvSpPr>
          <p:nvPr/>
        </p:nvSpPr>
        <p:spPr>
          <a:xfrm>
            <a:off x="7503967" y="63943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0" name="02_predicted_pose_4919">
            <a:extLst>
              <a:ext uri="{FF2B5EF4-FFF2-40B4-BE49-F238E27FC236}">
                <a16:creationId xmlns:a16="http://schemas.microsoft.com/office/drawing/2014/main" id="{35AFCFEC-F3B6-4361-A853-C81A5EE69CB1}"/>
              </a:ext>
            </a:extLst>
          </p:cNvPr>
          <p:cNvSpPr>
            <a:spLocks noGrp="1"/>
          </p:cNvSpPr>
          <p:nvPr/>
        </p:nvSpPr>
        <p:spPr>
          <a:xfrm>
            <a:off x="7435786" y="62219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1" name="02_predicted_pose_4920">
            <a:extLst>
              <a:ext uri="{FF2B5EF4-FFF2-40B4-BE49-F238E27FC236}">
                <a16:creationId xmlns:a16="http://schemas.microsoft.com/office/drawing/2014/main" id="{A57F4FCE-DFCF-4EEB-BAC0-55FA6121F90A}"/>
              </a:ext>
            </a:extLst>
          </p:cNvPr>
          <p:cNvSpPr>
            <a:spLocks noGrp="1"/>
          </p:cNvSpPr>
          <p:nvPr/>
        </p:nvSpPr>
        <p:spPr>
          <a:xfrm>
            <a:off x="7534228" y="627235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2" name="02_predicted_pose_4921">
            <a:extLst>
              <a:ext uri="{FF2B5EF4-FFF2-40B4-BE49-F238E27FC236}">
                <a16:creationId xmlns:a16="http://schemas.microsoft.com/office/drawing/2014/main" id="{30283449-8B87-4AD6-A456-B1E37A36B418}"/>
              </a:ext>
            </a:extLst>
          </p:cNvPr>
          <p:cNvSpPr>
            <a:spLocks noGrp="1"/>
          </p:cNvSpPr>
          <p:nvPr/>
        </p:nvSpPr>
        <p:spPr>
          <a:xfrm>
            <a:off x="7586364" y="634500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3" name="02_predicted_pose_4922">
            <a:extLst>
              <a:ext uri="{FF2B5EF4-FFF2-40B4-BE49-F238E27FC236}">
                <a16:creationId xmlns:a16="http://schemas.microsoft.com/office/drawing/2014/main" id="{DDBA933B-E52B-45AD-AF45-5420F390B7F7}"/>
              </a:ext>
            </a:extLst>
          </p:cNvPr>
          <p:cNvSpPr>
            <a:spLocks noGrp="1"/>
          </p:cNvSpPr>
          <p:nvPr/>
        </p:nvSpPr>
        <p:spPr>
          <a:xfrm>
            <a:off x="7414275" y="634923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4" name="02_predicted_pose_4923">
            <a:extLst>
              <a:ext uri="{FF2B5EF4-FFF2-40B4-BE49-F238E27FC236}">
                <a16:creationId xmlns:a16="http://schemas.microsoft.com/office/drawing/2014/main" id="{C4344DC4-541A-42A5-B922-92F1DB19FFB7}"/>
              </a:ext>
            </a:extLst>
          </p:cNvPr>
          <p:cNvSpPr>
            <a:spLocks noGrp="1"/>
          </p:cNvSpPr>
          <p:nvPr/>
        </p:nvSpPr>
        <p:spPr>
          <a:xfrm>
            <a:off x="7682619" y="612555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5" name="02_predicted_pose_4924">
            <a:extLst>
              <a:ext uri="{FF2B5EF4-FFF2-40B4-BE49-F238E27FC236}">
                <a16:creationId xmlns:a16="http://schemas.microsoft.com/office/drawing/2014/main" id="{EDD8F9EB-6AA4-43B4-B0D5-F43759974113}"/>
              </a:ext>
            </a:extLst>
          </p:cNvPr>
          <p:cNvSpPr>
            <a:spLocks noGrp="1"/>
          </p:cNvSpPr>
          <p:nvPr/>
        </p:nvSpPr>
        <p:spPr>
          <a:xfrm>
            <a:off x="7549541" y="62929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6" name="02_predicted_pose_4925">
            <a:extLst>
              <a:ext uri="{FF2B5EF4-FFF2-40B4-BE49-F238E27FC236}">
                <a16:creationId xmlns:a16="http://schemas.microsoft.com/office/drawing/2014/main" id="{1A7ED03A-68CC-45D9-972D-F0612C1C49BC}"/>
              </a:ext>
            </a:extLst>
          </p:cNvPr>
          <p:cNvSpPr>
            <a:spLocks noGrp="1"/>
          </p:cNvSpPr>
          <p:nvPr/>
        </p:nvSpPr>
        <p:spPr>
          <a:xfrm>
            <a:off x="7420838" y="634832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7" name="02_predicted_pose_4926">
            <a:extLst>
              <a:ext uri="{FF2B5EF4-FFF2-40B4-BE49-F238E27FC236}">
                <a16:creationId xmlns:a16="http://schemas.microsoft.com/office/drawing/2014/main" id="{25D25813-2898-4924-A431-B598491D274A}"/>
              </a:ext>
            </a:extLst>
          </p:cNvPr>
          <p:cNvSpPr>
            <a:spLocks noGrp="1"/>
          </p:cNvSpPr>
          <p:nvPr/>
        </p:nvSpPr>
        <p:spPr>
          <a:xfrm>
            <a:off x="7464589" y="616848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8" name="02_predicted_pose_4927">
            <a:extLst>
              <a:ext uri="{FF2B5EF4-FFF2-40B4-BE49-F238E27FC236}">
                <a16:creationId xmlns:a16="http://schemas.microsoft.com/office/drawing/2014/main" id="{A3D9B0CE-DE84-4CB6-B3C0-A52ADFC4D05A}"/>
              </a:ext>
            </a:extLst>
          </p:cNvPr>
          <p:cNvSpPr>
            <a:spLocks noGrp="1"/>
          </p:cNvSpPr>
          <p:nvPr/>
        </p:nvSpPr>
        <p:spPr>
          <a:xfrm>
            <a:off x="7508341" y="617954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29" name="02_predicted_pose_4928">
            <a:extLst>
              <a:ext uri="{FF2B5EF4-FFF2-40B4-BE49-F238E27FC236}">
                <a16:creationId xmlns:a16="http://schemas.microsoft.com/office/drawing/2014/main" id="{FB901249-E856-4EC3-A370-34B53FEC2E9B}"/>
              </a:ext>
            </a:extLst>
          </p:cNvPr>
          <p:cNvSpPr>
            <a:spLocks noGrp="1"/>
          </p:cNvSpPr>
          <p:nvPr/>
        </p:nvSpPr>
        <p:spPr>
          <a:xfrm>
            <a:off x="7692826" y="620910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0" name="02_predicted_pose_4929">
            <a:extLst>
              <a:ext uri="{FF2B5EF4-FFF2-40B4-BE49-F238E27FC236}">
                <a16:creationId xmlns:a16="http://schemas.microsoft.com/office/drawing/2014/main" id="{82FDEAAC-456A-4806-826A-21219D9112E8}"/>
              </a:ext>
            </a:extLst>
          </p:cNvPr>
          <p:cNvSpPr>
            <a:spLocks noGrp="1"/>
          </p:cNvSpPr>
          <p:nvPr/>
        </p:nvSpPr>
        <p:spPr>
          <a:xfrm>
            <a:off x="7373076" y="610960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1" name="02_predicted_pose_4930">
            <a:extLst>
              <a:ext uri="{FF2B5EF4-FFF2-40B4-BE49-F238E27FC236}">
                <a16:creationId xmlns:a16="http://schemas.microsoft.com/office/drawing/2014/main" id="{C0A34434-C9C2-4996-99E4-1B83A696C1D0}"/>
              </a:ext>
            </a:extLst>
          </p:cNvPr>
          <p:cNvSpPr>
            <a:spLocks noGrp="1"/>
          </p:cNvSpPr>
          <p:nvPr/>
        </p:nvSpPr>
        <p:spPr>
          <a:xfrm>
            <a:off x="7595115" y="60306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2" name="02_predicted_pose_4931">
            <a:extLst>
              <a:ext uri="{FF2B5EF4-FFF2-40B4-BE49-F238E27FC236}">
                <a16:creationId xmlns:a16="http://schemas.microsoft.com/office/drawing/2014/main" id="{7A11A828-6E86-460A-A91F-98AFD03019C3}"/>
              </a:ext>
            </a:extLst>
          </p:cNvPr>
          <p:cNvSpPr>
            <a:spLocks noGrp="1"/>
          </p:cNvSpPr>
          <p:nvPr/>
        </p:nvSpPr>
        <p:spPr>
          <a:xfrm>
            <a:off x="7693557" y="575237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3" name="02_predicted_pose_4932">
            <a:extLst>
              <a:ext uri="{FF2B5EF4-FFF2-40B4-BE49-F238E27FC236}">
                <a16:creationId xmlns:a16="http://schemas.microsoft.com/office/drawing/2014/main" id="{FABA26C2-2170-4F4B-A99F-FE06A8C492F5}"/>
              </a:ext>
            </a:extLst>
          </p:cNvPr>
          <p:cNvSpPr>
            <a:spLocks noGrp="1"/>
          </p:cNvSpPr>
          <p:nvPr/>
        </p:nvSpPr>
        <p:spPr>
          <a:xfrm>
            <a:off x="7514539" y="56058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4" name="02_predicted_pose_4933">
            <a:extLst>
              <a:ext uri="{FF2B5EF4-FFF2-40B4-BE49-F238E27FC236}">
                <a16:creationId xmlns:a16="http://schemas.microsoft.com/office/drawing/2014/main" id="{2A18E4C5-2006-496D-8625-8E950EBCF35C}"/>
              </a:ext>
            </a:extLst>
          </p:cNvPr>
          <p:cNvSpPr>
            <a:spLocks noGrp="1"/>
          </p:cNvSpPr>
          <p:nvPr/>
        </p:nvSpPr>
        <p:spPr>
          <a:xfrm>
            <a:off x="7529123" y="597879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5" name="02_predicted_pose_4934">
            <a:extLst>
              <a:ext uri="{FF2B5EF4-FFF2-40B4-BE49-F238E27FC236}">
                <a16:creationId xmlns:a16="http://schemas.microsoft.com/office/drawing/2014/main" id="{FA2883AB-97AC-427E-8D7C-DF56EDA6477E}"/>
              </a:ext>
            </a:extLst>
          </p:cNvPr>
          <p:cNvSpPr>
            <a:spLocks noGrp="1"/>
          </p:cNvSpPr>
          <p:nvPr/>
        </p:nvSpPr>
        <p:spPr>
          <a:xfrm>
            <a:off x="7446360" y="612077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6" name="02_predicted_pose_4935">
            <a:extLst>
              <a:ext uri="{FF2B5EF4-FFF2-40B4-BE49-F238E27FC236}">
                <a16:creationId xmlns:a16="http://schemas.microsoft.com/office/drawing/2014/main" id="{ED9D6AD5-E456-4B45-A45E-8D845E517CA2}"/>
              </a:ext>
            </a:extLst>
          </p:cNvPr>
          <p:cNvSpPr>
            <a:spLocks noGrp="1"/>
          </p:cNvSpPr>
          <p:nvPr/>
        </p:nvSpPr>
        <p:spPr>
          <a:xfrm>
            <a:off x="7460944" y="606615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7" name="02_predicted_pose_4936">
            <a:extLst>
              <a:ext uri="{FF2B5EF4-FFF2-40B4-BE49-F238E27FC236}">
                <a16:creationId xmlns:a16="http://schemas.microsoft.com/office/drawing/2014/main" id="{7DA04B8A-9DA9-44B2-8BC1-278F057A81F9}"/>
              </a:ext>
            </a:extLst>
          </p:cNvPr>
          <p:cNvSpPr>
            <a:spLocks noGrp="1"/>
          </p:cNvSpPr>
          <p:nvPr/>
        </p:nvSpPr>
        <p:spPr>
          <a:xfrm>
            <a:off x="7475527" y="60250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8" name="02_predicted_pose_4937">
            <a:extLst>
              <a:ext uri="{FF2B5EF4-FFF2-40B4-BE49-F238E27FC236}">
                <a16:creationId xmlns:a16="http://schemas.microsoft.com/office/drawing/2014/main" id="{DF3CE125-1CFC-4731-87C7-E10078CEC42F}"/>
              </a:ext>
            </a:extLst>
          </p:cNvPr>
          <p:cNvSpPr>
            <a:spLocks noGrp="1"/>
          </p:cNvSpPr>
          <p:nvPr/>
        </p:nvSpPr>
        <p:spPr>
          <a:xfrm>
            <a:off x="7490111" y="60405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39" name="02_predicted_pose_4938">
            <a:extLst>
              <a:ext uri="{FF2B5EF4-FFF2-40B4-BE49-F238E27FC236}">
                <a16:creationId xmlns:a16="http://schemas.microsoft.com/office/drawing/2014/main" id="{0E3CFCB4-1FC0-4FE6-9FC5-544A0FA0962C}"/>
              </a:ext>
            </a:extLst>
          </p:cNvPr>
          <p:cNvSpPr>
            <a:spLocks noGrp="1"/>
          </p:cNvSpPr>
          <p:nvPr/>
        </p:nvSpPr>
        <p:spPr>
          <a:xfrm>
            <a:off x="7504696" y="620735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0" name="02_predicted_pose_4939">
            <a:extLst>
              <a:ext uri="{FF2B5EF4-FFF2-40B4-BE49-F238E27FC236}">
                <a16:creationId xmlns:a16="http://schemas.microsoft.com/office/drawing/2014/main" id="{60F5A1B3-6450-4F88-9E88-50D3A3873E5E}"/>
              </a:ext>
            </a:extLst>
          </p:cNvPr>
          <p:cNvSpPr>
            <a:spLocks noGrp="1"/>
          </p:cNvSpPr>
          <p:nvPr/>
        </p:nvSpPr>
        <p:spPr>
          <a:xfrm>
            <a:off x="7519279" y="596210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1" name="02_predicted_pose_4940">
            <a:extLst>
              <a:ext uri="{FF2B5EF4-FFF2-40B4-BE49-F238E27FC236}">
                <a16:creationId xmlns:a16="http://schemas.microsoft.com/office/drawing/2014/main" id="{0F534FFE-341E-4D54-BD0B-8304BB88DF7B}"/>
              </a:ext>
            </a:extLst>
          </p:cNvPr>
          <p:cNvSpPr>
            <a:spLocks noGrp="1"/>
          </p:cNvSpPr>
          <p:nvPr/>
        </p:nvSpPr>
        <p:spPr>
          <a:xfrm>
            <a:off x="7533863" y="611208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2" name="02_predicted_pose_4941">
            <a:extLst>
              <a:ext uri="{FF2B5EF4-FFF2-40B4-BE49-F238E27FC236}">
                <a16:creationId xmlns:a16="http://schemas.microsoft.com/office/drawing/2014/main" id="{C875C4DD-1C5B-4FCB-A695-90DC48C8A966}"/>
              </a:ext>
            </a:extLst>
          </p:cNvPr>
          <p:cNvSpPr>
            <a:spLocks noGrp="1"/>
          </p:cNvSpPr>
          <p:nvPr/>
        </p:nvSpPr>
        <p:spPr>
          <a:xfrm>
            <a:off x="7548447" y="59571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3" name="02_predicted_pose_4942">
            <a:extLst>
              <a:ext uri="{FF2B5EF4-FFF2-40B4-BE49-F238E27FC236}">
                <a16:creationId xmlns:a16="http://schemas.microsoft.com/office/drawing/2014/main" id="{6E2BF348-8418-4181-A1F5-D0D49B26ADED}"/>
              </a:ext>
            </a:extLst>
          </p:cNvPr>
          <p:cNvSpPr>
            <a:spLocks noGrp="1"/>
          </p:cNvSpPr>
          <p:nvPr/>
        </p:nvSpPr>
        <p:spPr>
          <a:xfrm>
            <a:off x="7563031" y="596323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4" name="02_predicted_pose_4943">
            <a:extLst>
              <a:ext uri="{FF2B5EF4-FFF2-40B4-BE49-F238E27FC236}">
                <a16:creationId xmlns:a16="http://schemas.microsoft.com/office/drawing/2014/main" id="{9A4BC586-3409-41AE-9C67-B5D6B4E7C994}"/>
              </a:ext>
            </a:extLst>
          </p:cNvPr>
          <p:cNvSpPr>
            <a:spLocks noGrp="1"/>
          </p:cNvSpPr>
          <p:nvPr/>
        </p:nvSpPr>
        <p:spPr>
          <a:xfrm>
            <a:off x="7577615" y="61224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5" name="02_predicted_pose_4944">
            <a:extLst>
              <a:ext uri="{FF2B5EF4-FFF2-40B4-BE49-F238E27FC236}">
                <a16:creationId xmlns:a16="http://schemas.microsoft.com/office/drawing/2014/main" id="{0907C3D0-7608-4428-A114-F6D81C90A76A}"/>
              </a:ext>
            </a:extLst>
          </p:cNvPr>
          <p:cNvSpPr>
            <a:spLocks noGrp="1"/>
          </p:cNvSpPr>
          <p:nvPr/>
        </p:nvSpPr>
        <p:spPr>
          <a:xfrm>
            <a:off x="7460579" y="608723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6" name="02_predicted_pose_4945">
            <a:extLst>
              <a:ext uri="{FF2B5EF4-FFF2-40B4-BE49-F238E27FC236}">
                <a16:creationId xmlns:a16="http://schemas.microsoft.com/office/drawing/2014/main" id="{81FD289B-2BDB-4814-892B-5A2DD1D19FBD}"/>
              </a:ext>
            </a:extLst>
          </p:cNvPr>
          <p:cNvSpPr>
            <a:spLocks noGrp="1"/>
          </p:cNvSpPr>
          <p:nvPr/>
        </p:nvSpPr>
        <p:spPr>
          <a:xfrm>
            <a:off x="7662930" y="65805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7" name="02_predicted_pose_4946">
            <a:extLst>
              <a:ext uri="{FF2B5EF4-FFF2-40B4-BE49-F238E27FC236}">
                <a16:creationId xmlns:a16="http://schemas.microsoft.com/office/drawing/2014/main" id="{83683988-A46F-4D36-A7F3-CEE5C370AD38}"/>
              </a:ext>
            </a:extLst>
          </p:cNvPr>
          <p:cNvSpPr>
            <a:spLocks noGrp="1"/>
          </p:cNvSpPr>
          <p:nvPr/>
        </p:nvSpPr>
        <p:spPr>
          <a:xfrm>
            <a:off x="7526571" y="647420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8" name="02_predicted_pose_4947">
            <a:extLst>
              <a:ext uri="{FF2B5EF4-FFF2-40B4-BE49-F238E27FC236}">
                <a16:creationId xmlns:a16="http://schemas.microsoft.com/office/drawing/2014/main" id="{0C40074F-BB5A-4C4E-B19A-B4D242376139}"/>
              </a:ext>
            </a:extLst>
          </p:cNvPr>
          <p:cNvSpPr>
            <a:spLocks noGrp="1"/>
          </p:cNvSpPr>
          <p:nvPr/>
        </p:nvSpPr>
        <p:spPr>
          <a:xfrm>
            <a:off x="7412452" y="651945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49" name="02_predicted_pose_4948">
            <a:extLst>
              <a:ext uri="{FF2B5EF4-FFF2-40B4-BE49-F238E27FC236}">
                <a16:creationId xmlns:a16="http://schemas.microsoft.com/office/drawing/2014/main" id="{28F2D447-8B5F-459C-88E3-92B358C6A04B}"/>
              </a:ext>
            </a:extLst>
          </p:cNvPr>
          <p:cNvSpPr>
            <a:spLocks noGrp="1"/>
          </p:cNvSpPr>
          <p:nvPr/>
        </p:nvSpPr>
        <p:spPr>
          <a:xfrm>
            <a:off x="7541155" y="651990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0" name="02_predicted_pose_4949">
            <a:extLst>
              <a:ext uri="{FF2B5EF4-FFF2-40B4-BE49-F238E27FC236}">
                <a16:creationId xmlns:a16="http://schemas.microsoft.com/office/drawing/2014/main" id="{29935CF3-7937-4239-81C0-2DF85785B566}"/>
              </a:ext>
            </a:extLst>
          </p:cNvPr>
          <p:cNvSpPr>
            <a:spLocks noGrp="1"/>
          </p:cNvSpPr>
          <p:nvPr/>
        </p:nvSpPr>
        <p:spPr>
          <a:xfrm>
            <a:off x="7654545" y="62358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1" name="02_predicted_pose_4950">
            <a:extLst>
              <a:ext uri="{FF2B5EF4-FFF2-40B4-BE49-F238E27FC236}">
                <a16:creationId xmlns:a16="http://schemas.microsoft.com/office/drawing/2014/main" id="{9D43102B-1EEF-4959-96CD-8436B97DD317}"/>
              </a:ext>
            </a:extLst>
          </p:cNvPr>
          <p:cNvSpPr>
            <a:spLocks noGrp="1"/>
          </p:cNvSpPr>
          <p:nvPr/>
        </p:nvSpPr>
        <p:spPr>
          <a:xfrm>
            <a:off x="7712880" y="624223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2" name="02_predicted_pose_4951">
            <a:extLst>
              <a:ext uri="{FF2B5EF4-FFF2-40B4-BE49-F238E27FC236}">
                <a16:creationId xmlns:a16="http://schemas.microsoft.com/office/drawing/2014/main" id="{BD64EB0C-445A-4E9B-B935-EB8E637391FA}"/>
              </a:ext>
            </a:extLst>
          </p:cNvPr>
          <p:cNvSpPr>
            <a:spLocks noGrp="1"/>
          </p:cNvSpPr>
          <p:nvPr/>
        </p:nvSpPr>
        <p:spPr>
          <a:xfrm>
            <a:off x="7494122" y="601095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3" name="02_predicted_pose_4952">
            <a:extLst>
              <a:ext uri="{FF2B5EF4-FFF2-40B4-BE49-F238E27FC236}">
                <a16:creationId xmlns:a16="http://schemas.microsoft.com/office/drawing/2014/main" id="{B1696EBF-5FC5-4D0D-BB31-E1A33140B933}"/>
              </a:ext>
            </a:extLst>
          </p:cNvPr>
          <p:cNvSpPr>
            <a:spLocks noGrp="1"/>
          </p:cNvSpPr>
          <p:nvPr/>
        </p:nvSpPr>
        <p:spPr>
          <a:xfrm>
            <a:off x="7523290" y="60124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4" name="02_predicted_pose_4953">
            <a:extLst>
              <a:ext uri="{FF2B5EF4-FFF2-40B4-BE49-F238E27FC236}">
                <a16:creationId xmlns:a16="http://schemas.microsoft.com/office/drawing/2014/main" id="{66924556-ADD4-4BBF-A1E3-A51C9E0BC7A3}"/>
              </a:ext>
            </a:extLst>
          </p:cNvPr>
          <p:cNvSpPr>
            <a:spLocks noGrp="1"/>
          </p:cNvSpPr>
          <p:nvPr/>
        </p:nvSpPr>
        <p:spPr>
          <a:xfrm>
            <a:off x="7567041" y="60134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5" name="02_predicted_pose_4954">
            <a:extLst>
              <a:ext uri="{FF2B5EF4-FFF2-40B4-BE49-F238E27FC236}">
                <a16:creationId xmlns:a16="http://schemas.microsoft.com/office/drawing/2014/main" id="{61739C79-D1B2-44FD-9E5A-663DB4A3A854}"/>
              </a:ext>
            </a:extLst>
          </p:cNvPr>
          <p:cNvSpPr>
            <a:spLocks noGrp="1"/>
          </p:cNvSpPr>
          <p:nvPr/>
        </p:nvSpPr>
        <p:spPr>
          <a:xfrm>
            <a:off x="7596209" y="600539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6" name="02_predicted_pose_4955">
            <a:extLst>
              <a:ext uri="{FF2B5EF4-FFF2-40B4-BE49-F238E27FC236}">
                <a16:creationId xmlns:a16="http://schemas.microsoft.com/office/drawing/2014/main" id="{3C15267C-98B2-4E17-AB07-0C0255C372AD}"/>
              </a:ext>
            </a:extLst>
          </p:cNvPr>
          <p:cNvSpPr>
            <a:spLocks noGrp="1"/>
          </p:cNvSpPr>
          <p:nvPr/>
        </p:nvSpPr>
        <p:spPr>
          <a:xfrm>
            <a:off x="7610793" y="601612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7" name="02_predicted_pose_4956">
            <a:extLst>
              <a:ext uri="{FF2B5EF4-FFF2-40B4-BE49-F238E27FC236}">
                <a16:creationId xmlns:a16="http://schemas.microsoft.com/office/drawing/2014/main" id="{C5323AD7-4748-4EB7-813D-F8F4B197AA78}"/>
              </a:ext>
            </a:extLst>
          </p:cNvPr>
          <p:cNvSpPr>
            <a:spLocks noGrp="1"/>
          </p:cNvSpPr>
          <p:nvPr/>
        </p:nvSpPr>
        <p:spPr>
          <a:xfrm>
            <a:off x="7508341" y="600514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8" name="02_predicted_pose_4957">
            <a:extLst>
              <a:ext uri="{FF2B5EF4-FFF2-40B4-BE49-F238E27FC236}">
                <a16:creationId xmlns:a16="http://schemas.microsoft.com/office/drawing/2014/main" id="{569EB6D4-EFBC-4012-9B17-00562A047874}"/>
              </a:ext>
            </a:extLst>
          </p:cNvPr>
          <p:cNvSpPr>
            <a:spLocks noGrp="1"/>
          </p:cNvSpPr>
          <p:nvPr/>
        </p:nvSpPr>
        <p:spPr>
          <a:xfrm>
            <a:off x="7616991" y="627701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59" name="02_predicted_pose_4958">
            <a:extLst>
              <a:ext uri="{FF2B5EF4-FFF2-40B4-BE49-F238E27FC236}">
                <a16:creationId xmlns:a16="http://schemas.microsoft.com/office/drawing/2014/main" id="{E4BE64D2-2A26-4806-9BF3-9753C4496B44}"/>
              </a:ext>
            </a:extLst>
          </p:cNvPr>
          <p:cNvSpPr>
            <a:spLocks noGrp="1"/>
          </p:cNvSpPr>
          <p:nvPr/>
        </p:nvSpPr>
        <p:spPr>
          <a:xfrm>
            <a:off x="7646159" y="620785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0" name="02_predicted_pose_4959">
            <a:extLst>
              <a:ext uri="{FF2B5EF4-FFF2-40B4-BE49-F238E27FC236}">
                <a16:creationId xmlns:a16="http://schemas.microsoft.com/office/drawing/2014/main" id="{784B4DD2-0410-4100-8929-D0F1AEF699CB}"/>
              </a:ext>
            </a:extLst>
          </p:cNvPr>
          <p:cNvSpPr>
            <a:spLocks noGrp="1"/>
          </p:cNvSpPr>
          <p:nvPr/>
        </p:nvSpPr>
        <p:spPr>
          <a:xfrm>
            <a:off x="7675326" y="584652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1" name="02_predicted_pose_4960">
            <a:extLst>
              <a:ext uri="{FF2B5EF4-FFF2-40B4-BE49-F238E27FC236}">
                <a16:creationId xmlns:a16="http://schemas.microsoft.com/office/drawing/2014/main" id="{AF9D6A18-C898-4685-B197-E6E53B320EEA}"/>
              </a:ext>
            </a:extLst>
          </p:cNvPr>
          <p:cNvSpPr>
            <a:spLocks noGrp="1"/>
          </p:cNvSpPr>
          <p:nvPr/>
        </p:nvSpPr>
        <p:spPr>
          <a:xfrm>
            <a:off x="7704494" y="631169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2" name="02_predicted_pose_4961">
            <a:extLst>
              <a:ext uri="{FF2B5EF4-FFF2-40B4-BE49-F238E27FC236}">
                <a16:creationId xmlns:a16="http://schemas.microsoft.com/office/drawing/2014/main" id="{11A7DB32-1E69-43ED-B050-43E5682E9323}"/>
              </a:ext>
            </a:extLst>
          </p:cNvPr>
          <p:cNvSpPr>
            <a:spLocks noGrp="1"/>
          </p:cNvSpPr>
          <p:nvPr/>
        </p:nvSpPr>
        <p:spPr>
          <a:xfrm>
            <a:off x="7460215" y="637100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3" name="02_predicted_pose_4962">
            <a:extLst>
              <a:ext uri="{FF2B5EF4-FFF2-40B4-BE49-F238E27FC236}">
                <a16:creationId xmlns:a16="http://schemas.microsoft.com/office/drawing/2014/main" id="{D8EEF0C5-28C5-49D9-AECC-9C7474357B82}"/>
              </a:ext>
            </a:extLst>
          </p:cNvPr>
          <p:cNvSpPr>
            <a:spLocks noGrp="1"/>
          </p:cNvSpPr>
          <p:nvPr/>
        </p:nvSpPr>
        <p:spPr>
          <a:xfrm>
            <a:off x="7474798" y="643154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4" name="02_predicted_pose_4963">
            <a:extLst>
              <a:ext uri="{FF2B5EF4-FFF2-40B4-BE49-F238E27FC236}">
                <a16:creationId xmlns:a16="http://schemas.microsoft.com/office/drawing/2014/main" id="{480B3328-DCBD-402E-A414-654952A2079C}"/>
              </a:ext>
            </a:extLst>
          </p:cNvPr>
          <p:cNvSpPr>
            <a:spLocks noGrp="1"/>
          </p:cNvSpPr>
          <p:nvPr/>
        </p:nvSpPr>
        <p:spPr>
          <a:xfrm>
            <a:off x="7503967" y="63601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5" name="02_predicted_pose_4964">
            <a:extLst>
              <a:ext uri="{FF2B5EF4-FFF2-40B4-BE49-F238E27FC236}">
                <a16:creationId xmlns:a16="http://schemas.microsoft.com/office/drawing/2014/main" id="{57233FED-0E02-400C-8EA9-DB0EE6FC25D6}"/>
              </a:ext>
            </a:extLst>
          </p:cNvPr>
          <p:cNvSpPr>
            <a:spLocks noGrp="1"/>
          </p:cNvSpPr>
          <p:nvPr/>
        </p:nvSpPr>
        <p:spPr>
          <a:xfrm>
            <a:off x="7533134" y="641027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6" name="02_predicted_pose_4965">
            <a:extLst>
              <a:ext uri="{FF2B5EF4-FFF2-40B4-BE49-F238E27FC236}">
                <a16:creationId xmlns:a16="http://schemas.microsoft.com/office/drawing/2014/main" id="{BAA5B480-8596-4C01-9564-64CCACDF9792}"/>
              </a:ext>
            </a:extLst>
          </p:cNvPr>
          <p:cNvSpPr>
            <a:spLocks noGrp="1"/>
          </p:cNvSpPr>
          <p:nvPr/>
        </p:nvSpPr>
        <p:spPr>
          <a:xfrm>
            <a:off x="7562301" y="636390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7" name="02_predicted_pose_4966">
            <a:extLst>
              <a:ext uri="{FF2B5EF4-FFF2-40B4-BE49-F238E27FC236}">
                <a16:creationId xmlns:a16="http://schemas.microsoft.com/office/drawing/2014/main" id="{7D510D1F-6F35-4352-B94F-D99A86B8BB28}"/>
              </a:ext>
            </a:extLst>
          </p:cNvPr>
          <p:cNvSpPr>
            <a:spLocks noGrp="1"/>
          </p:cNvSpPr>
          <p:nvPr/>
        </p:nvSpPr>
        <p:spPr>
          <a:xfrm>
            <a:off x="7588553" y="566417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8" name="02_predicted_pose_4967">
            <a:extLst>
              <a:ext uri="{FF2B5EF4-FFF2-40B4-BE49-F238E27FC236}">
                <a16:creationId xmlns:a16="http://schemas.microsoft.com/office/drawing/2014/main" id="{B01945C7-3B67-420E-812C-014817052EC5}"/>
              </a:ext>
            </a:extLst>
          </p:cNvPr>
          <p:cNvSpPr>
            <a:spLocks noGrp="1"/>
          </p:cNvSpPr>
          <p:nvPr/>
        </p:nvSpPr>
        <p:spPr>
          <a:xfrm>
            <a:off x="7603136" y="56189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69" name="02_predicted_pose_4968">
            <a:extLst>
              <a:ext uri="{FF2B5EF4-FFF2-40B4-BE49-F238E27FC236}">
                <a16:creationId xmlns:a16="http://schemas.microsoft.com/office/drawing/2014/main" id="{5EC0BC75-CCB0-431C-9F75-F79C03EFC883}"/>
              </a:ext>
            </a:extLst>
          </p:cNvPr>
          <p:cNvSpPr>
            <a:spLocks noGrp="1"/>
          </p:cNvSpPr>
          <p:nvPr/>
        </p:nvSpPr>
        <p:spPr>
          <a:xfrm>
            <a:off x="7530217" y="627038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0" name="02_predicted_pose_4969">
            <a:extLst>
              <a:ext uri="{FF2B5EF4-FFF2-40B4-BE49-F238E27FC236}">
                <a16:creationId xmlns:a16="http://schemas.microsoft.com/office/drawing/2014/main" id="{04EDE26C-37C9-416E-978A-9C200BF5F6F4}"/>
              </a:ext>
            </a:extLst>
          </p:cNvPr>
          <p:cNvSpPr>
            <a:spLocks noGrp="1"/>
          </p:cNvSpPr>
          <p:nvPr/>
        </p:nvSpPr>
        <p:spPr>
          <a:xfrm>
            <a:off x="7474434" y="631270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1" name="02_predicted_pose_4970">
            <a:extLst>
              <a:ext uri="{FF2B5EF4-FFF2-40B4-BE49-F238E27FC236}">
                <a16:creationId xmlns:a16="http://schemas.microsoft.com/office/drawing/2014/main" id="{E22588C5-70C3-4CE5-85EE-7EDA63FCEA5C}"/>
              </a:ext>
            </a:extLst>
          </p:cNvPr>
          <p:cNvSpPr>
            <a:spLocks noGrp="1"/>
          </p:cNvSpPr>
          <p:nvPr/>
        </p:nvSpPr>
        <p:spPr>
          <a:xfrm>
            <a:off x="7386201" y="63205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2" name="02_predicted_pose_4971">
            <a:extLst>
              <a:ext uri="{FF2B5EF4-FFF2-40B4-BE49-F238E27FC236}">
                <a16:creationId xmlns:a16="http://schemas.microsoft.com/office/drawing/2014/main" id="{ED89F219-665C-4D7D-9529-ECE5E9E1EAA9}"/>
              </a:ext>
            </a:extLst>
          </p:cNvPr>
          <p:cNvSpPr>
            <a:spLocks noGrp="1"/>
          </p:cNvSpPr>
          <p:nvPr/>
        </p:nvSpPr>
        <p:spPr>
          <a:xfrm>
            <a:off x="7644336" y="604994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3" name="02_predicted_pose_4972">
            <a:extLst>
              <a:ext uri="{FF2B5EF4-FFF2-40B4-BE49-F238E27FC236}">
                <a16:creationId xmlns:a16="http://schemas.microsoft.com/office/drawing/2014/main" id="{6D21F066-EA3D-47A8-A097-02F5815A6053}"/>
              </a:ext>
            </a:extLst>
          </p:cNvPr>
          <p:cNvSpPr>
            <a:spLocks noGrp="1"/>
          </p:cNvSpPr>
          <p:nvPr/>
        </p:nvSpPr>
        <p:spPr>
          <a:xfrm>
            <a:off x="7598762" y="538836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4" name="02_predicted_pose_4973">
            <a:extLst>
              <a:ext uri="{FF2B5EF4-FFF2-40B4-BE49-F238E27FC236}">
                <a16:creationId xmlns:a16="http://schemas.microsoft.com/office/drawing/2014/main" id="{1B700B0A-CFFF-42BE-AF41-BC5AC2B414BD}"/>
              </a:ext>
            </a:extLst>
          </p:cNvPr>
          <p:cNvSpPr>
            <a:spLocks noGrp="1"/>
          </p:cNvSpPr>
          <p:nvPr/>
        </p:nvSpPr>
        <p:spPr>
          <a:xfrm>
            <a:off x="7613345" y="530635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5" name="02_predicted_pose_4974">
            <a:extLst>
              <a:ext uri="{FF2B5EF4-FFF2-40B4-BE49-F238E27FC236}">
                <a16:creationId xmlns:a16="http://schemas.microsoft.com/office/drawing/2014/main" id="{4C740A64-5E71-47BE-B199-F2E9CECB6150}"/>
              </a:ext>
            </a:extLst>
          </p:cNvPr>
          <p:cNvSpPr>
            <a:spLocks noGrp="1"/>
          </p:cNvSpPr>
          <p:nvPr/>
        </p:nvSpPr>
        <p:spPr>
          <a:xfrm>
            <a:off x="7408077" y="618921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6" name="02_predicted_pose_4975">
            <a:extLst>
              <a:ext uri="{FF2B5EF4-FFF2-40B4-BE49-F238E27FC236}">
                <a16:creationId xmlns:a16="http://schemas.microsoft.com/office/drawing/2014/main" id="{8FA245EF-C231-4576-8371-024572E3BDC7}"/>
              </a:ext>
            </a:extLst>
          </p:cNvPr>
          <p:cNvSpPr>
            <a:spLocks noGrp="1"/>
          </p:cNvSpPr>
          <p:nvPr/>
        </p:nvSpPr>
        <p:spPr>
          <a:xfrm>
            <a:off x="7599126" y="616048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7" name="02_predicted_pose_4976">
            <a:extLst>
              <a:ext uri="{FF2B5EF4-FFF2-40B4-BE49-F238E27FC236}">
                <a16:creationId xmlns:a16="http://schemas.microsoft.com/office/drawing/2014/main" id="{B325EB71-E2AF-4FE8-B7E2-6FD17BBE6B76}"/>
              </a:ext>
            </a:extLst>
          </p:cNvPr>
          <p:cNvSpPr>
            <a:spLocks noGrp="1"/>
          </p:cNvSpPr>
          <p:nvPr/>
        </p:nvSpPr>
        <p:spPr>
          <a:xfrm>
            <a:off x="7613709" y="614139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8" name="02_predicted_pose_4977">
            <a:extLst>
              <a:ext uri="{FF2B5EF4-FFF2-40B4-BE49-F238E27FC236}">
                <a16:creationId xmlns:a16="http://schemas.microsoft.com/office/drawing/2014/main" id="{02ADDCED-6F8D-4D2F-B77C-A9A829C00FB0}"/>
              </a:ext>
            </a:extLst>
          </p:cNvPr>
          <p:cNvSpPr>
            <a:spLocks noGrp="1"/>
          </p:cNvSpPr>
          <p:nvPr/>
        </p:nvSpPr>
        <p:spPr>
          <a:xfrm>
            <a:off x="7628294" y="62052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79" name="02_predicted_pose_4978">
            <a:extLst>
              <a:ext uri="{FF2B5EF4-FFF2-40B4-BE49-F238E27FC236}">
                <a16:creationId xmlns:a16="http://schemas.microsoft.com/office/drawing/2014/main" id="{6C0F56E9-3329-4FA4-88A5-BE9243B798BF}"/>
              </a:ext>
            </a:extLst>
          </p:cNvPr>
          <p:cNvSpPr>
            <a:spLocks noGrp="1"/>
          </p:cNvSpPr>
          <p:nvPr/>
        </p:nvSpPr>
        <p:spPr>
          <a:xfrm>
            <a:off x="7642878" y="586397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0" name="02_predicted_pose_4979">
            <a:extLst>
              <a:ext uri="{FF2B5EF4-FFF2-40B4-BE49-F238E27FC236}">
                <a16:creationId xmlns:a16="http://schemas.microsoft.com/office/drawing/2014/main" id="{1E161661-6701-4245-8730-B7280B74232A}"/>
              </a:ext>
            </a:extLst>
          </p:cNvPr>
          <p:cNvSpPr>
            <a:spLocks noGrp="1"/>
          </p:cNvSpPr>
          <p:nvPr/>
        </p:nvSpPr>
        <p:spPr>
          <a:xfrm>
            <a:off x="7657461" y="61957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1" name="02_predicted_pose_4980">
            <a:extLst>
              <a:ext uri="{FF2B5EF4-FFF2-40B4-BE49-F238E27FC236}">
                <a16:creationId xmlns:a16="http://schemas.microsoft.com/office/drawing/2014/main" id="{3FAC37B1-46CE-4293-824C-3878A91C6416}"/>
              </a:ext>
            </a:extLst>
          </p:cNvPr>
          <p:cNvSpPr>
            <a:spLocks noGrp="1"/>
          </p:cNvSpPr>
          <p:nvPr/>
        </p:nvSpPr>
        <p:spPr>
          <a:xfrm>
            <a:off x="7474069" y="607094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2" name="02_predicted_pose_4981">
            <a:extLst>
              <a:ext uri="{FF2B5EF4-FFF2-40B4-BE49-F238E27FC236}">
                <a16:creationId xmlns:a16="http://schemas.microsoft.com/office/drawing/2014/main" id="{C9F161B9-CC89-4F74-BA78-623AC99A0FFB}"/>
              </a:ext>
            </a:extLst>
          </p:cNvPr>
          <p:cNvSpPr>
            <a:spLocks noGrp="1"/>
          </p:cNvSpPr>
          <p:nvPr/>
        </p:nvSpPr>
        <p:spPr>
          <a:xfrm>
            <a:off x="7562301" y="63381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3" name="02_predicted_pose_4982">
            <a:extLst>
              <a:ext uri="{FF2B5EF4-FFF2-40B4-BE49-F238E27FC236}">
                <a16:creationId xmlns:a16="http://schemas.microsoft.com/office/drawing/2014/main" id="{826E35C8-D644-40DC-8843-265795F6436C}"/>
              </a:ext>
            </a:extLst>
          </p:cNvPr>
          <p:cNvSpPr>
            <a:spLocks noGrp="1"/>
          </p:cNvSpPr>
          <p:nvPr/>
        </p:nvSpPr>
        <p:spPr>
          <a:xfrm>
            <a:off x="7591469" y="637921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4" name="02_predicted_pose_4983">
            <a:extLst>
              <a:ext uri="{FF2B5EF4-FFF2-40B4-BE49-F238E27FC236}">
                <a16:creationId xmlns:a16="http://schemas.microsoft.com/office/drawing/2014/main" id="{29F7644D-9F22-464B-9139-B6871FEDD5CF}"/>
              </a:ext>
            </a:extLst>
          </p:cNvPr>
          <p:cNvSpPr>
            <a:spLocks noGrp="1"/>
          </p:cNvSpPr>
          <p:nvPr/>
        </p:nvSpPr>
        <p:spPr>
          <a:xfrm>
            <a:off x="7620636" y="63637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5" name="02_predicted_pose_4984">
            <a:extLst>
              <a:ext uri="{FF2B5EF4-FFF2-40B4-BE49-F238E27FC236}">
                <a16:creationId xmlns:a16="http://schemas.microsoft.com/office/drawing/2014/main" id="{0DA37856-3C76-43F4-880E-2C7ABA9B01B9}"/>
              </a:ext>
            </a:extLst>
          </p:cNvPr>
          <p:cNvSpPr>
            <a:spLocks noGrp="1"/>
          </p:cNvSpPr>
          <p:nvPr/>
        </p:nvSpPr>
        <p:spPr>
          <a:xfrm>
            <a:off x="7649805" y="632653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6" name="02_predicted_pose_4985">
            <a:extLst>
              <a:ext uri="{FF2B5EF4-FFF2-40B4-BE49-F238E27FC236}">
                <a16:creationId xmlns:a16="http://schemas.microsoft.com/office/drawing/2014/main" id="{36C2310D-4B42-4A0D-A55A-EF319FD1E98B}"/>
              </a:ext>
            </a:extLst>
          </p:cNvPr>
          <p:cNvSpPr>
            <a:spLocks noGrp="1"/>
          </p:cNvSpPr>
          <p:nvPr/>
        </p:nvSpPr>
        <p:spPr>
          <a:xfrm>
            <a:off x="7734391" y="632586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7" name="02_predicted_pose_4986">
            <a:extLst>
              <a:ext uri="{FF2B5EF4-FFF2-40B4-BE49-F238E27FC236}">
                <a16:creationId xmlns:a16="http://schemas.microsoft.com/office/drawing/2014/main" id="{74E82B8F-2221-4668-B594-512F2327B181}"/>
              </a:ext>
            </a:extLst>
          </p:cNvPr>
          <p:cNvSpPr>
            <a:spLocks noGrp="1"/>
          </p:cNvSpPr>
          <p:nvPr/>
        </p:nvSpPr>
        <p:spPr>
          <a:xfrm>
            <a:off x="7400056" y="627226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8" name="02_predicted_pose_4987">
            <a:extLst>
              <a:ext uri="{FF2B5EF4-FFF2-40B4-BE49-F238E27FC236}">
                <a16:creationId xmlns:a16="http://schemas.microsoft.com/office/drawing/2014/main" id="{705009FA-DAEB-484F-82AD-149771827174}"/>
              </a:ext>
            </a:extLst>
          </p:cNvPr>
          <p:cNvSpPr>
            <a:spLocks noGrp="1"/>
          </p:cNvSpPr>
          <p:nvPr/>
        </p:nvSpPr>
        <p:spPr>
          <a:xfrm>
            <a:off x="7429224" y="626707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89" name="02_predicted_pose_4988">
            <a:extLst>
              <a:ext uri="{FF2B5EF4-FFF2-40B4-BE49-F238E27FC236}">
                <a16:creationId xmlns:a16="http://schemas.microsoft.com/office/drawing/2014/main" id="{698FC11A-C6F4-47C8-9546-9FC7D4A39398}"/>
              </a:ext>
            </a:extLst>
          </p:cNvPr>
          <p:cNvSpPr>
            <a:spLocks noGrp="1"/>
          </p:cNvSpPr>
          <p:nvPr/>
        </p:nvSpPr>
        <p:spPr>
          <a:xfrm>
            <a:off x="7458391" y="62974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0" name="02_predicted_pose_4989">
            <a:extLst>
              <a:ext uri="{FF2B5EF4-FFF2-40B4-BE49-F238E27FC236}">
                <a16:creationId xmlns:a16="http://schemas.microsoft.com/office/drawing/2014/main" id="{6E157202-0C21-4174-8CFF-5F77D9567673}"/>
              </a:ext>
            </a:extLst>
          </p:cNvPr>
          <p:cNvSpPr>
            <a:spLocks noGrp="1"/>
          </p:cNvSpPr>
          <p:nvPr/>
        </p:nvSpPr>
        <p:spPr>
          <a:xfrm>
            <a:off x="7487560" y="629661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1" name="02_predicted_pose_4990">
            <a:extLst>
              <a:ext uri="{FF2B5EF4-FFF2-40B4-BE49-F238E27FC236}">
                <a16:creationId xmlns:a16="http://schemas.microsoft.com/office/drawing/2014/main" id="{84729588-D993-41A8-8A25-ECEDD613F57C}"/>
              </a:ext>
            </a:extLst>
          </p:cNvPr>
          <p:cNvSpPr>
            <a:spLocks noGrp="1"/>
          </p:cNvSpPr>
          <p:nvPr/>
        </p:nvSpPr>
        <p:spPr>
          <a:xfrm>
            <a:off x="7385107" y="628337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2" name="02_predicted_pose_4991">
            <a:extLst>
              <a:ext uri="{FF2B5EF4-FFF2-40B4-BE49-F238E27FC236}">
                <a16:creationId xmlns:a16="http://schemas.microsoft.com/office/drawing/2014/main" id="{A4567A17-FDFA-4997-B5D8-563CD087EFB7}"/>
              </a:ext>
            </a:extLst>
          </p:cNvPr>
          <p:cNvSpPr>
            <a:spLocks noGrp="1"/>
          </p:cNvSpPr>
          <p:nvPr/>
        </p:nvSpPr>
        <p:spPr>
          <a:xfrm>
            <a:off x="7437610" y="607136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3" name="02_predicted_pose_4992">
            <a:extLst>
              <a:ext uri="{FF2B5EF4-FFF2-40B4-BE49-F238E27FC236}">
                <a16:creationId xmlns:a16="http://schemas.microsoft.com/office/drawing/2014/main" id="{A1C3703A-EE75-4FCA-B9BC-6EBA72968328}"/>
              </a:ext>
            </a:extLst>
          </p:cNvPr>
          <p:cNvSpPr>
            <a:spLocks noGrp="1"/>
          </p:cNvSpPr>
          <p:nvPr/>
        </p:nvSpPr>
        <p:spPr>
          <a:xfrm>
            <a:off x="7587824" y="651594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4" name="02_predicted_pose_4993">
            <a:extLst>
              <a:ext uri="{FF2B5EF4-FFF2-40B4-BE49-F238E27FC236}">
                <a16:creationId xmlns:a16="http://schemas.microsoft.com/office/drawing/2014/main" id="{CDFCB96C-0F31-4267-8DD3-7CE6261F4CE0}"/>
              </a:ext>
            </a:extLst>
          </p:cNvPr>
          <p:cNvSpPr>
            <a:spLocks noGrp="1"/>
          </p:cNvSpPr>
          <p:nvPr/>
        </p:nvSpPr>
        <p:spPr>
          <a:xfrm>
            <a:off x="7616991" y="646305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5" name="02_predicted_pose_4994">
            <a:extLst>
              <a:ext uri="{FF2B5EF4-FFF2-40B4-BE49-F238E27FC236}">
                <a16:creationId xmlns:a16="http://schemas.microsoft.com/office/drawing/2014/main" id="{B609566E-6B9D-400E-9307-E09FE763ECF8}"/>
              </a:ext>
            </a:extLst>
          </p:cNvPr>
          <p:cNvSpPr>
            <a:spLocks noGrp="1"/>
          </p:cNvSpPr>
          <p:nvPr/>
        </p:nvSpPr>
        <p:spPr>
          <a:xfrm>
            <a:off x="7660743" y="64201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6" name="02_predicted_pose_4995">
            <a:extLst>
              <a:ext uri="{FF2B5EF4-FFF2-40B4-BE49-F238E27FC236}">
                <a16:creationId xmlns:a16="http://schemas.microsoft.com/office/drawing/2014/main" id="{9601BA8C-7C7A-4F3D-A6D5-6E24B37B102C}"/>
              </a:ext>
            </a:extLst>
          </p:cNvPr>
          <p:cNvSpPr>
            <a:spLocks noGrp="1"/>
          </p:cNvSpPr>
          <p:nvPr/>
        </p:nvSpPr>
        <p:spPr>
          <a:xfrm>
            <a:off x="7689910" y="650989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7" name="02_predicted_pose_4996">
            <a:extLst>
              <a:ext uri="{FF2B5EF4-FFF2-40B4-BE49-F238E27FC236}">
                <a16:creationId xmlns:a16="http://schemas.microsoft.com/office/drawing/2014/main" id="{9A421D4D-4F50-404F-95DB-D8010388A583}"/>
              </a:ext>
            </a:extLst>
          </p:cNvPr>
          <p:cNvSpPr>
            <a:spLocks noGrp="1"/>
          </p:cNvSpPr>
          <p:nvPr/>
        </p:nvSpPr>
        <p:spPr>
          <a:xfrm>
            <a:off x="7719078" y="64391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8" name="02_predicted_pose_4997">
            <a:extLst>
              <a:ext uri="{FF2B5EF4-FFF2-40B4-BE49-F238E27FC236}">
                <a16:creationId xmlns:a16="http://schemas.microsoft.com/office/drawing/2014/main" id="{C2C263C0-EA66-42A1-9447-10C7D955B4FD}"/>
              </a:ext>
            </a:extLst>
          </p:cNvPr>
          <p:cNvSpPr>
            <a:spLocks noGrp="1"/>
          </p:cNvSpPr>
          <p:nvPr/>
        </p:nvSpPr>
        <p:spPr>
          <a:xfrm>
            <a:off x="7700484" y="640653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699" name="02_predicted_pose_4998">
            <a:extLst>
              <a:ext uri="{FF2B5EF4-FFF2-40B4-BE49-F238E27FC236}">
                <a16:creationId xmlns:a16="http://schemas.microsoft.com/office/drawing/2014/main" id="{BB0BC8A4-9FC2-447E-A987-B7ECAEF2FD6A}"/>
              </a:ext>
            </a:extLst>
          </p:cNvPr>
          <p:cNvSpPr>
            <a:spLocks noGrp="1"/>
          </p:cNvSpPr>
          <p:nvPr/>
        </p:nvSpPr>
        <p:spPr>
          <a:xfrm>
            <a:off x="7435422" y="640441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0" name="02_predicted_pose_4999">
            <a:extLst>
              <a:ext uri="{FF2B5EF4-FFF2-40B4-BE49-F238E27FC236}">
                <a16:creationId xmlns:a16="http://schemas.microsoft.com/office/drawing/2014/main" id="{3C4E1375-822F-416E-BD51-46D82D62558A}"/>
              </a:ext>
            </a:extLst>
          </p:cNvPr>
          <p:cNvSpPr>
            <a:spLocks noGrp="1"/>
          </p:cNvSpPr>
          <p:nvPr/>
        </p:nvSpPr>
        <p:spPr>
          <a:xfrm>
            <a:off x="7730745" y="644365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1" name="02_predicted_pose_5000">
            <a:extLst>
              <a:ext uri="{FF2B5EF4-FFF2-40B4-BE49-F238E27FC236}">
                <a16:creationId xmlns:a16="http://schemas.microsoft.com/office/drawing/2014/main" id="{04661BF1-C237-48A8-AE3F-BCEC076EA4F9}"/>
              </a:ext>
            </a:extLst>
          </p:cNvPr>
          <p:cNvSpPr>
            <a:spLocks noGrp="1"/>
          </p:cNvSpPr>
          <p:nvPr/>
        </p:nvSpPr>
        <p:spPr>
          <a:xfrm>
            <a:off x="7564124" y="644106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2" name="02_predicted_pose_5001">
            <a:extLst>
              <a:ext uri="{FF2B5EF4-FFF2-40B4-BE49-F238E27FC236}">
                <a16:creationId xmlns:a16="http://schemas.microsoft.com/office/drawing/2014/main" id="{096B63AA-BDDF-43DA-A743-78FBA0749429}"/>
              </a:ext>
            </a:extLst>
          </p:cNvPr>
          <p:cNvSpPr>
            <a:spLocks noGrp="1"/>
          </p:cNvSpPr>
          <p:nvPr/>
        </p:nvSpPr>
        <p:spPr>
          <a:xfrm>
            <a:off x="7662565" y="650946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3" name="02_predicted_pose_5002">
            <a:extLst>
              <a:ext uri="{FF2B5EF4-FFF2-40B4-BE49-F238E27FC236}">
                <a16:creationId xmlns:a16="http://schemas.microsoft.com/office/drawing/2014/main" id="{7D03DFAF-7B44-4E69-8E70-F03830A9B750}"/>
              </a:ext>
            </a:extLst>
          </p:cNvPr>
          <p:cNvSpPr>
            <a:spLocks noGrp="1"/>
          </p:cNvSpPr>
          <p:nvPr/>
        </p:nvSpPr>
        <p:spPr>
          <a:xfrm>
            <a:off x="7392765" y="623053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4" name="02_predicted_pose_5003">
            <a:extLst>
              <a:ext uri="{FF2B5EF4-FFF2-40B4-BE49-F238E27FC236}">
                <a16:creationId xmlns:a16="http://schemas.microsoft.com/office/drawing/2014/main" id="{6B0A129C-65FE-44C2-97E4-D2FA3079CF4E}"/>
              </a:ext>
            </a:extLst>
          </p:cNvPr>
          <p:cNvSpPr>
            <a:spLocks noGrp="1"/>
          </p:cNvSpPr>
          <p:nvPr/>
        </p:nvSpPr>
        <p:spPr>
          <a:xfrm>
            <a:off x="7407348" y="62379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5" name="02_predicted_pose_5004">
            <a:extLst>
              <a:ext uri="{FF2B5EF4-FFF2-40B4-BE49-F238E27FC236}">
                <a16:creationId xmlns:a16="http://schemas.microsoft.com/office/drawing/2014/main" id="{FD84FC54-DD89-420F-9670-C145736B9D56}"/>
              </a:ext>
            </a:extLst>
          </p:cNvPr>
          <p:cNvSpPr>
            <a:spLocks noGrp="1"/>
          </p:cNvSpPr>
          <p:nvPr/>
        </p:nvSpPr>
        <p:spPr>
          <a:xfrm>
            <a:off x="7421932" y="613542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6" name="02_predicted_pose_5005">
            <a:extLst>
              <a:ext uri="{FF2B5EF4-FFF2-40B4-BE49-F238E27FC236}">
                <a16:creationId xmlns:a16="http://schemas.microsoft.com/office/drawing/2014/main" id="{39EB8558-1ED1-4F49-BECB-FC320FDFB078}"/>
              </a:ext>
            </a:extLst>
          </p:cNvPr>
          <p:cNvSpPr>
            <a:spLocks noGrp="1"/>
          </p:cNvSpPr>
          <p:nvPr/>
        </p:nvSpPr>
        <p:spPr>
          <a:xfrm>
            <a:off x="7436515" y="611829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7" name="02_predicted_pose_5006">
            <a:extLst>
              <a:ext uri="{FF2B5EF4-FFF2-40B4-BE49-F238E27FC236}">
                <a16:creationId xmlns:a16="http://schemas.microsoft.com/office/drawing/2014/main" id="{566FBDD7-6CA8-43C7-9BFF-F22A27299D20}"/>
              </a:ext>
            </a:extLst>
          </p:cNvPr>
          <p:cNvSpPr>
            <a:spLocks noGrp="1"/>
          </p:cNvSpPr>
          <p:nvPr/>
        </p:nvSpPr>
        <p:spPr>
          <a:xfrm>
            <a:off x="7389483" y="624362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8" name="02_predicted_pose_5007">
            <a:extLst>
              <a:ext uri="{FF2B5EF4-FFF2-40B4-BE49-F238E27FC236}">
                <a16:creationId xmlns:a16="http://schemas.microsoft.com/office/drawing/2014/main" id="{57769E8A-8643-48E6-AD6B-AF854681BC04}"/>
              </a:ext>
            </a:extLst>
          </p:cNvPr>
          <p:cNvSpPr>
            <a:spLocks noGrp="1"/>
          </p:cNvSpPr>
          <p:nvPr/>
        </p:nvSpPr>
        <p:spPr>
          <a:xfrm>
            <a:off x="7418650" y="600188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09" name="02_predicted_pose_5008">
            <a:extLst>
              <a:ext uri="{FF2B5EF4-FFF2-40B4-BE49-F238E27FC236}">
                <a16:creationId xmlns:a16="http://schemas.microsoft.com/office/drawing/2014/main" id="{3EE99710-56A5-40A8-B17E-228C4604C06A}"/>
              </a:ext>
            </a:extLst>
          </p:cNvPr>
          <p:cNvSpPr>
            <a:spLocks noGrp="1"/>
          </p:cNvSpPr>
          <p:nvPr/>
        </p:nvSpPr>
        <p:spPr>
          <a:xfrm>
            <a:off x="7507976" y="633093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0" name="02_predicted_pose_5009">
            <a:extLst>
              <a:ext uri="{FF2B5EF4-FFF2-40B4-BE49-F238E27FC236}">
                <a16:creationId xmlns:a16="http://schemas.microsoft.com/office/drawing/2014/main" id="{878DA161-86B0-412B-933B-0B7D36055332}"/>
              </a:ext>
            </a:extLst>
          </p:cNvPr>
          <p:cNvSpPr>
            <a:spLocks noGrp="1"/>
          </p:cNvSpPr>
          <p:nvPr/>
        </p:nvSpPr>
        <p:spPr>
          <a:xfrm>
            <a:off x="7452922" y="61717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1" name="02_predicted_pose_5010">
            <a:extLst>
              <a:ext uri="{FF2B5EF4-FFF2-40B4-BE49-F238E27FC236}">
                <a16:creationId xmlns:a16="http://schemas.microsoft.com/office/drawing/2014/main" id="{5FEFE0A8-E1C2-436A-AE36-204510D505C9}"/>
              </a:ext>
            </a:extLst>
          </p:cNvPr>
          <p:cNvSpPr>
            <a:spLocks noGrp="1"/>
          </p:cNvSpPr>
          <p:nvPr/>
        </p:nvSpPr>
        <p:spPr>
          <a:xfrm>
            <a:off x="7467506" y="641096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2" name="02_predicted_pose_5011">
            <a:extLst>
              <a:ext uri="{FF2B5EF4-FFF2-40B4-BE49-F238E27FC236}">
                <a16:creationId xmlns:a16="http://schemas.microsoft.com/office/drawing/2014/main" id="{CB847FC6-8ED8-4946-BCCC-57C00B23B715}"/>
              </a:ext>
            </a:extLst>
          </p:cNvPr>
          <p:cNvSpPr>
            <a:spLocks noGrp="1"/>
          </p:cNvSpPr>
          <p:nvPr/>
        </p:nvSpPr>
        <p:spPr>
          <a:xfrm>
            <a:off x="7482091" y="616068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3" name="02_predicted_pose_5012">
            <a:extLst>
              <a:ext uri="{FF2B5EF4-FFF2-40B4-BE49-F238E27FC236}">
                <a16:creationId xmlns:a16="http://schemas.microsoft.com/office/drawing/2014/main" id="{7E4371BF-1DC1-45F0-893B-F726A7F53F54}"/>
              </a:ext>
            </a:extLst>
          </p:cNvPr>
          <p:cNvSpPr>
            <a:spLocks noGrp="1"/>
          </p:cNvSpPr>
          <p:nvPr/>
        </p:nvSpPr>
        <p:spPr>
          <a:xfrm>
            <a:off x="7430682" y="592603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4" name="02_predicted_pose_5013">
            <a:extLst>
              <a:ext uri="{FF2B5EF4-FFF2-40B4-BE49-F238E27FC236}">
                <a16:creationId xmlns:a16="http://schemas.microsoft.com/office/drawing/2014/main" id="{B535E60D-09AD-4B99-AA65-1150100EF9F9}"/>
              </a:ext>
            </a:extLst>
          </p:cNvPr>
          <p:cNvSpPr>
            <a:spLocks noGrp="1"/>
          </p:cNvSpPr>
          <p:nvPr/>
        </p:nvSpPr>
        <p:spPr>
          <a:xfrm>
            <a:off x="7445266" y="601946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5" name="02_predicted_pose_5014">
            <a:extLst>
              <a:ext uri="{FF2B5EF4-FFF2-40B4-BE49-F238E27FC236}">
                <a16:creationId xmlns:a16="http://schemas.microsoft.com/office/drawing/2014/main" id="{098F857D-F9EE-4DCE-8A7C-D9D05E13DCFB}"/>
              </a:ext>
            </a:extLst>
          </p:cNvPr>
          <p:cNvSpPr>
            <a:spLocks noGrp="1"/>
          </p:cNvSpPr>
          <p:nvPr/>
        </p:nvSpPr>
        <p:spPr>
          <a:xfrm>
            <a:off x="7459850" y="589127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6" name="02_predicted_pose_5015">
            <a:extLst>
              <a:ext uri="{FF2B5EF4-FFF2-40B4-BE49-F238E27FC236}">
                <a16:creationId xmlns:a16="http://schemas.microsoft.com/office/drawing/2014/main" id="{D6334936-3057-4B7D-A632-0A9A5423A484}"/>
              </a:ext>
            </a:extLst>
          </p:cNvPr>
          <p:cNvSpPr>
            <a:spLocks noGrp="1"/>
          </p:cNvSpPr>
          <p:nvPr/>
        </p:nvSpPr>
        <p:spPr>
          <a:xfrm>
            <a:off x="7480267" y="565026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7" name="02_predicted_pose_5016">
            <a:extLst>
              <a:ext uri="{FF2B5EF4-FFF2-40B4-BE49-F238E27FC236}">
                <a16:creationId xmlns:a16="http://schemas.microsoft.com/office/drawing/2014/main" id="{78B31EFA-4B1B-4EB7-B31A-F20FBE746118}"/>
              </a:ext>
            </a:extLst>
          </p:cNvPr>
          <p:cNvSpPr>
            <a:spLocks noGrp="1"/>
          </p:cNvSpPr>
          <p:nvPr/>
        </p:nvSpPr>
        <p:spPr>
          <a:xfrm>
            <a:off x="7524019" y="571423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8" name="02_predicted_pose_5017">
            <a:extLst>
              <a:ext uri="{FF2B5EF4-FFF2-40B4-BE49-F238E27FC236}">
                <a16:creationId xmlns:a16="http://schemas.microsoft.com/office/drawing/2014/main" id="{E01473D9-A70F-44D9-A795-DC7C9764D5AB}"/>
              </a:ext>
            </a:extLst>
          </p:cNvPr>
          <p:cNvSpPr>
            <a:spLocks noGrp="1"/>
          </p:cNvSpPr>
          <p:nvPr/>
        </p:nvSpPr>
        <p:spPr>
          <a:xfrm>
            <a:off x="7592928" y="564885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19" name="02_predicted_pose_5018">
            <a:extLst>
              <a:ext uri="{FF2B5EF4-FFF2-40B4-BE49-F238E27FC236}">
                <a16:creationId xmlns:a16="http://schemas.microsoft.com/office/drawing/2014/main" id="{CCD62D76-8A5D-4D13-B463-0D3318D45483}"/>
              </a:ext>
            </a:extLst>
          </p:cNvPr>
          <p:cNvSpPr>
            <a:spLocks noGrp="1"/>
          </p:cNvSpPr>
          <p:nvPr/>
        </p:nvSpPr>
        <p:spPr>
          <a:xfrm>
            <a:off x="7721630" y="58199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0" name="02_predicted_pose_5019">
            <a:extLst>
              <a:ext uri="{FF2B5EF4-FFF2-40B4-BE49-F238E27FC236}">
                <a16:creationId xmlns:a16="http://schemas.microsoft.com/office/drawing/2014/main" id="{3799D4E6-AEE2-4FCA-A862-2C7A30A9CAB1}"/>
              </a:ext>
            </a:extLst>
          </p:cNvPr>
          <p:cNvSpPr>
            <a:spLocks noGrp="1"/>
          </p:cNvSpPr>
          <p:nvPr/>
        </p:nvSpPr>
        <p:spPr>
          <a:xfrm>
            <a:off x="7456569" y="567744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1" name="02_predicted_pose_5020">
            <a:extLst>
              <a:ext uri="{FF2B5EF4-FFF2-40B4-BE49-F238E27FC236}">
                <a16:creationId xmlns:a16="http://schemas.microsoft.com/office/drawing/2014/main" id="{B1CE5383-F24A-4665-A087-D8D4E4632D6C}"/>
              </a:ext>
            </a:extLst>
          </p:cNvPr>
          <p:cNvSpPr>
            <a:spLocks noGrp="1"/>
          </p:cNvSpPr>
          <p:nvPr/>
        </p:nvSpPr>
        <p:spPr>
          <a:xfrm>
            <a:off x="7612251" y="60936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2" name="02_predicted_pose_5021">
            <a:extLst>
              <a:ext uri="{FF2B5EF4-FFF2-40B4-BE49-F238E27FC236}">
                <a16:creationId xmlns:a16="http://schemas.microsoft.com/office/drawing/2014/main" id="{25612B75-2ADA-41E5-9D0B-618DBA064D1B}"/>
              </a:ext>
            </a:extLst>
          </p:cNvPr>
          <p:cNvSpPr>
            <a:spLocks noGrp="1"/>
          </p:cNvSpPr>
          <p:nvPr/>
        </p:nvSpPr>
        <p:spPr>
          <a:xfrm>
            <a:off x="7626835" y="641050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3" name="02_predicted_pose_5022">
            <a:extLst>
              <a:ext uri="{FF2B5EF4-FFF2-40B4-BE49-F238E27FC236}">
                <a16:creationId xmlns:a16="http://schemas.microsoft.com/office/drawing/2014/main" id="{7F79F441-9BD7-4669-9B57-A989FAACFB19}"/>
              </a:ext>
            </a:extLst>
          </p:cNvPr>
          <p:cNvSpPr>
            <a:spLocks noGrp="1"/>
          </p:cNvSpPr>
          <p:nvPr/>
        </p:nvSpPr>
        <p:spPr>
          <a:xfrm>
            <a:off x="7584906" y="622991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4" name="02_predicted_pose_5023">
            <a:extLst>
              <a:ext uri="{FF2B5EF4-FFF2-40B4-BE49-F238E27FC236}">
                <a16:creationId xmlns:a16="http://schemas.microsoft.com/office/drawing/2014/main" id="{21948758-B4EB-45C9-9B62-7C5C4D0DD8F3}"/>
              </a:ext>
            </a:extLst>
          </p:cNvPr>
          <p:cNvSpPr>
            <a:spLocks noGrp="1"/>
          </p:cNvSpPr>
          <p:nvPr/>
        </p:nvSpPr>
        <p:spPr>
          <a:xfrm>
            <a:off x="7599491" y="6196579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5" name="02_predicted_pose_5024">
            <a:extLst>
              <a:ext uri="{FF2B5EF4-FFF2-40B4-BE49-F238E27FC236}">
                <a16:creationId xmlns:a16="http://schemas.microsoft.com/office/drawing/2014/main" id="{B8939042-30DF-4290-8667-36E60A4546FB}"/>
              </a:ext>
            </a:extLst>
          </p:cNvPr>
          <p:cNvSpPr>
            <a:spLocks noGrp="1"/>
          </p:cNvSpPr>
          <p:nvPr/>
        </p:nvSpPr>
        <p:spPr>
          <a:xfrm>
            <a:off x="7614074" y="61670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6" name="02_predicted_pose_5025">
            <a:extLst>
              <a:ext uri="{FF2B5EF4-FFF2-40B4-BE49-F238E27FC236}">
                <a16:creationId xmlns:a16="http://schemas.microsoft.com/office/drawing/2014/main" id="{F81C6291-5851-46DC-A1F9-F0D6BDCB7857}"/>
              </a:ext>
            </a:extLst>
          </p:cNvPr>
          <p:cNvSpPr>
            <a:spLocks noGrp="1"/>
          </p:cNvSpPr>
          <p:nvPr/>
        </p:nvSpPr>
        <p:spPr>
          <a:xfrm>
            <a:off x="7643242" y="621037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7" name="02_predicted_pose_5026">
            <a:extLst>
              <a:ext uri="{FF2B5EF4-FFF2-40B4-BE49-F238E27FC236}">
                <a16:creationId xmlns:a16="http://schemas.microsoft.com/office/drawing/2014/main" id="{FEA9140C-58CD-4F6E-8D28-015CF1E75BB9}"/>
              </a:ext>
            </a:extLst>
          </p:cNvPr>
          <p:cNvSpPr>
            <a:spLocks noGrp="1"/>
          </p:cNvSpPr>
          <p:nvPr/>
        </p:nvSpPr>
        <p:spPr>
          <a:xfrm>
            <a:off x="7657826" y="604052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8" name="02_predicted_pose_5027">
            <a:extLst>
              <a:ext uri="{FF2B5EF4-FFF2-40B4-BE49-F238E27FC236}">
                <a16:creationId xmlns:a16="http://schemas.microsoft.com/office/drawing/2014/main" id="{2F82DDAD-02B8-4E56-8347-7D35ADB16172}"/>
              </a:ext>
            </a:extLst>
          </p:cNvPr>
          <p:cNvSpPr>
            <a:spLocks noGrp="1"/>
          </p:cNvSpPr>
          <p:nvPr/>
        </p:nvSpPr>
        <p:spPr>
          <a:xfrm>
            <a:off x="7460579" y="63589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29" name="02_predicted_pose_5028">
            <a:extLst>
              <a:ext uri="{FF2B5EF4-FFF2-40B4-BE49-F238E27FC236}">
                <a16:creationId xmlns:a16="http://schemas.microsoft.com/office/drawing/2014/main" id="{401CC644-C7A7-4E67-8D22-2380F0EE2462}"/>
              </a:ext>
            </a:extLst>
          </p:cNvPr>
          <p:cNvSpPr>
            <a:spLocks noGrp="1"/>
          </p:cNvSpPr>
          <p:nvPr/>
        </p:nvSpPr>
        <p:spPr>
          <a:xfrm>
            <a:off x="7569229" y="609781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0" name="02_predicted_pose_5029">
            <a:extLst>
              <a:ext uri="{FF2B5EF4-FFF2-40B4-BE49-F238E27FC236}">
                <a16:creationId xmlns:a16="http://schemas.microsoft.com/office/drawing/2014/main" id="{A14FE241-B4B4-4F10-B435-B7E6ACCE9F03}"/>
              </a:ext>
            </a:extLst>
          </p:cNvPr>
          <p:cNvSpPr>
            <a:spLocks noGrp="1"/>
          </p:cNvSpPr>
          <p:nvPr/>
        </p:nvSpPr>
        <p:spPr>
          <a:xfrm>
            <a:off x="7612980" y="605214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1" name="02_predicted_pose_5030">
            <a:extLst>
              <a:ext uri="{FF2B5EF4-FFF2-40B4-BE49-F238E27FC236}">
                <a16:creationId xmlns:a16="http://schemas.microsoft.com/office/drawing/2014/main" id="{A19F068F-8252-4167-9E7C-2E7BCE907847}"/>
              </a:ext>
            </a:extLst>
          </p:cNvPr>
          <p:cNvSpPr>
            <a:spLocks noGrp="1"/>
          </p:cNvSpPr>
          <p:nvPr/>
        </p:nvSpPr>
        <p:spPr>
          <a:xfrm>
            <a:off x="7627564" y="6094733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2" name="02_predicted_pose_5031">
            <a:extLst>
              <a:ext uri="{FF2B5EF4-FFF2-40B4-BE49-F238E27FC236}">
                <a16:creationId xmlns:a16="http://schemas.microsoft.com/office/drawing/2014/main" id="{B0E4FA77-1628-4580-8D78-902751AC0DDE}"/>
              </a:ext>
            </a:extLst>
          </p:cNvPr>
          <p:cNvSpPr>
            <a:spLocks noGrp="1"/>
          </p:cNvSpPr>
          <p:nvPr/>
        </p:nvSpPr>
        <p:spPr>
          <a:xfrm>
            <a:off x="7656732" y="606869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3" name="02_predicted_pose_5032">
            <a:extLst>
              <a:ext uri="{FF2B5EF4-FFF2-40B4-BE49-F238E27FC236}">
                <a16:creationId xmlns:a16="http://schemas.microsoft.com/office/drawing/2014/main" id="{380D76E6-62CD-4794-A317-914CEB694B87}"/>
              </a:ext>
            </a:extLst>
          </p:cNvPr>
          <p:cNvSpPr>
            <a:spLocks noGrp="1"/>
          </p:cNvSpPr>
          <p:nvPr/>
        </p:nvSpPr>
        <p:spPr>
          <a:xfrm>
            <a:off x="7541155" y="63115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4" name="02_predicted_pose_5033">
            <a:extLst>
              <a:ext uri="{FF2B5EF4-FFF2-40B4-BE49-F238E27FC236}">
                <a16:creationId xmlns:a16="http://schemas.microsoft.com/office/drawing/2014/main" id="{EC0422AB-BA48-4E94-92D5-5EA23F18654B}"/>
              </a:ext>
            </a:extLst>
          </p:cNvPr>
          <p:cNvSpPr>
            <a:spLocks noGrp="1"/>
          </p:cNvSpPr>
          <p:nvPr/>
        </p:nvSpPr>
        <p:spPr>
          <a:xfrm>
            <a:off x="7570322" y="6382206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5" name="02_predicted_pose_5034">
            <a:extLst>
              <a:ext uri="{FF2B5EF4-FFF2-40B4-BE49-F238E27FC236}">
                <a16:creationId xmlns:a16="http://schemas.microsoft.com/office/drawing/2014/main" id="{0FF6B4AF-852C-484C-9EE1-6536E1B9C35A}"/>
              </a:ext>
            </a:extLst>
          </p:cNvPr>
          <p:cNvSpPr>
            <a:spLocks noGrp="1"/>
          </p:cNvSpPr>
          <p:nvPr/>
        </p:nvSpPr>
        <p:spPr>
          <a:xfrm>
            <a:off x="7599491" y="624077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6" name="02_predicted_pose_5035">
            <a:extLst>
              <a:ext uri="{FF2B5EF4-FFF2-40B4-BE49-F238E27FC236}">
                <a16:creationId xmlns:a16="http://schemas.microsoft.com/office/drawing/2014/main" id="{71D031DA-1A01-4549-A2B1-050ADBDA1626}"/>
              </a:ext>
            </a:extLst>
          </p:cNvPr>
          <p:cNvSpPr>
            <a:spLocks noGrp="1"/>
          </p:cNvSpPr>
          <p:nvPr/>
        </p:nvSpPr>
        <p:spPr>
          <a:xfrm>
            <a:off x="7628658" y="627219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7" name="02_predicted_pose_5036">
            <a:extLst>
              <a:ext uri="{FF2B5EF4-FFF2-40B4-BE49-F238E27FC236}">
                <a16:creationId xmlns:a16="http://schemas.microsoft.com/office/drawing/2014/main" id="{CBD1C45D-436B-4BA5-9296-CBD2D78E9F73}"/>
              </a:ext>
            </a:extLst>
          </p:cNvPr>
          <p:cNvSpPr>
            <a:spLocks noGrp="1"/>
          </p:cNvSpPr>
          <p:nvPr/>
        </p:nvSpPr>
        <p:spPr>
          <a:xfrm>
            <a:off x="7657826" y="641167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8" name="02_predicted_pose_5037">
            <a:extLst>
              <a:ext uri="{FF2B5EF4-FFF2-40B4-BE49-F238E27FC236}">
                <a16:creationId xmlns:a16="http://schemas.microsoft.com/office/drawing/2014/main" id="{1EF8FE67-61FD-40A8-963A-9CC65FC9628E}"/>
              </a:ext>
            </a:extLst>
          </p:cNvPr>
          <p:cNvSpPr>
            <a:spLocks noGrp="1"/>
          </p:cNvSpPr>
          <p:nvPr/>
        </p:nvSpPr>
        <p:spPr>
          <a:xfrm>
            <a:off x="7555374" y="628940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39" name="02_predicted_pose_5038">
            <a:extLst>
              <a:ext uri="{FF2B5EF4-FFF2-40B4-BE49-F238E27FC236}">
                <a16:creationId xmlns:a16="http://schemas.microsoft.com/office/drawing/2014/main" id="{E01C0B5B-5A0E-4C25-8405-35B85219BBF1}"/>
              </a:ext>
            </a:extLst>
          </p:cNvPr>
          <p:cNvSpPr>
            <a:spLocks noGrp="1"/>
          </p:cNvSpPr>
          <p:nvPr/>
        </p:nvSpPr>
        <p:spPr>
          <a:xfrm>
            <a:off x="7679337" y="597353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0" name="02_predicted_pose_5039">
            <a:extLst>
              <a:ext uri="{FF2B5EF4-FFF2-40B4-BE49-F238E27FC236}">
                <a16:creationId xmlns:a16="http://schemas.microsoft.com/office/drawing/2014/main" id="{5558C6FF-D6B4-4E49-A7CD-8A4EB8E5D8C5}"/>
              </a:ext>
            </a:extLst>
          </p:cNvPr>
          <p:cNvSpPr>
            <a:spLocks noGrp="1"/>
          </p:cNvSpPr>
          <p:nvPr/>
        </p:nvSpPr>
        <p:spPr>
          <a:xfrm>
            <a:off x="7693921" y="605695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1" name="02_predicted_pose_5040">
            <a:extLst>
              <a:ext uri="{FF2B5EF4-FFF2-40B4-BE49-F238E27FC236}">
                <a16:creationId xmlns:a16="http://schemas.microsoft.com/office/drawing/2014/main" id="{DD3808B7-5DA9-40EB-92A6-4D8AB04FCE46}"/>
              </a:ext>
            </a:extLst>
          </p:cNvPr>
          <p:cNvSpPr>
            <a:spLocks noGrp="1"/>
          </p:cNvSpPr>
          <p:nvPr/>
        </p:nvSpPr>
        <p:spPr>
          <a:xfrm>
            <a:off x="7464225" y="582768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2" name="02_predicted_pose_5041">
            <a:extLst>
              <a:ext uri="{FF2B5EF4-FFF2-40B4-BE49-F238E27FC236}">
                <a16:creationId xmlns:a16="http://schemas.microsoft.com/office/drawing/2014/main" id="{E7F1E8F4-106F-4836-A93A-48208BE31258}"/>
              </a:ext>
            </a:extLst>
          </p:cNvPr>
          <p:cNvSpPr>
            <a:spLocks noGrp="1"/>
          </p:cNvSpPr>
          <p:nvPr/>
        </p:nvSpPr>
        <p:spPr>
          <a:xfrm>
            <a:off x="7477351" y="646372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3" name="02_predicted_pose_5042">
            <a:extLst>
              <a:ext uri="{FF2B5EF4-FFF2-40B4-BE49-F238E27FC236}">
                <a16:creationId xmlns:a16="http://schemas.microsoft.com/office/drawing/2014/main" id="{6528FE48-FF74-4694-AA4A-37F9BEFFD7C5}"/>
              </a:ext>
            </a:extLst>
          </p:cNvPr>
          <p:cNvSpPr>
            <a:spLocks noGrp="1"/>
          </p:cNvSpPr>
          <p:nvPr/>
        </p:nvSpPr>
        <p:spPr>
          <a:xfrm>
            <a:off x="7521467" y="635971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4" name="02_predicted_pose_5043">
            <a:extLst>
              <a:ext uri="{FF2B5EF4-FFF2-40B4-BE49-F238E27FC236}">
                <a16:creationId xmlns:a16="http://schemas.microsoft.com/office/drawing/2014/main" id="{1CF7FEF0-07A9-4471-9113-0B0A7E06B8AF}"/>
              </a:ext>
            </a:extLst>
          </p:cNvPr>
          <p:cNvSpPr>
            <a:spLocks noGrp="1"/>
          </p:cNvSpPr>
          <p:nvPr/>
        </p:nvSpPr>
        <p:spPr>
          <a:xfrm>
            <a:off x="7482820" y="6322504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5" name="02_predicted_pose_5044">
            <a:extLst>
              <a:ext uri="{FF2B5EF4-FFF2-40B4-BE49-F238E27FC236}">
                <a16:creationId xmlns:a16="http://schemas.microsoft.com/office/drawing/2014/main" id="{D065FD32-E3FD-4E82-9C9E-00AFCF3A473A}"/>
              </a:ext>
            </a:extLst>
          </p:cNvPr>
          <p:cNvSpPr>
            <a:spLocks noGrp="1"/>
          </p:cNvSpPr>
          <p:nvPr/>
        </p:nvSpPr>
        <p:spPr>
          <a:xfrm>
            <a:off x="7427766" y="6389742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6" name="02_predicted_pose_5045">
            <a:extLst>
              <a:ext uri="{FF2B5EF4-FFF2-40B4-BE49-F238E27FC236}">
                <a16:creationId xmlns:a16="http://schemas.microsoft.com/office/drawing/2014/main" id="{E1F1C0EC-132C-4DD5-8BB6-68957942799D}"/>
              </a:ext>
            </a:extLst>
          </p:cNvPr>
          <p:cNvSpPr>
            <a:spLocks noGrp="1"/>
          </p:cNvSpPr>
          <p:nvPr/>
        </p:nvSpPr>
        <p:spPr>
          <a:xfrm>
            <a:off x="7567770" y="640118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7" name="02_predicted_pose_5046">
            <a:extLst>
              <a:ext uri="{FF2B5EF4-FFF2-40B4-BE49-F238E27FC236}">
                <a16:creationId xmlns:a16="http://schemas.microsoft.com/office/drawing/2014/main" id="{A43A0866-98BF-4FA3-B6ED-E7976CFF397C}"/>
              </a:ext>
            </a:extLst>
          </p:cNvPr>
          <p:cNvSpPr>
            <a:spLocks noGrp="1"/>
          </p:cNvSpPr>
          <p:nvPr/>
        </p:nvSpPr>
        <p:spPr>
          <a:xfrm>
            <a:off x="7582355" y="641944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8" name="02_predicted_pose_5047">
            <a:extLst>
              <a:ext uri="{FF2B5EF4-FFF2-40B4-BE49-F238E27FC236}">
                <a16:creationId xmlns:a16="http://schemas.microsoft.com/office/drawing/2014/main" id="{427B3EE3-FFE1-4E2A-8B29-713810E490FB}"/>
              </a:ext>
            </a:extLst>
          </p:cNvPr>
          <p:cNvSpPr>
            <a:spLocks noGrp="1"/>
          </p:cNvSpPr>
          <p:nvPr/>
        </p:nvSpPr>
        <p:spPr>
          <a:xfrm>
            <a:off x="7596938" y="6413748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49" name="02_predicted_pose_5048">
            <a:extLst>
              <a:ext uri="{FF2B5EF4-FFF2-40B4-BE49-F238E27FC236}">
                <a16:creationId xmlns:a16="http://schemas.microsoft.com/office/drawing/2014/main" id="{020257D7-FA87-4A53-B487-A1AFCC4A616C}"/>
              </a:ext>
            </a:extLst>
          </p:cNvPr>
          <p:cNvSpPr>
            <a:spLocks noGrp="1"/>
          </p:cNvSpPr>
          <p:nvPr/>
        </p:nvSpPr>
        <p:spPr>
          <a:xfrm>
            <a:off x="7611522" y="641195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0" name="02_predicted_pose_5049">
            <a:extLst>
              <a:ext uri="{FF2B5EF4-FFF2-40B4-BE49-F238E27FC236}">
                <a16:creationId xmlns:a16="http://schemas.microsoft.com/office/drawing/2014/main" id="{4FBE216C-1A47-4C54-A292-629CD47F0584}"/>
              </a:ext>
            </a:extLst>
          </p:cNvPr>
          <p:cNvSpPr>
            <a:spLocks noGrp="1"/>
          </p:cNvSpPr>
          <p:nvPr/>
        </p:nvSpPr>
        <p:spPr>
          <a:xfrm>
            <a:off x="7394587" y="6509697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1" name="02_predicted_pose_5050">
            <a:extLst>
              <a:ext uri="{FF2B5EF4-FFF2-40B4-BE49-F238E27FC236}">
                <a16:creationId xmlns:a16="http://schemas.microsoft.com/office/drawing/2014/main" id="{0A96BCC1-D82D-4275-87B0-3DAAF7F3E5D9}"/>
              </a:ext>
            </a:extLst>
          </p:cNvPr>
          <p:cNvSpPr>
            <a:spLocks noGrp="1"/>
          </p:cNvSpPr>
          <p:nvPr/>
        </p:nvSpPr>
        <p:spPr>
          <a:xfrm>
            <a:off x="7423755" y="6485835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2" name="02_predicted_pose_5051">
            <a:extLst>
              <a:ext uri="{FF2B5EF4-FFF2-40B4-BE49-F238E27FC236}">
                <a16:creationId xmlns:a16="http://schemas.microsoft.com/office/drawing/2014/main" id="{6E5102B4-BA1C-4DF0-92C8-4FEA17182CF1}"/>
              </a:ext>
            </a:extLst>
          </p:cNvPr>
          <p:cNvSpPr>
            <a:spLocks noGrp="1"/>
          </p:cNvSpPr>
          <p:nvPr/>
        </p:nvSpPr>
        <p:spPr>
          <a:xfrm>
            <a:off x="7647617" y="5894840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3" name="02_predicted_pose_5052">
            <a:extLst>
              <a:ext uri="{FF2B5EF4-FFF2-40B4-BE49-F238E27FC236}">
                <a16:creationId xmlns:a16="http://schemas.microsoft.com/office/drawing/2014/main" id="{4FDD7162-0137-4855-A899-2BF60B7157AD}"/>
              </a:ext>
            </a:extLst>
          </p:cNvPr>
          <p:cNvSpPr>
            <a:spLocks noGrp="1"/>
          </p:cNvSpPr>
          <p:nvPr/>
        </p:nvSpPr>
        <p:spPr>
          <a:xfrm>
            <a:off x="7684441" y="6447241"/>
            <a:ext cx="30052" cy="30052"/>
          </a:xfrm>
          <a:prstGeom prst="ellipse">
            <a:avLst/>
          </a:prstGeom>
          <a:solidFill>
            <a:srgbClr val="5879B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4" name="02_predicted_pose_5053">
            <a:extLst>
              <a:ext uri="{FF2B5EF4-FFF2-40B4-BE49-F238E27FC236}">
                <a16:creationId xmlns:a16="http://schemas.microsoft.com/office/drawing/2014/main" id="{E38A7BB1-C34C-4A5B-B59D-0A80B2474DCC}"/>
              </a:ext>
            </a:extLst>
          </p:cNvPr>
          <p:cNvSpPr>
            <a:spLocks noGrp="1"/>
          </p:cNvSpPr>
          <p:nvPr/>
        </p:nvSpPr>
        <p:spPr>
          <a:xfrm>
            <a:off x="8702030" y="60998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5" name="02_predicted_pose_5054">
            <a:extLst>
              <a:ext uri="{FF2B5EF4-FFF2-40B4-BE49-F238E27FC236}">
                <a16:creationId xmlns:a16="http://schemas.microsoft.com/office/drawing/2014/main" id="{6210E1F7-1B7B-4E53-940F-A59E4C99441A}"/>
              </a:ext>
            </a:extLst>
          </p:cNvPr>
          <p:cNvSpPr>
            <a:spLocks noGrp="1"/>
          </p:cNvSpPr>
          <p:nvPr/>
        </p:nvSpPr>
        <p:spPr>
          <a:xfrm>
            <a:off x="8716613" y="60951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6" name="02_predicted_pose_5055">
            <a:extLst>
              <a:ext uri="{FF2B5EF4-FFF2-40B4-BE49-F238E27FC236}">
                <a16:creationId xmlns:a16="http://schemas.microsoft.com/office/drawing/2014/main" id="{634425F7-632C-4D04-91FA-D768E7B7D50A}"/>
              </a:ext>
            </a:extLst>
          </p:cNvPr>
          <p:cNvSpPr>
            <a:spLocks noGrp="1"/>
          </p:cNvSpPr>
          <p:nvPr/>
        </p:nvSpPr>
        <p:spPr>
          <a:xfrm>
            <a:off x="8731197" y="60491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7" name="02_predicted_pose_5056">
            <a:extLst>
              <a:ext uri="{FF2B5EF4-FFF2-40B4-BE49-F238E27FC236}">
                <a16:creationId xmlns:a16="http://schemas.microsoft.com/office/drawing/2014/main" id="{41018E07-1729-48BA-9A16-AC55A6FEC25D}"/>
              </a:ext>
            </a:extLst>
          </p:cNvPr>
          <p:cNvSpPr>
            <a:spLocks noGrp="1"/>
          </p:cNvSpPr>
          <p:nvPr/>
        </p:nvSpPr>
        <p:spPr>
          <a:xfrm>
            <a:off x="8745782" y="60659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8" name="02_predicted_pose_5057">
            <a:extLst>
              <a:ext uri="{FF2B5EF4-FFF2-40B4-BE49-F238E27FC236}">
                <a16:creationId xmlns:a16="http://schemas.microsoft.com/office/drawing/2014/main" id="{BA03F1A1-2956-4541-8231-2AAEC00C6781}"/>
              </a:ext>
            </a:extLst>
          </p:cNvPr>
          <p:cNvSpPr>
            <a:spLocks noGrp="1"/>
          </p:cNvSpPr>
          <p:nvPr/>
        </p:nvSpPr>
        <p:spPr>
          <a:xfrm>
            <a:off x="8760365" y="61372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59" name="02_predicted_pose_5058">
            <a:extLst>
              <a:ext uri="{FF2B5EF4-FFF2-40B4-BE49-F238E27FC236}">
                <a16:creationId xmlns:a16="http://schemas.microsoft.com/office/drawing/2014/main" id="{606B2779-A579-4D4E-A89A-54C3273B4630}"/>
              </a:ext>
            </a:extLst>
          </p:cNvPr>
          <p:cNvSpPr>
            <a:spLocks noGrp="1"/>
          </p:cNvSpPr>
          <p:nvPr/>
        </p:nvSpPr>
        <p:spPr>
          <a:xfrm>
            <a:off x="8774949" y="61190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0" name="02_predicted_pose_5059">
            <a:extLst>
              <a:ext uri="{FF2B5EF4-FFF2-40B4-BE49-F238E27FC236}">
                <a16:creationId xmlns:a16="http://schemas.microsoft.com/office/drawing/2014/main" id="{F5BE9169-9FA7-49B7-9391-776AB9F16F86}"/>
              </a:ext>
            </a:extLst>
          </p:cNvPr>
          <p:cNvSpPr>
            <a:spLocks noGrp="1"/>
          </p:cNvSpPr>
          <p:nvPr/>
        </p:nvSpPr>
        <p:spPr>
          <a:xfrm>
            <a:off x="8789532" y="61187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1" name="02_predicted_pose_5060">
            <a:extLst>
              <a:ext uri="{FF2B5EF4-FFF2-40B4-BE49-F238E27FC236}">
                <a16:creationId xmlns:a16="http://schemas.microsoft.com/office/drawing/2014/main" id="{DF0308DD-62CB-4CFB-A05C-A06554BF792B}"/>
              </a:ext>
            </a:extLst>
          </p:cNvPr>
          <p:cNvSpPr>
            <a:spLocks noGrp="1"/>
          </p:cNvSpPr>
          <p:nvPr/>
        </p:nvSpPr>
        <p:spPr>
          <a:xfrm>
            <a:off x="8804116" y="61674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2" name="02_predicted_pose_5061">
            <a:extLst>
              <a:ext uri="{FF2B5EF4-FFF2-40B4-BE49-F238E27FC236}">
                <a16:creationId xmlns:a16="http://schemas.microsoft.com/office/drawing/2014/main" id="{B5BE3F4E-861F-405C-8BFC-A139F6FCEFA0}"/>
              </a:ext>
            </a:extLst>
          </p:cNvPr>
          <p:cNvSpPr>
            <a:spLocks noGrp="1"/>
          </p:cNvSpPr>
          <p:nvPr/>
        </p:nvSpPr>
        <p:spPr>
          <a:xfrm>
            <a:off x="8818701" y="61023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3" name="02_predicted_pose_5062">
            <a:extLst>
              <a:ext uri="{FF2B5EF4-FFF2-40B4-BE49-F238E27FC236}">
                <a16:creationId xmlns:a16="http://schemas.microsoft.com/office/drawing/2014/main" id="{CAE3693A-8EB1-40C5-BD15-37664331AF12}"/>
              </a:ext>
            </a:extLst>
          </p:cNvPr>
          <p:cNvSpPr>
            <a:spLocks noGrp="1"/>
          </p:cNvSpPr>
          <p:nvPr/>
        </p:nvSpPr>
        <p:spPr>
          <a:xfrm>
            <a:off x="8833284" y="60281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4" name="02_predicted_pose_5063">
            <a:extLst>
              <a:ext uri="{FF2B5EF4-FFF2-40B4-BE49-F238E27FC236}">
                <a16:creationId xmlns:a16="http://schemas.microsoft.com/office/drawing/2014/main" id="{DC78FC53-18B2-484B-AA09-B322B3F7096E}"/>
              </a:ext>
            </a:extLst>
          </p:cNvPr>
          <p:cNvSpPr>
            <a:spLocks noGrp="1"/>
          </p:cNvSpPr>
          <p:nvPr/>
        </p:nvSpPr>
        <p:spPr>
          <a:xfrm>
            <a:off x="8716249" y="61813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5" name="02_predicted_pose_5064">
            <a:extLst>
              <a:ext uri="{FF2B5EF4-FFF2-40B4-BE49-F238E27FC236}">
                <a16:creationId xmlns:a16="http://schemas.microsoft.com/office/drawing/2014/main" id="{AAA76A70-14DC-4EDA-ADFB-FEBAC4F5F92F}"/>
              </a:ext>
            </a:extLst>
          </p:cNvPr>
          <p:cNvSpPr>
            <a:spLocks noGrp="1"/>
          </p:cNvSpPr>
          <p:nvPr/>
        </p:nvSpPr>
        <p:spPr>
          <a:xfrm>
            <a:off x="8814690" y="59645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6" name="02_predicted_pose_5065">
            <a:extLst>
              <a:ext uri="{FF2B5EF4-FFF2-40B4-BE49-F238E27FC236}">
                <a16:creationId xmlns:a16="http://schemas.microsoft.com/office/drawing/2014/main" id="{2A041A9A-097A-4B27-A713-45DA2A1455B6}"/>
              </a:ext>
            </a:extLst>
          </p:cNvPr>
          <p:cNvSpPr>
            <a:spLocks noGrp="1"/>
          </p:cNvSpPr>
          <p:nvPr/>
        </p:nvSpPr>
        <p:spPr>
          <a:xfrm>
            <a:off x="8913131" y="61212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7" name="02_predicted_pose_5066">
            <a:extLst>
              <a:ext uri="{FF2B5EF4-FFF2-40B4-BE49-F238E27FC236}">
                <a16:creationId xmlns:a16="http://schemas.microsoft.com/office/drawing/2014/main" id="{DADF56BB-3102-4BE3-8304-5B38384E8397}"/>
              </a:ext>
            </a:extLst>
          </p:cNvPr>
          <p:cNvSpPr>
            <a:spLocks noGrp="1"/>
          </p:cNvSpPr>
          <p:nvPr/>
        </p:nvSpPr>
        <p:spPr>
          <a:xfrm>
            <a:off x="8648069" y="61440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8" name="02_predicted_pose_5067">
            <a:extLst>
              <a:ext uri="{FF2B5EF4-FFF2-40B4-BE49-F238E27FC236}">
                <a16:creationId xmlns:a16="http://schemas.microsoft.com/office/drawing/2014/main" id="{1C71789F-6B88-485F-9228-3532B3F955B3}"/>
              </a:ext>
            </a:extLst>
          </p:cNvPr>
          <p:cNvSpPr>
            <a:spLocks noGrp="1"/>
          </p:cNvSpPr>
          <p:nvPr/>
        </p:nvSpPr>
        <p:spPr>
          <a:xfrm>
            <a:off x="8746511" y="59606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69" name="02_predicted_pose_5068">
            <a:extLst>
              <a:ext uri="{FF2B5EF4-FFF2-40B4-BE49-F238E27FC236}">
                <a16:creationId xmlns:a16="http://schemas.microsoft.com/office/drawing/2014/main" id="{F05B47AA-A98F-4C37-8439-88C37A4D62F3}"/>
              </a:ext>
            </a:extLst>
          </p:cNvPr>
          <p:cNvSpPr>
            <a:spLocks noGrp="1"/>
          </p:cNvSpPr>
          <p:nvPr/>
        </p:nvSpPr>
        <p:spPr>
          <a:xfrm>
            <a:off x="8844951" y="60507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0" name="02_predicted_pose_5069">
            <a:extLst>
              <a:ext uri="{FF2B5EF4-FFF2-40B4-BE49-F238E27FC236}">
                <a16:creationId xmlns:a16="http://schemas.microsoft.com/office/drawing/2014/main" id="{E6B85B8E-7444-45D6-B1EC-DAEBABD8CA40}"/>
              </a:ext>
            </a:extLst>
          </p:cNvPr>
          <p:cNvSpPr>
            <a:spLocks noGrp="1"/>
          </p:cNvSpPr>
          <p:nvPr/>
        </p:nvSpPr>
        <p:spPr>
          <a:xfrm>
            <a:off x="8943392" y="61824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1" name="02_predicted_pose_5070">
            <a:extLst>
              <a:ext uri="{FF2B5EF4-FFF2-40B4-BE49-F238E27FC236}">
                <a16:creationId xmlns:a16="http://schemas.microsoft.com/office/drawing/2014/main" id="{7D738DAB-0E84-4E8F-912F-A568C44D2547}"/>
              </a:ext>
            </a:extLst>
          </p:cNvPr>
          <p:cNvSpPr>
            <a:spLocks noGrp="1"/>
          </p:cNvSpPr>
          <p:nvPr/>
        </p:nvSpPr>
        <p:spPr>
          <a:xfrm>
            <a:off x="8678330" y="594538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2" name="02_predicted_pose_5071">
            <a:extLst>
              <a:ext uri="{FF2B5EF4-FFF2-40B4-BE49-F238E27FC236}">
                <a16:creationId xmlns:a16="http://schemas.microsoft.com/office/drawing/2014/main" id="{BBF3D368-8096-4EF8-AA27-3EB70DB33A00}"/>
              </a:ext>
            </a:extLst>
          </p:cNvPr>
          <p:cNvSpPr>
            <a:spLocks noGrp="1"/>
          </p:cNvSpPr>
          <p:nvPr/>
        </p:nvSpPr>
        <p:spPr>
          <a:xfrm>
            <a:off x="8776772" y="60508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3" name="02_predicted_pose_5072">
            <a:extLst>
              <a:ext uri="{FF2B5EF4-FFF2-40B4-BE49-F238E27FC236}">
                <a16:creationId xmlns:a16="http://schemas.microsoft.com/office/drawing/2014/main" id="{71B95841-518B-47AF-AA98-831FCE719545}"/>
              </a:ext>
            </a:extLst>
          </p:cNvPr>
          <p:cNvSpPr>
            <a:spLocks noGrp="1"/>
          </p:cNvSpPr>
          <p:nvPr/>
        </p:nvSpPr>
        <p:spPr>
          <a:xfrm>
            <a:off x="8875213" y="61080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4" name="02_predicted_pose_5073">
            <a:extLst>
              <a:ext uri="{FF2B5EF4-FFF2-40B4-BE49-F238E27FC236}">
                <a16:creationId xmlns:a16="http://schemas.microsoft.com/office/drawing/2014/main" id="{C929DD68-ECC5-4630-BD93-5C3058B69EAD}"/>
              </a:ext>
            </a:extLst>
          </p:cNvPr>
          <p:cNvSpPr>
            <a:spLocks noGrp="1"/>
          </p:cNvSpPr>
          <p:nvPr/>
        </p:nvSpPr>
        <p:spPr>
          <a:xfrm>
            <a:off x="8730833" y="60913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5" name="02_predicted_pose_5074">
            <a:extLst>
              <a:ext uri="{FF2B5EF4-FFF2-40B4-BE49-F238E27FC236}">
                <a16:creationId xmlns:a16="http://schemas.microsoft.com/office/drawing/2014/main" id="{E763CD93-9DE1-4E75-BC46-FDB454B966FC}"/>
              </a:ext>
            </a:extLst>
          </p:cNvPr>
          <p:cNvSpPr>
            <a:spLocks noGrp="1"/>
          </p:cNvSpPr>
          <p:nvPr/>
        </p:nvSpPr>
        <p:spPr>
          <a:xfrm>
            <a:off x="8829273" y="60959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6" name="02_predicted_pose_5075">
            <a:extLst>
              <a:ext uri="{FF2B5EF4-FFF2-40B4-BE49-F238E27FC236}">
                <a16:creationId xmlns:a16="http://schemas.microsoft.com/office/drawing/2014/main" id="{080C9309-2497-44CD-99A8-5ACBF8FEEEF9}"/>
              </a:ext>
            </a:extLst>
          </p:cNvPr>
          <p:cNvSpPr>
            <a:spLocks noGrp="1"/>
          </p:cNvSpPr>
          <p:nvPr/>
        </p:nvSpPr>
        <p:spPr>
          <a:xfrm>
            <a:off x="8927714" y="60359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7" name="02_predicted_pose_5076">
            <a:extLst>
              <a:ext uri="{FF2B5EF4-FFF2-40B4-BE49-F238E27FC236}">
                <a16:creationId xmlns:a16="http://schemas.microsoft.com/office/drawing/2014/main" id="{3300B423-66A0-4A4D-817D-C73A43A6685E}"/>
              </a:ext>
            </a:extLst>
          </p:cNvPr>
          <p:cNvSpPr>
            <a:spLocks noGrp="1"/>
          </p:cNvSpPr>
          <p:nvPr/>
        </p:nvSpPr>
        <p:spPr>
          <a:xfrm>
            <a:off x="8662654" y="60793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8" name="02_predicted_pose_5077">
            <a:extLst>
              <a:ext uri="{FF2B5EF4-FFF2-40B4-BE49-F238E27FC236}">
                <a16:creationId xmlns:a16="http://schemas.microsoft.com/office/drawing/2014/main" id="{6DE84FB1-2B53-4B00-A3B7-42341DF49282}"/>
              </a:ext>
            </a:extLst>
          </p:cNvPr>
          <p:cNvSpPr>
            <a:spLocks noGrp="1"/>
          </p:cNvSpPr>
          <p:nvPr/>
        </p:nvSpPr>
        <p:spPr>
          <a:xfrm>
            <a:off x="8761094" y="608707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79" name="02_predicted_pose_5078">
            <a:extLst>
              <a:ext uri="{FF2B5EF4-FFF2-40B4-BE49-F238E27FC236}">
                <a16:creationId xmlns:a16="http://schemas.microsoft.com/office/drawing/2014/main" id="{BDD78CC9-1031-46B9-BC97-7A2DA5FED076}"/>
              </a:ext>
            </a:extLst>
          </p:cNvPr>
          <p:cNvSpPr>
            <a:spLocks noGrp="1"/>
          </p:cNvSpPr>
          <p:nvPr/>
        </p:nvSpPr>
        <p:spPr>
          <a:xfrm>
            <a:off x="8859535" y="61393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0" name="02_predicted_pose_5079">
            <a:extLst>
              <a:ext uri="{FF2B5EF4-FFF2-40B4-BE49-F238E27FC236}">
                <a16:creationId xmlns:a16="http://schemas.microsoft.com/office/drawing/2014/main" id="{D29415C9-EAC0-40CC-A249-B79EC6ED3A74}"/>
              </a:ext>
            </a:extLst>
          </p:cNvPr>
          <p:cNvSpPr>
            <a:spLocks noGrp="1"/>
          </p:cNvSpPr>
          <p:nvPr/>
        </p:nvSpPr>
        <p:spPr>
          <a:xfrm>
            <a:off x="8594473" y="60088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1" name="02_predicted_pose_5080">
            <a:extLst>
              <a:ext uri="{FF2B5EF4-FFF2-40B4-BE49-F238E27FC236}">
                <a16:creationId xmlns:a16="http://schemas.microsoft.com/office/drawing/2014/main" id="{98FF11E2-F3D6-4DE4-A2FF-6DBCC429D366}"/>
              </a:ext>
            </a:extLst>
          </p:cNvPr>
          <p:cNvSpPr>
            <a:spLocks noGrp="1"/>
          </p:cNvSpPr>
          <p:nvPr/>
        </p:nvSpPr>
        <p:spPr>
          <a:xfrm>
            <a:off x="8692915" y="61403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2" name="02_predicted_pose_5081">
            <a:extLst>
              <a:ext uri="{FF2B5EF4-FFF2-40B4-BE49-F238E27FC236}">
                <a16:creationId xmlns:a16="http://schemas.microsoft.com/office/drawing/2014/main" id="{4CEDB5D8-2469-4036-B594-7FF7436808AB}"/>
              </a:ext>
            </a:extLst>
          </p:cNvPr>
          <p:cNvSpPr>
            <a:spLocks noGrp="1"/>
          </p:cNvSpPr>
          <p:nvPr/>
        </p:nvSpPr>
        <p:spPr>
          <a:xfrm>
            <a:off x="8791356" y="611288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3" name="02_predicted_pose_5082">
            <a:extLst>
              <a:ext uri="{FF2B5EF4-FFF2-40B4-BE49-F238E27FC236}">
                <a16:creationId xmlns:a16="http://schemas.microsoft.com/office/drawing/2014/main" id="{7873BF24-A207-4B27-BD1C-408C7ACAAA63}"/>
              </a:ext>
            </a:extLst>
          </p:cNvPr>
          <p:cNvSpPr>
            <a:spLocks noGrp="1"/>
          </p:cNvSpPr>
          <p:nvPr/>
        </p:nvSpPr>
        <p:spPr>
          <a:xfrm>
            <a:off x="8889796" y="59923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4" name="02_predicted_pose_5083">
            <a:extLst>
              <a:ext uri="{FF2B5EF4-FFF2-40B4-BE49-F238E27FC236}">
                <a16:creationId xmlns:a16="http://schemas.microsoft.com/office/drawing/2014/main" id="{7103135B-C9F7-4900-84E9-27EE18392B9D}"/>
              </a:ext>
            </a:extLst>
          </p:cNvPr>
          <p:cNvSpPr>
            <a:spLocks noGrp="1"/>
          </p:cNvSpPr>
          <p:nvPr/>
        </p:nvSpPr>
        <p:spPr>
          <a:xfrm>
            <a:off x="8745416" y="60284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5" name="02_predicted_pose_5084">
            <a:extLst>
              <a:ext uri="{FF2B5EF4-FFF2-40B4-BE49-F238E27FC236}">
                <a16:creationId xmlns:a16="http://schemas.microsoft.com/office/drawing/2014/main" id="{791C9B30-9753-4C97-94E4-25DACE83DA88}"/>
              </a:ext>
            </a:extLst>
          </p:cNvPr>
          <p:cNvSpPr>
            <a:spLocks noGrp="1"/>
          </p:cNvSpPr>
          <p:nvPr/>
        </p:nvSpPr>
        <p:spPr>
          <a:xfrm>
            <a:off x="8843857" y="60157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6" name="02_predicted_pose_5085">
            <a:extLst>
              <a:ext uri="{FF2B5EF4-FFF2-40B4-BE49-F238E27FC236}">
                <a16:creationId xmlns:a16="http://schemas.microsoft.com/office/drawing/2014/main" id="{78906862-9898-4CCA-8548-85CBF1496CA0}"/>
              </a:ext>
            </a:extLst>
          </p:cNvPr>
          <p:cNvSpPr>
            <a:spLocks noGrp="1"/>
          </p:cNvSpPr>
          <p:nvPr/>
        </p:nvSpPr>
        <p:spPr>
          <a:xfrm>
            <a:off x="8942299" y="60683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7" name="02_predicted_pose_5086">
            <a:extLst>
              <a:ext uri="{FF2B5EF4-FFF2-40B4-BE49-F238E27FC236}">
                <a16:creationId xmlns:a16="http://schemas.microsoft.com/office/drawing/2014/main" id="{50668252-262B-4DF6-8931-444643EFCE1C}"/>
              </a:ext>
            </a:extLst>
          </p:cNvPr>
          <p:cNvSpPr>
            <a:spLocks noGrp="1"/>
          </p:cNvSpPr>
          <p:nvPr/>
        </p:nvSpPr>
        <p:spPr>
          <a:xfrm>
            <a:off x="8677237" y="60734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8" name="02_predicted_pose_5087">
            <a:extLst>
              <a:ext uri="{FF2B5EF4-FFF2-40B4-BE49-F238E27FC236}">
                <a16:creationId xmlns:a16="http://schemas.microsoft.com/office/drawing/2014/main" id="{46F334DC-8430-4C1F-A0DE-AAAE1A85E02C}"/>
              </a:ext>
            </a:extLst>
          </p:cNvPr>
          <p:cNvSpPr>
            <a:spLocks noGrp="1"/>
          </p:cNvSpPr>
          <p:nvPr/>
        </p:nvSpPr>
        <p:spPr>
          <a:xfrm>
            <a:off x="8775678" y="61150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89" name="02_predicted_pose_5088">
            <a:extLst>
              <a:ext uri="{FF2B5EF4-FFF2-40B4-BE49-F238E27FC236}">
                <a16:creationId xmlns:a16="http://schemas.microsoft.com/office/drawing/2014/main" id="{009CBC68-2A28-4858-9B0F-D053C78F713B}"/>
              </a:ext>
            </a:extLst>
          </p:cNvPr>
          <p:cNvSpPr>
            <a:spLocks noGrp="1"/>
          </p:cNvSpPr>
          <p:nvPr/>
        </p:nvSpPr>
        <p:spPr>
          <a:xfrm>
            <a:off x="8874119" y="60629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0" name="02_predicted_pose_5089">
            <a:extLst>
              <a:ext uri="{FF2B5EF4-FFF2-40B4-BE49-F238E27FC236}">
                <a16:creationId xmlns:a16="http://schemas.microsoft.com/office/drawing/2014/main" id="{8BA92620-B365-4E62-ABAA-E27FB8E7019F}"/>
              </a:ext>
            </a:extLst>
          </p:cNvPr>
          <p:cNvSpPr>
            <a:spLocks noGrp="1"/>
          </p:cNvSpPr>
          <p:nvPr/>
        </p:nvSpPr>
        <p:spPr>
          <a:xfrm>
            <a:off x="8609057" y="59898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1" name="02_predicted_pose_5090">
            <a:extLst>
              <a:ext uri="{FF2B5EF4-FFF2-40B4-BE49-F238E27FC236}">
                <a16:creationId xmlns:a16="http://schemas.microsoft.com/office/drawing/2014/main" id="{9470A739-3567-4F2B-B8A6-4CDEE5590C1A}"/>
              </a:ext>
            </a:extLst>
          </p:cNvPr>
          <p:cNvSpPr>
            <a:spLocks noGrp="1"/>
          </p:cNvSpPr>
          <p:nvPr/>
        </p:nvSpPr>
        <p:spPr>
          <a:xfrm>
            <a:off x="8707499" y="61056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2" name="02_predicted_pose_5091">
            <a:extLst>
              <a:ext uri="{FF2B5EF4-FFF2-40B4-BE49-F238E27FC236}">
                <a16:creationId xmlns:a16="http://schemas.microsoft.com/office/drawing/2014/main" id="{DB8B9B05-D5C0-4C1A-A3FA-0B26E5A238C0}"/>
              </a:ext>
            </a:extLst>
          </p:cNvPr>
          <p:cNvSpPr>
            <a:spLocks noGrp="1"/>
          </p:cNvSpPr>
          <p:nvPr/>
        </p:nvSpPr>
        <p:spPr>
          <a:xfrm>
            <a:off x="8805939" y="610250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3" name="02_predicted_pose_5092">
            <a:extLst>
              <a:ext uri="{FF2B5EF4-FFF2-40B4-BE49-F238E27FC236}">
                <a16:creationId xmlns:a16="http://schemas.microsoft.com/office/drawing/2014/main" id="{7E744232-0F66-4FE0-ADC0-0792BD1F5A6B}"/>
              </a:ext>
            </a:extLst>
          </p:cNvPr>
          <p:cNvSpPr>
            <a:spLocks noGrp="1"/>
          </p:cNvSpPr>
          <p:nvPr/>
        </p:nvSpPr>
        <p:spPr>
          <a:xfrm>
            <a:off x="8904380" y="613560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4" name="02_predicted_pose_5093">
            <a:extLst>
              <a:ext uri="{FF2B5EF4-FFF2-40B4-BE49-F238E27FC236}">
                <a16:creationId xmlns:a16="http://schemas.microsoft.com/office/drawing/2014/main" id="{B9D07D81-3121-4E45-A029-261A00159F8E}"/>
              </a:ext>
            </a:extLst>
          </p:cNvPr>
          <p:cNvSpPr>
            <a:spLocks noGrp="1"/>
          </p:cNvSpPr>
          <p:nvPr/>
        </p:nvSpPr>
        <p:spPr>
          <a:xfrm>
            <a:off x="8760000" y="607183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5" name="02_predicted_pose_5094">
            <a:extLst>
              <a:ext uri="{FF2B5EF4-FFF2-40B4-BE49-F238E27FC236}">
                <a16:creationId xmlns:a16="http://schemas.microsoft.com/office/drawing/2014/main" id="{9F7F75BC-CB65-40B2-BE7D-ED4ABF163D48}"/>
              </a:ext>
            </a:extLst>
          </p:cNvPr>
          <p:cNvSpPr>
            <a:spLocks noGrp="1"/>
          </p:cNvSpPr>
          <p:nvPr/>
        </p:nvSpPr>
        <p:spPr>
          <a:xfrm>
            <a:off x="8858442" y="606587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6" name="02_predicted_pose_5095">
            <a:extLst>
              <a:ext uri="{FF2B5EF4-FFF2-40B4-BE49-F238E27FC236}">
                <a16:creationId xmlns:a16="http://schemas.microsoft.com/office/drawing/2014/main" id="{5D55FB02-1A3E-46DA-A976-4E67EF529651}"/>
              </a:ext>
            </a:extLst>
          </p:cNvPr>
          <p:cNvSpPr>
            <a:spLocks noGrp="1"/>
          </p:cNvSpPr>
          <p:nvPr/>
        </p:nvSpPr>
        <p:spPr>
          <a:xfrm>
            <a:off x="8593380" y="60156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7" name="02_predicted_pose_5096">
            <a:extLst>
              <a:ext uri="{FF2B5EF4-FFF2-40B4-BE49-F238E27FC236}">
                <a16:creationId xmlns:a16="http://schemas.microsoft.com/office/drawing/2014/main" id="{86A76BA3-0082-4BA4-AFF2-AF42C37E9101}"/>
              </a:ext>
            </a:extLst>
          </p:cNvPr>
          <p:cNvSpPr>
            <a:spLocks noGrp="1"/>
          </p:cNvSpPr>
          <p:nvPr/>
        </p:nvSpPr>
        <p:spPr>
          <a:xfrm>
            <a:off x="8691821" y="60027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8" name="02_predicted_pose_5097">
            <a:extLst>
              <a:ext uri="{FF2B5EF4-FFF2-40B4-BE49-F238E27FC236}">
                <a16:creationId xmlns:a16="http://schemas.microsoft.com/office/drawing/2014/main" id="{9059BC60-6133-405A-90E0-CB7F67145381}"/>
              </a:ext>
            </a:extLst>
          </p:cNvPr>
          <p:cNvSpPr>
            <a:spLocks noGrp="1"/>
          </p:cNvSpPr>
          <p:nvPr/>
        </p:nvSpPr>
        <p:spPr>
          <a:xfrm>
            <a:off x="8790261" y="62010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799" name="02_predicted_pose_5098">
            <a:extLst>
              <a:ext uri="{FF2B5EF4-FFF2-40B4-BE49-F238E27FC236}">
                <a16:creationId xmlns:a16="http://schemas.microsoft.com/office/drawing/2014/main" id="{496C2411-E2C1-42B9-983E-9F9044A97A9D}"/>
              </a:ext>
            </a:extLst>
          </p:cNvPr>
          <p:cNvSpPr>
            <a:spLocks noGrp="1"/>
          </p:cNvSpPr>
          <p:nvPr/>
        </p:nvSpPr>
        <p:spPr>
          <a:xfrm>
            <a:off x="8888703" y="61345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0" name="02_predicted_pose_5099">
            <a:extLst>
              <a:ext uri="{FF2B5EF4-FFF2-40B4-BE49-F238E27FC236}">
                <a16:creationId xmlns:a16="http://schemas.microsoft.com/office/drawing/2014/main" id="{C3224920-40E6-4CAF-987B-AE8A560EC4E0}"/>
              </a:ext>
            </a:extLst>
          </p:cNvPr>
          <p:cNvSpPr>
            <a:spLocks noGrp="1"/>
          </p:cNvSpPr>
          <p:nvPr/>
        </p:nvSpPr>
        <p:spPr>
          <a:xfrm>
            <a:off x="8623642" y="59814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1" name="02_predicted_pose_5100">
            <a:extLst>
              <a:ext uri="{FF2B5EF4-FFF2-40B4-BE49-F238E27FC236}">
                <a16:creationId xmlns:a16="http://schemas.microsoft.com/office/drawing/2014/main" id="{F490A3E9-205D-4E80-B2F1-8E41C33D8D45}"/>
              </a:ext>
            </a:extLst>
          </p:cNvPr>
          <p:cNvSpPr>
            <a:spLocks noGrp="1"/>
          </p:cNvSpPr>
          <p:nvPr/>
        </p:nvSpPr>
        <p:spPr>
          <a:xfrm>
            <a:off x="8722082" y="61045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2" name="02_predicted_pose_5101">
            <a:extLst>
              <a:ext uri="{FF2B5EF4-FFF2-40B4-BE49-F238E27FC236}">
                <a16:creationId xmlns:a16="http://schemas.microsoft.com/office/drawing/2014/main" id="{A993FBF8-0D6C-47D0-AFAE-7EB07579ECDB}"/>
              </a:ext>
            </a:extLst>
          </p:cNvPr>
          <p:cNvSpPr>
            <a:spLocks noGrp="1"/>
          </p:cNvSpPr>
          <p:nvPr/>
        </p:nvSpPr>
        <p:spPr>
          <a:xfrm>
            <a:off x="8820523" y="60802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3" name="02_predicted_pose_5102">
            <a:extLst>
              <a:ext uri="{FF2B5EF4-FFF2-40B4-BE49-F238E27FC236}">
                <a16:creationId xmlns:a16="http://schemas.microsoft.com/office/drawing/2014/main" id="{A24038A5-57FE-49EB-A9DA-F9D38912ACCF}"/>
              </a:ext>
            </a:extLst>
          </p:cNvPr>
          <p:cNvSpPr>
            <a:spLocks noGrp="1"/>
          </p:cNvSpPr>
          <p:nvPr/>
        </p:nvSpPr>
        <p:spPr>
          <a:xfrm>
            <a:off x="8918965" y="59986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4" name="02_predicted_pose_5103">
            <a:extLst>
              <a:ext uri="{FF2B5EF4-FFF2-40B4-BE49-F238E27FC236}">
                <a16:creationId xmlns:a16="http://schemas.microsoft.com/office/drawing/2014/main" id="{78742307-2F5B-4555-A82A-DD8E85BAEB95}"/>
              </a:ext>
            </a:extLst>
          </p:cNvPr>
          <p:cNvSpPr>
            <a:spLocks noGrp="1"/>
          </p:cNvSpPr>
          <p:nvPr/>
        </p:nvSpPr>
        <p:spPr>
          <a:xfrm>
            <a:off x="8774584" y="60902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5" name="02_predicted_pose_5104">
            <a:extLst>
              <a:ext uri="{FF2B5EF4-FFF2-40B4-BE49-F238E27FC236}">
                <a16:creationId xmlns:a16="http://schemas.microsoft.com/office/drawing/2014/main" id="{5251A79F-5AB9-45E4-B3D9-C2DF8A6598D0}"/>
              </a:ext>
            </a:extLst>
          </p:cNvPr>
          <p:cNvSpPr>
            <a:spLocks noGrp="1"/>
          </p:cNvSpPr>
          <p:nvPr/>
        </p:nvSpPr>
        <p:spPr>
          <a:xfrm>
            <a:off x="8873025" y="606994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6" name="02_predicted_pose_5105">
            <a:extLst>
              <a:ext uri="{FF2B5EF4-FFF2-40B4-BE49-F238E27FC236}">
                <a16:creationId xmlns:a16="http://schemas.microsoft.com/office/drawing/2014/main" id="{44F375E6-7452-4253-BDAA-B55AC2ED7DB5}"/>
              </a:ext>
            </a:extLst>
          </p:cNvPr>
          <p:cNvSpPr>
            <a:spLocks noGrp="1"/>
          </p:cNvSpPr>
          <p:nvPr/>
        </p:nvSpPr>
        <p:spPr>
          <a:xfrm>
            <a:off x="8607964" y="61095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7" name="02_predicted_pose_5106">
            <a:extLst>
              <a:ext uri="{FF2B5EF4-FFF2-40B4-BE49-F238E27FC236}">
                <a16:creationId xmlns:a16="http://schemas.microsoft.com/office/drawing/2014/main" id="{BC0906E9-A671-4B96-B154-013C09A22BE8}"/>
              </a:ext>
            </a:extLst>
          </p:cNvPr>
          <p:cNvSpPr>
            <a:spLocks noGrp="1"/>
          </p:cNvSpPr>
          <p:nvPr/>
        </p:nvSpPr>
        <p:spPr>
          <a:xfrm>
            <a:off x="8706404" y="61589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8" name="02_predicted_pose_5107">
            <a:extLst>
              <a:ext uri="{FF2B5EF4-FFF2-40B4-BE49-F238E27FC236}">
                <a16:creationId xmlns:a16="http://schemas.microsoft.com/office/drawing/2014/main" id="{6376476B-55ED-475E-86ED-04CF2C506520}"/>
              </a:ext>
            </a:extLst>
          </p:cNvPr>
          <p:cNvSpPr>
            <a:spLocks noGrp="1"/>
          </p:cNvSpPr>
          <p:nvPr/>
        </p:nvSpPr>
        <p:spPr>
          <a:xfrm>
            <a:off x="8804846" y="61142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09" name="02_predicted_pose_5108">
            <a:extLst>
              <a:ext uri="{FF2B5EF4-FFF2-40B4-BE49-F238E27FC236}">
                <a16:creationId xmlns:a16="http://schemas.microsoft.com/office/drawing/2014/main" id="{77604A5E-CB46-401B-A395-0234CAEB2FA9}"/>
              </a:ext>
            </a:extLst>
          </p:cNvPr>
          <p:cNvSpPr>
            <a:spLocks noGrp="1"/>
          </p:cNvSpPr>
          <p:nvPr/>
        </p:nvSpPr>
        <p:spPr>
          <a:xfrm>
            <a:off x="8903287" y="60120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0" name="02_predicted_pose_5109">
            <a:extLst>
              <a:ext uri="{FF2B5EF4-FFF2-40B4-BE49-F238E27FC236}">
                <a16:creationId xmlns:a16="http://schemas.microsoft.com/office/drawing/2014/main" id="{B8F594EB-634B-458E-8274-734B9A15015E}"/>
              </a:ext>
            </a:extLst>
          </p:cNvPr>
          <p:cNvSpPr>
            <a:spLocks noGrp="1"/>
          </p:cNvSpPr>
          <p:nvPr/>
        </p:nvSpPr>
        <p:spPr>
          <a:xfrm>
            <a:off x="8638225" y="61555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1" name="02_predicted_pose_5110">
            <a:extLst>
              <a:ext uri="{FF2B5EF4-FFF2-40B4-BE49-F238E27FC236}">
                <a16:creationId xmlns:a16="http://schemas.microsoft.com/office/drawing/2014/main" id="{0EFCB66E-7D2C-4602-912C-915AE2875FF8}"/>
              </a:ext>
            </a:extLst>
          </p:cNvPr>
          <p:cNvSpPr>
            <a:spLocks noGrp="1"/>
          </p:cNvSpPr>
          <p:nvPr/>
        </p:nvSpPr>
        <p:spPr>
          <a:xfrm>
            <a:off x="8736666" y="60862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2" name="02_predicted_pose_5111">
            <a:extLst>
              <a:ext uri="{FF2B5EF4-FFF2-40B4-BE49-F238E27FC236}">
                <a16:creationId xmlns:a16="http://schemas.microsoft.com/office/drawing/2014/main" id="{95082F42-AE77-443C-B349-F6D69DD62AD5}"/>
              </a:ext>
            </a:extLst>
          </p:cNvPr>
          <p:cNvSpPr>
            <a:spLocks noGrp="1"/>
          </p:cNvSpPr>
          <p:nvPr/>
        </p:nvSpPr>
        <p:spPr>
          <a:xfrm>
            <a:off x="8835108" y="60089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3" name="02_predicted_pose_5112">
            <a:extLst>
              <a:ext uri="{FF2B5EF4-FFF2-40B4-BE49-F238E27FC236}">
                <a16:creationId xmlns:a16="http://schemas.microsoft.com/office/drawing/2014/main" id="{012F7FF6-0879-44B3-914A-DBF0D3F628C6}"/>
              </a:ext>
            </a:extLst>
          </p:cNvPr>
          <p:cNvSpPr>
            <a:spLocks noGrp="1"/>
          </p:cNvSpPr>
          <p:nvPr/>
        </p:nvSpPr>
        <p:spPr>
          <a:xfrm>
            <a:off x="8933548" y="62185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4" name="02_predicted_pose_5113">
            <a:extLst>
              <a:ext uri="{FF2B5EF4-FFF2-40B4-BE49-F238E27FC236}">
                <a16:creationId xmlns:a16="http://schemas.microsoft.com/office/drawing/2014/main" id="{FE19BF0D-65A0-4082-93ED-DDDEC4859A8A}"/>
              </a:ext>
            </a:extLst>
          </p:cNvPr>
          <p:cNvSpPr>
            <a:spLocks noGrp="1"/>
          </p:cNvSpPr>
          <p:nvPr/>
        </p:nvSpPr>
        <p:spPr>
          <a:xfrm>
            <a:off x="8887609" y="60287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5" name="02_predicted_pose_5114">
            <a:extLst>
              <a:ext uri="{FF2B5EF4-FFF2-40B4-BE49-F238E27FC236}">
                <a16:creationId xmlns:a16="http://schemas.microsoft.com/office/drawing/2014/main" id="{9DB5FF27-4F64-4883-ACEC-FFF23DC3AD10}"/>
              </a:ext>
            </a:extLst>
          </p:cNvPr>
          <p:cNvSpPr>
            <a:spLocks noGrp="1"/>
          </p:cNvSpPr>
          <p:nvPr/>
        </p:nvSpPr>
        <p:spPr>
          <a:xfrm>
            <a:off x="8622547" y="60959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6" name="02_predicted_pose_5115">
            <a:extLst>
              <a:ext uri="{FF2B5EF4-FFF2-40B4-BE49-F238E27FC236}">
                <a16:creationId xmlns:a16="http://schemas.microsoft.com/office/drawing/2014/main" id="{A19C19F4-0CE3-4690-9852-632FF52E2B00}"/>
              </a:ext>
            </a:extLst>
          </p:cNvPr>
          <p:cNvSpPr>
            <a:spLocks noGrp="1"/>
          </p:cNvSpPr>
          <p:nvPr/>
        </p:nvSpPr>
        <p:spPr>
          <a:xfrm>
            <a:off x="8720988" y="61163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7" name="02_predicted_pose_5116">
            <a:extLst>
              <a:ext uri="{FF2B5EF4-FFF2-40B4-BE49-F238E27FC236}">
                <a16:creationId xmlns:a16="http://schemas.microsoft.com/office/drawing/2014/main" id="{5A584AF6-BA8D-47C5-A7AD-24A559712690}"/>
              </a:ext>
            </a:extLst>
          </p:cNvPr>
          <p:cNvSpPr>
            <a:spLocks noGrp="1"/>
          </p:cNvSpPr>
          <p:nvPr/>
        </p:nvSpPr>
        <p:spPr>
          <a:xfrm>
            <a:off x="8819430" y="59436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8" name="02_predicted_pose_5117">
            <a:extLst>
              <a:ext uri="{FF2B5EF4-FFF2-40B4-BE49-F238E27FC236}">
                <a16:creationId xmlns:a16="http://schemas.microsoft.com/office/drawing/2014/main" id="{5943BC4F-F6BD-4D93-9A82-4A4A9028F836}"/>
              </a:ext>
            </a:extLst>
          </p:cNvPr>
          <p:cNvSpPr>
            <a:spLocks noGrp="1"/>
          </p:cNvSpPr>
          <p:nvPr/>
        </p:nvSpPr>
        <p:spPr>
          <a:xfrm>
            <a:off x="8917870" y="61140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19" name="02_predicted_pose_5118">
            <a:extLst>
              <a:ext uri="{FF2B5EF4-FFF2-40B4-BE49-F238E27FC236}">
                <a16:creationId xmlns:a16="http://schemas.microsoft.com/office/drawing/2014/main" id="{2AEB0390-A608-4A43-BBE0-F748B90F2111}"/>
              </a:ext>
            </a:extLst>
          </p:cNvPr>
          <p:cNvSpPr>
            <a:spLocks noGrp="1"/>
          </p:cNvSpPr>
          <p:nvPr/>
        </p:nvSpPr>
        <p:spPr>
          <a:xfrm>
            <a:off x="8652809" y="60998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0" name="02_predicted_pose_5119">
            <a:extLst>
              <a:ext uri="{FF2B5EF4-FFF2-40B4-BE49-F238E27FC236}">
                <a16:creationId xmlns:a16="http://schemas.microsoft.com/office/drawing/2014/main" id="{C7EE070C-8D81-42E5-9F80-DFA8ACB9B16C}"/>
              </a:ext>
            </a:extLst>
          </p:cNvPr>
          <p:cNvSpPr>
            <a:spLocks noGrp="1"/>
          </p:cNvSpPr>
          <p:nvPr/>
        </p:nvSpPr>
        <p:spPr>
          <a:xfrm>
            <a:off x="8751249" y="59929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1" name="02_predicted_pose_5120">
            <a:extLst>
              <a:ext uri="{FF2B5EF4-FFF2-40B4-BE49-F238E27FC236}">
                <a16:creationId xmlns:a16="http://schemas.microsoft.com/office/drawing/2014/main" id="{93428B4A-FDAE-4870-A389-F7F82FC3C012}"/>
              </a:ext>
            </a:extLst>
          </p:cNvPr>
          <p:cNvSpPr>
            <a:spLocks noGrp="1"/>
          </p:cNvSpPr>
          <p:nvPr/>
        </p:nvSpPr>
        <p:spPr>
          <a:xfrm>
            <a:off x="8849691" y="61242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2" name="02_predicted_pose_5121">
            <a:extLst>
              <a:ext uri="{FF2B5EF4-FFF2-40B4-BE49-F238E27FC236}">
                <a16:creationId xmlns:a16="http://schemas.microsoft.com/office/drawing/2014/main" id="{C3C744FF-AA3A-45AA-BE94-A52FC5B2F2DD}"/>
              </a:ext>
            </a:extLst>
          </p:cNvPr>
          <p:cNvSpPr>
            <a:spLocks noGrp="1"/>
          </p:cNvSpPr>
          <p:nvPr/>
        </p:nvSpPr>
        <p:spPr>
          <a:xfrm>
            <a:off x="8584630" y="61187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3" name="02_predicted_pose_5122">
            <a:extLst>
              <a:ext uri="{FF2B5EF4-FFF2-40B4-BE49-F238E27FC236}">
                <a16:creationId xmlns:a16="http://schemas.microsoft.com/office/drawing/2014/main" id="{56CEF754-99B1-44C3-8D34-A5981AFC76EE}"/>
              </a:ext>
            </a:extLst>
          </p:cNvPr>
          <p:cNvSpPr>
            <a:spLocks noGrp="1"/>
          </p:cNvSpPr>
          <p:nvPr/>
        </p:nvSpPr>
        <p:spPr>
          <a:xfrm>
            <a:off x="8803752" y="60320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4" name="02_predicted_pose_5123">
            <a:extLst>
              <a:ext uri="{FF2B5EF4-FFF2-40B4-BE49-F238E27FC236}">
                <a16:creationId xmlns:a16="http://schemas.microsoft.com/office/drawing/2014/main" id="{287A7173-A0FA-46B3-B62F-7CF782F9B1FD}"/>
              </a:ext>
            </a:extLst>
          </p:cNvPr>
          <p:cNvSpPr>
            <a:spLocks noGrp="1"/>
          </p:cNvSpPr>
          <p:nvPr/>
        </p:nvSpPr>
        <p:spPr>
          <a:xfrm>
            <a:off x="8902193" y="609556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5" name="02_predicted_pose_5124">
            <a:extLst>
              <a:ext uri="{FF2B5EF4-FFF2-40B4-BE49-F238E27FC236}">
                <a16:creationId xmlns:a16="http://schemas.microsoft.com/office/drawing/2014/main" id="{4D3293B8-2AFE-4CD1-B308-DDC7991DF928}"/>
              </a:ext>
            </a:extLst>
          </p:cNvPr>
          <p:cNvSpPr>
            <a:spLocks noGrp="1"/>
          </p:cNvSpPr>
          <p:nvPr/>
        </p:nvSpPr>
        <p:spPr>
          <a:xfrm>
            <a:off x="8637131" y="61313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6" name="02_predicted_pose_5125">
            <a:extLst>
              <a:ext uri="{FF2B5EF4-FFF2-40B4-BE49-F238E27FC236}">
                <a16:creationId xmlns:a16="http://schemas.microsoft.com/office/drawing/2014/main" id="{F6DA8592-B524-40E6-A4BB-4A3C3511C0F1}"/>
              </a:ext>
            </a:extLst>
          </p:cNvPr>
          <p:cNvSpPr>
            <a:spLocks noGrp="1"/>
          </p:cNvSpPr>
          <p:nvPr/>
        </p:nvSpPr>
        <p:spPr>
          <a:xfrm>
            <a:off x="8735573" y="603883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7" name="02_predicted_pose_5126">
            <a:extLst>
              <a:ext uri="{FF2B5EF4-FFF2-40B4-BE49-F238E27FC236}">
                <a16:creationId xmlns:a16="http://schemas.microsoft.com/office/drawing/2014/main" id="{A72EEBEB-A036-456A-A860-DF95E9FE60F8}"/>
              </a:ext>
            </a:extLst>
          </p:cNvPr>
          <p:cNvSpPr>
            <a:spLocks noGrp="1"/>
          </p:cNvSpPr>
          <p:nvPr/>
        </p:nvSpPr>
        <p:spPr>
          <a:xfrm>
            <a:off x="8834013" y="60645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8" name="02_predicted_pose_5127">
            <a:extLst>
              <a:ext uri="{FF2B5EF4-FFF2-40B4-BE49-F238E27FC236}">
                <a16:creationId xmlns:a16="http://schemas.microsoft.com/office/drawing/2014/main" id="{774D4B7A-900C-4132-B384-B2DA1CEDE209}"/>
              </a:ext>
            </a:extLst>
          </p:cNvPr>
          <p:cNvSpPr>
            <a:spLocks noGrp="1"/>
          </p:cNvSpPr>
          <p:nvPr/>
        </p:nvSpPr>
        <p:spPr>
          <a:xfrm>
            <a:off x="8932454" y="612825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29" name="02_predicted_pose_5128">
            <a:extLst>
              <a:ext uri="{FF2B5EF4-FFF2-40B4-BE49-F238E27FC236}">
                <a16:creationId xmlns:a16="http://schemas.microsoft.com/office/drawing/2014/main" id="{A8E6C44A-4C68-42C3-82C6-745237F6036E}"/>
              </a:ext>
            </a:extLst>
          </p:cNvPr>
          <p:cNvSpPr>
            <a:spLocks noGrp="1"/>
          </p:cNvSpPr>
          <p:nvPr/>
        </p:nvSpPr>
        <p:spPr>
          <a:xfrm>
            <a:off x="8667392" y="602648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0" name="02_predicted_pose_5129">
            <a:extLst>
              <a:ext uri="{FF2B5EF4-FFF2-40B4-BE49-F238E27FC236}">
                <a16:creationId xmlns:a16="http://schemas.microsoft.com/office/drawing/2014/main" id="{162761BB-B7CE-49C2-A220-AA694A6CBAC4}"/>
              </a:ext>
            </a:extLst>
          </p:cNvPr>
          <p:cNvSpPr>
            <a:spLocks noGrp="1"/>
          </p:cNvSpPr>
          <p:nvPr/>
        </p:nvSpPr>
        <p:spPr>
          <a:xfrm>
            <a:off x="8765834" y="61087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1" name="02_predicted_pose_5130">
            <a:extLst>
              <a:ext uri="{FF2B5EF4-FFF2-40B4-BE49-F238E27FC236}">
                <a16:creationId xmlns:a16="http://schemas.microsoft.com/office/drawing/2014/main" id="{48744116-B363-4059-BBD7-BC46B91D39AD}"/>
              </a:ext>
            </a:extLst>
          </p:cNvPr>
          <p:cNvSpPr>
            <a:spLocks noGrp="1"/>
          </p:cNvSpPr>
          <p:nvPr/>
        </p:nvSpPr>
        <p:spPr>
          <a:xfrm>
            <a:off x="8727916" y="61416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2" name="02_predicted_pose_5131">
            <a:extLst>
              <a:ext uri="{FF2B5EF4-FFF2-40B4-BE49-F238E27FC236}">
                <a16:creationId xmlns:a16="http://schemas.microsoft.com/office/drawing/2014/main" id="{9EF696B0-8871-4ACB-8D63-4EB0A8E3A2D2}"/>
              </a:ext>
            </a:extLst>
          </p:cNvPr>
          <p:cNvSpPr>
            <a:spLocks noGrp="1"/>
          </p:cNvSpPr>
          <p:nvPr/>
        </p:nvSpPr>
        <p:spPr>
          <a:xfrm>
            <a:off x="8742500" y="613872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3" name="02_predicted_pose_5132">
            <a:extLst>
              <a:ext uri="{FF2B5EF4-FFF2-40B4-BE49-F238E27FC236}">
                <a16:creationId xmlns:a16="http://schemas.microsoft.com/office/drawing/2014/main" id="{AF8F8BEF-16AD-47DB-9C13-F7BE338F6A57}"/>
              </a:ext>
            </a:extLst>
          </p:cNvPr>
          <p:cNvSpPr>
            <a:spLocks noGrp="1"/>
          </p:cNvSpPr>
          <p:nvPr/>
        </p:nvSpPr>
        <p:spPr>
          <a:xfrm>
            <a:off x="8719166" y="59185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4" name="02_predicted_pose_5133">
            <a:extLst>
              <a:ext uri="{FF2B5EF4-FFF2-40B4-BE49-F238E27FC236}">
                <a16:creationId xmlns:a16="http://schemas.microsoft.com/office/drawing/2014/main" id="{A5DCA2BA-5C48-4B68-BD4C-B4DCC2C541A3}"/>
              </a:ext>
            </a:extLst>
          </p:cNvPr>
          <p:cNvSpPr>
            <a:spLocks noGrp="1"/>
          </p:cNvSpPr>
          <p:nvPr/>
        </p:nvSpPr>
        <p:spPr>
          <a:xfrm>
            <a:off x="8748333" y="588016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5" name="02_predicted_pose_5134">
            <a:extLst>
              <a:ext uri="{FF2B5EF4-FFF2-40B4-BE49-F238E27FC236}">
                <a16:creationId xmlns:a16="http://schemas.microsoft.com/office/drawing/2014/main" id="{3B9351E2-8C8D-4122-8AC2-7AA522D03B8D}"/>
              </a:ext>
            </a:extLst>
          </p:cNvPr>
          <p:cNvSpPr>
            <a:spLocks noGrp="1"/>
          </p:cNvSpPr>
          <p:nvPr/>
        </p:nvSpPr>
        <p:spPr>
          <a:xfrm>
            <a:off x="8777501" y="606144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6" name="02_predicted_pose_5135">
            <a:extLst>
              <a:ext uri="{FF2B5EF4-FFF2-40B4-BE49-F238E27FC236}">
                <a16:creationId xmlns:a16="http://schemas.microsoft.com/office/drawing/2014/main" id="{C10CBA9F-6B91-49B3-8695-C8BD23A242E0}"/>
              </a:ext>
            </a:extLst>
          </p:cNvPr>
          <p:cNvSpPr>
            <a:spLocks noGrp="1"/>
          </p:cNvSpPr>
          <p:nvPr/>
        </p:nvSpPr>
        <p:spPr>
          <a:xfrm>
            <a:off x="8758907" y="61211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7" name="02_predicted_pose_5136">
            <a:extLst>
              <a:ext uri="{FF2B5EF4-FFF2-40B4-BE49-F238E27FC236}">
                <a16:creationId xmlns:a16="http://schemas.microsoft.com/office/drawing/2014/main" id="{668F4CD2-6AA7-4889-9E89-40C22892F0DB}"/>
              </a:ext>
            </a:extLst>
          </p:cNvPr>
          <p:cNvSpPr>
            <a:spLocks noGrp="1"/>
          </p:cNvSpPr>
          <p:nvPr/>
        </p:nvSpPr>
        <p:spPr>
          <a:xfrm>
            <a:off x="8592286" y="61337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8" name="02_predicted_pose_5137">
            <a:extLst>
              <a:ext uri="{FF2B5EF4-FFF2-40B4-BE49-F238E27FC236}">
                <a16:creationId xmlns:a16="http://schemas.microsoft.com/office/drawing/2014/main" id="{B55C8199-954F-4F36-BB9E-9CD7CCE31E8A}"/>
              </a:ext>
            </a:extLst>
          </p:cNvPr>
          <p:cNvSpPr>
            <a:spLocks noGrp="1"/>
          </p:cNvSpPr>
          <p:nvPr/>
        </p:nvSpPr>
        <p:spPr>
          <a:xfrm>
            <a:off x="8789168" y="61669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39" name="02_predicted_pose_5138">
            <a:extLst>
              <a:ext uri="{FF2B5EF4-FFF2-40B4-BE49-F238E27FC236}">
                <a16:creationId xmlns:a16="http://schemas.microsoft.com/office/drawing/2014/main" id="{98B7020F-5467-4C04-A4CD-97D8DB3D51A0}"/>
              </a:ext>
            </a:extLst>
          </p:cNvPr>
          <p:cNvSpPr>
            <a:spLocks noGrp="1"/>
          </p:cNvSpPr>
          <p:nvPr/>
        </p:nvSpPr>
        <p:spPr>
          <a:xfrm>
            <a:off x="8622547" y="60869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0" name="02_predicted_pose_5139">
            <a:extLst>
              <a:ext uri="{FF2B5EF4-FFF2-40B4-BE49-F238E27FC236}">
                <a16:creationId xmlns:a16="http://schemas.microsoft.com/office/drawing/2014/main" id="{D882F4C8-FD68-43EB-A753-4A50E992D0FA}"/>
              </a:ext>
            </a:extLst>
          </p:cNvPr>
          <p:cNvSpPr>
            <a:spLocks noGrp="1"/>
          </p:cNvSpPr>
          <p:nvPr/>
        </p:nvSpPr>
        <p:spPr>
          <a:xfrm>
            <a:off x="8768386" y="620560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1" name="02_predicted_pose_5140">
            <a:extLst>
              <a:ext uri="{FF2B5EF4-FFF2-40B4-BE49-F238E27FC236}">
                <a16:creationId xmlns:a16="http://schemas.microsoft.com/office/drawing/2014/main" id="{EE5A7AB6-8531-4078-B74D-2B70C3A561D3}"/>
              </a:ext>
            </a:extLst>
          </p:cNvPr>
          <p:cNvSpPr>
            <a:spLocks noGrp="1"/>
          </p:cNvSpPr>
          <p:nvPr/>
        </p:nvSpPr>
        <p:spPr>
          <a:xfrm>
            <a:off x="8782970" y="60858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2" name="02_predicted_pose_5141">
            <a:extLst>
              <a:ext uri="{FF2B5EF4-FFF2-40B4-BE49-F238E27FC236}">
                <a16:creationId xmlns:a16="http://schemas.microsoft.com/office/drawing/2014/main" id="{27CAF700-5EA3-40C6-B251-3BBE22871CEF}"/>
              </a:ext>
            </a:extLst>
          </p:cNvPr>
          <p:cNvSpPr>
            <a:spLocks noGrp="1"/>
          </p:cNvSpPr>
          <p:nvPr/>
        </p:nvSpPr>
        <p:spPr>
          <a:xfrm>
            <a:off x="8826721" y="61962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3" name="02_predicted_pose_5142">
            <a:extLst>
              <a:ext uri="{FF2B5EF4-FFF2-40B4-BE49-F238E27FC236}">
                <a16:creationId xmlns:a16="http://schemas.microsoft.com/office/drawing/2014/main" id="{947F2C76-C8BB-4ACB-AAB9-F9B1F608F47D}"/>
              </a:ext>
            </a:extLst>
          </p:cNvPr>
          <p:cNvSpPr>
            <a:spLocks noGrp="1"/>
          </p:cNvSpPr>
          <p:nvPr/>
        </p:nvSpPr>
        <p:spPr>
          <a:xfrm>
            <a:off x="8841306" y="58860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4" name="02_predicted_pose_5143">
            <a:extLst>
              <a:ext uri="{FF2B5EF4-FFF2-40B4-BE49-F238E27FC236}">
                <a16:creationId xmlns:a16="http://schemas.microsoft.com/office/drawing/2014/main" id="{0DC25D3A-3C69-4C7F-8E77-0E40E8AE034B}"/>
              </a:ext>
            </a:extLst>
          </p:cNvPr>
          <p:cNvSpPr>
            <a:spLocks noGrp="1"/>
          </p:cNvSpPr>
          <p:nvPr/>
        </p:nvSpPr>
        <p:spPr>
          <a:xfrm>
            <a:off x="8885056" y="58846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5" name="02_predicted_pose_5144">
            <a:extLst>
              <a:ext uri="{FF2B5EF4-FFF2-40B4-BE49-F238E27FC236}">
                <a16:creationId xmlns:a16="http://schemas.microsoft.com/office/drawing/2014/main" id="{C1808769-15D8-45B7-B5D3-1EF5D769B5B4}"/>
              </a:ext>
            </a:extLst>
          </p:cNvPr>
          <p:cNvSpPr>
            <a:spLocks noGrp="1"/>
          </p:cNvSpPr>
          <p:nvPr/>
        </p:nvSpPr>
        <p:spPr>
          <a:xfrm>
            <a:off x="8899641" y="62033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6" name="02_predicted_pose_5145">
            <a:extLst>
              <a:ext uri="{FF2B5EF4-FFF2-40B4-BE49-F238E27FC236}">
                <a16:creationId xmlns:a16="http://schemas.microsoft.com/office/drawing/2014/main" id="{8174C47D-EDFC-493F-A9C0-CB67ED34DBCD}"/>
              </a:ext>
            </a:extLst>
          </p:cNvPr>
          <p:cNvSpPr>
            <a:spLocks noGrp="1"/>
          </p:cNvSpPr>
          <p:nvPr/>
        </p:nvSpPr>
        <p:spPr>
          <a:xfrm>
            <a:off x="8615985" y="62529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7" name="02_predicted_pose_5146">
            <a:extLst>
              <a:ext uri="{FF2B5EF4-FFF2-40B4-BE49-F238E27FC236}">
                <a16:creationId xmlns:a16="http://schemas.microsoft.com/office/drawing/2014/main" id="{93067584-5EB7-424C-B953-1A979436F996}"/>
              </a:ext>
            </a:extLst>
          </p:cNvPr>
          <p:cNvSpPr>
            <a:spLocks noGrp="1"/>
          </p:cNvSpPr>
          <p:nvPr/>
        </p:nvSpPr>
        <p:spPr>
          <a:xfrm>
            <a:off x="8714426" y="62008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8" name="02_predicted_pose_5147">
            <a:extLst>
              <a:ext uri="{FF2B5EF4-FFF2-40B4-BE49-F238E27FC236}">
                <a16:creationId xmlns:a16="http://schemas.microsoft.com/office/drawing/2014/main" id="{84FB3258-7B3A-4FD8-818A-E72446CBDC70}"/>
              </a:ext>
            </a:extLst>
          </p:cNvPr>
          <p:cNvSpPr>
            <a:spLocks noGrp="1"/>
          </p:cNvSpPr>
          <p:nvPr/>
        </p:nvSpPr>
        <p:spPr>
          <a:xfrm>
            <a:off x="8646247" y="572911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49" name="02_predicted_pose_5148">
            <a:extLst>
              <a:ext uri="{FF2B5EF4-FFF2-40B4-BE49-F238E27FC236}">
                <a16:creationId xmlns:a16="http://schemas.microsoft.com/office/drawing/2014/main" id="{9FAD0EA1-5551-43DE-BF16-E91D1E22E9FB}"/>
              </a:ext>
            </a:extLst>
          </p:cNvPr>
          <p:cNvSpPr>
            <a:spLocks noGrp="1"/>
          </p:cNvSpPr>
          <p:nvPr/>
        </p:nvSpPr>
        <p:spPr>
          <a:xfrm>
            <a:off x="8744687" y="59258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0" name="02_predicted_pose_5149">
            <a:extLst>
              <a:ext uri="{FF2B5EF4-FFF2-40B4-BE49-F238E27FC236}">
                <a16:creationId xmlns:a16="http://schemas.microsoft.com/office/drawing/2014/main" id="{882B0B20-704B-46B2-851B-C6DD5F9E82C3}"/>
              </a:ext>
            </a:extLst>
          </p:cNvPr>
          <p:cNvSpPr>
            <a:spLocks noGrp="1"/>
          </p:cNvSpPr>
          <p:nvPr/>
        </p:nvSpPr>
        <p:spPr>
          <a:xfrm>
            <a:off x="8796825" y="584014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1" name="02_predicted_pose_5150">
            <a:extLst>
              <a:ext uri="{FF2B5EF4-FFF2-40B4-BE49-F238E27FC236}">
                <a16:creationId xmlns:a16="http://schemas.microsoft.com/office/drawing/2014/main" id="{A2B1F68C-3202-4373-B228-EE5258538DDD}"/>
              </a:ext>
            </a:extLst>
          </p:cNvPr>
          <p:cNvSpPr>
            <a:spLocks noGrp="1"/>
          </p:cNvSpPr>
          <p:nvPr/>
        </p:nvSpPr>
        <p:spPr>
          <a:xfrm>
            <a:off x="8624735" y="61699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2" name="02_predicted_pose_5151">
            <a:extLst>
              <a:ext uri="{FF2B5EF4-FFF2-40B4-BE49-F238E27FC236}">
                <a16:creationId xmlns:a16="http://schemas.microsoft.com/office/drawing/2014/main" id="{71219C62-A5EF-49EF-A05C-E58CCE82437F}"/>
              </a:ext>
            </a:extLst>
          </p:cNvPr>
          <p:cNvSpPr>
            <a:spLocks noGrp="1"/>
          </p:cNvSpPr>
          <p:nvPr/>
        </p:nvSpPr>
        <p:spPr>
          <a:xfrm>
            <a:off x="8893078" y="60869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3" name="02_predicted_pose_5152">
            <a:extLst>
              <a:ext uri="{FF2B5EF4-FFF2-40B4-BE49-F238E27FC236}">
                <a16:creationId xmlns:a16="http://schemas.microsoft.com/office/drawing/2014/main" id="{3460A0CD-DD45-4329-82F9-B63FA4970F07}"/>
              </a:ext>
            </a:extLst>
          </p:cNvPr>
          <p:cNvSpPr>
            <a:spLocks noGrp="1"/>
          </p:cNvSpPr>
          <p:nvPr/>
        </p:nvSpPr>
        <p:spPr>
          <a:xfrm>
            <a:off x="8760000" y="61257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4" name="02_predicted_pose_5153">
            <a:extLst>
              <a:ext uri="{FF2B5EF4-FFF2-40B4-BE49-F238E27FC236}">
                <a16:creationId xmlns:a16="http://schemas.microsoft.com/office/drawing/2014/main" id="{1DF2E81E-0870-4CF9-A1F4-B09108462667}"/>
              </a:ext>
            </a:extLst>
          </p:cNvPr>
          <p:cNvSpPr>
            <a:spLocks noGrp="1"/>
          </p:cNvSpPr>
          <p:nvPr/>
        </p:nvSpPr>
        <p:spPr>
          <a:xfrm>
            <a:off x="8631298" y="60272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5" name="02_predicted_pose_5154">
            <a:extLst>
              <a:ext uri="{FF2B5EF4-FFF2-40B4-BE49-F238E27FC236}">
                <a16:creationId xmlns:a16="http://schemas.microsoft.com/office/drawing/2014/main" id="{E1CD7DBB-9622-4F1D-A147-D85D6F5461F8}"/>
              </a:ext>
            </a:extLst>
          </p:cNvPr>
          <p:cNvSpPr>
            <a:spLocks noGrp="1"/>
          </p:cNvSpPr>
          <p:nvPr/>
        </p:nvSpPr>
        <p:spPr>
          <a:xfrm>
            <a:off x="8675050" y="59856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6" name="02_predicted_pose_5155">
            <a:extLst>
              <a:ext uri="{FF2B5EF4-FFF2-40B4-BE49-F238E27FC236}">
                <a16:creationId xmlns:a16="http://schemas.microsoft.com/office/drawing/2014/main" id="{89714868-1B19-4A65-AE24-5C8599119DBB}"/>
              </a:ext>
            </a:extLst>
          </p:cNvPr>
          <p:cNvSpPr>
            <a:spLocks noGrp="1"/>
          </p:cNvSpPr>
          <p:nvPr/>
        </p:nvSpPr>
        <p:spPr>
          <a:xfrm>
            <a:off x="8718801" y="62645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7" name="02_predicted_pose_5156">
            <a:extLst>
              <a:ext uri="{FF2B5EF4-FFF2-40B4-BE49-F238E27FC236}">
                <a16:creationId xmlns:a16="http://schemas.microsoft.com/office/drawing/2014/main" id="{83A74F5C-387C-4B48-A930-CBEF5EC7CECB}"/>
              </a:ext>
            </a:extLst>
          </p:cNvPr>
          <p:cNvSpPr>
            <a:spLocks noGrp="1"/>
          </p:cNvSpPr>
          <p:nvPr/>
        </p:nvSpPr>
        <p:spPr>
          <a:xfrm>
            <a:off x="8903287" y="61631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8" name="02_predicted_pose_5157">
            <a:extLst>
              <a:ext uri="{FF2B5EF4-FFF2-40B4-BE49-F238E27FC236}">
                <a16:creationId xmlns:a16="http://schemas.microsoft.com/office/drawing/2014/main" id="{BB100F1C-0486-4402-B8EF-C382F70E4848}"/>
              </a:ext>
            </a:extLst>
          </p:cNvPr>
          <p:cNvSpPr>
            <a:spLocks noGrp="1"/>
          </p:cNvSpPr>
          <p:nvPr/>
        </p:nvSpPr>
        <p:spPr>
          <a:xfrm>
            <a:off x="8583535" y="60853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59" name="02_predicted_pose_5158">
            <a:extLst>
              <a:ext uri="{FF2B5EF4-FFF2-40B4-BE49-F238E27FC236}">
                <a16:creationId xmlns:a16="http://schemas.microsoft.com/office/drawing/2014/main" id="{E04C9153-8B39-4DEC-A99D-9200EBBEB4C0}"/>
              </a:ext>
            </a:extLst>
          </p:cNvPr>
          <p:cNvSpPr>
            <a:spLocks noGrp="1"/>
          </p:cNvSpPr>
          <p:nvPr/>
        </p:nvSpPr>
        <p:spPr>
          <a:xfrm>
            <a:off x="8805575" y="61838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0" name="02_predicted_pose_5159">
            <a:extLst>
              <a:ext uri="{FF2B5EF4-FFF2-40B4-BE49-F238E27FC236}">
                <a16:creationId xmlns:a16="http://schemas.microsoft.com/office/drawing/2014/main" id="{9EF1453F-EA27-4A38-9C14-BE1335BEAE5E}"/>
              </a:ext>
            </a:extLst>
          </p:cNvPr>
          <p:cNvSpPr>
            <a:spLocks noGrp="1"/>
          </p:cNvSpPr>
          <p:nvPr/>
        </p:nvSpPr>
        <p:spPr>
          <a:xfrm>
            <a:off x="8904016" y="607486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1" name="02_predicted_pose_5160">
            <a:extLst>
              <a:ext uri="{FF2B5EF4-FFF2-40B4-BE49-F238E27FC236}">
                <a16:creationId xmlns:a16="http://schemas.microsoft.com/office/drawing/2014/main" id="{76FA3250-42F6-4AD4-AC6A-9DDB6C819FEB}"/>
              </a:ext>
            </a:extLst>
          </p:cNvPr>
          <p:cNvSpPr>
            <a:spLocks noGrp="1"/>
          </p:cNvSpPr>
          <p:nvPr/>
        </p:nvSpPr>
        <p:spPr>
          <a:xfrm>
            <a:off x="8724999" y="57535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2" name="02_predicted_pose_5161">
            <a:extLst>
              <a:ext uri="{FF2B5EF4-FFF2-40B4-BE49-F238E27FC236}">
                <a16:creationId xmlns:a16="http://schemas.microsoft.com/office/drawing/2014/main" id="{3FB3C9D7-FE9A-4C84-ACB2-596E60201BCA}"/>
              </a:ext>
            </a:extLst>
          </p:cNvPr>
          <p:cNvSpPr>
            <a:spLocks noGrp="1"/>
          </p:cNvSpPr>
          <p:nvPr/>
        </p:nvSpPr>
        <p:spPr>
          <a:xfrm>
            <a:off x="8739583" y="59156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3" name="02_predicted_pose_5162">
            <a:extLst>
              <a:ext uri="{FF2B5EF4-FFF2-40B4-BE49-F238E27FC236}">
                <a16:creationId xmlns:a16="http://schemas.microsoft.com/office/drawing/2014/main" id="{6CBA15C6-826B-4809-9C59-D0924B4B3C60}"/>
              </a:ext>
            </a:extLst>
          </p:cNvPr>
          <p:cNvSpPr>
            <a:spLocks noGrp="1"/>
          </p:cNvSpPr>
          <p:nvPr/>
        </p:nvSpPr>
        <p:spPr>
          <a:xfrm>
            <a:off x="8656820" y="59849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4" name="02_predicted_pose_5163">
            <a:extLst>
              <a:ext uri="{FF2B5EF4-FFF2-40B4-BE49-F238E27FC236}">
                <a16:creationId xmlns:a16="http://schemas.microsoft.com/office/drawing/2014/main" id="{CDDF9162-FE88-4004-BA31-2CCA15EC699A}"/>
              </a:ext>
            </a:extLst>
          </p:cNvPr>
          <p:cNvSpPr>
            <a:spLocks noGrp="1"/>
          </p:cNvSpPr>
          <p:nvPr/>
        </p:nvSpPr>
        <p:spPr>
          <a:xfrm>
            <a:off x="8671403" y="60230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5" name="02_predicted_pose_5164">
            <a:extLst>
              <a:ext uri="{FF2B5EF4-FFF2-40B4-BE49-F238E27FC236}">
                <a16:creationId xmlns:a16="http://schemas.microsoft.com/office/drawing/2014/main" id="{AAB96EBA-FB94-40CC-B736-D6CBFF1AC56E}"/>
              </a:ext>
            </a:extLst>
          </p:cNvPr>
          <p:cNvSpPr>
            <a:spLocks noGrp="1"/>
          </p:cNvSpPr>
          <p:nvPr/>
        </p:nvSpPr>
        <p:spPr>
          <a:xfrm>
            <a:off x="8685987" y="600699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6" name="02_predicted_pose_5165">
            <a:extLst>
              <a:ext uri="{FF2B5EF4-FFF2-40B4-BE49-F238E27FC236}">
                <a16:creationId xmlns:a16="http://schemas.microsoft.com/office/drawing/2014/main" id="{D29B8FA4-C33D-47CD-A3FE-5ABB833C32F8}"/>
              </a:ext>
            </a:extLst>
          </p:cNvPr>
          <p:cNvSpPr>
            <a:spLocks noGrp="1"/>
          </p:cNvSpPr>
          <p:nvPr/>
        </p:nvSpPr>
        <p:spPr>
          <a:xfrm>
            <a:off x="8700571" y="60026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7" name="02_predicted_pose_5166">
            <a:extLst>
              <a:ext uri="{FF2B5EF4-FFF2-40B4-BE49-F238E27FC236}">
                <a16:creationId xmlns:a16="http://schemas.microsoft.com/office/drawing/2014/main" id="{169412C8-A107-44F7-A396-0FB8DCC79A7F}"/>
              </a:ext>
            </a:extLst>
          </p:cNvPr>
          <p:cNvSpPr>
            <a:spLocks noGrp="1"/>
          </p:cNvSpPr>
          <p:nvPr/>
        </p:nvSpPr>
        <p:spPr>
          <a:xfrm>
            <a:off x="8715155" y="596935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8" name="02_predicted_pose_5167">
            <a:extLst>
              <a:ext uri="{FF2B5EF4-FFF2-40B4-BE49-F238E27FC236}">
                <a16:creationId xmlns:a16="http://schemas.microsoft.com/office/drawing/2014/main" id="{13B03A93-8146-4F5E-91C8-CC638B05280A}"/>
              </a:ext>
            </a:extLst>
          </p:cNvPr>
          <p:cNvSpPr>
            <a:spLocks noGrp="1"/>
          </p:cNvSpPr>
          <p:nvPr/>
        </p:nvSpPr>
        <p:spPr>
          <a:xfrm>
            <a:off x="8729739" y="60654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69" name="02_predicted_pose_5168">
            <a:extLst>
              <a:ext uri="{FF2B5EF4-FFF2-40B4-BE49-F238E27FC236}">
                <a16:creationId xmlns:a16="http://schemas.microsoft.com/office/drawing/2014/main" id="{7E20345B-8D7B-42D0-8759-22ED29652383}"/>
              </a:ext>
            </a:extLst>
          </p:cNvPr>
          <p:cNvSpPr>
            <a:spLocks noGrp="1"/>
          </p:cNvSpPr>
          <p:nvPr/>
        </p:nvSpPr>
        <p:spPr>
          <a:xfrm>
            <a:off x="8744322" y="612409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0" name="02_predicted_pose_5169">
            <a:extLst>
              <a:ext uri="{FF2B5EF4-FFF2-40B4-BE49-F238E27FC236}">
                <a16:creationId xmlns:a16="http://schemas.microsoft.com/office/drawing/2014/main" id="{293CDF21-BF93-4377-B1CE-E91DD77089FB}"/>
              </a:ext>
            </a:extLst>
          </p:cNvPr>
          <p:cNvSpPr>
            <a:spLocks noGrp="1"/>
          </p:cNvSpPr>
          <p:nvPr/>
        </p:nvSpPr>
        <p:spPr>
          <a:xfrm>
            <a:off x="8758907" y="60434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1" name="02_predicted_pose_5170">
            <a:extLst>
              <a:ext uri="{FF2B5EF4-FFF2-40B4-BE49-F238E27FC236}">
                <a16:creationId xmlns:a16="http://schemas.microsoft.com/office/drawing/2014/main" id="{60C2FF33-BA92-463F-8477-3275A7C66F1E}"/>
              </a:ext>
            </a:extLst>
          </p:cNvPr>
          <p:cNvSpPr>
            <a:spLocks noGrp="1"/>
          </p:cNvSpPr>
          <p:nvPr/>
        </p:nvSpPr>
        <p:spPr>
          <a:xfrm>
            <a:off x="8773490" y="61013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2" name="02_predicted_pose_5171">
            <a:extLst>
              <a:ext uri="{FF2B5EF4-FFF2-40B4-BE49-F238E27FC236}">
                <a16:creationId xmlns:a16="http://schemas.microsoft.com/office/drawing/2014/main" id="{2FE546D1-50A6-4C59-8BAF-BE933FBAB1B4}"/>
              </a:ext>
            </a:extLst>
          </p:cNvPr>
          <p:cNvSpPr>
            <a:spLocks noGrp="1"/>
          </p:cNvSpPr>
          <p:nvPr/>
        </p:nvSpPr>
        <p:spPr>
          <a:xfrm>
            <a:off x="8788074" y="60287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3" name="02_predicted_pose_5172">
            <a:extLst>
              <a:ext uri="{FF2B5EF4-FFF2-40B4-BE49-F238E27FC236}">
                <a16:creationId xmlns:a16="http://schemas.microsoft.com/office/drawing/2014/main" id="{76B1A0F9-EF30-4044-B33C-2B4FBDEAD5A8}"/>
              </a:ext>
            </a:extLst>
          </p:cNvPr>
          <p:cNvSpPr>
            <a:spLocks noGrp="1"/>
          </p:cNvSpPr>
          <p:nvPr/>
        </p:nvSpPr>
        <p:spPr>
          <a:xfrm>
            <a:off x="8671039" y="60045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4" name="02_predicted_pose_5173">
            <a:extLst>
              <a:ext uri="{FF2B5EF4-FFF2-40B4-BE49-F238E27FC236}">
                <a16:creationId xmlns:a16="http://schemas.microsoft.com/office/drawing/2014/main" id="{FCAB7230-E6DD-4423-8BEE-30ECF85F41A3}"/>
              </a:ext>
            </a:extLst>
          </p:cNvPr>
          <p:cNvSpPr>
            <a:spLocks noGrp="1"/>
          </p:cNvSpPr>
          <p:nvPr/>
        </p:nvSpPr>
        <p:spPr>
          <a:xfrm>
            <a:off x="8873389" y="625660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5" name="02_predicted_pose_5174">
            <a:extLst>
              <a:ext uri="{FF2B5EF4-FFF2-40B4-BE49-F238E27FC236}">
                <a16:creationId xmlns:a16="http://schemas.microsoft.com/office/drawing/2014/main" id="{387ED29E-FB09-4EED-BB40-0B1F530D7C93}"/>
              </a:ext>
            </a:extLst>
          </p:cNvPr>
          <p:cNvSpPr>
            <a:spLocks noGrp="1"/>
          </p:cNvSpPr>
          <p:nvPr/>
        </p:nvSpPr>
        <p:spPr>
          <a:xfrm>
            <a:off x="8737031" y="62532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6" name="02_predicted_pose_5175">
            <a:extLst>
              <a:ext uri="{FF2B5EF4-FFF2-40B4-BE49-F238E27FC236}">
                <a16:creationId xmlns:a16="http://schemas.microsoft.com/office/drawing/2014/main" id="{4DFE2C80-B837-423D-AE14-10E0634E0159}"/>
              </a:ext>
            </a:extLst>
          </p:cNvPr>
          <p:cNvSpPr>
            <a:spLocks noGrp="1"/>
          </p:cNvSpPr>
          <p:nvPr/>
        </p:nvSpPr>
        <p:spPr>
          <a:xfrm>
            <a:off x="8622912" y="59973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7" name="02_predicted_pose_5176">
            <a:extLst>
              <a:ext uri="{FF2B5EF4-FFF2-40B4-BE49-F238E27FC236}">
                <a16:creationId xmlns:a16="http://schemas.microsoft.com/office/drawing/2014/main" id="{80B59819-1729-49A7-B1B0-E286A2C0B6E5}"/>
              </a:ext>
            </a:extLst>
          </p:cNvPr>
          <p:cNvSpPr>
            <a:spLocks noGrp="1"/>
          </p:cNvSpPr>
          <p:nvPr/>
        </p:nvSpPr>
        <p:spPr>
          <a:xfrm>
            <a:off x="8751615" y="622633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8" name="02_predicted_pose_5177">
            <a:extLst>
              <a:ext uri="{FF2B5EF4-FFF2-40B4-BE49-F238E27FC236}">
                <a16:creationId xmlns:a16="http://schemas.microsoft.com/office/drawing/2014/main" id="{61E5252D-1F05-4C1F-9D87-E37BF47A4D29}"/>
              </a:ext>
            </a:extLst>
          </p:cNvPr>
          <p:cNvSpPr>
            <a:spLocks noGrp="1"/>
          </p:cNvSpPr>
          <p:nvPr/>
        </p:nvSpPr>
        <p:spPr>
          <a:xfrm>
            <a:off x="8865004" y="58850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79" name="02_predicted_pose_5178">
            <a:extLst>
              <a:ext uri="{FF2B5EF4-FFF2-40B4-BE49-F238E27FC236}">
                <a16:creationId xmlns:a16="http://schemas.microsoft.com/office/drawing/2014/main" id="{7FE9A3A4-0FCE-43CE-9E2C-21B7E3F768A4}"/>
              </a:ext>
            </a:extLst>
          </p:cNvPr>
          <p:cNvSpPr>
            <a:spLocks noGrp="1"/>
          </p:cNvSpPr>
          <p:nvPr/>
        </p:nvSpPr>
        <p:spPr>
          <a:xfrm>
            <a:off x="8923339" y="61170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0" name="02_predicted_pose_5179">
            <a:extLst>
              <a:ext uri="{FF2B5EF4-FFF2-40B4-BE49-F238E27FC236}">
                <a16:creationId xmlns:a16="http://schemas.microsoft.com/office/drawing/2014/main" id="{054B4066-DF74-475D-8CB0-D8CF9C315E29}"/>
              </a:ext>
            </a:extLst>
          </p:cNvPr>
          <p:cNvSpPr>
            <a:spLocks noGrp="1"/>
          </p:cNvSpPr>
          <p:nvPr/>
        </p:nvSpPr>
        <p:spPr>
          <a:xfrm>
            <a:off x="8704582" y="597386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1" name="02_predicted_pose_5180">
            <a:extLst>
              <a:ext uri="{FF2B5EF4-FFF2-40B4-BE49-F238E27FC236}">
                <a16:creationId xmlns:a16="http://schemas.microsoft.com/office/drawing/2014/main" id="{55B3A920-EEE7-491F-98D2-F9FE91B06612}"/>
              </a:ext>
            </a:extLst>
          </p:cNvPr>
          <p:cNvSpPr>
            <a:spLocks noGrp="1"/>
          </p:cNvSpPr>
          <p:nvPr/>
        </p:nvSpPr>
        <p:spPr>
          <a:xfrm>
            <a:off x="8733749" y="604041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2" name="02_predicted_pose_5181">
            <a:extLst>
              <a:ext uri="{FF2B5EF4-FFF2-40B4-BE49-F238E27FC236}">
                <a16:creationId xmlns:a16="http://schemas.microsoft.com/office/drawing/2014/main" id="{89D5D1E3-FA01-4514-A9CF-8B793C322ECE}"/>
              </a:ext>
            </a:extLst>
          </p:cNvPr>
          <p:cNvSpPr>
            <a:spLocks noGrp="1"/>
          </p:cNvSpPr>
          <p:nvPr/>
        </p:nvSpPr>
        <p:spPr>
          <a:xfrm>
            <a:off x="8777501" y="593693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3" name="02_predicted_pose_5182">
            <a:extLst>
              <a:ext uri="{FF2B5EF4-FFF2-40B4-BE49-F238E27FC236}">
                <a16:creationId xmlns:a16="http://schemas.microsoft.com/office/drawing/2014/main" id="{DB6B45B4-F832-4786-986F-887E22BC64DA}"/>
              </a:ext>
            </a:extLst>
          </p:cNvPr>
          <p:cNvSpPr>
            <a:spLocks noGrp="1"/>
          </p:cNvSpPr>
          <p:nvPr/>
        </p:nvSpPr>
        <p:spPr>
          <a:xfrm>
            <a:off x="8806668" y="59709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4" name="02_predicted_pose_5183">
            <a:extLst>
              <a:ext uri="{FF2B5EF4-FFF2-40B4-BE49-F238E27FC236}">
                <a16:creationId xmlns:a16="http://schemas.microsoft.com/office/drawing/2014/main" id="{F95A520D-9812-4BB2-8297-B161E25BA764}"/>
              </a:ext>
            </a:extLst>
          </p:cNvPr>
          <p:cNvSpPr>
            <a:spLocks noGrp="1"/>
          </p:cNvSpPr>
          <p:nvPr/>
        </p:nvSpPr>
        <p:spPr>
          <a:xfrm>
            <a:off x="8821252" y="601642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5" name="02_predicted_pose_5184">
            <a:extLst>
              <a:ext uri="{FF2B5EF4-FFF2-40B4-BE49-F238E27FC236}">
                <a16:creationId xmlns:a16="http://schemas.microsoft.com/office/drawing/2014/main" id="{42723D7E-A19B-4097-933A-3EB598D96B8A}"/>
              </a:ext>
            </a:extLst>
          </p:cNvPr>
          <p:cNvSpPr>
            <a:spLocks noGrp="1"/>
          </p:cNvSpPr>
          <p:nvPr/>
        </p:nvSpPr>
        <p:spPr>
          <a:xfrm>
            <a:off x="8718801" y="59777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6" name="02_predicted_pose_5185">
            <a:extLst>
              <a:ext uri="{FF2B5EF4-FFF2-40B4-BE49-F238E27FC236}">
                <a16:creationId xmlns:a16="http://schemas.microsoft.com/office/drawing/2014/main" id="{5B8EC8EE-9A1C-45F1-A441-0B14CB606EF3}"/>
              </a:ext>
            </a:extLst>
          </p:cNvPr>
          <p:cNvSpPr>
            <a:spLocks noGrp="1"/>
          </p:cNvSpPr>
          <p:nvPr/>
        </p:nvSpPr>
        <p:spPr>
          <a:xfrm>
            <a:off x="8827450" y="618134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7" name="02_predicted_pose_5186">
            <a:extLst>
              <a:ext uri="{FF2B5EF4-FFF2-40B4-BE49-F238E27FC236}">
                <a16:creationId xmlns:a16="http://schemas.microsoft.com/office/drawing/2014/main" id="{1D5B9269-14D4-4277-A725-22212D4CFB1D}"/>
              </a:ext>
            </a:extLst>
          </p:cNvPr>
          <p:cNvSpPr>
            <a:spLocks noGrp="1"/>
          </p:cNvSpPr>
          <p:nvPr/>
        </p:nvSpPr>
        <p:spPr>
          <a:xfrm>
            <a:off x="8856618" y="62369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8" name="02_predicted_pose_5187">
            <a:extLst>
              <a:ext uri="{FF2B5EF4-FFF2-40B4-BE49-F238E27FC236}">
                <a16:creationId xmlns:a16="http://schemas.microsoft.com/office/drawing/2014/main" id="{3AA5A9F2-5F5E-4B52-97B3-7BACF72927FD}"/>
              </a:ext>
            </a:extLst>
          </p:cNvPr>
          <p:cNvSpPr>
            <a:spLocks noGrp="1"/>
          </p:cNvSpPr>
          <p:nvPr/>
        </p:nvSpPr>
        <p:spPr>
          <a:xfrm>
            <a:off x="8885786" y="618574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89" name="02_predicted_pose_5188">
            <a:extLst>
              <a:ext uri="{FF2B5EF4-FFF2-40B4-BE49-F238E27FC236}">
                <a16:creationId xmlns:a16="http://schemas.microsoft.com/office/drawing/2014/main" id="{E6CEC995-8084-4565-80B1-A1E99341793E}"/>
              </a:ext>
            </a:extLst>
          </p:cNvPr>
          <p:cNvSpPr>
            <a:spLocks noGrp="1"/>
          </p:cNvSpPr>
          <p:nvPr/>
        </p:nvSpPr>
        <p:spPr>
          <a:xfrm>
            <a:off x="8914954" y="61795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0" name="02_predicted_pose_5189">
            <a:extLst>
              <a:ext uri="{FF2B5EF4-FFF2-40B4-BE49-F238E27FC236}">
                <a16:creationId xmlns:a16="http://schemas.microsoft.com/office/drawing/2014/main" id="{5122D37B-BCEA-4198-9E25-07550DF33E4D}"/>
              </a:ext>
            </a:extLst>
          </p:cNvPr>
          <p:cNvSpPr>
            <a:spLocks noGrp="1"/>
          </p:cNvSpPr>
          <p:nvPr/>
        </p:nvSpPr>
        <p:spPr>
          <a:xfrm>
            <a:off x="8670674" y="61833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1" name="02_predicted_pose_5190">
            <a:extLst>
              <a:ext uri="{FF2B5EF4-FFF2-40B4-BE49-F238E27FC236}">
                <a16:creationId xmlns:a16="http://schemas.microsoft.com/office/drawing/2014/main" id="{5B44AAFA-B592-4FB2-88C0-7CF633F21BE8}"/>
              </a:ext>
            </a:extLst>
          </p:cNvPr>
          <p:cNvSpPr>
            <a:spLocks noGrp="1"/>
          </p:cNvSpPr>
          <p:nvPr/>
        </p:nvSpPr>
        <p:spPr>
          <a:xfrm>
            <a:off x="8685258" y="623461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2" name="02_predicted_pose_5191">
            <a:extLst>
              <a:ext uri="{FF2B5EF4-FFF2-40B4-BE49-F238E27FC236}">
                <a16:creationId xmlns:a16="http://schemas.microsoft.com/office/drawing/2014/main" id="{04BFE38F-E224-4E7E-94FA-62A3ABB8B54B}"/>
              </a:ext>
            </a:extLst>
          </p:cNvPr>
          <p:cNvSpPr>
            <a:spLocks noGrp="1"/>
          </p:cNvSpPr>
          <p:nvPr/>
        </p:nvSpPr>
        <p:spPr>
          <a:xfrm>
            <a:off x="8714426" y="6232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3" name="02_predicted_pose_5192">
            <a:extLst>
              <a:ext uri="{FF2B5EF4-FFF2-40B4-BE49-F238E27FC236}">
                <a16:creationId xmlns:a16="http://schemas.microsoft.com/office/drawing/2014/main" id="{9ED8C28B-A137-42F8-9FA3-D21DBE497E85}"/>
              </a:ext>
            </a:extLst>
          </p:cNvPr>
          <p:cNvSpPr>
            <a:spLocks noGrp="1"/>
          </p:cNvSpPr>
          <p:nvPr/>
        </p:nvSpPr>
        <p:spPr>
          <a:xfrm>
            <a:off x="8743593" y="613306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4" name="02_predicted_pose_5193">
            <a:extLst>
              <a:ext uri="{FF2B5EF4-FFF2-40B4-BE49-F238E27FC236}">
                <a16:creationId xmlns:a16="http://schemas.microsoft.com/office/drawing/2014/main" id="{97EF5A71-15B1-4D0E-BC59-66E694B42329}"/>
              </a:ext>
            </a:extLst>
          </p:cNvPr>
          <p:cNvSpPr>
            <a:spLocks noGrp="1"/>
          </p:cNvSpPr>
          <p:nvPr/>
        </p:nvSpPr>
        <p:spPr>
          <a:xfrm>
            <a:off x="8772761" y="616915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5" name="02_predicted_pose_5194">
            <a:extLst>
              <a:ext uri="{FF2B5EF4-FFF2-40B4-BE49-F238E27FC236}">
                <a16:creationId xmlns:a16="http://schemas.microsoft.com/office/drawing/2014/main" id="{0BE0FFDD-A468-450B-9B43-87CDE70AE5F7}"/>
              </a:ext>
            </a:extLst>
          </p:cNvPr>
          <p:cNvSpPr>
            <a:spLocks noGrp="1"/>
          </p:cNvSpPr>
          <p:nvPr/>
        </p:nvSpPr>
        <p:spPr>
          <a:xfrm>
            <a:off x="8799012" y="56520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6" name="02_predicted_pose_5195">
            <a:extLst>
              <a:ext uri="{FF2B5EF4-FFF2-40B4-BE49-F238E27FC236}">
                <a16:creationId xmlns:a16="http://schemas.microsoft.com/office/drawing/2014/main" id="{9ADA3383-217F-42DE-B644-DCBD378D6971}"/>
              </a:ext>
            </a:extLst>
          </p:cNvPr>
          <p:cNvSpPr>
            <a:spLocks noGrp="1"/>
          </p:cNvSpPr>
          <p:nvPr/>
        </p:nvSpPr>
        <p:spPr>
          <a:xfrm>
            <a:off x="8813596" y="581470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7" name="02_predicted_pose_5196">
            <a:extLst>
              <a:ext uri="{FF2B5EF4-FFF2-40B4-BE49-F238E27FC236}">
                <a16:creationId xmlns:a16="http://schemas.microsoft.com/office/drawing/2014/main" id="{DC59DF0C-BCD5-4B96-AEC2-359B37D4DFED}"/>
              </a:ext>
            </a:extLst>
          </p:cNvPr>
          <p:cNvSpPr>
            <a:spLocks noGrp="1"/>
          </p:cNvSpPr>
          <p:nvPr/>
        </p:nvSpPr>
        <p:spPr>
          <a:xfrm>
            <a:off x="8740677" y="59440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8" name="02_predicted_pose_5197">
            <a:extLst>
              <a:ext uri="{FF2B5EF4-FFF2-40B4-BE49-F238E27FC236}">
                <a16:creationId xmlns:a16="http://schemas.microsoft.com/office/drawing/2014/main" id="{F763F628-5593-4266-9D96-0451F30130CA}"/>
              </a:ext>
            </a:extLst>
          </p:cNvPr>
          <p:cNvSpPr>
            <a:spLocks noGrp="1"/>
          </p:cNvSpPr>
          <p:nvPr/>
        </p:nvSpPr>
        <p:spPr>
          <a:xfrm>
            <a:off x="8684894" y="620547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899" name="02_predicted_pose_5198">
            <a:extLst>
              <a:ext uri="{FF2B5EF4-FFF2-40B4-BE49-F238E27FC236}">
                <a16:creationId xmlns:a16="http://schemas.microsoft.com/office/drawing/2014/main" id="{7654B53C-0CF5-4923-A2C3-9BCF38D3D123}"/>
              </a:ext>
            </a:extLst>
          </p:cNvPr>
          <p:cNvSpPr>
            <a:spLocks noGrp="1"/>
          </p:cNvSpPr>
          <p:nvPr/>
        </p:nvSpPr>
        <p:spPr>
          <a:xfrm>
            <a:off x="8596661" y="616365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0" name="02_predicted_pose_5199">
            <a:extLst>
              <a:ext uri="{FF2B5EF4-FFF2-40B4-BE49-F238E27FC236}">
                <a16:creationId xmlns:a16="http://schemas.microsoft.com/office/drawing/2014/main" id="{90A6DBF7-B26B-49BE-A490-00628BCC9570}"/>
              </a:ext>
            </a:extLst>
          </p:cNvPr>
          <p:cNvSpPr>
            <a:spLocks noGrp="1"/>
          </p:cNvSpPr>
          <p:nvPr/>
        </p:nvSpPr>
        <p:spPr>
          <a:xfrm>
            <a:off x="8854795" y="57774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1" name="02_predicted_pose_5200">
            <a:extLst>
              <a:ext uri="{FF2B5EF4-FFF2-40B4-BE49-F238E27FC236}">
                <a16:creationId xmlns:a16="http://schemas.microsoft.com/office/drawing/2014/main" id="{C6616CE1-C3C8-4F4E-927E-CAAD2D1C72B8}"/>
              </a:ext>
            </a:extLst>
          </p:cNvPr>
          <p:cNvSpPr>
            <a:spLocks noGrp="1"/>
          </p:cNvSpPr>
          <p:nvPr/>
        </p:nvSpPr>
        <p:spPr>
          <a:xfrm>
            <a:off x="8809221" y="537811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2" name="02_predicted_pose_5201">
            <a:extLst>
              <a:ext uri="{FF2B5EF4-FFF2-40B4-BE49-F238E27FC236}">
                <a16:creationId xmlns:a16="http://schemas.microsoft.com/office/drawing/2014/main" id="{5EC6525C-5F0C-4AFE-BEF5-922910A46BE9}"/>
              </a:ext>
            </a:extLst>
          </p:cNvPr>
          <p:cNvSpPr>
            <a:spLocks noGrp="1"/>
          </p:cNvSpPr>
          <p:nvPr/>
        </p:nvSpPr>
        <p:spPr>
          <a:xfrm>
            <a:off x="8823805" y="546459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3" name="02_predicted_pose_5202">
            <a:extLst>
              <a:ext uri="{FF2B5EF4-FFF2-40B4-BE49-F238E27FC236}">
                <a16:creationId xmlns:a16="http://schemas.microsoft.com/office/drawing/2014/main" id="{326680F7-6103-490A-A531-2CE3722345A7}"/>
              </a:ext>
            </a:extLst>
          </p:cNvPr>
          <p:cNvSpPr>
            <a:spLocks noGrp="1"/>
          </p:cNvSpPr>
          <p:nvPr/>
        </p:nvSpPr>
        <p:spPr>
          <a:xfrm>
            <a:off x="8618537" y="613604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4" name="02_predicted_pose_5203">
            <a:extLst>
              <a:ext uri="{FF2B5EF4-FFF2-40B4-BE49-F238E27FC236}">
                <a16:creationId xmlns:a16="http://schemas.microsoft.com/office/drawing/2014/main" id="{541D8746-2A4A-4BA5-AAAB-0E4C67D41772}"/>
              </a:ext>
            </a:extLst>
          </p:cNvPr>
          <p:cNvSpPr>
            <a:spLocks noGrp="1"/>
          </p:cNvSpPr>
          <p:nvPr/>
        </p:nvSpPr>
        <p:spPr>
          <a:xfrm>
            <a:off x="8809585" y="62596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5" name="02_predicted_pose_5204">
            <a:extLst>
              <a:ext uri="{FF2B5EF4-FFF2-40B4-BE49-F238E27FC236}">
                <a16:creationId xmlns:a16="http://schemas.microsoft.com/office/drawing/2014/main" id="{4A87FFC0-9EB2-40E2-A6DA-1FBB12BDA7F0}"/>
              </a:ext>
            </a:extLst>
          </p:cNvPr>
          <p:cNvSpPr>
            <a:spLocks noGrp="1"/>
          </p:cNvSpPr>
          <p:nvPr/>
        </p:nvSpPr>
        <p:spPr>
          <a:xfrm>
            <a:off x="8824170" y="62266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6" name="02_predicted_pose_5205">
            <a:extLst>
              <a:ext uri="{FF2B5EF4-FFF2-40B4-BE49-F238E27FC236}">
                <a16:creationId xmlns:a16="http://schemas.microsoft.com/office/drawing/2014/main" id="{C846945A-8319-433E-BCAF-5DC9F1D9E59B}"/>
              </a:ext>
            </a:extLst>
          </p:cNvPr>
          <p:cNvSpPr>
            <a:spLocks noGrp="1"/>
          </p:cNvSpPr>
          <p:nvPr/>
        </p:nvSpPr>
        <p:spPr>
          <a:xfrm>
            <a:off x="8838753" y="626502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7" name="02_predicted_pose_5206">
            <a:extLst>
              <a:ext uri="{FF2B5EF4-FFF2-40B4-BE49-F238E27FC236}">
                <a16:creationId xmlns:a16="http://schemas.microsoft.com/office/drawing/2014/main" id="{6D37BF65-8747-4FD5-A57C-4E3E113E442F}"/>
              </a:ext>
            </a:extLst>
          </p:cNvPr>
          <p:cNvSpPr>
            <a:spLocks noGrp="1"/>
          </p:cNvSpPr>
          <p:nvPr/>
        </p:nvSpPr>
        <p:spPr>
          <a:xfrm>
            <a:off x="8853337" y="58784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8" name="02_predicted_pose_5207">
            <a:extLst>
              <a:ext uri="{FF2B5EF4-FFF2-40B4-BE49-F238E27FC236}">
                <a16:creationId xmlns:a16="http://schemas.microsoft.com/office/drawing/2014/main" id="{8B051A90-6F9C-442E-B3AF-6BE169C34B2C}"/>
              </a:ext>
            </a:extLst>
          </p:cNvPr>
          <p:cNvSpPr>
            <a:spLocks noGrp="1"/>
          </p:cNvSpPr>
          <p:nvPr/>
        </p:nvSpPr>
        <p:spPr>
          <a:xfrm>
            <a:off x="8867920" y="626368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09" name="02_predicted_pose_5208">
            <a:extLst>
              <a:ext uri="{FF2B5EF4-FFF2-40B4-BE49-F238E27FC236}">
                <a16:creationId xmlns:a16="http://schemas.microsoft.com/office/drawing/2014/main" id="{31105DB7-07C4-4ADF-B857-920BCF7313E3}"/>
              </a:ext>
            </a:extLst>
          </p:cNvPr>
          <p:cNvSpPr>
            <a:spLocks noGrp="1"/>
          </p:cNvSpPr>
          <p:nvPr/>
        </p:nvSpPr>
        <p:spPr>
          <a:xfrm>
            <a:off x="8684528" y="55397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0" name="02_predicted_pose_5209">
            <a:extLst>
              <a:ext uri="{FF2B5EF4-FFF2-40B4-BE49-F238E27FC236}">
                <a16:creationId xmlns:a16="http://schemas.microsoft.com/office/drawing/2014/main" id="{041961BD-57D4-49B8-B759-6B1B0CEE906A}"/>
              </a:ext>
            </a:extLst>
          </p:cNvPr>
          <p:cNvSpPr>
            <a:spLocks noGrp="1"/>
          </p:cNvSpPr>
          <p:nvPr/>
        </p:nvSpPr>
        <p:spPr>
          <a:xfrm>
            <a:off x="8772761" y="596405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1" name="02_predicted_pose_5210">
            <a:extLst>
              <a:ext uri="{FF2B5EF4-FFF2-40B4-BE49-F238E27FC236}">
                <a16:creationId xmlns:a16="http://schemas.microsoft.com/office/drawing/2014/main" id="{F9C60AE8-24CD-46EA-92FF-4BA9FD1B01BE}"/>
              </a:ext>
            </a:extLst>
          </p:cNvPr>
          <p:cNvSpPr>
            <a:spLocks noGrp="1"/>
          </p:cNvSpPr>
          <p:nvPr/>
        </p:nvSpPr>
        <p:spPr>
          <a:xfrm>
            <a:off x="8801929" y="59884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2" name="02_predicted_pose_5211">
            <a:extLst>
              <a:ext uri="{FF2B5EF4-FFF2-40B4-BE49-F238E27FC236}">
                <a16:creationId xmlns:a16="http://schemas.microsoft.com/office/drawing/2014/main" id="{4745F8C5-C4E4-40F9-85E3-5D6729A4435C}"/>
              </a:ext>
            </a:extLst>
          </p:cNvPr>
          <p:cNvSpPr>
            <a:spLocks noGrp="1"/>
          </p:cNvSpPr>
          <p:nvPr/>
        </p:nvSpPr>
        <p:spPr>
          <a:xfrm>
            <a:off x="8831097" y="598810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3" name="02_predicted_pose_5212">
            <a:extLst>
              <a:ext uri="{FF2B5EF4-FFF2-40B4-BE49-F238E27FC236}">
                <a16:creationId xmlns:a16="http://schemas.microsoft.com/office/drawing/2014/main" id="{85DAF884-56DD-40F8-9084-B317F67D5754}"/>
              </a:ext>
            </a:extLst>
          </p:cNvPr>
          <p:cNvSpPr>
            <a:spLocks noGrp="1"/>
          </p:cNvSpPr>
          <p:nvPr/>
        </p:nvSpPr>
        <p:spPr>
          <a:xfrm>
            <a:off x="8860264" y="595390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4" name="02_predicted_pose_5213">
            <a:extLst>
              <a:ext uri="{FF2B5EF4-FFF2-40B4-BE49-F238E27FC236}">
                <a16:creationId xmlns:a16="http://schemas.microsoft.com/office/drawing/2014/main" id="{DD7C8420-AE56-468C-B67A-5BFEC61AF3B0}"/>
              </a:ext>
            </a:extLst>
          </p:cNvPr>
          <p:cNvSpPr>
            <a:spLocks noGrp="1"/>
          </p:cNvSpPr>
          <p:nvPr/>
        </p:nvSpPr>
        <p:spPr>
          <a:xfrm>
            <a:off x="8944850" y="606404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5" name="02_predicted_pose_5214">
            <a:extLst>
              <a:ext uri="{FF2B5EF4-FFF2-40B4-BE49-F238E27FC236}">
                <a16:creationId xmlns:a16="http://schemas.microsoft.com/office/drawing/2014/main" id="{EA991B7B-29FB-49BA-B493-FCAFD37C65D8}"/>
              </a:ext>
            </a:extLst>
          </p:cNvPr>
          <p:cNvSpPr>
            <a:spLocks noGrp="1"/>
          </p:cNvSpPr>
          <p:nvPr/>
        </p:nvSpPr>
        <p:spPr>
          <a:xfrm>
            <a:off x="8610516" y="60877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6" name="02_predicted_pose_5215">
            <a:extLst>
              <a:ext uri="{FF2B5EF4-FFF2-40B4-BE49-F238E27FC236}">
                <a16:creationId xmlns:a16="http://schemas.microsoft.com/office/drawing/2014/main" id="{3AD56445-B8FC-4B5C-8CE0-F9B37E749CD0}"/>
              </a:ext>
            </a:extLst>
          </p:cNvPr>
          <p:cNvSpPr>
            <a:spLocks noGrp="1"/>
          </p:cNvSpPr>
          <p:nvPr/>
        </p:nvSpPr>
        <p:spPr>
          <a:xfrm>
            <a:off x="8639683" y="58680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7" name="02_predicted_pose_5216">
            <a:extLst>
              <a:ext uri="{FF2B5EF4-FFF2-40B4-BE49-F238E27FC236}">
                <a16:creationId xmlns:a16="http://schemas.microsoft.com/office/drawing/2014/main" id="{8B81987F-9972-4CA9-A02B-250C7215A898}"/>
              </a:ext>
            </a:extLst>
          </p:cNvPr>
          <p:cNvSpPr>
            <a:spLocks noGrp="1"/>
          </p:cNvSpPr>
          <p:nvPr/>
        </p:nvSpPr>
        <p:spPr>
          <a:xfrm>
            <a:off x="8668852" y="60175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8" name="02_predicted_pose_5217">
            <a:extLst>
              <a:ext uri="{FF2B5EF4-FFF2-40B4-BE49-F238E27FC236}">
                <a16:creationId xmlns:a16="http://schemas.microsoft.com/office/drawing/2014/main" id="{A5B16EC9-A0F5-4B31-8CC9-1D666B24265B}"/>
              </a:ext>
            </a:extLst>
          </p:cNvPr>
          <p:cNvSpPr>
            <a:spLocks noGrp="1"/>
          </p:cNvSpPr>
          <p:nvPr/>
        </p:nvSpPr>
        <p:spPr>
          <a:xfrm>
            <a:off x="8698019" y="60587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19" name="02_predicted_pose_5218">
            <a:extLst>
              <a:ext uri="{FF2B5EF4-FFF2-40B4-BE49-F238E27FC236}">
                <a16:creationId xmlns:a16="http://schemas.microsoft.com/office/drawing/2014/main" id="{29D57BFA-BF7F-4BF9-A90E-1A368564D445}"/>
              </a:ext>
            </a:extLst>
          </p:cNvPr>
          <p:cNvSpPr>
            <a:spLocks noGrp="1"/>
          </p:cNvSpPr>
          <p:nvPr/>
        </p:nvSpPr>
        <p:spPr>
          <a:xfrm>
            <a:off x="8595568" y="602135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0" name="02_predicted_pose_5219">
            <a:extLst>
              <a:ext uri="{FF2B5EF4-FFF2-40B4-BE49-F238E27FC236}">
                <a16:creationId xmlns:a16="http://schemas.microsoft.com/office/drawing/2014/main" id="{47964002-FD10-46DF-9848-FD85AFAACEE3}"/>
              </a:ext>
            </a:extLst>
          </p:cNvPr>
          <p:cNvSpPr>
            <a:spLocks noGrp="1"/>
          </p:cNvSpPr>
          <p:nvPr/>
        </p:nvSpPr>
        <p:spPr>
          <a:xfrm>
            <a:off x="8648069" y="635485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1" name="02_predicted_pose_5220">
            <a:extLst>
              <a:ext uri="{FF2B5EF4-FFF2-40B4-BE49-F238E27FC236}">
                <a16:creationId xmlns:a16="http://schemas.microsoft.com/office/drawing/2014/main" id="{93613B62-E193-4118-8C26-711135D56BA5}"/>
              </a:ext>
            </a:extLst>
          </p:cNvPr>
          <p:cNvSpPr>
            <a:spLocks noGrp="1"/>
          </p:cNvSpPr>
          <p:nvPr/>
        </p:nvSpPr>
        <p:spPr>
          <a:xfrm>
            <a:off x="8798283" y="607778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2" name="02_predicted_pose_5221">
            <a:extLst>
              <a:ext uri="{FF2B5EF4-FFF2-40B4-BE49-F238E27FC236}">
                <a16:creationId xmlns:a16="http://schemas.microsoft.com/office/drawing/2014/main" id="{A3842ADB-331A-481E-BD2D-02F13375FD68}"/>
              </a:ext>
            </a:extLst>
          </p:cNvPr>
          <p:cNvSpPr>
            <a:spLocks noGrp="1"/>
          </p:cNvSpPr>
          <p:nvPr/>
        </p:nvSpPr>
        <p:spPr>
          <a:xfrm>
            <a:off x="8827450" y="605761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3" name="02_predicted_pose_5222">
            <a:extLst>
              <a:ext uri="{FF2B5EF4-FFF2-40B4-BE49-F238E27FC236}">
                <a16:creationId xmlns:a16="http://schemas.microsoft.com/office/drawing/2014/main" id="{8DDA99ED-D909-406C-82A9-CDEC9D9A51C3}"/>
              </a:ext>
            </a:extLst>
          </p:cNvPr>
          <p:cNvSpPr>
            <a:spLocks noGrp="1"/>
          </p:cNvSpPr>
          <p:nvPr/>
        </p:nvSpPr>
        <p:spPr>
          <a:xfrm>
            <a:off x="8871202" y="58934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4" name="02_predicted_pose_5223">
            <a:extLst>
              <a:ext uri="{FF2B5EF4-FFF2-40B4-BE49-F238E27FC236}">
                <a16:creationId xmlns:a16="http://schemas.microsoft.com/office/drawing/2014/main" id="{908C5052-DDAF-4520-9238-4012D3FF7A0A}"/>
              </a:ext>
            </a:extLst>
          </p:cNvPr>
          <p:cNvSpPr>
            <a:spLocks noGrp="1"/>
          </p:cNvSpPr>
          <p:nvPr/>
        </p:nvSpPr>
        <p:spPr>
          <a:xfrm>
            <a:off x="8900370" y="59151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5" name="02_predicted_pose_5224">
            <a:extLst>
              <a:ext uri="{FF2B5EF4-FFF2-40B4-BE49-F238E27FC236}">
                <a16:creationId xmlns:a16="http://schemas.microsoft.com/office/drawing/2014/main" id="{25E5419C-E2F5-4A04-A82B-9D3DD75644E9}"/>
              </a:ext>
            </a:extLst>
          </p:cNvPr>
          <p:cNvSpPr>
            <a:spLocks noGrp="1"/>
          </p:cNvSpPr>
          <p:nvPr/>
        </p:nvSpPr>
        <p:spPr>
          <a:xfrm>
            <a:off x="8929537" y="600676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6" name="02_predicted_pose_5225">
            <a:extLst>
              <a:ext uri="{FF2B5EF4-FFF2-40B4-BE49-F238E27FC236}">
                <a16:creationId xmlns:a16="http://schemas.microsoft.com/office/drawing/2014/main" id="{7AD8A9DF-C1A6-45BD-AC01-47DBC2FE5BFC}"/>
              </a:ext>
            </a:extLst>
          </p:cNvPr>
          <p:cNvSpPr>
            <a:spLocks noGrp="1"/>
          </p:cNvSpPr>
          <p:nvPr/>
        </p:nvSpPr>
        <p:spPr>
          <a:xfrm>
            <a:off x="8910943" y="61373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7" name="02_predicted_pose_5226">
            <a:extLst>
              <a:ext uri="{FF2B5EF4-FFF2-40B4-BE49-F238E27FC236}">
                <a16:creationId xmlns:a16="http://schemas.microsoft.com/office/drawing/2014/main" id="{8EAC7602-FD97-44AC-B3D3-C0F84AE8501E}"/>
              </a:ext>
            </a:extLst>
          </p:cNvPr>
          <p:cNvSpPr>
            <a:spLocks noGrp="1"/>
          </p:cNvSpPr>
          <p:nvPr/>
        </p:nvSpPr>
        <p:spPr>
          <a:xfrm>
            <a:off x="8645882" y="589247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8" name="02_predicted_pose_5227">
            <a:extLst>
              <a:ext uri="{FF2B5EF4-FFF2-40B4-BE49-F238E27FC236}">
                <a16:creationId xmlns:a16="http://schemas.microsoft.com/office/drawing/2014/main" id="{6AB27AE4-CB78-498D-9EB8-A1C5080793B6}"/>
              </a:ext>
            </a:extLst>
          </p:cNvPr>
          <p:cNvSpPr>
            <a:spLocks noGrp="1"/>
          </p:cNvSpPr>
          <p:nvPr/>
        </p:nvSpPr>
        <p:spPr>
          <a:xfrm>
            <a:off x="8941205" y="61439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29" name="02_predicted_pose_5228">
            <a:extLst>
              <a:ext uri="{FF2B5EF4-FFF2-40B4-BE49-F238E27FC236}">
                <a16:creationId xmlns:a16="http://schemas.microsoft.com/office/drawing/2014/main" id="{5DB0A073-8D60-44D5-A40D-6D07AACBB250}"/>
              </a:ext>
            </a:extLst>
          </p:cNvPr>
          <p:cNvSpPr>
            <a:spLocks noGrp="1"/>
          </p:cNvSpPr>
          <p:nvPr/>
        </p:nvSpPr>
        <p:spPr>
          <a:xfrm>
            <a:off x="8774584" y="602864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0" name="02_predicted_pose_5229">
            <a:extLst>
              <a:ext uri="{FF2B5EF4-FFF2-40B4-BE49-F238E27FC236}">
                <a16:creationId xmlns:a16="http://schemas.microsoft.com/office/drawing/2014/main" id="{7D61030A-DE7D-4101-942A-122FD6F73638}"/>
              </a:ext>
            </a:extLst>
          </p:cNvPr>
          <p:cNvSpPr>
            <a:spLocks noGrp="1"/>
          </p:cNvSpPr>
          <p:nvPr/>
        </p:nvSpPr>
        <p:spPr>
          <a:xfrm>
            <a:off x="8873025" y="59905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1" name="02_predicted_pose_5230">
            <a:extLst>
              <a:ext uri="{FF2B5EF4-FFF2-40B4-BE49-F238E27FC236}">
                <a16:creationId xmlns:a16="http://schemas.microsoft.com/office/drawing/2014/main" id="{CC170AD1-025F-4BA0-A42A-0982B514D56B}"/>
              </a:ext>
            </a:extLst>
          </p:cNvPr>
          <p:cNvSpPr>
            <a:spLocks noGrp="1"/>
          </p:cNvSpPr>
          <p:nvPr/>
        </p:nvSpPr>
        <p:spPr>
          <a:xfrm>
            <a:off x="8603224" y="60841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2" name="02_predicted_pose_5231">
            <a:extLst>
              <a:ext uri="{FF2B5EF4-FFF2-40B4-BE49-F238E27FC236}">
                <a16:creationId xmlns:a16="http://schemas.microsoft.com/office/drawing/2014/main" id="{F72C2FEE-7AE5-437F-89E0-DA32FA14CF56}"/>
              </a:ext>
            </a:extLst>
          </p:cNvPr>
          <p:cNvSpPr>
            <a:spLocks noGrp="1"/>
          </p:cNvSpPr>
          <p:nvPr/>
        </p:nvSpPr>
        <p:spPr>
          <a:xfrm>
            <a:off x="8617808" y="61774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3" name="02_predicted_pose_5232">
            <a:extLst>
              <a:ext uri="{FF2B5EF4-FFF2-40B4-BE49-F238E27FC236}">
                <a16:creationId xmlns:a16="http://schemas.microsoft.com/office/drawing/2014/main" id="{77CF1EC2-3EB5-4799-8CFA-151D33CF894E}"/>
              </a:ext>
            </a:extLst>
          </p:cNvPr>
          <p:cNvSpPr>
            <a:spLocks noGrp="1"/>
          </p:cNvSpPr>
          <p:nvPr/>
        </p:nvSpPr>
        <p:spPr>
          <a:xfrm>
            <a:off x="8632391" y="606914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4" name="02_predicted_pose_5233">
            <a:extLst>
              <a:ext uri="{FF2B5EF4-FFF2-40B4-BE49-F238E27FC236}">
                <a16:creationId xmlns:a16="http://schemas.microsoft.com/office/drawing/2014/main" id="{14C62ECD-686C-44D8-8380-D1F03E620824}"/>
              </a:ext>
            </a:extLst>
          </p:cNvPr>
          <p:cNvSpPr>
            <a:spLocks noGrp="1"/>
          </p:cNvSpPr>
          <p:nvPr/>
        </p:nvSpPr>
        <p:spPr>
          <a:xfrm>
            <a:off x="8646976" y="59568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5" name="02_predicted_pose_5234">
            <a:extLst>
              <a:ext uri="{FF2B5EF4-FFF2-40B4-BE49-F238E27FC236}">
                <a16:creationId xmlns:a16="http://schemas.microsoft.com/office/drawing/2014/main" id="{36969418-F5CE-41D3-B924-FD6938635569}"/>
              </a:ext>
            </a:extLst>
          </p:cNvPr>
          <p:cNvSpPr>
            <a:spLocks noGrp="1"/>
          </p:cNvSpPr>
          <p:nvPr/>
        </p:nvSpPr>
        <p:spPr>
          <a:xfrm>
            <a:off x="8599942" y="59453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6" name="02_predicted_pose_5235">
            <a:extLst>
              <a:ext uri="{FF2B5EF4-FFF2-40B4-BE49-F238E27FC236}">
                <a16:creationId xmlns:a16="http://schemas.microsoft.com/office/drawing/2014/main" id="{D56D9330-C8BE-4DAC-A178-663F8AB5BF32}"/>
              </a:ext>
            </a:extLst>
          </p:cNvPr>
          <p:cNvSpPr>
            <a:spLocks noGrp="1"/>
          </p:cNvSpPr>
          <p:nvPr/>
        </p:nvSpPr>
        <p:spPr>
          <a:xfrm>
            <a:off x="8629111" y="609627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7" name="02_predicted_pose_5236">
            <a:extLst>
              <a:ext uri="{FF2B5EF4-FFF2-40B4-BE49-F238E27FC236}">
                <a16:creationId xmlns:a16="http://schemas.microsoft.com/office/drawing/2014/main" id="{2B6044A3-B68E-4410-AB29-24EA440BF2D2}"/>
              </a:ext>
            </a:extLst>
          </p:cNvPr>
          <p:cNvSpPr>
            <a:spLocks noGrp="1"/>
          </p:cNvSpPr>
          <p:nvPr/>
        </p:nvSpPr>
        <p:spPr>
          <a:xfrm>
            <a:off x="8718437" y="592483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8" name="02_predicted_pose_5237">
            <a:extLst>
              <a:ext uri="{FF2B5EF4-FFF2-40B4-BE49-F238E27FC236}">
                <a16:creationId xmlns:a16="http://schemas.microsoft.com/office/drawing/2014/main" id="{B2A8945A-79EF-4511-A3BD-17543D58510D}"/>
              </a:ext>
            </a:extLst>
          </p:cNvPr>
          <p:cNvSpPr>
            <a:spLocks noGrp="1"/>
          </p:cNvSpPr>
          <p:nvPr/>
        </p:nvSpPr>
        <p:spPr>
          <a:xfrm>
            <a:off x="8663383" y="60417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39" name="02_predicted_pose_5238">
            <a:extLst>
              <a:ext uri="{FF2B5EF4-FFF2-40B4-BE49-F238E27FC236}">
                <a16:creationId xmlns:a16="http://schemas.microsoft.com/office/drawing/2014/main" id="{4593551C-C26E-4EE4-8364-5CB56C313509}"/>
              </a:ext>
            </a:extLst>
          </p:cNvPr>
          <p:cNvSpPr>
            <a:spLocks noGrp="1"/>
          </p:cNvSpPr>
          <p:nvPr/>
        </p:nvSpPr>
        <p:spPr>
          <a:xfrm>
            <a:off x="8677966" y="645553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0" name="02_predicted_pose_5239">
            <a:extLst>
              <a:ext uri="{FF2B5EF4-FFF2-40B4-BE49-F238E27FC236}">
                <a16:creationId xmlns:a16="http://schemas.microsoft.com/office/drawing/2014/main" id="{322F34EC-44FB-4627-BB04-84F1A9FCF033}"/>
              </a:ext>
            </a:extLst>
          </p:cNvPr>
          <p:cNvSpPr>
            <a:spLocks noGrp="1"/>
          </p:cNvSpPr>
          <p:nvPr/>
        </p:nvSpPr>
        <p:spPr>
          <a:xfrm>
            <a:off x="8692550" y="614279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1" name="02_predicted_pose_5240">
            <a:extLst>
              <a:ext uri="{FF2B5EF4-FFF2-40B4-BE49-F238E27FC236}">
                <a16:creationId xmlns:a16="http://schemas.microsoft.com/office/drawing/2014/main" id="{36618FD5-F4F3-4614-9440-D17D2F611B56}"/>
              </a:ext>
            </a:extLst>
          </p:cNvPr>
          <p:cNvSpPr>
            <a:spLocks noGrp="1"/>
          </p:cNvSpPr>
          <p:nvPr/>
        </p:nvSpPr>
        <p:spPr>
          <a:xfrm>
            <a:off x="8641142" y="585558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2" name="02_predicted_pose_5241">
            <a:extLst>
              <a:ext uri="{FF2B5EF4-FFF2-40B4-BE49-F238E27FC236}">
                <a16:creationId xmlns:a16="http://schemas.microsoft.com/office/drawing/2014/main" id="{8C3C72DC-6215-4DF0-AA54-F2A298B2E289}"/>
              </a:ext>
            </a:extLst>
          </p:cNvPr>
          <p:cNvSpPr>
            <a:spLocks noGrp="1"/>
          </p:cNvSpPr>
          <p:nvPr/>
        </p:nvSpPr>
        <p:spPr>
          <a:xfrm>
            <a:off x="8655725" y="588552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3" name="02_predicted_pose_5242">
            <a:extLst>
              <a:ext uri="{FF2B5EF4-FFF2-40B4-BE49-F238E27FC236}">
                <a16:creationId xmlns:a16="http://schemas.microsoft.com/office/drawing/2014/main" id="{43F1848B-0B78-491E-AC48-E4489B80E483}"/>
              </a:ext>
            </a:extLst>
          </p:cNvPr>
          <p:cNvSpPr>
            <a:spLocks noGrp="1"/>
          </p:cNvSpPr>
          <p:nvPr/>
        </p:nvSpPr>
        <p:spPr>
          <a:xfrm>
            <a:off x="8670310" y="583719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4" name="02_predicted_pose_5243">
            <a:extLst>
              <a:ext uri="{FF2B5EF4-FFF2-40B4-BE49-F238E27FC236}">
                <a16:creationId xmlns:a16="http://schemas.microsoft.com/office/drawing/2014/main" id="{EB2BC613-F841-4921-9056-EF565E8A79CD}"/>
              </a:ext>
            </a:extLst>
          </p:cNvPr>
          <p:cNvSpPr>
            <a:spLocks noGrp="1"/>
          </p:cNvSpPr>
          <p:nvPr/>
        </p:nvSpPr>
        <p:spPr>
          <a:xfrm>
            <a:off x="8690727" y="555237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5" name="02_predicted_pose_5244">
            <a:extLst>
              <a:ext uri="{FF2B5EF4-FFF2-40B4-BE49-F238E27FC236}">
                <a16:creationId xmlns:a16="http://schemas.microsoft.com/office/drawing/2014/main" id="{3CC9DFA2-1E77-446B-BE12-19FE40786429}"/>
              </a:ext>
            </a:extLst>
          </p:cNvPr>
          <p:cNvSpPr>
            <a:spLocks noGrp="1"/>
          </p:cNvSpPr>
          <p:nvPr/>
        </p:nvSpPr>
        <p:spPr>
          <a:xfrm>
            <a:off x="8734478" y="588893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6" name="02_predicted_pose_5245">
            <a:extLst>
              <a:ext uri="{FF2B5EF4-FFF2-40B4-BE49-F238E27FC236}">
                <a16:creationId xmlns:a16="http://schemas.microsoft.com/office/drawing/2014/main" id="{A5CC746B-3346-4079-8FC9-B7235E6B81EB}"/>
              </a:ext>
            </a:extLst>
          </p:cNvPr>
          <p:cNvSpPr>
            <a:spLocks noGrp="1"/>
          </p:cNvSpPr>
          <p:nvPr/>
        </p:nvSpPr>
        <p:spPr>
          <a:xfrm>
            <a:off x="8803387" y="558808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7" name="02_predicted_pose_5246">
            <a:extLst>
              <a:ext uri="{FF2B5EF4-FFF2-40B4-BE49-F238E27FC236}">
                <a16:creationId xmlns:a16="http://schemas.microsoft.com/office/drawing/2014/main" id="{0BBC0D45-9317-4B6E-BAE7-D68F1F7396D7}"/>
              </a:ext>
            </a:extLst>
          </p:cNvPr>
          <p:cNvSpPr>
            <a:spLocks noGrp="1"/>
          </p:cNvSpPr>
          <p:nvPr/>
        </p:nvSpPr>
        <p:spPr>
          <a:xfrm>
            <a:off x="8932090" y="578247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8" name="02_predicted_pose_5247">
            <a:extLst>
              <a:ext uri="{FF2B5EF4-FFF2-40B4-BE49-F238E27FC236}">
                <a16:creationId xmlns:a16="http://schemas.microsoft.com/office/drawing/2014/main" id="{65ABC453-CDB7-4598-B929-B54BC5B9AEDA}"/>
              </a:ext>
            </a:extLst>
          </p:cNvPr>
          <p:cNvSpPr>
            <a:spLocks noGrp="1"/>
          </p:cNvSpPr>
          <p:nvPr/>
        </p:nvSpPr>
        <p:spPr>
          <a:xfrm>
            <a:off x="8667028" y="553127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49" name="02_predicted_pose_5248">
            <a:extLst>
              <a:ext uri="{FF2B5EF4-FFF2-40B4-BE49-F238E27FC236}">
                <a16:creationId xmlns:a16="http://schemas.microsoft.com/office/drawing/2014/main" id="{47E5A5C3-6061-4EF1-A964-A7B9429D809A}"/>
              </a:ext>
            </a:extLst>
          </p:cNvPr>
          <p:cNvSpPr>
            <a:spLocks noGrp="1"/>
          </p:cNvSpPr>
          <p:nvPr/>
        </p:nvSpPr>
        <p:spPr>
          <a:xfrm>
            <a:off x="8822711" y="602526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0" name="02_predicted_pose_5249">
            <a:extLst>
              <a:ext uri="{FF2B5EF4-FFF2-40B4-BE49-F238E27FC236}">
                <a16:creationId xmlns:a16="http://schemas.microsoft.com/office/drawing/2014/main" id="{FEFDBC30-33A3-4A72-AFE1-7770C740E70A}"/>
              </a:ext>
            </a:extLst>
          </p:cNvPr>
          <p:cNvSpPr>
            <a:spLocks noGrp="1"/>
          </p:cNvSpPr>
          <p:nvPr/>
        </p:nvSpPr>
        <p:spPr>
          <a:xfrm>
            <a:off x="8837295" y="609441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1" name="02_predicted_pose_5250">
            <a:extLst>
              <a:ext uri="{FF2B5EF4-FFF2-40B4-BE49-F238E27FC236}">
                <a16:creationId xmlns:a16="http://schemas.microsoft.com/office/drawing/2014/main" id="{FAA02E84-25CD-4879-9ABC-086B739F9120}"/>
              </a:ext>
            </a:extLst>
          </p:cNvPr>
          <p:cNvSpPr>
            <a:spLocks noGrp="1"/>
          </p:cNvSpPr>
          <p:nvPr/>
        </p:nvSpPr>
        <p:spPr>
          <a:xfrm>
            <a:off x="8795366" y="574965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2" name="02_predicted_pose_5251">
            <a:extLst>
              <a:ext uri="{FF2B5EF4-FFF2-40B4-BE49-F238E27FC236}">
                <a16:creationId xmlns:a16="http://schemas.microsoft.com/office/drawing/2014/main" id="{7CC90816-FF62-4E58-AF5A-9F2751C76CAF}"/>
              </a:ext>
            </a:extLst>
          </p:cNvPr>
          <p:cNvSpPr>
            <a:spLocks noGrp="1"/>
          </p:cNvSpPr>
          <p:nvPr/>
        </p:nvSpPr>
        <p:spPr>
          <a:xfrm>
            <a:off x="8809950" y="5916638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3" name="02_predicted_pose_5252">
            <a:extLst>
              <a:ext uri="{FF2B5EF4-FFF2-40B4-BE49-F238E27FC236}">
                <a16:creationId xmlns:a16="http://schemas.microsoft.com/office/drawing/2014/main" id="{A3B17BD4-368E-4405-B0D2-0FE9F20FA2FF}"/>
              </a:ext>
            </a:extLst>
          </p:cNvPr>
          <p:cNvSpPr>
            <a:spLocks noGrp="1"/>
          </p:cNvSpPr>
          <p:nvPr/>
        </p:nvSpPr>
        <p:spPr>
          <a:xfrm>
            <a:off x="8824534" y="59081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4" name="02_predicted_pose_5253">
            <a:extLst>
              <a:ext uri="{FF2B5EF4-FFF2-40B4-BE49-F238E27FC236}">
                <a16:creationId xmlns:a16="http://schemas.microsoft.com/office/drawing/2014/main" id="{5BCB35D0-63E4-4EB7-9DC3-D4FB11ACA881}"/>
              </a:ext>
            </a:extLst>
          </p:cNvPr>
          <p:cNvSpPr>
            <a:spLocks noGrp="1"/>
          </p:cNvSpPr>
          <p:nvPr/>
        </p:nvSpPr>
        <p:spPr>
          <a:xfrm>
            <a:off x="8853702" y="596480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5" name="02_predicted_pose_5254">
            <a:extLst>
              <a:ext uri="{FF2B5EF4-FFF2-40B4-BE49-F238E27FC236}">
                <a16:creationId xmlns:a16="http://schemas.microsoft.com/office/drawing/2014/main" id="{72909AF7-DC38-469D-8D98-24F39505F509}"/>
              </a:ext>
            </a:extLst>
          </p:cNvPr>
          <p:cNvSpPr>
            <a:spLocks noGrp="1"/>
          </p:cNvSpPr>
          <p:nvPr/>
        </p:nvSpPr>
        <p:spPr>
          <a:xfrm>
            <a:off x="8868286" y="598824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6" name="02_predicted_pose_5255">
            <a:extLst>
              <a:ext uri="{FF2B5EF4-FFF2-40B4-BE49-F238E27FC236}">
                <a16:creationId xmlns:a16="http://schemas.microsoft.com/office/drawing/2014/main" id="{D8CC0A19-776B-4D50-B533-57FD5BDE0649}"/>
              </a:ext>
            </a:extLst>
          </p:cNvPr>
          <p:cNvSpPr>
            <a:spLocks noGrp="1"/>
          </p:cNvSpPr>
          <p:nvPr/>
        </p:nvSpPr>
        <p:spPr>
          <a:xfrm>
            <a:off x="8671039" y="602081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7" name="02_predicted_pose_5256">
            <a:extLst>
              <a:ext uri="{FF2B5EF4-FFF2-40B4-BE49-F238E27FC236}">
                <a16:creationId xmlns:a16="http://schemas.microsoft.com/office/drawing/2014/main" id="{D3ACCD82-D06A-4A72-A694-2430960C4DC6}"/>
              </a:ext>
            </a:extLst>
          </p:cNvPr>
          <p:cNvSpPr>
            <a:spLocks noGrp="1"/>
          </p:cNvSpPr>
          <p:nvPr/>
        </p:nvSpPr>
        <p:spPr>
          <a:xfrm>
            <a:off x="8779689" y="595442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8" name="02_predicted_pose_5257">
            <a:extLst>
              <a:ext uri="{FF2B5EF4-FFF2-40B4-BE49-F238E27FC236}">
                <a16:creationId xmlns:a16="http://schemas.microsoft.com/office/drawing/2014/main" id="{FC3B4DA8-DE7B-40C0-9F21-8055784992DA}"/>
              </a:ext>
            </a:extLst>
          </p:cNvPr>
          <p:cNvSpPr>
            <a:spLocks noGrp="1"/>
          </p:cNvSpPr>
          <p:nvPr/>
        </p:nvSpPr>
        <p:spPr>
          <a:xfrm>
            <a:off x="8823440" y="57747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59" name="02_predicted_pose_5258">
            <a:extLst>
              <a:ext uri="{FF2B5EF4-FFF2-40B4-BE49-F238E27FC236}">
                <a16:creationId xmlns:a16="http://schemas.microsoft.com/office/drawing/2014/main" id="{3B9CDA6F-1FDF-49FA-B35A-53C7A479198B}"/>
              </a:ext>
            </a:extLst>
          </p:cNvPr>
          <p:cNvSpPr>
            <a:spLocks noGrp="1"/>
          </p:cNvSpPr>
          <p:nvPr/>
        </p:nvSpPr>
        <p:spPr>
          <a:xfrm>
            <a:off x="8838024" y="591762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0" name="02_predicted_pose_5259">
            <a:extLst>
              <a:ext uri="{FF2B5EF4-FFF2-40B4-BE49-F238E27FC236}">
                <a16:creationId xmlns:a16="http://schemas.microsoft.com/office/drawing/2014/main" id="{5740077C-D066-4673-A3EC-49BA45C21D50}"/>
              </a:ext>
            </a:extLst>
          </p:cNvPr>
          <p:cNvSpPr>
            <a:spLocks noGrp="1"/>
          </p:cNvSpPr>
          <p:nvPr/>
        </p:nvSpPr>
        <p:spPr>
          <a:xfrm>
            <a:off x="8867191" y="575561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1" name="02_predicted_pose_5260">
            <a:extLst>
              <a:ext uri="{FF2B5EF4-FFF2-40B4-BE49-F238E27FC236}">
                <a16:creationId xmlns:a16="http://schemas.microsoft.com/office/drawing/2014/main" id="{CB859A43-0B5C-4D5E-8EC4-9CC75FE48252}"/>
              </a:ext>
            </a:extLst>
          </p:cNvPr>
          <p:cNvSpPr>
            <a:spLocks noGrp="1"/>
          </p:cNvSpPr>
          <p:nvPr/>
        </p:nvSpPr>
        <p:spPr>
          <a:xfrm>
            <a:off x="8751615" y="612450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2" name="02_predicted_pose_5261">
            <a:extLst>
              <a:ext uri="{FF2B5EF4-FFF2-40B4-BE49-F238E27FC236}">
                <a16:creationId xmlns:a16="http://schemas.microsoft.com/office/drawing/2014/main" id="{7D75284D-237E-4CB1-8BF3-E2374C501B31}"/>
              </a:ext>
            </a:extLst>
          </p:cNvPr>
          <p:cNvSpPr>
            <a:spLocks noGrp="1"/>
          </p:cNvSpPr>
          <p:nvPr/>
        </p:nvSpPr>
        <p:spPr>
          <a:xfrm>
            <a:off x="8780782" y="611507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3" name="02_predicted_pose_5262">
            <a:extLst>
              <a:ext uri="{FF2B5EF4-FFF2-40B4-BE49-F238E27FC236}">
                <a16:creationId xmlns:a16="http://schemas.microsoft.com/office/drawing/2014/main" id="{D9608CEE-205D-4523-A7FA-B152FFC4FA6B}"/>
              </a:ext>
            </a:extLst>
          </p:cNvPr>
          <p:cNvSpPr>
            <a:spLocks noGrp="1"/>
          </p:cNvSpPr>
          <p:nvPr/>
        </p:nvSpPr>
        <p:spPr>
          <a:xfrm>
            <a:off x="8809950" y="61074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4" name="02_predicted_pose_5263">
            <a:extLst>
              <a:ext uri="{FF2B5EF4-FFF2-40B4-BE49-F238E27FC236}">
                <a16:creationId xmlns:a16="http://schemas.microsoft.com/office/drawing/2014/main" id="{4C4FF4C4-B6B9-4C77-8D8E-209F88CCDF1A}"/>
              </a:ext>
            </a:extLst>
          </p:cNvPr>
          <p:cNvSpPr>
            <a:spLocks noGrp="1"/>
          </p:cNvSpPr>
          <p:nvPr/>
        </p:nvSpPr>
        <p:spPr>
          <a:xfrm>
            <a:off x="8839117" y="62314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5" name="02_predicted_pose_5264">
            <a:extLst>
              <a:ext uri="{FF2B5EF4-FFF2-40B4-BE49-F238E27FC236}">
                <a16:creationId xmlns:a16="http://schemas.microsoft.com/office/drawing/2014/main" id="{833B497B-826D-421A-9D15-4B84A94EC6BA}"/>
              </a:ext>
            </a:extLst>
          </p:cNvPr>
          <p:cNvSpPr>
            <a:spLocks noGrp="1"/>
          </p:cNvSpPr>
          <p:nvPr/>
        </p:nvSpPr>
        <p:spPr>
          <a:xfrm>
            <a:off x="8868286" y="620898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6" name="02_predicted_pose_5265">
            <a:extLst>
              <a:ext uri="{FF2B5EF4-FFF2-40B4-BE49-F238E27FC236}">
                <a16:creationId xmlns:a16="http://schemas.microsoft.com/office/drawing/2014/main" id="{51C02E90-717F-4F3C-8FFF-77A2EC87283B}"/>
              </a:ext>
            </a:extLst>
          </p:cNvPr>
          <p:cNvSpPr>
            <a:spLocks noGrp="1"/>
          </p:cNvSpPr>
          <p:nvPr/>
        </p:nvSpPr>
        <p:spPr>
          <a:xfrm>
            <a:off x="8765834" y="6182690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7" name="02_predicted_pose_5266">
            <a:extLst>
              <a:ext uri="{FF2B5EF4-FFF2-40B4-BE49-F238E27FC236}">
                <a16:creationId xmlns:a16="http://schemas.microsoft.com/office/drawing/2014/main" id="{208AE3F5-D619-45F2-836F-C6F983A16AA2}"/>
              </a:ext>
            </a:extLst>
          </p:cNvPr>
          <p:cNvSpPr>
            <a:spLocks noGrp="1"/>
          </p:cNvSpPr>
          <p:nvPr/>
        </p:nvSpPr>
        <p:spPr>
          <a:xfrm>
            <a:off x="8889796" y="57895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8" name="02_predicted_pose_5267">
            <a:extLst>
              <a:ext uri="{FF2B5EF4-FFF2-40B4-BE49-F238E27FC236}">
                <a16:creationId xmlns:a16="http://schemas.microsoft.com/office/drawing/2014/main" id="{6F26BE62-41A6-460C-8653-E21610C82816}"/>
              </a:ext>
            </a:extLst>
          </p:cNvPr>
          <p:cNvSpPr>
            <a:spLocks noGrp="1"/>
          </p:cNvSpPr>
          <p:nvPr/>
        </p:nvSpPr>
        <p:spPr>
          <a:xfrm>
            <a:off x="8904380" y="5766991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69" name="02_predicted_pose_5268">
            <a:extLst>
              <a:ext uri="{FF2B5EF4-FFF2-40B4-BE49-F238E27FC236}">
                <a16:creationId xmlns:a16="http://schemas.microsoft.com/office/drawing/2014/main" id="{ED1ADA89-DE59-4D68-89B3-70836FBD13D1}"/>
              </a:ext>
            </a:extLst>
          </p:cNvPr>
          <p:cNvSpPr>
            <a:spLocks noGrp="1"/>
          </p:cNvSpPr>
          <p:nvPr/>
        </p:nvSpPr>
        <p:spPr>
          <a:xfrm>
            <a:off x="8674685" y="603818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0" name="02_predicted_pose_5269">
            <a:extLst>
              <a:ext uri="{FF2B5EF4-FFF2-40B4-BE49-F238E27FC236}">
                <a16:creationId xmlns:a16="http://schemas.microsoft.com/office/drawing/2014/main" id="{B81F463F-53D3-41A8-A92C-CF4145C169D0}"/>
              </a:ext>
            </a:extLst>
          </p:cNvPr>
          <p:cNvSpPr>
            <a:spLocks noGrp="1"/>
          </p:cNvSpPr>
          <p:nvPr/>
        </p:nvSpPr>
        <p:spPr>
          <a:xfrm>
            <a:off x="8687810" y="6107309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1" name="02_predicted_pose_5270">
            <a:extLst>
              <a:ext uri="{FF2B5EF4-FFF2-40B4-BE49-F238E27FC236}">
                <a16:creationId xmlns:a16="http://schemas.microsoft.com/office/drawing/2014/main" id="{B2348786-FABE-4DAA-9AA0-E5DD5F90AEC6}"/>
              </a:ext>
            </a:extLst>
          </p:cNvPr>
          <p:cNvSpPr>
            <a:spLocks noGrp="1"/>
          </p:cNvSpPr>
          <p:nvPr/>
        </p:nvSpPr>
        <p:spPr>
          <a:xfrm>
            <a:off x="8731926" y="616009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2" name="02_predicted_pose_5271">
            <a:extLst>
              <a:ext uri="{FF2B5EF4-FFF2-40B4-BE49-F238E27FC236}">
                <a16:creationId xmlns:a16="http://schemas.microsoft.com/office/drawing/2014/main" id="{BAAAAE77-666A-4032-8181-FA54B739DD40}"/>
              </a:ext>
            </a:extLst>
          </p:cNvPr>
          <p:cNvSpPr>
            <a:spLocks noGrp="1"/>
          </p:cNvSpPr>
          <p:nvPr/>
        </p:nvSpPr>
        <p:spPr>
          <a:xfrm>
            <a:off x="8693279" y="6088585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3" name="02_predicted_pose_5272">
            <a:extLst>
              <a:ext uri="{FF2B5EF4-FFF2-40B4-BE49-F238E27FC236}">
                <a16:creationId xmlns:a16="http://schemas.microsoft.com/office/drawing/2014/main" id="{4EC51529-C882-4F28-ADA5-18D0B216AF8C}"/>
              </a:ext>
            </a:extLst>
          </p:cNvPr>
          <p:cNvSpPr>
            <a:spLocks noGrp="1"/>
          </p:cNvSpPr>
          <p:nvPr/>
        </p:nvSpPr>
        <p:spPr>
          <a:xfrm>
            <a:off x="8638225" y="590486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4" name="02_predicted_pose_5273">
            <a:extLst>
              <a:ext uri="{FF2B5EF4-FFF2-40B4-BE49-F238E27FC236}">
                <a16:creationId xmlns:a16="http://schemas.microsoft.com/office/drawing/2014/main" id="{F2CA5EC4-C9FF-4753-99DE-748D6F44EB17}"/>
              </a:ext>
            </a:extLst>
          </p:cNvPr>
          <p:cNvSpPr>
            <a:spLocks noGrp="1"/>
          </p:cNvSpPr>
          <p:nvPr/>
        </p:nvSpPr>
        <p:spPr>
          <a:xfrm>
            <a:off x="8778230" y="625422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5" name="02_predicted_pose_5274">
            <a:extLst>
              <a:ext uri="{FF2B5EF4-FFF2-40B4-BE49-F238E27FC236}">
                <a16:creationId xmlns:a16="http://schemas.microsoft.com/office/drawing/2014/main" id="{3DBA64A7-10CB-4AA7-9735-1D246BE856D2}"/>
              </a:ext>
            </a:extLst>
          </p:cNvPr>
          <p:cNvSpPr>
            <a:spLocks noGrp="1"/>
          </p:cNvSpPr>
          <p:nvPr/>
        </p:nvSpPr>
        <p:spPr>
          <a:xfrm>
            <a:off x="8792814" y="630555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6" name="02_predicted_pose_5275">
            <a:extLst>
              <a:ext uri="{FF2B5EF4-FFF2-40B4-BE49-F238E27FC236}">
                <a16:creationId xmlns:a16="http://schemas.microsoft.com/office/drawing/2014/main" id="{4AF6D736-2153-43B7-9C84-5C3471471402}"/>
              </a:ext>
            </a:extLst>
          </p:cNvPr>
          <p:cNvSpPr>
            <a:spLocks noGrp="1"/>
          </p:cNvSpPr>
          <p:nvPr/>
        </p:nvSpPr>
        <p:spPr>
          <a:xfrm>
            <a:off x="8807398" y="62387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7" name="02_predicted_pose_5276">
            <a:extLst>
              <a:ext uri="{FF2B5EF4-FFF2-40B4-BE49-F238E27FC236}">
                <a16:creationId xmlns:a16="http://schemas.microsoft.com/office/drawing/2014/main" id="{82623726-5DCC-4D90-B150-291269027A15}"/>
              </a:ext>
            </a:extLst>
          </p:cNvPr>
          <p:cNvSpPr>
            <a:spLocks noGrp="1"/>
          </p:cNvSpPr>
          <p:nvPr/>
        </p:nvSpPr>
        <p:spPr>
          <a:xfrm>
            <a:off x="8821981" y="6253927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8" name="02_predicted_pose_5277">
            <a:extLst>
              <a:ext uri="{FF2B5EF4-FFF2-40B4-BE49-F238E27FC236}">
                <a16:creationId xmlns:a16="http://schemas.microsoft.com/office/drawing/2014/main" id="{C2287A61-83BF-4087-A390-5529C5E34018}"/>
              </a:ext>
            </a:extLst>
          </p:cNvPr>
          <p:cNvSpPr>
            <a:spLocks noGrp="1"/>
          </p:cNvSpPr>
          <p:nvPr/>
        </p:nvSpPr>
        <p:spPr>
          <a:xfrm>
            <a:off x="8605047" y="6216633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79" name="02_predicted_pose_5278">
            <a:extLst>
              <a:ext uri="{FF2B5EF4-FFF2-40B4-BE49-F238E27FC236}">
                <a16:creationId xmlns:a16="http://schemas.microsoft.com/office/drawing/2014/main" id="{57793276-3F91-4EB2-98DF-0C4CA1964FE3}"/>
              </a:ext>
            </a:extLst>
          </p:cNvPr>
          <p:cNvSpPr>
            <a:spLocks noGrp="1"/>
          </p:cNvSpPr>
          <p:nvPr/>
        </p:nvSpPr>
        <p:spPr>
          <a:xfrm>
            <a:off x="8634214" y="6228812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80" name="02_predicted_pose_5279">
            <a:extLst>
              <a:ext uri="{FF2B5EF4-FFF2-40B4-BE49-F238E27FC236}">
                <a16:creationId xmlns:a16="http://schemas.microsoft.com/office/drawing/2014/main" id="{120CBA1D-A365-4B9D-9805-4760AB8E4F18}"/>
              </a:ext>
            </a:extLst>
          </p:cNvPr>
          <p:cNvSpPr>
            <a:spLocks noGrp="1"/>
          </p:cNvSpPr>
          <p:nvPr/>
        </p:nvSpPr>
        <p:spPr>
          <a:xfrm>
            <a:off x="8858077" y="5937264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81" name="02_predicted_pose_5280">
            <a:extLst>
              <a:ext uri="{FF2B5EF4-FFF2-40B4-BE49-F238E27FC236}">
                <a16:creationId xmlns:a16="http://schemas.microsoft.com/office/drawing/2014/main" id="{670E4C78-7DAA-4520-A6E4-1488BFFD5CBD}"/>
              </a:ext>
            </a:extLst>
          </p:cNvPr>
          <p:cNvSpPr>
            <a:spLocks noGrp="1"/>
          </p:cNvSpPr>
          <p:nvPr/>
        </p:nvSpPr>
        <p:spPr>
          <a:xfrm>
            <a:off x="8894901" y="5846556"/>
            <a:ext cx="30052" cy="30052"/>
          </a:xfrm>
          <a:prstGeom prst="ellipse">
            <a:avLst/>
          </a:prstGeom>
          <a:solidFill>
            <a:srgbClr val="B574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982" name="02_predicted_pose_5281">
            <a:extLst>
              <a:ext uri="{FF2B5EF4-FFF2-40B4-BE49-F238E27FC236}">
                <a16:creationId xmlns:a16="http://schemas.microsoft.com/office/drawing/2014/main" id="{FEC9382B-ADD0-4B9F-AC83-918CEB4FF3F0}"/>
              </a:ext>
            </a:extLst>
          </p:cNvPr>
          <p:cNvSpPr>
            <a:spLocks noGrp="1"/>
          </p:cNvSpPr>
          <p:nvPr/>
        </p:nvSpPr>
        <p:spPr>
          <a:xfrm>
            <a:off x="6903919" y="5090854"/>
            <a:ext cx="202" cy="1635108"/>
          </a:xfrm>
          <a:custGeom>
            <a:avLst/>
            <a:gdLst/>
            <a:ahLst/>
            <a:cxnLst/>
            <a:rect l="0" t="0" r="0" b="0"/>
            <a:pathLst>
              <a:path w="191" h="1545120">
                <a:moveTo>
                  <a:pt x="0" y="154512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983" name="02_predicted_pose_5282">
            <a:extLst>
              <a:ext uri="{FF2B5EF4-FFF2-40B4-BE49-F238E27FC236}">
                <a16:creationId xmlns:a16="http://schemas.microsoft.com/office/drawing/2014/main" id="{37B7862D-9489-4DFB-8191-8EFB21C45CAF}"/>
              </a:ext>
            </a:extLst>
          </p:cNvPr>
          <p:cNvSpPr>
            <a:spLocks noGrp="1"/>
          </p:cNvSpPr>
          <p:nvPr/>
        </p:nvSpPr>
        <p:spPr>
          <a:xfrm>
            <a:off x="6903919" y="6725962"/>
            <a:ext cx="2541965" cy="202"/>
          </a:xfrm>
          <a:custGeom>
            <a:avLst/>
            <a:gdLst/>
            <a:ahLst/>
            <a:cxnLst/>
            <a:rect l="0" t="0" r="0" b="0"/>
            <a:pathLst>
              <a:path w="2402069" h="191">
                <a:moveTo>
                  <a:pt x="0" y="0"/>
                </a:moveTo>
                <a:lnTo>
                  <a:pt x="2402069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984" name="02_predicted_pose_5283">
            <a:extLst>
              <a:ext uri="{FF2B5EF4-FFF2-40B4-BE49-F238E27FC236}">
                <a16:creationId xmlns:a16="http://schemas.microsoft.com/office/drawing/2014/main" id="{AFF5CE45-6743-4F88-B094-E770DBB6B4C2}"/>
              </a:ext>
            </a:extLst>
          </p:cNvPr>
          <p:cNvSpPr>
            <a:spLocks noGrp="1"/>
          </p:cNvSpPr>
          <p:nvPr/>
        </p:nvSpPr>
        <p:spPr>
          <a:xfrm>
            <a:off x="7418364" y="6185980"/>
            <a:ext cx="302615" cy="177597"/>
          </a:xfrm>
          <a:custGeom>
            <a:avLst/>
            <a:gdLst/>
            <a:ahLst/>
            <a:cxnLst/>
            <a:rect l="0" t="0" r="0" b="0"/>
            <a:pathLst>
              <a:path w="285961" h="167823">
                <a:moveTo>
                  <a:pt x="0" y="167823"/>
                </a:moveTo>
                <a:lnTo>
                  <a:pt x="285961" y="167823"/>
                </a:lnTo>
                <a:lnTo>
                  <a:pt x="285961" y="0"/>
                </a:lnTo>
                <a:lnTo>
                  <a:pt x="0" y="0"/>
                </a:lnTo>
                <a:lnTo>
                  <a:pt x="0" y="167823"/>
                </a:lnTo>
                <a:lnTo>
                  <a:pt x="0" y="16782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5879BD"/>
            </a:solidFill>
            <a:prstDash val="solid"/>
          </a:ln>
        </p:spPr>
      </p:sp>
      <p:sp>
        <p:nvSpPr>
          <p:cNvPr id="1985" name="02_predicted_pose_5284">
            <a:extLst>
              <a:ext uri="{FF2B5EF4-FFF2-40B4-BE49-F238E27FC236}">
                <a16:creationId xmlns:a16="http://schemas.microsoft.com/office/drawing/2014/main" id="{2F1765CE-B9D9-4EFD-952B-D5E0A3CB488B}"/>
              </a:ext>
            </a:extLst>
          </p:cNvPr>
          <p:cNvSpPr>
            <a:spLocks noGrp="1"/>
          </p:cNvSpPr>
          <p:nvPr/>
        </p:nvSpPr>
        <p:spPr>
          <a:xfrm>
            <a:off x="7569671" y="6363577"/>
            <a:ext cx="202" cy="133168"/>
          </a:xfrm>
          <a:custGeom>
            <a:avLst/>
            <a:gdLst/>
            <a:ahLst/>
            <a:cxnLst/>
            <a:rect l="0" t="0" r="0" b="0"/>
            <a:pathLst>
              <a:path w="191" h="125839">
                <a:moveTo>
                  <a:pt x="0" y="0"/>
                </a:moveTo>
                <a:lnTo>
                  <a:pt x="0" y="125839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986" name="02_predicted_pose_5285">
            <a:extLst>
              <a:ext uri="{FF2B5EF4-FFF2-40B4-BE49-F238E27FC236}">
                <a16:creationId xmlns:a16="http://schemas.microsoft.com/office/drawing/2014/main" id="{BB4A2BE9-AD3C-41E0-93CA-B5D6F4715565}"/>
              </a:ext>
            </a:extLst>
          </p:cNvPr>
          <p:cNvSpPr>
            <a:spLocks noGrp="1"/>
          </p:cNvSpPr>
          <p:nvPr/>
        </p:nvSpPr>
        <p:spPr>
          <a:xfrm>
            <a:off x="7569671" y="5849184"/>
            <a:ext cx="202" cy="336797"/>
          </a:xfrm>
          <a:custGeom>
            <a:avLst/>
            <a:gdLst/>
            <a:ahLst/>
            <a:cxnLst/>
            <a:rect l="0" t="0" r="0" b="0"/>
            <a:pathLst>
              <a:path w="191" h="318261">
                <a:moveTo>
                  <a:pt x="0" y="318261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987" name="02_predicted_pose_5286">
            <a:extLst>
              <a:ext uri="{FF2B5EF4-FFF2-40B4-BE49-F238E27FC236}">
                <a16:creationId xmlns:a16="http://schemas.microsoft.com/office/drawing/2014/main" id="{ECC41C6D-96EF-4E6D-8EB7-5AC86BF84C13}"/>
              </a:ext>
            </a:extLst>
          </p:cNvPr>
          <p:cNvSpPr>
            <a:spLocks noGrp="1"/>
          </p:cNvSpPr>
          <p:nvPr/>
        </p:nvSpPr>
        <p:spPr>
          <a:xfrm>
            <a:off x="7494017" y="6496745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988" name="02_predicted_pose_5287">
            <a:extLst>
              <a:ext uri="{FF2B5EF4-FFF2-40B4-BE49-F238E27FC236}">
                <a16:creationId xmlns:a16="http://schemas.microsoft.com/office/drawing/2014/main" id="{2FE53DE1-9A5B-4E0C-9794-11C91C8B1969}"/>
              </a:ext>
            </a:extLst>
          </p:cNvPr>
          <p:cNvSpPr>
            <a:spLocks noGrp="1"/>
          </p:cNvSpPr>
          <p:nvPr/>
        </p:nvSpPr>
        <p:spPr>
          <a:xfrm>
            <a:off x="7494017" y="5849184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5879BD"/>
            </a:solidFill>
            <a:prstDash val="solid"/>
          </a:ln>
        </p:spPr>
      </p:sp>
      <p:sp>
        <p:nvSpPr>
          <p:cNvPr id="1989" name="02_predicted_pose_5288">
            <a:extLst>
              <a:ext uri="{FF2B5EF4-FFF2-40B4-BE49-F238E27FC236}">
                <a16:creationId xmlns:a16="http://schemas.microsoft.com/office/drawing/2014/main" id="{4DD58686-564E-4007-A725-A9944D5D16D8}"/>
              </a:ext>
            </a:extLst>
          </p:cNvPr>
          <p:cNvSpPr>
            <a:spLocks noGrp="1"/>
          </p:cNvSpPr>
          <p:nvPr/>
        </p:nvSpPr>
        <p:spPr>
          <a:xfrm>
            <a:off x="8628823" y="5995588"/>
            <a:ext cx="302615" cy="155154"/>
          </a:xfrm>
          <a:custGeom>
            <a:avLst/>
            <a:gdLst/>
            <a:ahLst/>
            <a:cxnLst/>
            <a:rect l="0" t="0" r="0" b="0"/>
            <a:pathLst>
              <a:path w="285961" h="146615">
                <a:moveTo>
                  <a:pt x="0" y="146615"/>
                </a:moveTo>
                <a:lnTo>
                  <a:pt x="285961" y="146615"/>
                </a:lnTo>
                <a:lnTo>
                  <a:pt x="285961" y="0"/>
                </a:lnTo>
                <a:lnTo>
                  <a:pt x="0" y="0"/>
                </a:lnTo>
                <a:lnTo>
                  <a:pt x="0" y="146615"/>
                </a:lnTo>
                <a:lnTo>
                  <a:pt x="0" y="14661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B57442"/>
            </a:solidFill>
            <a:prstDash val="solid"/>
          </a:ln>
        </p:spPr>
      </p:sp>
      <p:sp>
        <p:nvSpPr>
          <p:cNvPr id="1990" name="02_predicted_pose_5289">
            <a:extLst>
              <a:ext uri="{FF2B5EF4-FFF2-40B4-BE49-F238E27FC236}">
                <a16:creationId xmlns:a16="http://schemas.microsoft.com/office/drawing/2014/main" id="{2FC7CBA3-5A2E-4E9B-8959-C4F47E6AC3BB}"/>
              </a:ext>
            </a:extLst>
          </p:cNvPr>
          <p:cNvSpPr>
            <a:spLocks noGrp="1"/>
          </p:cNvSpPr>
          <p:nvPr/>
        </p:nvSpPr>
        <p:spPr>
          <a:xfrm>
            <a:off x="8780132" y="6150742"/>
            <a:ext cx="202" cy="112224"/>
          </a:xfrm>
          <a:custGeom>
            <a:avLst/>
            <a:gdLst/>
            <a:ahLst/>
            <a:cxnLst/>
            <a:rect l="0" t="0" r="0" b="0"/>
            <a:pathLst>
              <a:path w="191" h="106048">
                <a:moveTo>
                  <a:pt x="0" y="0"/>
                </a:moveTo>
                <a:lnTo>
                  <a:pt x="0" y="106048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991" name="02_predicted_pose_5290">
            <a:extLst>
              <a:ext uri="{FF2B5EF4-FFF2-40B4-BE49-F238E27FC236}">
                <a16:creationId xmlns:a16="http://schemas.microsoft.com/office/drawing/2014/main" id="{AC0AF261-D774-4980-8A04-C2260C09159E}"/>
              </a:ext>
            </a:extLst>
          </p:cNvPr>
          <p:cNvSpPr>
            <a:spLocks noGrp="1"/>
          </p:cNvSpPr>
          <p:nvPr/>
        </p:nvSpPr>
        <p:spPr>
          <a:xfrm>
            <a:off x="8780132" y="5784728"/>
            <a:ext cx="202" cy="210860"/>
          </a:xfrm>
          <a:custGeom>
            <a:avLst/>
            <a:gdLst/>
            <a:ahLst/>
            <a:cxnLst/>
            <a:rect l="0" t="0" r="0" b="0"/>
            <a:pathLst>
              <a:path w="191" h="199255">
                <a:moveTo>
                  <a:pt x="0" y="199255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992" name="02_predicted_pose_5291">
            <a:extLst>
              <a:ext uri="{FF2B5EF4-FFF2-40B4-BE49-F238E27FC236}">
                <a16:creationId xmlns:a16="http://schemas.microsoft.com/office/drawing/2014/main" id="{0A8E7389-9E33-475C-AD1C-64E72B23CDF9}"/>
              </a:ext>
            </a:extLst>
          </p:cNvPr>
          <p:cNvSpPr>
            <a:spLocks noGrp="1"/>
          </p:cNvSpPr>
          <p:nvPr/>
        </p:nvSpPr>
        <p:spPr>
          <a:xfrm>
            <a:off x="8704477" y="6262966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993" name="02_predicted_pose_5292">
            <a:extLst>
              <a:ext uri="{FF2B5EF4-FFF2-40B4-BE49-F238E27FC236}">
                <a16:creationId xmlns:a16="http://schemas.microsoft.com/office/drawing/2014/main" id="{B236BBB1-DCD9-46CE-92E3-B987E9583F38}"/>
              </a:ext>
            </a:extLst>
          </p:cNvPr>
          <p:cNvSpPr>
            <a:spLocks noGrp="1"/>
          </p:cNvSpPr>
          <p:nvPr/>
        </p:nvSpPr>
        <p:spPr>
          <a:xfrm>
            <a:off x="8704477" y="5784729"/>
            <a:ext cx="151307" cy="202"/>
          </a:xfrm>
          <a:custGeom>
            <a:avLst/>
            <a:gdLst/>
            <a:ahLst/>
            <a:cxnLst/>
            <a:rect l="0" t="0" r="0" b="0"/>
            <a:pathLst>
              <a:path w="142980" h="191">
                <a:moveTo>
                  <a:pt x="0" y="0"/>
                </a:moveTo>
                <a:lnTo>
                  <a:pt x="142980" y="0"/>
                </a:lnTo>
              </a:path>
            </a:pathLst>
          </a:custGeom>
          <a:noFill/>
          <a:ln w="8890">
            <a:solidFill>
              <a:srgbClr val="B57442"/>
            </a:solidFill>
            <a:prstDash val="solid"/>
          </a:ln>
        </p:spPr>
      </p:sp>
      <p:sp>
        <p:nvSpPr>
          <p:cNvPr id="1994" name="text_5293">
            <a:extLst>
              <a:ext uri="{FF2B5EF4-FFF2-40B4-BE49-F238E27FC236}">
                <a16:creationId xmlns:a16="http://schemas.microsoft.com/office/drawing/2014/main" id="{C3A1B0B0-D5DD-45D0-AEAF-02CF789ABEC6}"/>
              </a:ext>
            </a:extLst>
          </p:cNvPr>
          <p:cNvSpPr>
            <a:spLocks noGrp="1"/>
          </p:cNvSpPr>
          <p:nvPr/>
        </p:nvSpPr>
        <p:spPr>
          <a:xfrm>
            <a:off x="6446365" y="4917368"/>
            <a:ext cx="95556" cy="1679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8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95" name="text_5294">
            <a:extLst>
              <a:ext uri="{FF2B5EF4-FFF2-40B4-BE49-F238E27FC236}">
                <a16:creationId xmlns:a16="http://schemas.microsoft.com/office/drawing/2014/main" id="{A43E71FC-979E-46CD-8A27-76E449774180}"/>
              </a:ext>
            </a:extLst>
          </p:cNvPr>
          <p:cNvSpPr>
            <a:spLocks noGrp="1"/>
          </p:cNvSpPr>
          <p:nvPr/>
        </p:nvSpPr>
        <p:spPr>
          <a:xfrm>
            <a:off x="6903918" y="4866210"/>
            <a:ext cx="813556" cy="142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99">
                <a:solidFill>
                  <a:srgbClr val="273744"/>
                </a:solidFill>
                <a:latin typeface="Arial"/>
                <a:ea typeface="Arial"/>
                <a:cs typeface="Arial"/>
              </a:rPr>
              <a:t>CA2, Best of 50</a:t>
            </a:r>
          </a:p>
        </p:txBody>
      </p:sp>
      <p:sp>
        <p:nvSpPr>
          <p:cNvPr id="1996" name="02_predicted_pose_5295">
            <a:extLst>
              <a:ext uri="{FF2B5EF4-FFF2-40B4-BE49-F238E27FC236}">
                <a16:creationId xmlns:a16="http://schemas.microsoft.com/office/drawing/2014/main" id="{6FAB4C77-57EA-4A17-966F-8F21157E97A2}"/>
              </a:ext>
            </a:extLst>
          </p:cNvPr>
          <p:cNvSpPr>
            <a:spLocks noGrp="1"/>
          </p:cNvSpPr>
          <p:nvPr/>
        </p:nvSpPr>
        <p:spPr>
          <a:xfrm>
            <a:off x="7418364" y="6298497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5879BD"/>
            </a:solidFill>
            <a:prstDash val="solid"/>
          </a:ln>
        </p:spPr>
      </p:sp>
      <p:sp>
        <p:nvSpPr>
          <p:cNvPr id="1997" name="02_predicted_pose_5296">
            <a:extLst>
              <a:ext uri="{FF2B5EF4-FFF2-40B4-BE49-F238E27FC236}">
                <a16:creationId xmlns:a16="http://schemas.microsoft.com/office/drawing/2014/main" id="{B8017D2C-05AC-46EE-BEB1-E9642D972E7C}"/>
              </a:ext>
            </a:extLst>
          </p:cNvPr>
          <p:cNvSpPr>
            <a:spLocks noGrp="1"/>
          </p:cNvSpPr>
          <p:nvPr/>
        </p:nvSpPr>
        <p:spPr>
          <a:xfrm>
            <a:off x="8628823" y="6085911"/>
            <a:ext cx="302615" cy="202"/>
          </a:xfrm>
          <a:custGeom>
            <a:avLst/>
            <a:gdLst/>
            <a:ahLst/>
            <a:cxnLst/>
            <a:rect l="0" t="0" r="0" b="0"/>
            <a:pathLst>
              <a:path w="285961" h="191">
                <a:moveTo>
                  <a:pt x="0" y="0"/>
                </a:moveTo>
                <a:lnTo>
                  <a:pt x="285961" y="0"/>
                </a:lnTo>
              </a:path>
            </a:pathLst>
          </a:custGeom>
          <a:noFill/>
          <a:ln w="19050">
            <a:solidFill>
              <a:srgbClr val="B57442"/>
            </a:solidFill>
            <a:prstDash val="solid"/>
          </a:ln>
        </p:spPr>
      </p:sp>
      <p:sp>
        <p:nvSpPr>
          <p:cNvPr id="1998" name="text_5297">
            <a:extLst>
              <a:ext uri="{FF2B5EF4-FFF2-40B4-BE49-F238E27FC236}">
                <a16:creationId xmlns:a16="http://schemas.microsoft.com/office/drawing/2014/main" id="{E6125190-5F3C-4FC9-A16F-60A5640BC303}"/>
              </a:ext>
            </a:extLst>
          </p:cNvPr>
          <p:cNvSpPr>
            <a:spLocks noGrp="1"/>
          </p:cNvSpPr>
          <p:nvPr/>
        </p:nvSpPr>
        <p:spPr>
          <a:xfrm>
            <a:off x="3548524" y="1909597"/>
            <a:ext cx="2954021" cy="1763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111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Docking guided by predicted ligand regions</a:t>
            </a:r>
          </a:p>
        </p:txBody>
      </p:sp>
    </p:spTree>
    <p:extLst>
      <p:ext uri="{BB962C8B-B14F-4D97-AF65-F5344CB8AC3E}">
        <p14:creationId xmlns:p14="http://schemas.microsoft.com/office/powerpoint/2010/main" val="38742245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6" name="组合 2075">
            <a:extLst>
              <a:ext uri="{FF2B5EF4-FFF2-40B4-BE49-F238E27FC236}">
                <a16:creationId xmlns:a16="http://schemas.microsoft.com/office/drawing/2014/main" id="{A77575DC-08A0-709D-020D-9F09476556BF}"/>
              </a:ext>
            </a:extLst>
          </p:cNvPr>
          <p:cNvGrpSpPr>
            <a:grpSpLocks/>
          </p:cNvGrpSpPr>
          <p:nvPr/>
        </p:nvGrpSpPr>
        <p:grpSpPr>
          <a:xfrm>
            <a:off x="2794210" y="1809590"/>
            <a:ext cx="6857395" cy="5524012"/>
            <a:chOff x="0" y="1710000"/>
            <a:chExt cx="6480000" cy="5220000"/>
          </a:xfrm>
        </p:grpSpPr>
        <p:sp>
          <p:nvSpPr>
            <p:cNvPr id="2075" name="02_predicted_pose_0">
              <a:extLst>
                <a:ext uri="{FF2B5EF4-FFF2-40B4-BE49-F238E27FC236}">
                  <a16:creationId xmlns:a16="http://schemas.microsoft.com/office/drawing/2014/main" id="{12600D4F-2EB0-40D8-9981-E21EDFB8932F}"/>
                </a:ext>
              </a:extLst>
            </p:cNvPr>
            <p:cNvSpPr>
              <a:spLocks/>
            </p:cNvSpPr>
            <p:nvPr/>
          </p:nvSpPr>
          <p:spPr>
            <a:xfrm>
              <a:off x="0" y="1710000"/>
              <a:ext cx="6480000" cy="5220000"/>
            </a:xfrm>
            <a:custGeom>
              <a:avLst/>
              <a:gdLst/>
              <a:ahLst/>
              <a:cxnLst/>
              <a:rect l="0" t="0" r="0" b="0"/>
              <a:pathLst>
                <a:path w="6480000" h="5220000">
                  <a:moveTo>
                    <a:pt x="0" y="5220000"/>
                  </a:moveTo>
                  <a:lnTo>
                    <a:pt x="6480000" y="5220000"/>
                  </a:lnTo>
                  <a:lnTo>
                    <a:pt x="6480000" y="0"/>
                  </a:lnTo>
                  <a:lnTo>
                    <a:pt x="0" y="0"/>
                  </a:lnTo>
                  <a:lnTo>
                    <a:pt x="0" y="52200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" name="02_predicted_pose_1">
              <a:extLst>
                <a:ext uri="{FF2B5EF4-FFF2-40B4-BE49-F238E27FC236}">
                  <a16:creationId xmlns:a16="http://schemas.microsoft.com/office/drawing/2014/main" id="{96B5FDC0-F0BC-44D3-84EF-5BBF7AA7BEB6}"/>
                </a:ext>
              </a:extLst>
            </p:cNvPr>
            <p:cNvSpPr>
              <a:spLocks/>
            </p:cNvSpPr>
            <p:nvPr/>
          </p:nvSpPr>
          <p:spPr>
            <a:xfrm>
              <a:off x="712800" y="2493000"/>
              <a:ext cx="2402069" cy="1545120"/>
            </a:xfrm>
            <a:custGeom>
              <a:avLst/>
              <a:gdLst/>
              <a:ahLst/>
              <a:cxnLst/>
              <a:rect l="0" t="0" r="0" b="0"/>
              <a:pathLst>
                <a:path w="2402069" h="1545120">
                  <a:moveTo>
                    <a:pt x="0" y="1545120"/>
                  </a:moveTo>
                  <a:lnTo>
                    <a:pt x="2402069" y="1545120"/>
                  </a:lnTo>
                  <a:lnTo>
                    <a:pt x="2402069" y="0"/>
                  </a:lnTo>
                  <a:lnTo>
                    <a:pt x="0" y="0"/>
                  </a:lnTo>
                  <a:lnTo>
                    <a:pt x="0" y="154512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" name="02_predicted_pose_2">
              <a:extLst>
                <a:ext uri="{FF2B5EF4-FFF2-40B4-BE49-F238E27FC236}">
                  <a16:creationId xmlns:a16="http://schemas.microsoft.com/office/drawing/2014/main" id="{E679052F-8E5C-482A-A1A7-EC03F36565A5}"/>
                </a:ext>
              </a:extLst>
            </p:cNvPr>
            <p:cNvSpPr>
              <a:spLocks/>
            </p:cNvSpPr>
            <p:nvPr/>
          </p:nvSpPr>
          <p:spPr>
            <a:xfrm>
              <a:off x="712800" y="3301264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4" name="02_predicted_pose_3">
              <a:extLst>
                <a:ext uri="{FF2B5EF4-FFF2-40B4-BE49-F238E27FC236}">
                  <a16:creationId xmlns:a16="http://schemas.microsoft.com/office/drawing/2014/main" id="{467C3103-DB6B-4EEA-AE29-FE3D57D85ABB}"/>
                </a:ext>
              </a:extLst>
            </p:cNvPr>
            <p:cNvSpPr>
              <a:spLocks/>
            </p:cNvSpPr>
            <p:nvPr/>
          </p:nvSpPr>
          <p:spPr>
            <a:xfrm>
              <a:off x="712800" y="3171511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5" name="02_predicted_pose_4">
              <a:extLst>
                <a:ext uri="{FF2B5EF4-FFF2-40B4-BE49-F238E27FC236}">
                  <a16:creationId xmlns:a16="http://schemas.microsoft.com/office/drawing/2014/main" id="{D4D66D7F-8AC3-4287-9B11-1AA6D0AEABE2}"/>
                </a:ext>
              </a:extLst>
            </p:cNvPr>
            <p:cNvSpPr>
              <a:spLocks/>
            </p:cNvSpPr>
            <p:nvPr/>
          </p:nvSpPr>
          <p:spPr>
            <a:xfrm>
              <a:off x="1341913" y="403812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6" name="text_5">
              <a:extLst>
                <a:ext uri="{FF2B5EF4-FFF2-40B4-BE49-F238E27FC236}">
                  <a16:creationId xmlns:a16="http://schemas.microsoft.com/office/drawing/2014/main" id="{3E5DB15F-3EFA-485F-B71A-4FB4493B7806}"/>
                </a:ext>
              </a:extLst>
            </p:cNvPr>
            <p:cNvSpPr>
              <a:spLocks/>
            </p:cNvSpPr>
            <p:nvPr/>
          </p:nvSpPr>
          <p:spPr>
            <a:xfrm>
              <a:off x="1023296" y="4107722"/>
              <a:ext cx="649935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DG-PocketXmol</a:t>
              </a:r>
            </a:p>
          </p:txBody>
        </p:sp>
        <p:sp>
          <p:nvSpPr>
            <p:cNvPr id="7" name="02_predicted_pose_6">
              <a:extLst>
                <a:ext uri="{FF2B5EF4-FFF2-40B4-BE49-F238E27FC236}">
                  <a16:creationId xmlns:a16="http://schemas.microsoft.com/office/drawing/2014/main" id="{AAA9FB82-86BE-4EEC-B03B-6E338B689B57}"/>
                </a:ext>
              </a:extLst>
            </p:cNvPr>
            <p:cNvSpPr>
              <a:spLocks/>
            </p:cNvSpPr>
            <p:nvPr/>
          </p:nvSpPr>
          <p:spPr>
            <a:xfrm>
              <a:off x="2485756" y="403812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8" name="text_7">
              <a:extLst>
                <a:ext uri="{FF2B5EF4-FFF2-40B4-BE49-F238E27FC236}">
                  <a16:creationId xmlns:a16="http://schemas.microsoft.com/office/drawing/2014/main" id="{4B0F5755-DD37-411F-B692-A59A28023588}"/>
                </a:ext>
              </a:extLst>
            </p:cNvPr>
            <p:cNvSpPr>
              <a:spLocks/>
            </p:cNvSpPr>
            <p:nvPr/>
          </p:nvSpPr>
          <p:spPr>
            <a:xfrm>
              <a:off x="2186874" y="4107986"/>
              <a:ext cx="610464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Emap2lig-Build</a:t>
              </a:r>
            </a:p>
          </p:txBody>
        </p:sp>
        <p:sp>
          <p:nvSpPr>
            <p:cNvPr id="9" name="02_predicted_pose_8">
              <a:extLst>
                <a:ext uri="{FF2B5EF4-FFF2-40B4-BE49-F238E27FC236}">
                  <a16:creationId xmlns:a16="http://schemas.microsoft.com/office/drawing/2014/main" id="{DA1ABE13-4D44-463C-AE7F-591415DB8C29}"/>
                </a:ext>
              </a:extLst>
            </p:cNvPr>
            <p:cNvSpPr>
              <a:spLocks/>
            </p:cNvSpPr>
            <p:nvPr/>
          </p:nvSpPr>
          <p:spPr>
            <a:xfrm>
              <a:off x="674700" y="403812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" name="text_9">
              <a:extLst>
                <a:ext uri="{FF2B5EF4-FFF2-40B4-BE49-F238E27FC236}">
                  <a16:creationId xmlns:a16="http://schemas.microsoft.com/office/drawing/2014/main" id="{20787E52-08CC-4310-99E5-C2464FBB6E9F}"/>
                </a:ext>
              </a:extLst>
            </p:cNvPr>
            <p:cNvSpPr>
              <a:spLocks/>
            </p:cNvSpPr>
            <p:nvPr/>
          </p:nvSpPr>
          <p:spPr>
            <a:xfrm>
              <a:off x="513029" y="3999705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0.2</a:t>
              </a:r>
            </a:p>
          </p:txBody>
        </p:sp>
        <p:sp>
          <p:nvSpPr>
            <p:cNvPr id="11" name="02_predicted_pose_10">
              <a:extLst>
                <a:ext uri="{FF2B5EF4-FFF2-40B4-BE49-F238E27FC236}">
                  <a16:creationId xmlns:a16="http://schemas.microsoft.com/office/drawing/2014/main" id="{DC9E7ABA-2339-4FD5-9C78-33A9EA160676}"/>
                </a:ext>
              </a:extLst>
            </p:cNvPr>
            <p:cNvSpPr>
              <a:spLocks/>
            </p:cNvSpPr>
            <p:nvPr/>
          </p:nvSpPr>
          <p:spPr>
            <a:xfrm>
              <a:off x="674700" y="3744896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2" name="text_11">
              <a:extLst>
                <a:ext uri="{FF2B5EF4-FFF2-40B4-BE49-F238E27FC236}">
                  <a16:creationId xmlns:a16="http://schemas.microsoft.com/office/drawing/2014/main" id="{3B4EFEFC-AA3D-45E8-ADBD-45F8A8EE7C8A}"/>
                </a:ext>
              </a:extLst>
            </p:cNvPr>
            <p:cNvSpPr>
              <a:spLocks/>
            </p:cNvSpPr>
            <p:nvPr/>
          </p:nvSpPr>
          <p:spPr>
            <a:xfrm>
              <a:off x="513029" y="3706481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0.5</a:t>
              </a:r>
            </a:p>
          </p:txBody>
        </p:sp>
        <p:sp>
          <p:nvSpPr>
            <p:cNvPr id="13" name="02_predicted_pose_12">
              <a:extLst>
                <a:ext uri="{FF2B5EF4-FFF2-40B4-BE49-F238E27FC236}">
                  <a16:creationId xmlns:a16="http://schemas.microsoft.com/office/drawing/2014/main" id="{A8621219-63BE-4713-A3DE-B16BF15A5D82}"/>
                </a:ext>
              </a:extLst>
            </p:cNvPr>
            <p:cNvSpPr>
              <a:spLocks/>
            </p:cNvSpPr>
            <p:nvPr/>
          </p:nvSpPr>
          <p:spPr>
            <a:xfrm>
              <a:off x="674700" y="352308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4" name="text_13">
              <a:extLst>
                <a:ext uri="{FF2B5EF4-FFF2-40B4-BE49-F238E27FC236}">
                  <a16:creationId xmlns:a16="http://schemas.microsoft.com/office/drawing/2014/main" id="{260F20BF-CE66-47A3-B8BC-F2E09BE0535B}"/>
                </a:ext>
              </a:extLst>
            </p:cNvPr>
            <p:cNvSpPr>
              <a:spLocks/>
            </p:cNvSpPr>
            <p:nvPr/>
          </p:nvSpPr>
          <p:spPr>
            <a:xfrm>
              <a:off x="587172" y="348466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</a:t>
              </a:r>
            </a:p>
          </p:txBody>
        </p:sp>
        <p:sp>
          <p:nvSpPr>
            <p:cNvPr id="15" name="02_predicted_pose_14">
              <a:extLst>
                <a:ext uri="{FF2B5EF4-FFF2-40B4-BE49-F238E27FC236}">
                  <a16:creationId xmlns:a16="http://schemas.microsoft.com/office/drawing/2014/main" id="{0F3044CD-D1D8-40FC-A670-EE7BA335A2B5}"/>
                </a:ext>
              </a:extLst>
            </p:cNvPr>
            <p:cNvSpPr>
              <a:spLocks/>
            </p:cNvSpPr>
            <p:nvPr/>
          </p:nvSpPr>
          <p:spPr>
            <a:xfrm>
              <a:off x="674700" y="330126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6" name="text_15">
              <a:extLst>
                <a:ext uri="{FF2B5EF4-FFF2-40B4-BE49-F238E27FC236}">
                  <a16:creationId xmlns:a16="http://schemas.microsoft.com/office/drawing/2014/main" id="{9099DB99-2A64-4DE2-B323-50D2D0525647}"/>
                </a:ext>
              </a:extLst>
            </p:cNvPr>
            <p:cNvSpPr>
              <a:spLocks/>
            </p:cNvSpPr>
            <p:nvPr/>
          </p:nvSpPr>
          <p:spPr>
            <a:xfrm>
              <a:off x="587172" y="3262850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</a:t>
              </a:r>
            </a:p>
          </p:txBody>
        </p:sp>
        <p:sp>
          <p:nvSpPr>
            <p:cNvPr id="17" name="02_predicted_pose_16">
              <a:extLst>
                <a:ext uri="{FF2B5EF4-FFF2-40B4-BE49-F238E27FC236}">
                  <a16:creationId xmlns:a16="http://schemas.microsoft.com/office/drawing/2014/main" id="{3A6F05BF-916D-499F-852F-C7E231F6F04A}"/>
                </a:ext>
              </a:extLst>
            </p:cNvPr>
            <p:cNvSpPr>
              <a:spLocks/>
            </p:cNvSpPr>
            <p:nvPr/>
          </p:nvSpPr>
          <p:spPr>
            <a:xfrm>
              <a:off x="674700" y="3171511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8" name="text_17">
              <a:extLst>
                <a:ext uri="{FF2B5EF4-FFF2-40B4-BE49-F238E27FC236}">
                  <a16:creationId xmlns:a16="http://schemas.microsoft.com/office/drawing/2014/main" id="{22B44685-B376-4019-9077-75BC462825E0}"/>
                </a:ext>
              </a:extLst>
            </p:cNvPr>
            <p:cNvSpPr>
              <a:spLocks/>
            </p:cNvSpPr>
            <p:nvPr/>
          </p:nvSpPr>
          <p:spPr>
            <a:xfrm>
              <a:off x="587172" y="3133096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3</a:t>
              </a:r>
            </a:p>
          </p:txBody>
        </p:sp>
        <p:sp>
          <p:nvSpPr>
            <p:cNvPr id="19" name="02_predicted_pose_18">
              <a:extLst>
                <a:ext uri="{FF2B5EF4-FFF2-40B4-BE49-F238E27FC236}">
                  <a16:creationId xmlns:a16="http://schemas.microsoft.com/office/drawing/2014/main" id="{5C545F28-62DB-43EB-A1AC-F9E82D39F112}"/>
                </a:ext>
              </a:extLst>
            </p:cNvPr>
            <p:cNvSpPr>
              <a:spLocks/>
            </p:cNvSpPr>
            <p:nvPr/>
          </p:nvSpPr>
          <p:spPr>
            <a:xfrm>
              <a:off x="674700" y="300804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20" name="text_19">
              <a:extLst>
                <a:ext uri="{FF2B5EF4-FFF2-40B4-BE49-F238E27FC236}">
                  <a16:creationId xmlns:a16="http://schemas.microsoft.com/office/drawing/2014/main" id="{D8B09CCB-C41C-4276-B414-055436FED671}"/>
                </a:ext>
              </a:extLst>
            </p:cNvPr>
            <p:cNvSpPr>
              <a:spLocks/>
            </p:cNvSpPr>
            <p:nvPr/>
          </p:nvSpPr>
          <p:spPr>
            <a:xfrm>
              <a:off x="587172" y="296962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5</a:t>
              </a:r>
            </a:p>
          </p:txBody>
        </p:sp>
        <p:sp>
          <p:nvSpPr>
            <p:cNvPr id="21" name="02_predicted_pose_20">
              <a:extLst>
                <a:ext uri="{FF2B5EF4-FFF2-40B4-BE49-F238E27FC236}">
                  <a16:creationId xmlns:a16="http://schemas.microsoft.com/office/drawing/2014/main" id="{4074FA67-FE21-4E66-B96D-9A8FF678B3B5}"/>
                </a:ext>
              </a:extLst>
            </p:cNvPr>
            <p:cNvSpPr>
              <a:spLocks/>
            </p:cNvSpPr>
            <p:nvPr/>
          </p:nvSpPr>
          <p:spPr>
            <a:xfrm>
              <a:off x="674700" y="278622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22" name="text_21">
              <a:extLst>
                <a:ext uri="{FF2B5EF4-FFF2-40B4-BE49-F238E27FC236}">
                  <a16:creationId xmlns:a16="http://schemas.microsoft.com/office/drawing/2014/main" id="{A6CA5E7C-7B05-42CB-9B91-82519B477F94}"/>
                </a:ext>
              </a:extLst>
            </p:cNvPr>
            <p:cNvSpPr>
              <a:spLocks/>
            </p:cNvSpPr>
            <p:nvPr/>
          </p:nvSpPr>
          <p:spPr>
            <a:xfrm>
              <a:off x="537743" y="2747810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10</a:t>
              </a:r>
            </a:p>
          </p:txBody>
        </p:sp>
        <p:sp>
          <p:nvSpPr>
            <p:cNvPr id="23" name="02_predicted_pose_22">
              <a:extLst>
                <a:ext uri="{FF2B5EF4-FFF2-40B4-BE49-F238E27FC236}">
                  <a16:creationId xmlns:a16="http://schemas.microsoft.com/office/drawing/2014/main" id="{60DF243B-5242-413F-A144-1D6B204E2100}"/>
                </a:ext>
              </a:extLst>
            </p:cNvPr>
            <p:cNvSpPr>
              <a:spLocks/>
            </p:cNvSpPr>
            <p:nvPr/>
          </p:nvSpPr>
          <p:spPr>
            <a:xfrm>
              <a:off x="674700" y="2564409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24" name="text_23">
              <a:extLst>
                <a:ext uri="{FF2B5EF4-FFF2-40B4-BE49-F238E27FC236}">
                  <a16:creationId xmlns:a16="http://schemas.microsoft.com/office/drawing/2014/main" id="{54A6E0F0-062A-452D-8A82-89B1B3D46D54}"/>
                </a:ext>
              </a:extLst>
            </p:cNvPr>
            <p:cNvSpPr>
              <a:spLocks/>
            </p:cNvSpPr>
            <p:nvPr/>
          </p:nvSpPr>
          <p:spPr>
            <a:xfrm>
              <a:off x="537743" y="2525994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20</a:t>
              </a:r>
            </a:p>
          </p:txBody>
        </p:sp>
        <p:sp>
          <p:nvSpPr>
            <p:cNvPr id="25" name="text_24">
              <a:extLst>
                <a:ext uri="{FF2B5EF4-FFF2-40B4-BE49-F238E27FC236}">
                  <a16:creationId xmlns:a16="http://schemas.microsoft.com/office/drawing/2014/main" id="{76EFD1A1-C91A-4979-9099-0C0B3A694777}"/>
                </a:ext>
              </a:extLst>
            </p:cNvPr>
            <p:cNvSpPr>
              <a:spLocks/>
            </p:cNvSpPr>
            <p:nvPr/>
          </p:nvSpPr>
          <p:spPr>
            <a:xfrm rot="-5400000">
              <a:off x="192687" y="3202060"/>
              <a:ext cx="475488" cy="127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RMSD (Å)</a:t>
              </a:r>
            </a:p>
          </p:txBody>
        </p:sp>
        <p:sp>
          <p:nvSpPr>
            <p:cNvPr id="26" name="02_predicted_pose_25">
              <a:extLst>
                <a:ext uri="{FF2B5EF4-FFF2-40B4-BE49-F238E27FC236}">
                  <a16:creationId xmlns:a16="http://schemas.microsoft.com/office/drawing/2014/main" id="{21274AEA-54E5-4738-9919-EBAD13E35054}"/>
                </a:ext>
              </a:extLst>
            </p:cNvPr>
            <p:cNvSpPr>
              <a:spLocks/>
            </p:cNvSpPr>
            <p:nvPr/>
          </p:nvSpPr>
          <p:spPr>
            <a:xfrm>
              <a:off x="1268110" y="360814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" name="02_predicted_pose_26">
              <a:extLst>
                <a:ext uri="{FF2B5EF4-FFF2-40B4-BE49-F238E27FC236}">
                  <a16:creationId xmlns:a16="http://schemas.microsoft.com/office/drawing/2014/main" id="{00036909-DC1A-47E9-8CA2-F239FD85818B}"/>
                </a:ext>
              </a:extLst>
            </p:cNvPr>
            <p:cNvSpPr>
              <a:spLocks/>
            </p:cNvSpPr>
            <p:nvPr/>
          </p:nvSpPr>
          <p:spPr>
            <a:xfrm>
              <a:off x="1281892" y="35792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" name="02_predicted_pose_27">
              <a:extLst>
                <a:ext uri="{FF2B5EF4-FFF2-40B4-BE49-F238E27FC236}">
                  <a16:creationId xmlns:a16="http://schemas.microsoft.com/office/drawing/2014/main" id="{EF0684CA-5E7F-497D-95FD-2D99FD29C764}"/>
                </a:ext>
              </a:extLst>
            </p:cNvPr>
            <p:cNvSpPr>
              <a:spLocks/>
            </p:cNvSpPr>
            <p:nvPr/>
          </p:nvSpPr>
          <p:spPr>
            <a:xfrm>
              <a:off x="1295673" y="35959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" name="02_predicted_pose_28">
              <a:extLst>
                <a:ext uri="{FF2B5EF4-FFF2-40B4-BE49-F238E27FC236}">
                  <a16:creationId xmlns:a16="http://schemas.microsoft.com/office/drawing/2014/main" id="{56DF2AB6-C375-46C7-9330-DDEAFD1E71E8}"/>
                </a:ext>
              </a:extLst>
            </p:cNvPr>
            <p:cNvSpPr>
              <a:spLocks/>
            </p:cNvSpPr>
            <p:nvPr/>
          </p:nvSpPr>
          <p:spPr>
            <a:xfrm>
              <a:off x="1309454" y="34585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" name="02_predicted_pose_29">
              <a:extLst>
                <a:ext uri="{FF2B5EF4-FFF2-40B4-BE49-F238E27FC236}">
                  <a16:creationId xmlns:a16="http://schemas.microsoft.com/office/drawing/2014/main" id="{9BBA39CF-70F9-42AB-B902-B7247B73B90E}"/>
                </a:ext>
              </a:extLst>
            </p:cNvPr>
            <p:cNvSpPr>
              <a:spLocks/>
            </p:cNvSpPr>
            <p:nvPr/>
          </p:nvSpPr>
          <p:spPr>
            <a:xfrm>
              <a:off x="1323235" y="361492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" name="02_predicted_pose_30">
              <a:extLst>
                <a:ext uri="{FF2B5EF4-FFF2-40B4-BE49-F238E27FC236}">
                  <a16:creationId xmlns:a16="http://schemas.microsoft.com/office/drawing/2014/main" id="{04427573-10B5-457D-976B-209CCF437622}"/>
                </a:ext>
              </a:extLst>
            </p:cNvPr>
            <p:cNvSpPr>
              <a:spLocks/>
            </p:cNvSpPr>
            <p:nvPr/>
          </p:nvSpPr>
          <p:spPr>
            <a:xfrm>
              <a:off x="1337017" y="35822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" name="02_predicted_pose_31">
              <a:extLst>
                <a:ext uri="{FF2B5EF4-FFF2-40B4-BE49-F238E27FC236}">
                  <a16:creationId xmlns:a16="http://schemas.microsoft.com/office/drawing/2014/main" id="{257BCC20-769A-4C09-8419-84D3E8D0FC52}"/>
                </a:ext>
              </a:extLst>
            </p:cNvPr>
            <p:cNvSpPr>
              <a:spLocks/>
            </p:cNvSpPr>
            <p:nvPr/>
          </p:nvSpPr>
          <p:spPr>
            <a:xfrm>
              <a:off x="1350798" y="344540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" name="02_predicted_pose_32">
              <a:extLst>
                <a:ext uri="{FF2B5EF4-FFF2-40B4-BE49-F238E27FC236}">
                  <a16:creationId xmlns:a16="http://schemas.microsoft.com/office/drawing/2014/main" id="{293970C1-2212-4240-ADAE-1054E4D6148B}"/>
                </a:ext>
              </a:extLst>
            </p:cNvPr>
            <p:cNvSpPr>
              <a:spLocks/>
            </p:cNvSpPr>
            <p:nvPr/>
          </p:nvSpPr>
          <p:spPr>
            <a:xfrm>
              <a:off x="1364579" y="356818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" name="02_predicted_pose_33">
              <a:extLst>
                <a:ext uri="{FF2B5EF4-FFF2-40B4-BE49-F238E27FC236}">
                  <a16:creationId xmlns:a16="http://schemas.microsoft.com/office/drawing/2014/main" id="{5616E840-47F1-450A-A05C-AECB6CF70865}"/>
                </a:ext>
              </a:extLst>
            </p:cNvPr>
            <p:cNvSpPr>
              <a:spLocks/>
            </p:cNvSpPr>
            <p:nvPr/>
          </p:nvSpPr>
          <p:spPr>
            <a:xfrm>
              <a:off x="1378360" y="35981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" name="02_predicted_pose_34">
              <a:extLst>
                <a:ext uri="{FF2B5EF4-FFF2-40B4-BE49-F238E27FC236}">
                  <a16:creationId xmlns:a16="http://schemas.microsoft.com/office/drawing/2014/main" id="{223B9560-6565-40A4-91BD-328FCB972EA5}"/>
                </a:ext>
              </a:extLst>
            </p:cNvPr>
            <p:cNvSpPr>
              <a:spLocks/>
            </p:cNvSpPr>
            <p:nvPr/>
          </p:nvSpPr>
          <p:spPr>
            <a:xfrm>
              <a:off x="1392142" y="352550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" name="02_predicted_pose_35">
              <a:extLst>
                <a:ext uri="{FF2B5EF4-FFF2-40B4-BE49-F238E27FC236}">
                  <a16:creationId xmlns:a16="http://schemas.microsoft.com/office/drawing/2014/main" id="{E2379132-BC9F-496B-93DD-492FE9CF9D64}"/>
                </a:ext>
              </a:extLst>
            </p:cNvPr>
            <p:cNvSpPr>
              <a:spLocks/>
            </p:cNvSpPr>
            <p:nvPr/>
          </p:nvSpPr>
          <p:spPr>
            <a:xfrm>
              <a:off x="1281547" y="338486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" name="02_predicted_pose_36">
              <a:extLst>
                <a:ext uri="{FF2B5EF4-FFF2-40B4-BE49-F238E27FC236}">
                  <a16:creationId xmlns:a16="http://schemas.microsoft.com/office/drawing/2014/main" id="{A066C680-A13F-40B1-AF56-BB2EEBF9F6B5}"/>
                </a:ext>
              </a:extLst>
            </p:cNvPr>
            <p:cNvSpPr>
              <a:spLocks/>
            </p:cNvSpPr>
            <p:nvPr/>
          </p:nvSpPr>
          <p:spPr>
            <a:xfrm>
              <a:off x="1374570" y="33937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" name="02_predicted_pose_37">
              <a:extLst>
                <a:ext uri="{FF2B5EF4-FFF2-40B4-BE49-F238E27FC236}">
                  <a16:creationId xmlns:a16="http://schemas.microsoft.com/office/drawing/2014/main" id="{1F4C2AAC-4E9B-4ADB-BB18-FCA6EF7A5360}"/>
                </a:ext>
              </a:extLst>
            </p:cNvPr>
            <p:cNvSpPr>
              <a:spLocks/>
            </p:cNvSpPr>
            <p:nvPr/>
          </p:nvSpPr>
          <p:spPr>
            <a:xfrm>
              <a:off x="1467594" y="339403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" name="02_predicted_pose_38">
              <a:extLst>
                <a:ext uri="{FF2B5EF4-FFF2-40B4-BE49-F238E27FC236}">
                  <a16:creationId xmlns:a16="http://schemas.microsoft.com/office/drawing/2014/main" id="{1041D8E3-122D-4A5C-8FE4-0FC96A5002C4}"/>
                </a:ext>
              </a:extLst>
            </p:cNvPr>
            <p:cNvSpPr>
              <a:spLocks/>
            </p:cNvSpPr>
            <p:nvPr/>
          </p:nvSpPr>
          <p:spPr>
            <a:xfrm>
              <a:off x="1217120" y="36226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" name="02_predicted_pose_39">
              <a:extLst>
                <a:ext uri="{FF2B5EF4-FFF2-40B4-BE49-F238E27FC236}">
                  <a16:creationId xmlns:a16="http://schemas.microsoft.com/office/drawing/2014/main" id="{4C85300A-923C-4840-B8AC-36B92B4EAEBF}"/>
                </a:ext>
              </a:extLst>
            </p:cNvPr>
            <p:cNvSpPr>
              <a:spLocks/>
            </p:cNvSpPr>
            <p:nvPr/>
          </p:nvSpPr>
          <p:spPr>
            <a:xfrm>
              <a:off x="1310143" y="350585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" name="02_predicted_pose_40">
              <a:extLst>
                <a:ext uri="{FF2B5EF4-FFF2-40B4-BE49-F238E27FC236}">
                  <a16:creationId xmlns:a16="http://schemas.microsoft.com/office/drawing/2014/main" id="{45F2F1CA-F38B-4ADB-B7F8-024FAB9996F6}"/>
                </a:ext>
              </a:extLst>
            </p:cNvPr>
            <p:cNvSpPr>
              <a:spLocks/>
            </p:cNvSpPr>
            <p:nvPr/>
          </p:nvSpPr>
          <p:spPr>
            <a:xfrm>
              <a:off x="1403167" y="36360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" name="02_predicted_pose_41">
              <a:extLst>
                <a:ext uri="{FF2B5EF4-FFF2-40B4-BE49-F238E27FC236}">
                  <a16:creationId xmlns:a16="http://schemas.microsoft.com/office/drawing/2014/main" id="{1A40D4EA-3303-41ED-9FD9-A6645FC64211}"/>
                </a:ext>
              </a:extLst>
            </p:cNvPr>
            <p:cNvSpPr>
              <a:spLocks/>
            </p:cNvSpPr>
            <p:nvPr/>
          </p:nvSpPr>
          <p:spPr>
            <a:xfrm>
              <a:off x="1496190" y="35563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" name="02_predicted_pose_42">
              <a:extLst>
                <a:ext uri="{FF2B5EF4-FFF2-40B4-BE49-F238E27FC236}">
                  <a16:creationId xmlns:a16="http://schemas.microsoft.com/office/drawing/2014/main" id="{6D60E8D1-CDDD-48A7-9B80-81EE251121A3}"/>
                </a:ext>
              </a:extLst>
            </p:cNvPr>
            <p:cNvSpPr>
              <a:spLocks/>
            </p:cNvSpPr>
            <p:nvPr/>
          </p:nvSpPr>
          <p:spPr>
            <a:xfrm>
              <a:off x="1245716" y="35240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" name="02_predicted_pose_43">
              <a:extLst>
                <a:ext uri="{FF2B5EF4-FFF2-40B4-BE49-F238E27FC236}">
                  <a16:creationId xmlns:a16="http://schemas.microsoft.com/office/drawing/2014/main" id="{06D696B7-0F7B-4704-ADDA-DDE232439309}"/>
                </a:ext>
              </a:extLst>
            </p:cNvPr>
            <p:cNvSpPr>
              <a:spLocks/>
            </p:cNvSpPr>
            <p:nvPr/>
          </p:nvSpPr>
          <p:spPr>
            <a:xfrm>
              <a:off x="1338739" y="35852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" name="02_predicted_pose_44">
              <a:extLst>
                <a:ext uri="{FF2B5EF4-FFF2-40B4-BE49-F238E27FC236}">
                  <a16:creationId xmlns:a16="http://schemas.microsoft.com/office/drawing/2014/main" id="{F1C1BE5E-82EC-4A47-8FF7-B4D2B3A3C656}"/>
                </a:ext>
              </a:extLst>
            </p:cNvPr>
            <p:cNvSpPr>
              <a:spLocks/>
            </p:cNvSpPr>
            <p:nvPr/>
          </p:nvSpPr>
          <p:spPr>
            <a:xfrm>
              <a:off x="1431763" y="35765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" name="02_predicted_pose_45">
              <a:extLst>
                <a:ext uri="{FF2B5EF4-FFF2-40B4-BE49-F238E27FC236}">
                  <a16:creationId xmlns:a16="http://schemas.microsoft.com/office/drawing/2014/main" id="{2C8170FB-F5A5-4AE1-BDFA-2FE02990C852}"/>
                </a:ext>
              </a:extLst>
            </p:cNvPr>
            <p:cNvSpPr>
              <a:spLocks/>
            </p:cNvSpPr>
            <p:nvPr/>
          </p:nvSpPr>
          <p:spPr>
            <a:xfrm>
              <a:off x="1295328" y="33731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" name="02_predicted_pose_46">
              <a:extLst>
                <a:ext uri="{FF2B5EF4-FFF2-40B4-BE49-F238E27FC236}">
                  <a16:creationId xmlns:a16="http://schemas.microsoft.com/office/drawing/2014/main" id="{A150D23E-11E1-425F-A1F8-AE721FE0F2DD}"/>
                </a:ext>
              </a:extLst>
            </p:cNvPr>
            <p:cNvSpPr>
              <a:spLocks/>
            </p:cNvSpPr>
            <p:nvPr/>
          </p:nvSpPr>
          <p:spPr>
            <a:xfrm>
              <a:off x="1388352" y="349637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" name="02_predicted_pose_47">
              <a:extLst>
                <a:ext uri="{FF2B5EF4-FFF2-40B4-BE49-F238E27FC236}">
                  <a16:creationId xmlns:a16="http://schemas.microsoft.com/office/drawing/2014/main" id="{610AD34B-F03C-4567-AE74-F72DB0053402}"/>
                </a:ext>
              </a:extLst>
            </p:cNvPr>
            <p:cNvSpPr>
              <a:spLocks/>
            </p:cNvSpPr>
            <p:nvPr/>
          </p:nvSpPr>
          <p:spPr>
            <a:xfrm>
              <a:off x="1481375" y="36655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" name="02_predicted_pose_48">
              <a:extLst>
                <a:ext uri="{FF2B5EF4-FFF2-40B4-BE49-F238E27FC236}">
                  <a16:creationId xmlns:a16="http://schemas.microsoft.com/office/drawing/2014/main" id="{1D1C7449-D35E-4C72-B38A-FB5998047494}"/>
                </a:ext>
              </a:extLst>
            </p:cNvPr>
            <p:cNvSpPr>
              <a:spLocks/>
            </p:cNvSpPr>
            <p:nvPr/>
          </p:nvSpPr>
          <p:spPr>
            <a:xfrm>
              <a:off x="1230901" y="35681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" name="02_predicted_pose_49">
              <a:extLst>
                <a:ext uri="{FF2B5EF4-FFF2-40B4-BE49-F238E27FC236}">
                  <a16:creationId xmlns:a16="http://schemas.microsoft.com/office/drawing/2014/main" id="{2CD2F9A7-A53F-4CA8-B280-432607E45B4A}"/>
                </a:ext>
              </a:extLst>
            </p:cNvPr>
            <p:cNvSpPr>
              <a:spLocks/>
            </p:cNvSpPr>
            <p:nvPr/>
          </p:nvSpPr>
          <p:spPr>
            <a:xfrm>
              <a:off x="1323924" y="363096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1" name="02_predicted_pose_50">
              <a:extLst>
                <a:ext uri="{FF2B5EF4-FFF2-40B4-BE49-F238E27FC236}">
                  <a16:creationId xmlns:a16="http://schemas.microsoft.com/office/drawing/2014/main" id="{BF642F34-3104-451C-A74A-DB833B6AB339}"/>
                </a:ext>
              </a:extLst>
            </p:cNvPr>
            <p:cNvSpPr>
              <a:spLocks/>
            </p:cNvSpPr>
            <p:nvPr/>
          </p:nvSpPr>
          <p:spPr>
            <a:xfrm>
              <a:off x="1416948" y="35025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2" name="02_predicted_pose_51">
              <a:extLst>
                <a:ext uri="{FF2B5EF4-FFF2-40B4-BE49-F238E27FC236}">
                  <a16:creationId xmlns:a16="http://schemas.microsoft.com/office/drawing/2014/main" id="{C5A44109-5A4E-4EEB-90AF-26F8F8AD9746}"/>
                </a:ext>
              </a:extLst>
            </p:cNvPr>
            <p:cNvSpPr>
              <a:spLocks/>
            </p:cNvSpPr>
            <p:nvPr/>
          </p:nvSpPr>
          <p:spPr>
            <a:xfrm>
              <a:off x="1166474" y="356718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3" name="02_predicted_pose_52">
              <a:extLst>
                <a:ext uri="{FF2B5EF4-FFF2-40B4-BE49-F238E27FC236}">
                  <a16:creationId xmlns:a16="http://schemas.microsoft.com/office/drawing/2014/main" id="{2B0EE539-DDD1-4629-82A4-52B7A0259A84}"/>
                </a:ext>
              </a:extLst>
            </p:cNvPr>
            <p:cNvSpPr>
              <a:spLocks/>
            </p:cNvSpPr>
            <p:nvPr/>
          </p:nvSpPr>
          <p:spPr>
            <a:xfrm>
              <a:off x="1259497" y="358141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4" name="02_predicted_pose_53">
              <a:extLst>
                <a:ext uri="{FF2B5EF4-FFF2-40B4-BE49-F238E27FC236}">
                  <a16:creationId xmlns:a16="http://schemas.microsoft.com/office/drawing/2014/main" id="{44614674-0B75-448B-A180-976C08BC4C7D}"/>
                </a:ext>
              </a:extLst>
            </p:cNvPr>
            <p:cNvSpPr>
              <a:spLocks/>
            </p:cNvSpPr>
            <p:nvPr/>
          </p:nvSpPr>
          <p:spPr>
            <a:xfrm>
              <a:off x="1352520" y="35502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" name="02_predicted_pose_54">
              <a:extLst>
                <a:ext uri="{FF2B5EF4-FFF2-40B4-BE49-F238E27FC236}">
                  <a16:creationId xmlns:a16="http://schemas.microsoft.com/office/drawing/2014/main" id="{DFA60D9F-6373-484C-9381-33C4C2EF93E5}"/>
                </a:ext>
              </a:extLst>
            </p:cNvPr>
            <p:cNvSpPr>
              <a:spLocks/>
            </p:cNvSpPr>
            <p:nvPr/>
          </p:nvSpPr>
          <p:spPr>
            <a:xfrm>
              <a:off x="1445544" y="343677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" name="02_predicted_pose_55">
              <a:extLst>
                <a:ext uri="{FF2B5EF4-FFF2-40B4-BE49-F238E27FC236}">
                  <a16:creationId xmlns:a16="http://schemas.microsoft.com/office/drawing/2014/main" id="{A3A0A289-9E9B-45E2-B0F1-E54D8DBE6C02}"/>
                </a:ext>
              </a:extLst>
            </p:cNvPr>
            <p:cNvSpPr>
              <a:spLocks/>
            </p:cNvSpPr>
            <p:nvPr/>
          </p:nvSpPr>
          <p:spPr>
            <a:xfrm>
              <a:off x="1309110" y="363615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" name="02_predicted_pose_56">
              <a:extLst>
                <a:ext uri="{FF2B5EF4-FFF2-40B4-BE49-F238E27FC236}">
                  <a16:creationId xmlns:a16="http://schemas.microsoft.com/office/drawing/2014/main" id="{7CB8BF7B-943C-4A6E-AEA2-A26CCADE0FDA}"/>
                </a:ext>
              </a:extLst>
            </p:cNvPr>
            <p:cNvSpPr>
              <a:spLocks/>
            </p:cNvSpPr>
            <p:nvPr/>
          </p:nvSpPr>
          <p:spPr>
            <a:xfrm>
              <a:off x="1402133" y="35029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" name="02_predicted_pose_57">
              <a:extLst>
                <a:ext uri="{FF2B5EF4-FFF2-40B4-BE49-F238E27FC236}">
                  <a16:creationId xmlns:a16="http://schemas.microsoft.com/office/drawing/2014/main" id="{CE4228AF-C900-499D-894E-C29B2C56A49A}"/>
                </a:ext>
              </a:extLst>
            </p:cNvPr>
            <p:cNvSpPr>
              <a:spLocks/>
            </p:cNvSpPr>
            <p:nvPr/>
          </p:nvSpPr>
          <p:spPr>
            <a:xfrm>
              <a:off x="1495156" y="359755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" name="02_predicted_pose_58">
              <a:extLst>
                <a:ext uri="{FF2B5EF4-FFF2-40B4-BE49-F238E27FC236}">
                  <a16:creationId xmlns:a16="http://schemas.microsoft.com/office/drawing/2014/main" id="{5659DFCD-B680-48E4-BE04-B78ADA366934}"/>
                </a:ext>
              </a:extLst>
            </p:cNvPr>
            <p:cNvSpPr>
              <a:spLocks/>
            </p:cNvSpPr>
            <p:nvPr/>
          </p:nvSpPr>
          <p:spPr>
            <a:xfrm>
              <a:off x="1244682" y="359535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" name="02_predicted_pose_59">
              <a:extLst>
                <a:ext uri="{FF2B5EF4-FFF2-40B4-BE49-F238E27FC236}">
                  <a16:creationId xmlns:a16="http://schemas.microsoft.com/office/drawing/2014/main" id="{BA3F796B-90C8-4F26-829F-36DCC34EFEE1}"/>
                </a:ext>
              </a:extLst>
            </p:cNvPr>
            <p:cNvSpPr>
              <a:spLocks/>
            </p:cNvSpPr>
            <p:nvPr/>
          </p:nvSpPr>
          <p:spPr>
            <a:xfrm>
              <a:off x="1337706" y="36117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" name="02_predicted_pose_60">
              <a:extLst>
                <a:ext uri="{FF2B5EF4-FFF2-40B4-BE49-F238E27FC236}">
                  <a16:creationId xmlns:a16="http://schemas.microsoft.com/office/drawing/2014/main" id="{33D72DEB-A818-4B85-B74D-F94BA20595B5}"/>
                </a:ext>
              </a:extLst>
            </p:cNvPr>
            <p:cNvSpPr>
              <a:spLocks/>
            </p:cNvSpPr>
            <p:nvPr/>
          </p:nvSpPr>
          <p:spPr>
            <a:xfrm>
              <a:off x="1430729" y="35919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" name="02_predicted_pose_61">
              <a:extLst>
                <a:ext uri="{FF2B5EF4-FFF2-40B4-BE49-F238E27FC236}">
                  <a16:creationId xmlns:a16="http://schemas.microsoft.com/office/drawing/2014/main" id="{CAF2DDC1-071E-4866-A0FC-C964253C1803}"/>
                </a:ext>
              </a:extLst>
            </p:cNvPr>
            <p:cNvSpPr>
              <a:spLocks/>
            </p:cNvSpPr>
            <p:nvPr/>
          </p:nvSpPr>
          <p:spPr>
            <a:xfrm>
              <a:off x="1180255" y="363576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" name="02_predicted_pose_62">
              <a:extLst>
                <a:ext uri="{FF2B5EF4-FFF2-40B4-BE49-F238E27FC236}">
                  <a16:creationId xmlns:a16="http://schemas.microsoft.com/office/drawing/2014/main" id="{09608A16-A055-4B61-A55E-E98E77F5725F}"/>
                </a:ext>
              </a:extLst>
            </p:cNvPr>
            <p:cNvSpPr>
              <a:spLocks/>
            </p:cNvSpPr>
            <p:nvPr/>
          </p:nvSpPr>
          <p:spPr>
            <a:xfrm>
              <a:off x="1273278" y="360603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" name="02_predicted_pose_63">
              <a:extLst>
                <a:ext uri="{FF2B5EF4-FFF2-40B4-BE49-F238E27FC236}">
                  <a16:creationId xmlns:a16="http://schemas.microsoft.com/office/drawing/2014/main" id="{5940451C-9471-42A5-B278-53DE539BDBAF}"/>
                </a:ext>
              </a:extLst>
            </p:cNvPr>
            <p:cNvSpPr>
              <a:spLocks/>
            </p:cNvSpPr>
            <p:nvPr/>
          </p:nvSpPr>
          <p:spPr>
            <a:xfrm>
              <a:off x="1366302" y="359003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" name="02_predicted_pose_64">
              <a:extLst>
                <a:ext uri="{FF2B5EF4-FFF2-40B4-BE49-F238E27FC236}">
                  <a16:creationId xmlns:a16="http://schemas.microsoft.com/office/drawing/2014/main" id="{B20F4269-1AB1-4FFB-8E5F-5AA5F4E31CC3}"/>
                </a:ext>
              </a:extLst>
            </p:cNvPr>
            <p:cNvSpPr>
              <a:spLocks/>
            </p:cNvSpPr>
            <p:nvPr/>
          </p:nvSpPr>
          <p:spPr>
            <a:xfrm>
              <a:off x="1459325" y="341733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" name="02_predicted_pose_65">
              <a:extLst>
                <a:ext uri="{FF2B5EF4-FFF2-40B4-BE49-F238E27FC236}">
                  <a16:creationId xmlns:a16="http://schemas.microsoft.com/office/drawing/2014/main" id="{BCD60B73-E1FE-4928-BC28-7EBF5BF6BFB1}"/>
                </a:ext>
              </a:extLst>
            </p:cNvPr>
            <p:cNvSpPr>
              <a:spLocks/>
            </p:cNvSpPr>
            <p:nvPr/>
          </p:nvSpPr>
          <p:spPr>
            <a:xfrm>
              <a:off x="1322891" y="362128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" name="02_predicted_pose_66">
              <a:extLst>
                <a:ext uri="{FF2B5EF4-FFF2-40B4-BE49-F238E27FC236}">
                  <a16:creationId xmlns:a16="http://schemas.microsoft.com/office/drawing/2014/main" id="{7789DE2B-5034-4E0F-A931-ADAC53A1CB85}"/>
                </a:ext>
              </a:extLst>
            </p:cNvPr>
            <p:cNvSpPr>
              <a:spLocks/>
            </p:cNvSpPr>
            <p:nvPr/>
          </p:nvSpPr>
          <p:spPr>
            <a:xfrm>
              <a:off x="1415914" y="338827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" name="02_predicted_pose_67">
              <a:extLst>
                <a:ext uri="{FF2B5EF4-FFF2-40B4-BE49-F238E27FC236}">
                  <a16:creationId xmlns:a16="http://schemas.microsoft.com/office/drawing/2014/main" id="{BA864CCB-8921-41FC-93B3-79C78B3DD448}"/>
                </a:ext>
              </a:extLst>
            </p:cNvPr>
            <p:cNvSpPr>
              <a:spLocks/>
            </p:cNvSpPr>
            <p:nvPr/>
          </p:nvSpPr>
          <p:spPr>
            <a:xfrm>
              <a:off x="1165440" y="337328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" name="02_predicted_pose_68">
              <a:extLst>
                <a:ext uri="{FF2B5EF4-FFF2-40B4-BE49-F238E27FC236}">
                  <a16:creationId xmlns:a16="http://schemas.microsoft.com/office/drawing/2014/main" id="{890B8212-60F0-44CE-BA56-F74238872AF1}"/>
                </a:ext>
              </a:extLst>
            </p:cNvPr>
            <p:cNvSpPr>
              <a:spLocks/>
            </p:cNvSpPr>
            <p:nvPr/>
          </p:nvSpPr>
          <p:spPr>
            <a:xfrm>
              <a:off x="1258464" y="354535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" name="02_predicted_pose_69">
              <a:extLst>
                <a:ext uri="{FF2B5EF4-FFF2-40B4-BE49-F238E27FC236}">
                  <a16:creationId xmlns:a16="http://schemas.microsoft.com/office/drawing/2014/main" id="{3DBC9519-F369-492A-9EA2-60A8188FEF86}"/>
                </a:ext>
              </a:extLst>
            </p:cNvPr>
            <p:cNvSpPr>
              <a:spLocks/>
            </p:cNvSpPr>
            <p:nvPr/>
          </p:nvSpPr>
          <p:spPr>
            <a:xfrm>
              <a:off x="1351487" y="36271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" name="02_predicted_pose_70">
              <a:extLst>
                <a:ext uri="{FF2B5EF4-FFF2-40B4-BE49-F238E27FC236}">
                  <a16:creationId xmlns:a16="http://schemas.microsoft.com/office/drawing/2014/main" id="{C98C040A-6F6D-412F-BB0A-467753C80044}"/>
                </a:ext>
              </a:extLst>
            </p:cNvPr>
            <p:cNvSpPr>
              <a:spLocks/>
            </p:cNvSpPr>
            <p:nvPr/>
          </p:nvSpPr>
          <p:spPr>
            <a:xfrm>
              <a:off x="1444510" y="362541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" name="02_predicted_pose_71">
              <a:extLst>
                <a:ext uri="{FF2B5EF4-FFF2-40B4-BE49-F238E27FC236}">
                  <a16:creationId xmlns:a16="http://schemas.microsoft.com/office/drawing/2014/main" id="{F86962CB-30D5-4CB5-8158-04666218033E}"/>
                </a:ext>
              </a:extLst>
            </p:cNvPr>
            <p:cNvSpPr>
              <a:spLocks/>
            </p:cNvSpPr>
            <p:nvPr/>
          </p:nvSpPr>
          <p:spPr>
            <a:xfrm>
              <a:off x="1194036" y="33785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" name="02_predicted_pose_72">
              <a:extLst>
                <a:ext uri="{FF2B5EF4-FFF2-40B4-BE49-F238E27FC236}">
                  <a16:creationId xmlns:a16="http://schemas.microsoft.com/office/drawing/2014/main" id="{CA17BC67-2640-44C2-BC24-26466F3EC33E}"/>
                </a:ext>
              </a:extLst>
            </p:cNvPr>
            <p:cNvSpPr>
              <a:spLocks/>
            </p:cNvSpPr>
            <p:nvPr/>
          </p:nvSpPr>
          <p:spPr>
            <a:xfrm>
              <a:off x="1287060" y="35607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" name="02_predicted_pose_73">
              <a:extLst>
                <a:ext uri="{FF2B5EF4-FFF2-40B4-BE49-F238E27FC236}">
                  <a16:creationId xmlns:a16="http://schemas.microsoft.com/office/drawing/2014/main" id="{CA6F0D15-0DB2-49FD-AD94-D41EAC49544E}"/>
                </a:ext>
              </a:extLst>
            </p:cNvPr>
            <p:cNvSpPr>
              <a:spLocks/>
            </p:cNvSpPr>
            <p:nvPr/>
          </p:nvSpPr>
          <p:spPr>
            <a:xfrm>
              <a:off x="1380083" y="365922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" name="02_predicted_pose_74">
              <a:extLst>
                <a:ext uri="{FF2B5EF4-FFF2-40B4-BE49-F238E27FC236}">
                  <a16:creationId xmlns:a16="http://schemas.microsoft.com/office/drawing/2014/main" id="{1ABEA20B-F23B-4475-82C4-7E40E910885D}"/>
                </a:ext>
              </a:extLst>
            </p:cNvPr>
            <p:cNvSpPr>
              <a:spLocks/>
            </p:cNvSpPr>
            <p:nvPr/>
          </p:nvSpPr>
          <p:spPr>
            <a:xfrm>
              <a:off x="1473106" y="33476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" name="02_predicted_pose_75">
              <a:extLst>
                <a:ext uri="{FF2B5EF4-FFF2-40B4-BE49-F238E27FC236}">
                  <a16:creationId xmlns:a16="http://schemas.microsoft.com/office/drawing/2014/main" id="{3E2AE5E2-E870-4BE9-9C16-B4A59F022611}"/>
                </a:ext>
              </a:extLst>
            </p:cNvPr>
            <p:cNvSpPr>
              <a:spLocks/>
            </p:cNvSpPr>
            <p:nvPr/>
          </p:nvSpPr>
          <p:spPr>
            <a:xfrm>
              <a:off x="1336672" y="358775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" name="02_predicted_pose_76">
              <a:extLst>
                <a:ext uri="{FF2B5EF4-FFF2-40B4-BE49-F238E27FC236}">
                  <a16:creationId xmlns:a16="http://schemas.microsoft.com/office/drawing/2014/main" id="{A6C4A24F-3693-4188-A178-E558A4FDA001}"/>
                </a:ext>
              </a:extLst>
            </p:cNvPr>
            <p:cNvSpPr>
              <a:spLocks/>
            </p:cNvSpPr>
            <p:nvPr/>
          </p:nvSpPr>
          <p:spPr>
            <a:xfrm>
              <a:off x="1429695" y="364222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" name="02_predicted_pose_77">
              <a:extLst>
                <a:ext uri="{FF2B5EF4-FFF2-40B4-BE49-F238E27FC236}">
                  <a16:creationId xmlns:a16="http://schemas.microsoft.com/office/drawing/2014/main" id="{6D6EB346-90C3-42DB-868E-7660C7BEFACA}"/>
                </a:ext>
              </a:extLst>
            </p:cNvPr>
            <p:cNvSpPr>
              <a:spLocks/>
            </p:cNvSpPr>
            <p:nvPr/>
          </p:nvSpPr>
          <p:spPr>
            <a:xfrm>
              <a:off x="1179221" y="36794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" name="02_predicted_pose_78">
              <a:extLst>
                <a:ext uri="{FF2B5EF4-FFF2-40B4-BE49-F238E27FC236}">
                  <a16:creationId xmlns:a16="http://schemas.microsoft.com/office/drawing/2014/main" id="{C2BD3566-B572-4F08-84B8-559DA5E454CF}"/>
                </a:ext>
              </a:extLst>
            </p:cNvPr>
            <p:cNvSpPr>
              <a:spLocks/>
            </p:cNvSpPr>
            <p:nvPr/>
          </p:nvSpPr>
          <p:spPr>
            <a:xfrm>
              <a:off x="1272245" y="341430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" name="02_predicted_pose_79">
              <a:extLst>
                <a:ext uri="{FF2B5EF4-FFF2-40B4-BE49-F238E27FC236}">
                  <a16:creationId xmlns:a16="http://schemas.microsoft.com/office/drawing/2014/main" id="{80BD7C7A-D3C2-4D86-9826-3BA94562D1EB}"/>
                </a:ext>
              </a:extLst>
            </p:cNvPr>
            <p:cNvSpPr>
              <a:spLocks/>
            </p:cNvSpPr>
            <p:nvPr/>
          </p:nvSpPr>
          <p:spPr>
            <a:xfrm>
              <a:off x="1365268" y="358656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" name="02_predicted_pose_80">
              <a:extLst>
                <a:ext uri="{FF2B5EF4-FFF2-40B4-BE49-F238E27FC236}">
                  <a16:creationId xmlns:a16="http://schemas.microsoft.com/office/drawing/2014/main" id="{05A84953-4864-4FD6-A323-75A318B981B4}"/>
                </a:ext>
              </a:extLst>
            </p:cNvPr>
            <p:cNvSpPr>
              <a:spLocks/>
            </p:cNvSpPr>
            <p:nvPr/>
          </p:nvSpPr>
          <p:spPr>
            <a:xfrm>
              <a:off x="1458291" y="33863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" name="02_predicted_pose_81">
              <a:extLst>
                <a:ext uri="{FF2B5EF4-FFF2-40B4-BE49-F238E27FC236}">
                  <a16:creationId xmlns:a16="http://schemas.microsoft.com/office/drawing/2014/main" id="{33175A3E-EBE9-4923-B756-52DBA1759904}"/>
                </a:ext>
              </a:extLst>
            </p:cNvPr>
            <p:cNvSpPr>
              <a:spLocks/>
            </p:cNvSpPr>
            <p:nvPr/>
          </p:nvSpPr>
          <p:spPr>
            <a:xfrm>
              <a:off x="1207818" y="35652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" name="02_predicted_pose_82">
              <a:extLst>
                <a:ext uri="{FF2B5EF4-FFF2-40B4-BE49-F238E27FC236}">
                  <a16:creationId xmlns:a16="http://schemas.microsoft.com/office/drawing/2014/main" id="{F962F59C-429A-46BC-9118-392FB345023C}"/>
                </a:ext>
              </a:extLst>
            </p:cNvPr>
            <p:cNvSpPr>
              <a:spLocks/>
            </p:cNvSpPr>
            <p:nvPr/>
          </p:nvSpPr>
          <p:spPr>
            <a:xfrm>
              <a:off x="1300841" y="357464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" name="02_predicted_pose_83">
              <a:extLst>
                <a:ext uri="{FF2B5EF4-FFF2-40B4-BE49-F238E27FC236}">
                  <a16:creationId xmlns:a16="http://schemas.microsoft.com/office/drawing/2014/main" id="{F8FCD413-6427-4654-9A7D-1B24C02B40FD}"/>
                </a:ext>
              </a:extLst>
            </p:cNvPr>
            <p:cNvSpPr>
              <a:spLocks/>
            </p:cNvSpPr>
            <p:nvPr/>
          </p:nvSpPr>
          <p:spPr>
            <a:xfrm>
              <a:off x="1393864" y="34760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" name="02_predicted_pose_84">
              <a:extLst>
                <a:ext uri="{FF2B5EF4-FFF2-40B4-BE49-F238E27FC236}">
                  <a16:creationId xmlns:a16="http://schemas.microsoft.com/office/drawing/2014/main" id="{1F9951B9-E82A-4349-8B2C-4AF9762D7E02}"/>
                </a:ext>
              </a:extLst>
            </p:cNvPr>
            <p:cNvSpPr>
              <a:spLocks/>
            </p:cNvSpPr>
            <p:nvPr/>
          </p:nvSpPr>
          <p:spPr>
            <a:xfrm>
              <a:off x="1486888" y="35512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" name="02_predicted_pose_85">
              <a:extLst>
                <a:ext uri="{FF2B5EF4-FFF2-40B4-BE49-F238E27FC236}">
                  <a16:creationId xmlns:a16="http://schemas.microsoft.com/office/drawing/2014/main" id="{9A412D59-903F-4BCA-AB8D-3FD6ED925349}"/>
                </a:ext>
              </a:extLst>
            </p:cNvPr>
            <p:cNvSpPr>
              <a:spLocks/>
            </p:cNvSpPr>
            <p:nvPr/>
          </p:nvSpPr>
          <p:spPr>
            <a:xfrm>
              <a:off x="1350453" y="35094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" name="02_predicted_pose_86">
              <a:extLst>
                <a:ext uri="{FF2B5EF4-FFF2-40B4-BE49-F238E27FC236}">
                  <a16:creationId xmlns:a16="http://schemas.microsoft.com/office/drawing/2014/main" id="{308F179E-8E3C-48AD-8B3C-4341F3B3FBAD}"/>
                </a:ext>
              </a:extLst>
            </p:cNvPr>
            <p:cNvSpPr>
              <a:spLocks/>
            </p:cNvSpPr>
            <p:nvPr/>
          </p:nvSpPr>
          <p:spPr>
            <a:xfrm>
              <a:off x="1443477" y="33934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" name="02_predicted_pose_87">
              <a:extLst>
                <a:ext uri="{FF2B5EF4-FFF2-40B4-BE49-F238E27FC236}">
                  <a16:creationId xmlns:a16="http://schemas.microsoft.com/office/drawing/2014/main" id="{86746DC3-4158-4B14-8F77-E3287B84F064}"/>
                </a:ext>
              </a:extLst>
            </p:cNvPr>
            <p:cNvSpPr>
              <a:spLocks/>
            </p:cNvSpPr>
            <p:nvPr/>
          </p:nvSpPr>
          <p:spPr>
            <a:xfrm>
              <a:off x="1193003" y="36005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" name="02_predicted_pose_88">
              <a:extLst>
                <a:ext uri="{FF2B5EF4-FFF2-40B4-BE49-F238E27FC236}">
                  <a16:creationId xmlns:a16="http://schemas.microsoft.com/office/drawing/2014/main" id="{EE482769-7F23-40CD-A66E-8F9F089D1195}"/>
                </a:ext>
              </a:extLst>
            </p:cNvPr>
            <p:cNvSpPr>
              <a:spLocks/>
            </p:cNvSpPr>
            <p:nvPr/>
          </p:nvSpPr>
          <p:spPr>
            <a:xfrm>
              <a:off x="1286026" y="355446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" name="02_predicted_pose_89">
              <a:extLst>
                <a:ext uri="{FF2B5EF4-FFF2-40B4-BE49-F238E27FC236}">
                  <a16:creationId xmlns:a16="http://schemas.microsoft.com/office/drawing/2014/main" id="{50A63018-9B39-4F1C-A68F-0736D65FF89D}"/>
                </a:ext>
              </a:extLst>
            </p:cNvPr>
            <p:cNvSpPr>
              <a:spLocks/>
            </p:cNvSpPr>
            <p:nvPr/>
          </p:nvSpPr>
          <p:spPr>
            <a:xfrm>
              <a:off x="1379049" y="358125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" name="02_predicted_pose_90">
              <a:extLst>
                <a:ext uri="{FF2B5EF4-FFF2-40B4-BE49-F238E27FC236}">
                  <a16:creationId xmlns:a16="http://schemas.microsoft.com/office/drawing/2014/main" id="{73E8A9D2-210F-4C04-8291-F85D8D414D55}"/>
                </a:ext>
              </a:extLst>
            </p:cNvPr>
            <p:cNvSpPr>
              <a:spLocks/>
            </p:cNvSpPr>
            <p:nvPr/>
          </p:nvSpPr>
          <p:spPr>
            <a:xfrm>
              <a:off x="1472073" y="357230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" name="02_predicted_pose_91">
              <a:extLst>
                <a:ext uri="{FF2B5EF4-FFF2-40B4-BE49-F238E27FC236}">
                  <a16:creationId xmlns:a16="http://schemas.microsoft.com/office/drawing/2014/main" id="{4E6114F8-EDDA-40FA-BC4A-AC9A41014526}"/>
                </a:ext>
              </a:extLst>
            </p:cNvPr>
            <p:cNvSpPr>
              <a:spLocks/>
            </p:cNvSpPr>
            <p:nvPr/>
          </p:nvSpPr>
          <p:spPr>
            <a:xfrm>
              <a:off x="1221599" y="35541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" name="02_predicted_pose_92">
              <a:extLst>
                <a:ext uri="{FF2B5EF4-FFF2-40B4-BE49-F238E27FC236}">
                  <a16:creationId xmlns:a16="http://schemas.microsoft.com/office/drawing/2014/main" id="{929E777B-44C7-4F6E-88F9-0A5D8F7413A7}"/>
                </a:ext>
              </a:extLst>
            </p:cNvPr>
            <p:cNvSpPr>
              <a:spLocks/>
            </p:cNvSpPr>
            <p:nvPr/>
          </p:nvSpPr>
          <p:spPr>
            <a:xfrm>
              <a:off x="1314622" y="352957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" name="02_predicted_pose_93">
              <a:extLst>
                <a:ext uri="{FF2B5EF4-FFF2-40B4-BE49-F238E27FC236}">
                  <a16:creationId xmlns:a16="http://schemas.microsoft.com/office/drawing/2014/main" id="{530D65EC-416E-4CC7-A73B-63BADE4B5090}"/>
                </a:ext>
              </a:extLst>
            </p:cNvPr>
            <p:cNvSpPr>
              <a:spLocks/>
            </p:cNvSpPr>
            <p:nvPr/>
          </p:nvSpPr>
          <p:spPr>
            <a:xfrm>
              <a:off x="1407645" y="35943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" name="02_predicted_pose_94">
              <a:extLst>
                <a:ext uri="{FF2B5EF4-FFF2-40B4-BE49-F238E27FC236}">
                  <a16:creationId xmlns:a16="http://schemas.microsoft.com/office/drawing/2014/main" id="{76CCA460-C596-4F00-82DA-AE0945EA5F8D}"/>
                </a:ext>
              </a:extLst>
            </p:cNvPr>
            <p:cNvSpPr>
              <a:spLocks/>
            </p:cNvSpPr>
            <p:nvPr/>
          </p:nvSpPr>
          <p:spPr>
            <a:xfrm>
              <a:off x="1157172" y="36754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" name="02_predicted_pose_95">
              <a:extLst>
                <a:ext uri="{FF2B5EF4-FFF2-40B4-BE49-F238E27FC236}">
                  <a16:creationId xmlns:a16="http://schemas.microsoft.com/office/drawing/2014/main" id="{85A19BDB-28FA-4FBD-BB2E-FCF5BFF9B518}"/>
                </a:ext>
              </a:extLst>
            </p:cNvPr>
            <p:cNvSpPr>
              <a:spLocks/>
            </p:cNvSpPr>
            <p:nvPr/>
          </p:nvSpPr>
          <p:spPr>
            <a:xfrm>
              <a:off x="1364235" y="36035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" name="02_predicted_pose_96">
              <a:extLst>
                <a:ext uri="{FF2B5EF4-FFF2-40B4-BE49-F238E27FC236}">
                  <a16:creationId xmlns:a16="http://schemas.microsoft.com/office/drawing/2014/main" id="{C2F76DA4-61B4-4403-8BA0-96D50087B801}"/>
                </a:ext>
              </a:extLst>
            </p:cNvPr>
            <p:cNvSpPr>
              <a:spLocks/>
            </p:cNvSpPr>
            <p:nvPr/>
          </p:nvSpPr>
          <p:spPr>
            <a:xfrm>
              <a:off x="1457258" y="357713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" name="02_predicted_pose_97">
              <a:extLst>
                <a:ext uri="{FF2B5EF4-FFF2-40B4-BE49-F238E27FC236}">
                  <a16:creationId xmlns:a16="http://schemas.microsoft.com/office/drawing/2014/main" id="{F7BFC634-A0B8-435F-8D03-B27DC5F56865}"/>
                </a:ext>
              </a:extLst>
            </p:cNvPr>
            <p:cNvSpPr>
              <a:spLocks/>
            </p:cNvSpPr>
            <p:nvPr/>
          </p:nvSpPr>
          <p:spPr>
            <a:xfrm>
              <a:off x="1206784" y="33886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" name="02_predicted_pose_98">
              <a:extLst>
                <a:ext uri="{FF2B5EF4-FFF2-40B4-BE49-F238E27FC236}">
                  <a16:creationId xmlns:a16="http://schemas.microsoft.com/office/drawing/2014/main" id="{088A5E94-6A1E-4A62-91BE-073D0FCD726E}"/>
                </a:ext>
              </a:extLst>
            </p:cNvPr>
            <p:cNvSpPr>
              <a:spLocks/>
            </p:cNvSpPr>
            <p:nvPr/>
          </p:nvSpPr>
          <p:spPr>
            <a:xfrm>
              <a:off x="1299807" y="355992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" name="02_predicted_pose_99">
              <a:extLst>
                <a:ext uri="{FF2B5EF4-FFF2-40B4-BE49-F238E27FC236}">
                  <a16:creationId xmlns:a16="http://schemas.microsoft.com/office/drawing/2014/main" id="{64A91449-967E-4573-B0E4-6CB552C25463}"/>
                </a:ext>
              </a:extLst>
            </p:cNvPr>
            <p:cNvSpPr>
              <a:spLocks/>
            </p:cNvSpPr>
            <p:nvPr/>
          </p:nvSpPr>
          <p:spPr>
            <a:xfrm>
              <a:off x="1392831" y="33769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" name="02_predicted_pose_100">
              <a:extLst>
                <a:ext uri="{FF2B5EF4-FFF2-40B4-BE49-F238E27FC236}">
                  <a16:creationId xmlns:a16="http://schemas.microsoft.com/office/drawing/2014/main" id="{C35A3A77-62D8-4950-A50F-99993E3344A0}"/>
                </a:ext>
              </a:extLst>
            </p:cNvPr>
            <p:cNvSpPr>
              <a:spLocks/>
            </p:cNvSpPr>
            <p:nvPr/>
          </p:nvSpPr>
          <p:spPr>
            <a:xfrm>
              <a:off x="1485854" y="341887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" name="02_predicted_pose_101">
              <a:extLst>
                <a:ext uri="{FF2B5EF4-FFF2-40B4-BE49-F238E27FC236}">
                  <a16:creationId xmlns:a16="http://schemas.microsoft.com/office/drawing/2014/main" id="{7152C700-E532-475B-8A8A-58E3098E3EEE}"/>
                </a:ext>
              </a:extLst>
            </p:cNvPr>
            <p:cNvSpPr>
              <a:spLocks/>
            </p:cNvSpPr>
            <p:nvPr/>
          </p:nvSpPr>
          <p:spPr>
            <a:xfrm>
              <a:off x="1235380" y="360194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3" name="02_predicted_pose_102">
              <a:extLst>
                <a:ext uri="{FF2B5EF4-FFF2-40B4-BE49-F238E27FC236}">
                  <a16:creationId xmlns:a16="http://schemas.microsoft.com/office/drawing/2014/main" id="{703D7808-04F7-4557-B75D-CC75F9934790}"/>
                </a:ext>
              </a:extLst>
            </p:cNvPr>
            <p:cNvSpPr>
              <a:spLocks/>
            </p:cNvSpPr>
            <p:nvPr/>
          </p:nvSpPr>
          <p:spPr>
            <a:xfrm>
              <a:off x="1328403" y="360328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4" name="02_predicted_pose_103">
              <a:extLst>
                <a:ext uri="{FF2B5EF4-FFF2-40B4-BE49-F238E27FC236}">
                  <a16:creationId xmlns:a16="http://schemas.microsoft.com/office/drawing/2014/main" id="{B1B13B8F-0BAF-4226-B85A-3EA0D7E258F0}"/>
                </a:ext>
              </a:extLst>
            </p:cNvPr>
            <p:cNvSpPr>
              <a:spLocks/>
            </p:cNvSpPr>
            <p:nvPr/>
          </p:nvSpPr>
          <p:spPr>
            <a:xfrm>
              <a:off x="1292572" y="349126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5" name="02_predicted_pose_104">
              <a:extLst>
                <a:ext uri="{FF2B5EF4-FFF2-40B4-BE49-F238E27FC236}">
                  <a16:creationId xmlns:a16="http://schemas.microsoft.com/office/drawing/2014/main" id="{E861B453-BF6F-4046-8EAA-9443FA065E24}"/>
                </a:ext>
              </a:extLst>
            </p:cNvPr>
            <p:cNvSpPr>
              <a:spLocks/>
            </p:cNvSpPr>
            <p:nvPr/>
          </p:nvSpPr>
          <p:spPr>
            <a:xfrm>
              <a:off x="1306353" y="364126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6" name="02_predicted_pose_105">
              <a:extLst>
                <a:ext uri="{FF2B5EF4-FFF2-40B4-BE49-F238E27FC236}">
                  <a16:creationId xmlns:a16="http://schemas.microsoft.com/office/drawing/2014/main" id="{D475CDD8-86B9-4672-B8C7-B1772C54106C}"/>
                </a:ext>
              </a:extLst>
            </p:cNvPr>
            <p:cNvSpPr>
              <a:spLocks/>
            </p:cNvSpPr>
            <p:nvPr/>
          </p:nvSpPr>
          <p:spPr>
            <a:xfrm>
              <a:off x="1284303" y="35774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" name="02_predicted_pose_106">
              <a:extLst>
                <a:ext uri="{FF2B5EF4-FFF2-40B4-BE49-F238E27FC236}">
                  <a16:creationId xmlns:a16="http://schemas.microsoft.com/office/drawing/2014/main" id="{8E5CA812-BFAB-4E45-9CD9-81EE52B66BBF}"/>
                </a:ext>
              </a:extLst>
            </p:cNvPr>
            <p:cNvSpPr>
              <a:spLocks/>
            </p:cNvSpPr>
            <p:nvPr/>
          </p:nvSpPr>
          <p:spPr>
            <a:xfrm>
              <a:off x="1311866" y="36225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" name="02_predicted_pose_107">
              <a:extLst>
                <a:ext uri="{FF2B5EF4-FFF2-40B4-BE49-F238E27FC236}">
                  <a16:creationId xmlns:a16="http://schemas.microsoft.com/office/drawing/2014/main" id="{3A045C8F-1A34-41DB-89D8-1C496CF53F96}"/>
                </a:ext>
              </a:extLst>
            </p:cNvPr>
            <p:cNvSpPr>
              <a:spLocks/>
            </p:cNvSpPr>
            <p:nvPr/>
          </p:nvSpPr>
          <p:spPr>
            <a:xfrm>
              <a:off x="1339428" y="36094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" name="02_predicted_pose_108">
              <a:extLst>
                <a:ext uri="{FF2B5EF4-FFF2-40B4-BE49-F238E27FC236}">
                  <a16:creationId xmlns:a16="http://schemas.microsoft.com/office/drawing/2014/main" id="{7A722EEA-19D4-4C63-A84C-424E1B41C2DB}"/>
                </a:ext>
              </a:extLst>
            </p:cNvPr>
            <p:cNvSpPr>
              <a:spLocks/>
            </p:cNvSpPr>
            <p:nvPr/>
          </p:nvSpPr>
          <p:spPr>
            <a:xfrm>
              <a:off x="1321857" y="356450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" name="02_predicted_pose_109">
              <a:extLst>
                <a:ext uri="{FF2B5EF4-FFF2-40B4-BE49-F238E27FC236}">
                  <a16:creationId xmlns:a16="http://schemas.microsoft.com/office/drawing/2014/main" id="{9281A85B-F060-48F9-9546-89D47BD88393}"/>
                </a:ext>
              </a:extLst>
            </p:cNvPr>
            <p:cNvSpPr>
              <a:spLocks/>
            </p:cNvSpPr>
            <p:nvPr/>
          </p:nvSpPr>
          <p:spPr>
            <a:xfrm>
              <a:off x="1164407" y="36484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" name="02_predicted_pose_110">
              <a:extLst>
                <a:ext uri="{FF2B5EF4-FFF2-40B4-BE49-F238E27FC236}">
                  <a16:creationId xmlns:a16="http://schemas.microsoft.com/office/drawing/2014/main" id="{538ADD00-4583-4ABD-93E0-C3BDB19F64E9}"/>
                </a:ext>
              </a:extLst>
            </p:cNvPr>
            <p:cNvSpPr>
              <a:spLocks/>
            </p:cNvSpPr>
            <p:nvPr/>
          </p:nvSpPr>
          <p:spPr>
            <a:xfrm>
              <a:off x="1350453" y="364455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" name="02_predicted_pose_111">
              <a:extLst>
                <a:ext uri="{FF2B5EF4-FFF2-40B4-BE49-F238E27FC236}">
                  <a16:creationId xmlns:a16="http://schemas.microsoft.com/office/drawing/2014/main" id="{27CC17CF-993C-499C-A581-9D3017BD1EE2}"/>
                </a:ext>
              </a:extLst>
            </p:cNvPr>
            <p:cNvSpPr>
              <a:spLocks/>
            </p:cNvSpPr>
            <p:nvPr/>
          </p:nvSpPr>
          <p:spPr>
            <a:xfrm>
              <a:off x="1193003" y="360640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" name="02_predicted_pose_112">
              <a:extLst>
                <a:ext uri="{FF2B5EF4-FFF2-40B4-BE49-F238E27FC236}">
                  <a16:creationId xmlns:a16="http://schemas.microsoft.com/office/drawing/2014/main" id="{9967679C-45F1-45BD-A339-14F974DE3595}"/>
                </a:ext>
              </a:extLst>
            </p:cNvPr>
            <p:cNvSpPr>
              <a:spLocks/>
            </p:cNvSpPr>
            <p:nvPr/>
          </p:nvSpPr>
          <p:spPr>
            <a:xfrm>
              <a:off x="1330815" y="372455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" name="02_predicted_pose_113">
              <a:extLst>
                <a:ext uri="{FF2B5EF4-FFF2-40B4-BE49-F238E27FC236}">
                  <a16:creationId xmlns:a16="http://schemas.microsoft.com/office/drawing/2014/main" id="{16980695-50C4-4226-8F5E-0D6EA2F04D21}"/>
                </a:ext>
              </a:extLst>
            </p:cNvPr>
            <p:cNvSpPr>
              <a:spLocks/>
            </p:cNvSpPr>
            <p:nvPr/>
          </p:nvSpPr>
          <p:spPr>
            <a:xfrm>
              <a:off x="1344596" y="37086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" name="02_predicted_pose_114">
              <a:extLst>
                <a:ext uri="{FF2B5EF4-FFF2-40B4-BE49-F238E27FC236}">
                  <a16:creationId xmlns:a16="http://schemas.microsoft.com/office/drawing/2014/main" id="{F097BB69-ADEE-4C14-B18B-A8027E98C2BF}"/>
                </a:ext>
              </a:extLst>
            </p:cNvPr>
            <p:cNvSpPr>
              <a:spLocks/>
            </p:cNvSpPr>
            <p:nvPr/>
          </p:nvSpPr>
          <p:spPr>
            <a:xfrm>
              <a:off x="1385940" y="35329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" name="02_predicted_pose_115">
              <a:extLst>
                <a:ext uri="{FF2B5EF4-FFF2-40B4-BE49-F238E27FC236}">
                  <a16:creationId xmlns:a16="http://schemas.microsoft.com/office/drawing/2014/main" id="{7A5F5C50-AA9E-45DE-BD1C-FF2500604061}"/>
                </a:ext>
              </a:extLst>
            </p:cNvPr>
            <p:cNvSpPr>
              <a:spLocks/>
            </p:cNvSpPr>
            <p:nvPr/>
          </p:nvSpPr>
          <p:spPr>
            <a:xfrm>
              <a:off x="1399721" y="36457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" name="02_predicted_pose_116">
              <a:extLst>
                <a:ext uri="{FF2B5EF4-FFF2-40B4-BE49-F238E27FC236}">
                  <a16:creationId xmlns:a16="http://schemas.microsoft.com/office/drawing/2014/main" id="{FC2BCB0F-6714-45F1-A746-08332069800E}"/>
                </a:ext>
              </a:extLst>
            </p:cNvPr>
            <p:cNvSpPr>
              <a:spLocks/>
            </p:cNvSpPr>
            <p:nvPr/>
          </p:nvSpPr>
          <p:spPr>
            <a:xfrm>
              <a:off x="1441065" y="379470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" name="02_predicted_pose_117">
              <a:extLst>
                <a:ext uri="{FF2B5EF4-FFF2-40B4-BE49-F238E27FC236}">
                  <a16:creationId xmlns:a16="http://schemas.microsoft.com/office/drawing/2014/main" id="{E8AAD904-D09F-4E16-9C82-A4C7E06AE614}"/>
                </a:ext>
              </a:extLst>
            </p:cNvPr>
            <p:cNvSpPr>
              <a:spLocks/>
            </p:cNvSpPr>
            <p:nvPr/>
          </p:nvSpPr>
          <p:spPr>
            <a:xfrm>
              <a:off x="1454846" y="375772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" name="02_predicted_pose_118">
              <a:extLst>
                <a:ext uri="{FF2B5EF4-FFF2-40B4-BE49-F238E27FC236}">
                  <a16:creationId xmlns:a16="http://schemas.microsoft.com/office/drawing/2014/main" id="{2610629F-3E51-4EF5-8292-185661DB908E}"/>
                </a:ext>
              </a:extLst>
            </p:cNvPr>
            <p:cNvSpPr>
              <a:spLocks/>
            </p:cNvSpPr>
            <p:nvPr/>
          </p:nvSpPr>
          <p:spPr>
            <a:xfrm>
              <a:off x="1186801" y="378592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" name="02_predicted_pose_119">
              <a:extLst>
                <a:ext uri="{FF2B5EF4-FFF2-40B4-BE49-F238E27FC236}">
                  <a16:creationId xmlns:a16="http://schemas.microsoft.com/office/drawing/2014/main" id="{CF21BECB-64A1-4177-937A-582BB5888E03}"/>
                </a:ext>
              </a:extLst>
            </p:cNvPr>
            <p:cNvSpPr>
              <a:spLocks/>
            </p:cNvSpPr>
            <p:nvPr/>
          </p:nvSpPr>
          <p:spPr>
            <a:xfrm>
              <a:off x="1279824" y="361438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" name="02_predicted_pose_120">
              <a:extLst>
                <a:ext uri="{FF2B5EF4-FFF2-40B4-BE49-F238E27FC236}">
                  <a16:creationId xmlns:a16="http://schemas.microsoft.com/office/drawing/2014/main" id="{A7AEAA36-9A68-476B-8ACD-8E4B014E3A20}"/>
                </a:ext>
              </a:extLst>
            </p:cNvPr>
            <p:cNvSpPr>
              <a:spLocks/>
            </p:cNvSpPr>
            <p:nvPr/>
          </p:nvSpPr>
          <p:spPr>
            <a:xfrm>
              <a:off x="1215397" y="35737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" name="02_predicted_pose_121">
              <a:extLst>
                <a:ext uri="{FF2B5EF4-FFF2-40B4-BE49-F238E27FC236}">
                  <a16:creationId xmlns:a16="http://schemas.microsoft.com/office/drawing/2014/main" id="{A363F4B4-18FF-4D2C-AEF3-CF7D53602FE9}"/>
                </a:ext>
              </a:extLst>
            </p:cNvPr>
            <p:cNvSpPr>
              <a:spLocks/>
            </p:cNvSpPr>
            <p:nvPr/>
          </p:nvSpPr>
          <p:spPr>
            <a:xfrm>
              <a:off x="1308421" y="35466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" name="02_predicted_pose_122">
              <a:extLst>
                <a:ext uri="{FF2B5EF4-FFF2-40B4-BE49-F238E27FC236}">
                  <a16:creationId xmlns:a16="http://schemas.microsoft.com/office/drawing/2014/main" id="{E3D17F3F-66A1-4544-AA70-B13A57B4E9FA}"/>
                </a:ext>
              </a:extLst>
            </p:cNvPr>
            <p:cNvSpPr>
              <a:spLocks/>
            </p:cNvSpPr>
            <p:nvPr/>
          </p:nvSpPr>
          <p:spPr>
            <a:xfrm>
              <a:off x="1195070" y="35542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" name="02_predicted_pose_123">
              <a:extLst>
                <a:ext uri="{FF2B5EF4-FFF2-40B4-BE49-F238E27FC236}">
                  <a16:creationId xmlns:a16="http://schemas.microsoft.com/office/drawing/2014/main" id="{2E7B8E78-3B16-4B3C-9477-0B61C2189628}"/>
                </a:ext>
              </a:extLst>
            </p:cNvPr>
            <p:cNvSpPr>
              <a:spLocks/>
            </p:cNvSpPr>
            <p:nvPr/>
          </p:nvSpPr>
          <p:spPr>
            <a:xfrm>
              <a:off x="1222632" y="378830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" name="02_predicted_pose_124">
              <a:extLst>
                <a:ext uri="{FF2B5EF4-FFF2-40B4-BE49-F238E27FC236}">
                  <a16:creationId xmlns:a16="http://schemas.microsoft.com/office/drawing/2014/main" id="{B1896D29-B7B6-48BB-8DBA-DC2312314410}"/>
                </a:ext>
              </a:extLst>
            </p:cNvPr>
            <p:cNvSpPr>
              <a:spLocks/>
            </p:cNvSpPr>
            <p:nvPr/>
          </p:nvSpPr>
          <p:spPr>
            <a:xfrm>
              <a:off x="1322891" y="35529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" name="02_predicted_pose_125">
              <a:extLst>
                <a:ext uri="{FF2B5EF4-FFF2-40B4-BE49-F238E27FC236}">
                  <a16:creationId xmlns:a16="http://schemas.microsoft.com/office/drawing/2014/main" id="{EDC519B3-72FE-4332-A251-1F1A4CF816F4}"/>
                </a:ext>
              </a:extLst>
            </p:cNvPr>
            <p:cNvSpPr>
              <a:spLocks/>
            </p:cNvSpPr>
            <p:nvPr/>
          </p:nvSpPr>
          <p:spPr>
            <a:xfrm>
              <a:off x="1350453" y="27487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" name="02_predicted_pose_126">
              <a:extLst>
                <a:ext uri="{FF2B5EF4-FFF2-40B4-BE49-F238E27FC236}">
                  <a16:creationId xmlns:a16="http://schemas.microsoft.com/office/drawing/2014/main" id="{D2A05291-1DEC-451F-A83E-F0A75DA52352}"/>
                </a:ext>
              </a:extLst>
            </p:cNvPr>
            <p:cNvSpPr>
              <a:spLocks/>
            </p:cNvSpPr>
            <p:nvPr/>
          </p:nvSpPr>
          <p:spPr>
            <a:xfrm>
              <a:off x="1242615" y="34966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" name="02_predicted_pose_127">
              <a:extLst>
                <a:ext uri="{FF2B5EF4-FFF2-40B4-BE49-F238E27FC236}">
                  <a16:creationId xmlns:a16="http://schemas.microsoft.com/office/drawing/2014/main" id="{BD51F31E-6617-4441-99F1-D9339F91A4A5}"/>
                </a:ext>
              </a:extLst>
            </p:cNvPr>
            <p:cNvSpPr>
              <a:spLocks/>
            </p:cNvSpPr>
            <p:nvPr/>
          </p:nvSpPr>
          <p:spPr>
            <a:xfrm>
              <a:off x="1283959" y="344273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" name="02_predicted_pose_128">
              <a:extLst>
                <a:ext uri="{FF2B5EF4-FFF2-40B4-BE49-F238E27FC236}">
                  <a16:creationId xmlns:a16="http://schemas.microsoft.com/office/drawing/2014/main" id="{ED17CB17-092C-4773-BE10-7705F0988508}"/>
                </a:ext>
              </a:extLst>
            </p:cNvPr>
            <p:cNvSpPr>
              <a:spLocks/>
            </p:cNvSpPr>
            <p:nvPr/>
          </p:nvSpPr>
          <p:spPr>
            <a:xfrm>
              <a:off x="1238481" y="27800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" name="02_predicted_pose_129">
              <a:extLst>
                <a:ext uri="{FF2B5EF4-FFF2-40B4-BE49-F238E27FC236}">
                  <a16:creationId xmlns:a16="http://schemas.microsoft.com/office/drawing/2014/main" id="{969F16F4-9007-4F6E-98C3-E3BBC14B3CC9}"/>
                </a:ext>
              </a:extLst>
            </p:cNvPr>
            <p:cNvSpPr>
              <a:spLocks/>
            </p:cNvSpPr>
            <p:nvPr/>
          </p:nvSpPr>
          <p:spPr>
            <a:xfrm>
              <a:off x="1334949" y="28024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" name="02_predicted_pose_130">
              <a:extLst>
                <a:ext uri="{FF2B5EF4-FFF2-40B4-BE49-F238E27FC236}">
                  <a16:creationId xmlns:a16="http://schemas.microsoft.com/office/drawing/2014/main" id="{F1BCF74D-99CC-4C9F-9814-4F7CE9A64D21}"/>
                </a:ext>
              </a:extLst>
            </p:cNvPr>
            <p:cNvSpPr>
              <a:spLocks/>
            </p:cNvSpPr>
            <p:nvPr/>
          </p:nvSpPr>
          <p:spPr>
            <a:xfrm>
              <a:off x="1424183" y="280144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" name="02_predicted_pose_131">
              <a:extLst>
                <a:ext uri="{FF2B5EF4-FFF2-40B4-BE49-F238E27FC236}">
                  <a16:creationId xmlns:a16="http://schemas.microsoft.com/office/drawing/2014/main" id="{DFD783FA-46D7-4468-8E46-48937B920E48}"/>
                </a:ext>
              </a:extLst>
            </p:cNvPr>
            <p:cNvSpPr>
              <a:spLocks/>
            </p:cNvSpPr>
            <p:nvPr/>
          </p:nvSpPr>
          <p:spPr>
            <a:xfrm>
              <a:off x="1458291" y="269693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" name="02_predicted_pose_132">
              <a:extLst>
                <a:ext uri="{FF2B5EF4-FFF2-40B4-BE49-F238E27FC236}">
                  <a16:creationId xmlns:a16="http://schemas.microsoft.com/office/drawing/2014/main" id="{B555D62C-7018-4AF9-A2D9-47E642AB96E7}"/>
                </a:ext>
              </a:extLst>
            </p:cNvPr>
            <p:cNvSpPr>
              <a:spLocks/>
            </p:cNvSpPr>
            <p:nvPr/>
          </p:nvSpPr>
          <p:spPr>
            <a:xfrm>
              <a:off x="1156138" y="33508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" name="02_predicted_pose_133">
              <a:extLst>
                <a:ext uri="{FF2B5EF4-FFF2-40B4-BE49-F238E27FC236}">
                  <a16:creationId xmlns:a16="http://schemas.microsoft.com/office/drawing/2014/main" id="{2AC1C7DC-65E2-4ADB-8F00-3EF1B09844E1}"/>
                </a:ext>
              </a:extLst>
            </p:cNvPr>
            <p:cNvSpPr>
              <a:spLocks/>
            </p:cNvSpPr>
            <p:nvPr/>
          </p:nvSpPr>
          <p:spPr>
            <a:xfrm>
              <a:off x="1303597" y="323797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" name="02_predicted_pose_134">
              <a:extLst>
                <a:ext uri="{FF2B5EF4-FFF2-40B4-BE49-F238E27FC236}">
                  <a16:creationId xmlns:a16="http://schemas.microsoft.com/office/drawing/2014/main" id="{02AC5699-AB1E-4475-869E-D1051862EDA7}"/>
                </a:ext>
              </a:extLst>
            </p:cNvPr>
            <p:cNvSpPr>
              <a:spLocks/>
            </p:cNvSpPr>
            <p:nvPr/>
          </p:nvSpPr>
          <p:spPr>
            <a:xfrm>
              <a:off x="1225389" y="327416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" name="02_predicted_pose_135">
              <a:extLst>
                <a:ext uri="{FF2B5EF4-FFF2-40B4-BE49-F238E27FC236}">
                  <a16:creationId xmlns:a16="http://schemas.microsoft.com/office/drawing/2014/main" id="{09DC78D7-7ADE-4F9B-AC96-B57F54C8B599}"/>
                </a:ext>
              </a:extLst>
            </p:cNvPr>
            <p:cNvSpPr>
              <a:spLocks/>
            </p:cNvSpPr>
            <p:nvPr/>
          </p:nvSpPr>
          <p:spPr>
            <a:xfrm>
              <a:off x="1239170" y="33209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" name="02_predicted_pose_136">
              <a:extLst>
                <a:ext uri="{FF2B5EF4-FFF2-40B4-BE49-F238E27FC236}">
                  <a16:creationId xmlns:a16="http://schemas.microsoft.com/office/drawing/2014/main" id="{5019910F-9042-4C38-8621-E27204E324FD}"/>
                </a:ext>
              </a:extLst>
            </p:cNvPr>
            <p:cNvSpPr>
              <a:spLocks/>
            </p:cNvSpPr>
            <p:nvPr/>
          </p:nvSpPr>
          <p:spPr>
            <a:xfrm>
              <a:off x="1252951" y="33046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" name="02_predicted_pose_137">
              <a:extLst>
                <a:ext uri="{FF2B5EF4-FFF2-40B4-BE49-F238E27FC236}">
                  <a16:creationId xmlns:a16="http://schemas.microsoft.com/office/drawing/2014/main" id="{9A35EF7B-DBD3-48C2-8D9C-BD95BCFCD9C6}"/>
                </a:ext>
              </a:extLst>
            </p:cNvPr>
            <p:cNvSpPr>
              <a:spLocks/>
            </p:cNvSpPr>
            <p:nvPr/>
          </p:nvSpPr>
          <p:spPr>
            <a:xfrm>
              <a:off x="1266732" y="32756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" name="02_predicted_pose_138">
              <a:extLst>
                <a:ext uri="{FF2B5EF4-FFF2-40B4-BE49-F238E27FC236}">
                  <a16:creationId xmlns:a16="http://schemas.microsoft.com/office/drawing/2014/main" id="{C2EF3C9B-590C-463C-8BF6-56A28B89D50D}"/>
                </a:ext>
              </a:extLst>
            </p:cNvPr>
            <p:cNvSpPr>
              <a:spLocks/>
            </p:cNvSpPr>
            <p:nvPr/>
          </p:nvSpPr>
          <p:spPr>
            <a:xfrm>
              <a:off x="1280514" y="329758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" name="02_predicted_pose_139">
              <a:extLst>
                <a:ext uri="{FF2B5EF4-FFF2-40B4-BE49-F238E27FC236}">
                  <a16:creationId xmlns:a16="http://schemas.microsoft.com/office/drawing/2014/main" id="{0896FC6A-7792-4A0F-85B1-F77BE26D37C6}"/>
                </a:ext>
              </a:extLst>
            </p:cNvPr>
            <p:cNvSpPr>
              <a:spLocks/>
            </p:cNvSpPr>
            <p:nvPr/>
          </p:nvSpPr>
          <p:spPr>
            <a:xfrm>
              <a:off x="1294295" y="33122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" name="02_predicted_pose_140">
              <a:extLst>
                <a:ext uri="{FF2B5EF4-FFF2-40B4-BE49-F238E27FC236}">
                  <a16:creationId xmlns:a16="http://schemas.microsoft.com/office/drawing/2014/main" id="{CAAF4848-E191-46A0-983E-50F035ACEDFD}"/>
                </a:ext>
              </a:extLst>
            </p:cNvPr>
            <p:cNvSpPr>
              <a:spLocks/>
            </p:cNvSpPr>
            <p:nvPr/>
          </p:nvSpPr>
          <p:spPr>
            <a:xfrm>
              <a:off x="1308076" y="33076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" name="02_predicted_pose_141">
              <a:extLst>
                <a:ext uri="{FF2B5EF4-FFF2-40B4-BE49-F238E27FC236}">
                  <a16:creationId xmlns:a16="http://schemas.microsoft.com/office/drawing/2014/main" id="{C95640AF-E3D4-493B-81AB-F1DD665612F5}"/>
                </a:ext>
              </a:extLst>
            </p:cNvPr>
            <p:cNvSpPr>
              <a:spLocks/>
            </p:cNvSpPr>
            <p:nvPr/>
          </p:nvSpPr>
          <p:spPr>
            <a:xfrm>
              <a:off x="1321857" y="33048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" name="02_predicted_pose_142">
              <a:extLst>
                <a:ext uri="{FF2B5EF4-FFF2-40B4-BE49-F238E27FC236}">
                  <a16:creationId xmlns:a16="http://schemas.microsoft.com/office/drawing/2014/main" id="{122AD4A2-E2AF-451F-8D26-4D89B8851F9C}"/>
                </a:ext>
              </a:extLst>
            </p:cNvPr>
            <p:cNvSpPr>
              <a:spLocks/>
            </p:cNvSpPr>
            <p:nvPr/>
          </p:nvSpPr>
          <p:spPr>
            <a:xfrm>
              <a:off x="1335638" y="330276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" name="02_predicted_pose_143">
              <a:extLst>
                <a:ext uri="{FF2B5EF4-FFF2-40B4-BE49-F238E27FC236}">
                  <a16:creationId xmlns:a16="http://schemas.microsoft.com/office/drawing/2014/main" id="{076BDA15-65F1-42A7-8CE4-CC5F5AB88A35}"/>
                </a:ext>
              </a:extLst>
            </p:cNvPr>
            <p:cNvSpPr>
              <a:spLocks/>
            </p:cNvSpPr>
            <p:nvPr/>
          </p:nvSpPr>
          <p:spPr>
            <a:xfrm>
              <a:off x="1349420" y="327537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" name="02_predicted_pose_144">
              <a:extLst>
                <a:ext uri="{FF2B5EF4-FFF2-40B4-BE49-F238E27FC236}">
                  <a16:creationId xmlns:a16="http://schemas.microsoft.com/office/drawing/2014/main" id="{ACE75792-5527-44BA-A955-0D97E46A6CF9}"/>
                </a:ext>
              </a:extLst>
            </p:cNvPr>
            <p:cNvSpPr>
              <a:spLocks/>
            </p:cNvSpPr>
            <p:nvPr/>
          </p:nvSpPr>
          <p:spPr>
            <a:xfrm>
              <a:off x="1238825" y="32937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" name="02_predicted_pose_145">
              <a:extLst>
                <a:ext uri="{FF2B5EF4-FFF2-40B4-BE49-F238E27FC236}">
                  <a16:creationId xmlns:a16="http://schemas.microsoft.com/office/drawing/2014/main" id="{501FBE8E-2084-4B4E-AE81-4260C90B8F96}"/>
                </a:ext>
              </a:extLst>
            </p:cNvPr>
            <p:cNvSpPr>
              <a:spLocks/>
            </p:cNvSpPr>
            <p:nvPr/>
          </p:nvSpPr>
          <p:spPr>
            <a:xfrm>
              <a:off x="1430040" y="36348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" name="02_predicted_pose_146">
              <a:extLst>
                <a:ext uri="{FF2B5EF4-FFF2-40B4-BE49-F238E27FC236}">
                  <a16:creationId xmlns:a16="http://schemas.microsoft.com/office/drawing/2014/main" id="{8705D1FC-AA21-433D-80F8-BE55E62096F1}"/>
                </a:ext>
              </a:extLst>
            </p:cNvPr>
            <p:cNvSpPr>
              <a:spLocks/>
            </p:cNvSpPr>
            <p:nvPr/>
          </p:nvSpPr>
          <p:spPr>
            <a:xfrm>
              <a:off x="1301185" y="378901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" name="02_predicted_pose_147">
              <a:extLst>
                <a:ext uri="{FF2B5EF4-FFF2-40B4-BE49-F238E27FC236}">
                  <a16:creationId xmlns:a16="http://schemas.microsoft.com/office/drawing/2014/main" id="{00038B58-184B-43CA-9582-EFFA9BEBF97D}"/>
                </a:ext>
              </a:extLst>
            </p:cNvPr>
            <p:cNvSpPr>
              <a:spLocks/>
            </p:cNvSpPr>
            <p:nvPr/>
          </p:nvSpPr>
          <p:spPr>
            <a:xfrm>
              <a:off x="1193347" y="374876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" name="02_predicted_pose_148">
              <a:extLst>
                <a:ext uri="{FF2B5EF4-FFF2-40B4-BE49-F238E27FC236}">
                  <a16:creationId xmlns:a16="http://schemas.microsoft.com/office/drawing/2014/main" id="{F711367C-2C77-44DD-A1F5-942AD49D02DA}"/>
                </a:ext>
              </a:extLst>
            </p:cNvPr>
            <p:cNvSpPr>
              <a:spLocks/>
            </p:cNvSpPr>
            <p:nvPr/>
          </p:nvSpPr>
          <p:spPr>
            <a:xfrm>
              <a:off x="1314967" y="367332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" name="02_predicted_pose_149">
              <a:extLst>
                <a:ext uri="{FF2B5EF4-FFF2-40B4-BE49-F238E27FC236}">
                  <a16:creationId xmlns:a16="http://schemas.microsoft.com/office/drawing/2014/main" id="{A8EA7F7A-F3FE-4055-9C33-C36A26E09BFC}"/>
                </a:ext>
              </a:extLst>
            </p:cNvPr>
            <p:cNvSpPr>
              <a:spLocks/>
            </p:cNvSpPr>
            <p:nvPr/>
          </p:nvSpPr>
          <p:spPr>
            <a:xfrm>
              <a:off x="1287060" y="33354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" name="02_predicted_pose_150">
              <a:extLst>
                <a:ext uri="{FF2B5EF4-FFF2-40B4-BE49-F238E27FC236}">
                  <a16:creationId xmlns:a16="http://schemas.microsoft.com/office/drawing/2014/main" id="{DD20648E-68EB-4453-BCF2-DD3700180262}"/>
                </a:ext>
              </a:extLst>
            </p:cNvPr>
            <p:cNvSpPr>
              <a:spLocks/>
            </p:cNvSpPr>
            <p:nvPr/>
          </p:nvSpPr>
          <p:spPr>
            <a:xfrm>
              <a:off x="1328403" y="36363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" name="02_predicted_pose_151">
              <a:extLst>
                <a:ext uri="{FF2B5EF4-FFF2-40B4-BE49-F238E27FC236}">
                  <a16:creationId xmlns:a16="http://schemas.microsoft.com/office/drawing/2014/main" id="{35A732D0-B854-4639-AEE2-5ABEB96B3695}"/>
                </a:ext>
              </a:extLst>
            </p:cNvPr>
            <p:cNvSpPr>
              <a:spLocks/>
            </p:cNvSpPr>
            <p:nvPr/>
          </p:nvSpPr>
          <p:spPr>
            <a:xfrm>
              <a:off x="1422116" y="348222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" name="02_predicted_pose_152">
              <a:extLst>
                <a:ext uri="{FF2B5EF4-FFF2-40B4-BE49-F238E27FC236}">
                  <a16:creationId xmlns:a16="http://schemas.microsoft.com/office/drawing/2014/main" id="{7250A95D-B526-48F6-A2F4-61B28FB12624}"/>
                </a:ext>
              </a:extLst>
            </p:cNvPr>
            <p:cNvSpPr>
              <a:spLocks/>
            </p:cNvSpPr>
            <p:nvPr/>
          </p:nvSpPr>
          <p:spPr>
            <a:xfrm>
              <a:off x="1477241" y="342352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" name="02_predicted_pose_153">
              <a:extLst>
                <a:ext uri="{FF2B5EF4-FFF2-40B4-BE49-F238E27FC236}">
                  <a16:creationId xmlns:a16="http://schemas.microsoft.com/office/drawing/2014/main" id="{66C28291-021D-447A-BA0E-84BDE850715C}"/>
                </a:ext>
              </a:extLst>
            </p:cNvPr>
            <p:cNvSpPr>
              <a:spLocks/>
            </p:cNvSpPr>
            <p:nvPr/>
          </p:nvSpPr>
          <p:spPr>
            <a:xfrm>
              <a:off x="1391797" y="35519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5" name="02_predicted_pose_154">
              <a:extLst>
                <a:ext uri="{FF2B5EF4-FFF2-40B4-BE49-F238E27FC236}">
                  <a16:creationId xmlns:a16="http://schemas.microsoft.com/office/drawing/2014/main" id="{C74080D5-5048-470C-AC42-B330FB7BDC26}"/>
                </a:ext>
              </a:extLst>
            </p:cNvPr>
            <p:cNvSpPr>
              <a:spLocks/>
            </p:cNvSpPr>
            <p:nvPr/>
          </p:nvSpPr>
          <p:spPr>
            <a:xfrm>
              <a:off x="1270522" y="33647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6" name="02_predicted_pose_155">
              <a:extLst>
                <a:ext uri="{FF2B5EF4-FFF2-40B4-BE49-F238E27FC236}">
                  <a16:creationId xmlns:a16="http://schemas.microsoft.com/office/drawing/2014/main" id="{12B1196A-1B3D-4393-A294-637640C5CE63}"/>
                </a:ext>
              </a:extLst>
            </p:cNvPr>
            <p:cNvSpPr>
              <a:spLocks/>
            </p:cNvSpPr>
            <p:nvPr/>
          </p:nvSpPr>
          <p:spPr>
            <a:xfrm>
              <a:off x="1298085" y="33166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7" name="02_predicted_pose_156">
              <a:extLst>
                <a:ext uri="{FF2B5EF4-FFF2-40B4-BE49-F238E27FC236}">
                  <a16:creationId xmlns:a16="http://schemas.microsoft.com/office/drawing/2014/main" id="{CB54D0F4-6429-4BAC-917A-9A5F6AC1F50B}"/>
                </a:ext>
              </a:extLst>
            </p:cNvPr>
            <p:cNvSpPr>
              <a:spLocks/>
            </p:cNvSpPr>
            <p:nvPr/>
          </p:nvSpPr>
          <p:spPr>
            <a:xfrm>
              <a:off x="1339428" y="33181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" name="02_predicted_pose_157">
              <a:extLst>
                <a:ext uri="{FF2B5EF4-FFF2-40B4-BE49-F238E27FC236}">
                  <a16:creationId xmlns:a16="http://schemas.microsoft.com/office/drawing/2014/main" id="{B67813E5-2913-4C0D-A652-4ED9B994EE5E}"/>
                </a:ext>
              </a:extLst>
            </p:cNvPr>
            <p:cNvSpPr>
              <a:spLocks/>
            </p:cNvSpPr>
            <p:nvPr/>
          </p:nvSpPr>
          <p:spPr>
            <a:xfrm>
              <a:off x="1366991" y="334504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" name="02_predicted_pose_158">
              <a:extLst>
                <a:ext uri="{FF2B5EF4-FFF2-40B4-BE49-F238E27FC236}">
                  <a16:creationId xmlns:a16="http://schemas.microsoft.com/office/drawing/2014/main" id="{5698978C-D794-4EE0-83A1-3DFA3838108E}"/>
                </a:ext>
              </a:extLst>
            </p:cNvPr>
            <p:cNvSpPr>
              <a:spLocks/>
            </p:cNvSpPr>
            <p:nvPr/>
          </p:nvSpPr>
          <p:spPr>
            <a:xfrm>
              <a:off x="1380772" y="33264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" name="02_predicted_pose_159">
              <a:extLst>
                <a:ext uri="{FF2B5EF4-FFF2-40B4-BE49-F238E27FC236}">
                  <a16:creationId xmlns:a16="http://schemas.microsoft.com/office/drawing/2014/main" id="{7D56D889-46F3-4FBD-809F-BD3E30F91C44}"/>
                </a:ext>
              </a:extLst>
            </p:cNvPr>
            <p:cNvSpPr>
              <a:spLocks/>
            </p:cNvSpPr>
            <p:nvPr/>
          </p:nvSpPr>
          <p:spPr>
            <a:xfrm>
              <a:off x="1283959" y="331476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" name="02_predicted_pose_160">
              <a:extLst>
                <a:ext uri="{FF2B5EF4-FFF2-40B4-BE49-F238E27FC236}">
                  <a16:creationId xmlns:a16="http://schemas.microsoft.com/office/drawing/2014/main" id="{82294C46-7E4F-4E61-8542-2CB355D3EED7}"/>
                </a:ext>
              </a:extLst>
            </p:cNvPr>
            <p:cNvSpPr>
              <a:spLocks/>
            </p:cNvSpPr>
            <p:nvPr/>
          </p:nvSpPr>
          <p:spPr>
            <a:xfrm>
              <a:off x="1386629" y="36305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" name="02_predicted_pose_161">
              <a:extLst>
                <a:ext uri="{FF2B5EF4-FFF2-40B4-BE49-F238E27FC236}">
                  <a16:creationId xmlns:a16="http://schemas.microsoft.com/office/drawing/2014/main" id="{BADE092F-1B2F-486F-9355-683599327D96}"/>
                </a:ext>
              </a:extLst>
            </p:cNvPr>
            <p:cNvSpPr>
              <a:spLocks/>
            </p:cNvSpPr>
            <p:nvPr/>
          </p:nvSpPr>
          <p:spPr>
            <a:xfrm>
              <a:off x="1414192" y="36577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" name="02_predicted_pose_162">
              <a:extLst>
                <a:ext uri="{FF2B5EF4-FFF2-40B4-BE49-F238E27FC236}">
                  <a16:creationId xmlns:a16="http://schemas.microsoft.com/office/drawing/2014/main" id="{2F577888-09F7-4322-A288-30C3D5DDB980}"/>
                </a:ext>
              </a:extLst>
            </p:cNvPr>
            <p:cNvSpPr>
              <a:spLocks/>
            </p:cNvSpPr>
            <p:nvPr/>
          </p:nvSpPr>
          <p:spPr>
            <a:xfrm>
              <a:off x="1469316" y="35696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" name="02_predicted_pose_163">
              <a:extLst>
                <a:ext uri="{FF2B5EF4-FFF2-40B4-BE49-F238E27FC236}">
                  <a16:creationId xmlns:a16="http://schemas.microsoft.com/office/drawing/2014/main" id="{CD79F81D-B838-4679-9270-2717544D6ABE}"/>
                </a:ext>
              </a:extLst>
            </p:cNvPr>
            <p:cNvSpPr>
              <a:spLocks/>
            </p:cNvSpPr>
            <p:nvPr/>
          </p:nvSpPr>
          <p:spPr>
            <a:xfrm>
              <a:off x="1229868" y="340027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" name="02_predicted_pose_164">
              <a:extLst>
                <a:ext uri="{FF2B5EF4-FFF2-40B4-BE49-F238E27FC236}">
                  <a16:creationId xmlns:a16="http://schemas.microsoft.com/office/drawing/2014/main" id="{2BFE8370-DE18-48D8-9601-DA1EF1416D8B}"/>
                </a:ext>
              </a:extLst>
            </p:cNvPr>
            <p:cNvSpPr>
              <a:spLocks/>
            </p:cNvSpPr>
            <p:nvPr/>
          </p:nvSpPr>
          <p:spPr>
            <a:xfrm>
              <a:off x="1238481" y="380864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" name="02_predicted_pose_165">
              <a:extLst>
                <a:ext uri="{FF2B5EF4-FFF2-40B4-BE49-F238E27FC236}">
                  <a16:creationId xmlns:a16="http://schemas.microsoft.com/office/drawing/2014/main" id="{60C2818D-3EDD-4F60-BD26-72A50281A409}"/>
                </a:ext>
              </a:extLst>
            </p:cNvPr>
            <p:cNvSpPr>
              <a:spLocks/>
            </p:cNvSpPr>
            <p:nvPr/>
          </p:nvSpPr>
          <p:spPr>
            <a:xfrm>
              <a:off x="1252262" y="36025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" name="02_predicted_pose_166">
              <a:extLst>
                <a:ext uri="{FF2B5EF4-FFF2-40B4-BE49-F238E27FC236}">
                  <a16:creationId xmlns:a16="http://schemas.microsoft.com/office/drawing/2014/main" id="{7CDEB142-FF83-45FF-AFA9-A92419495BFA}"/>
                </a:ext>
              </a:extLst>
            </p:cNvPr>
            <p:cNvSpPr>
              <a:spLocks/>
            </p:cNvSpPr>
            <p:nvPr/>
          </p:nvSpPr>
          <p:spPr>
            <a:xfrm>
              <a:off x="1279824" y="37115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" name="02_predicted_pose_167">
              <a:extLst>
                <a:ext uri="{FF2B5EF4-FFF2-40B4-BE49-F238E27FC236}">
                  <a16:creationId xmlns:a16="http://schemas.microsoft.com/office/drawing/2014/main" id="{DEB841A5-B561-47A2-88ED-ABC628F2CD5F}"/>
                </a:ext>
              </a:extLst>
            </p:cNvPr>
            <p:cNvSpPr>
              <a:spLocks/>
            </p:cNvSpPr>
            <p:nvPr/>
          </p:nvSpPr>
          <p:spPr>
            <a:xfrm>
              <a:off x="1307387" y="358385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" name="02_predicted_pose_168">
              <a:extLst>
                <a:ext uri="{FF2B5EF4-FFF2-40B4-BE49-F238E27FC236}">
                  <a16:creationId xmlns:a16="http://schemas.microsoft.com/office/drawing/2014/main" id="{AD57D40B-CC54-4AAA-8536-6C89A246D551}"/>
                </a:ext>
              </a:extLst>
            </p:cNvPr>
            <p:cNvSpPr>
              <a:spLocks/>
            </p:cNvSpPr>
            <p:nvPr/>
          </p:nvSpPr>
          <p:spPr>
            <a:xfrm>
              <a:off x="1334949" y="367240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" name="02_predicted_pose_169">
              <a:extLst>
                <a:ext uri="{FF2B5EF4-FFF2-40B4-BE49-F238E27FC236}">
                  <a16:creationId xmlns:a16="http://schemas.microsoft.com/office/drawing/2014/main" id="{E194A235-59C0-4AB5-BDAA-8C510B7ABC46}"/>
                </a:ext>
              </a:extLst>
            </p:cNvPr>
            <p:cNvSpPr>
              <a:spLocks/>
            </p:cNvSpPr>
            <p:nvPr/>
          </p:nvSpPr>
          <p:spPr>
            <a:xfrm>
              <a:off x="1304631" y="35611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" name="02_predicted_pose_170">
              <a:extLst>
                <a:ext uri="{FF2B5EF4-FFF2-40B4-BE49-F238E27FC236}">
                  <a16:creationId xmlns:a16="http://schemas.microsoft.com/office/drawing/2014/main" id="{83A30E43-1E80-4939-8003-F37A97D48F29}"/>
                </a:ext>
              </a:extLst>
            </p:cNvPr>
            <p:cNvSpPr>
              <a:spLocks/>
            </p:cNvSpPr>
            <p:nvPr/>
          </p:nvSpPr>
          <p:spPr>
            <a:xfrm>
              <a:off x="1251917" y="361774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" name="02_predicted_pose_171">
              <a:extLst>
                <a:ext uri="{FF2B5EF4-FFF2-40B4-BE49-F238E27FC236}">
                  <a16:creationId xmlns:a16="http://schemas.microsoft.com/office/drawing/2014/main" id="{2D03AE45-ED84-4C38-82FA-5E92A8FBC147}"/>
                </a:ext>
              </a:extLst>
            </p:cNvPr>
            <p:cNvSpPr>
              <a:spLocks/>
            </p:cNvSpPr>
            <p:nvPr/>
          </p:nvSpPr>
          <p:spPr>
            <a:xfrm>
              <a:off x="1168541" y="35120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" name="02_predicted_pose_172">
              <a:extLst>
                <a:ext uri="{FF2B5EF4-FFF2-40B4-BE49-F238E27FC236}">
                  <a16:creationId xmlns:a16="http://schemas.microsoft.com/office/drawing/2014/main" id="{42C45F1E-7315-4D86-88FA-22A44878ACFD}"/>
                </a:ext>
              </a:extLst>
            </p:cNvPr>
            <p:cNvSpPr>
              <a:spLocks/>
            </p:cNvSpPr>
            <p:nvPr/>
          </p:nvSpPr>
          <p:spPr>
            <a:xfrm>
              <a:off x="1412469" y="273949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" name="02_predicted_pose_173">
              <a:extLst>
                <a:ext uri="{FF2B5EF4-FFF2-40B4-BE49-F238E27FC236}">
                  <a16:creationId xmlns:a16="http://schemas.microsoft.com/office/drawing/2014/main" id="{B389E681-D8F7-4761-9505-A22AA84439DA}"/>
                </a:ext>
              </a:extLst>
            </p:cNvPr>
            <p:cNvSpPr>
              <a:spLocks/>
            </p:cNvSpPr>
            <p:nvPr/>
          </p:nvSpPr>
          <p:spPr>
            <a:xfrm>
              <a:off x="1369402" y="260750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" name="02_predicted_pose_174">
              <a:extLst>
                <a:ext uri="{FF2B5EF4-FFF2-40B4-BE49-F238E27FC236}">
                  <a16:creationId xmlns:a16="http://schemas.microsoft.com/office/drawing/2014/main" id="{9CC83820-81E3-4E88-ABBE-BE7C4F80740F}"/>
                </a:ext>
              </a:extLst>
            </p:cNvPr>
            <p:cNvSpPr>
              <a:spLocks/>
            </p:cNvSpPr>
            <p:nvPr/>
          </p:nvSpPr>
          <p:spPr>
            <a:xfrm>
              <a:off x="1189213" y="299101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" name="02_predicted_pose_175">
              <a:extLst>
                <a:ext uri="{FF2B5EF4-FFF2-40B4-BE49-F238E27FC236}">
                  <a16:creationId xmlns:a16="http://schemas.microsoft.com/office/drawing/2014/main" id="{945E5F6F-F95A-4CA9-9481-41F2413DEF34}"/>
                </a:ext>
              </a:extLst>
            </p:cNvPr>
            <p:cNvSpPr>
              <a:spLocks/>
            </p:cNvSpPr>
            <p:nvPr/>
          </p:nvSpPr>
          <p:spPr>
            <a:xfrm>
              <a:off x="1369747" y="297467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" name="02_predicted_pose_176">
              <a:extLst>
                <a:ext uri="{FF2B5EF4-FFF2-40B4-BE49-F238E27FC236}">
                  <a16:creationId xmlns:a16="http://schemas.microsoft.com/office/drawing/2014/main" id="{D041CA6A-C2F6-42B8-B261-F5618FB087B3}"/>
                </a:ext>
              </a:extLst>
            </p:cNvPr>
            <p:cNvSpPr>
              <a:spLocks/>
            </p:cNvSpPr>
            <p:nvPr/>
          </p:nvSpPr>
          <p:spPr>
            <a:xfrm>
              <a:off x="1383528" y="298546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" name="02_predicted_pose_177">
              <a:extLst>
                <a:ext uri="{FF2B5EF4-FFF2-40B4-BE49-F238E27FC236}">
                  <a16:creationId xmlns:a16="http://schemas.microsoft.com/office/drawing/2014/main" id="{4FE7E518-E99C-4B14-9A3C-7003769BDFD6}"/>
                </a:ext>
              </a:extLst>
            </p:cNvPr>
            <p:cNvSpPr>
              <a:spLocks/>
            </p:cNvSpPr>
            <p:nvPr/>
          </p:nvSpPr>
          <p:spPr>
            <a:xfrm>
              <a:off x="1397309" y="349680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" name="02_predicted_pose_178">
              <a:extLst>
                <a:ext uri="{FF2B5EF4-FFF2-40B4-BE49-F238E27FC236}">
                  <a16:creationId xmlns:a16="http://schemas.microsoft.com/office/drawing/2014/main" id="{4DB5DBC5-BDD2-4C2C-B158-58F90D898E46}"/>
                </a:ext>
              </a:extLst>
            </p:cNvPr>
            <p:cNvSpPr>
              <a:spLocks/>
            </p:cNvSpPr>
            <p:nvPr/>
          </p:nvSpPr>
          <p:spPr>
            <a:xfrm>
              <a:off x="1411091" y="295540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" name="02_predicted_pose_179">
              <a:extLst>
                <a:ext uri="{FF2B5EF4-FFF2-40B4-BE49-F238E27FC236}">
                  <a16:creationId xmlns:a16="http://schemas.microsoft.com/office/drawing/2014/main" id="{9C676A15-845D-4C8D-AFB9-51F7B379F022}"/>
                </a:ext>
              </a:extLst>
            </p:cNvPr>
            <p:cNvSpPr>
              <a:spLocks/>
            </p:cNvSpPr>
            <p:nvPr/>
          </p:nvSpPr>
          <p:spPr>
            <a:xfrm>
              <a:off x="1424872" y="30379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" name="02_predicted_pose_180">
              <a:extLst>
                <a:ext uri="{FF2B5EF4-FFF2-40B4-BE49-F238E27FC236}">
                  <a16:creationId xmlns:a16="http://schemas.microsoft.com/office/drawing/2014/main" id="{CD21D04A-AADD-40C2-926D-8F37DD087AD6}"/>
                </a:ext>
              </a:extLst>
            </p:cNvPr>
            <p:cNvSpPr>
              <a:spLocks/>
            </p:cNvSpPr>
            <p:nvPr/>
          </p:nvSpPr>
          <p:spPr>
            <a:xfrm>
              <a:off x="1210229" y="327420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" name="02_predicted_pose_181">
              <a:extLst>
                <a:ext uri="{FF2B5EF4-FFF2-40B4-BE49-F238E27FC236}">
                  <a16:creationId xmlns:a16="http://schemas.microsoft.com/office/drawing/2014/main" id="{9999DD09-8527-451D-9CA6-DE60CD243EEC}"/>
                </a:ext>
              </a:extLst>
            </p:cNvPr>
            <p:cNvSpPr>
              <a:spLocks/>
            </p:cNvSpPr>
            <p:nvPr/>
          </p:nvSpPr>
          <p:spPr>
            <a:xfrm>
              <a:off x="1224010" y="32706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" name="02_predicted_pose_182">
              <a:extLst>
                <a:ext uri="{FF2B5EF4-FFF2-40B4-BE49-F238E27FC236}">
                  <a16:creationId xmlns:a16="http://schemas.microsoft.com/office/drawing/2014/main" id="{17F399EA-CB29-45AD-85AB-C28D4DD49097}"/>
                </a:ext>
              </a:extLst>
            </p:cNvPr>
            <p:cNvSpPr>
              <a:spLocks/>
            </p:cNvSpPr>
            <p:nvPr/>
          </p:nvSpPr>
          <p:spPr>
            <a:xfrm>
              <a:off x="1251573" y="33079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" name="02_predicted_pose_183">
              <a:extLst>
                <a:ext uri="{FF2B5EF4-FFF2-40B4-BE49-F238E27FC236}">
                  <a16:creationId xmlns:a16="http://schemas.microsoft.com/office/drawing/2014/main" id="{65588EDD-3819-453F-AF27-A170F92258E8}"/>
                </a:ext>
              </a:extLst>
            </p:cNvPr>
            <p:cNvSpPr>
              <a:spLocks/>
            </p:cNvSpPr>
            <p:nvPr/>
          </p:nvSpPr>
          <p:spPr>
            <a:xfrm>
              <a:off x="1334949" y="35999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" name="02_predicted_pose_184">
              <a:extLst>
                <a:ext uri="{FF2B5EF4-FFF2-40B4-BE49-F238E27FC236}">
                  <a16:creationId xmlns:a16="http://schemas.microsoft.com/office/drawing/2014/main" id="{F5584C30-BC42-4713-91A2-3D07982A5A42}"/>
                </a:ext>
              </a:extLst>
            </p:cNvPr>
            <p:cNvSpPr>
              <a:spLocks/>
            </p:cNvSpPr>
            <p:nvPr/>
          </p:nvSpPr>
          <p:spPr>
            <a:xfrm>
              <a:off x="1362512" y="360527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" name="02_predicted_pose_185">
              <a:extLst>
                <a:ext uri="{FF2B5EF4-FFF2-40B4-BE49-F238E27FC236}">
                  <a16:creationId xmlns:a16="http://schemas.microsoft.com/office/drawing/2014/main" id="{5970F43B-9B65-4480-98A9-F81F1AF1E14B}"/>
                </a:ext>
              </a:extLst>
            </p:cNvPr>
            <p:cNvSpPr>
              <a:spLocks/>
            </p:cNvSpPr>
            <p:nvPr/>
          </p:nvSpPr>
          <p:spPr>
            <a:xfrm>
              <a:off x="1390074" y="359866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" name="02_predicted_pose_186">
              <a:extLst>
                <a:ext uri="{FF2B5EF4-FFF2-40B4-BE49-F238E27FC236}">
                  <a16:creationId xmlns:a16="http://schemas.microsoft.com/office/drawing/2014/main" id="{DB081740-5FF6-44A4-9364-11EC1DBCF559}"/>
                </a:ext>
              </a:extLst>
            </p:cNvPr>
            <p:cNvSpPr>
              <a:spLocks/>
            </p:cNvSpPr>
            <p:nvPr/>
          </p:nvSpPr>
          <p:spPr>
            <a:xfrm>
              <a:off x="1417637" y="337883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" name="02_predicted_pose_187">
              <a:extLst>
                <a:ext uri="{FF2B5EF4-FFF2-40B4-BE49-F238E27FC236}">
                  <a16:creationId xmlns:a16="http://schemas.microsoft.com/office/drawing/2014/main" id="{CE1FF917-5F2C-45DC-813A-A721A65E91B7}"/>
                </a:ext>
              </a:extLst>
            </p:cNvPr>
            <p:cNvSpPr>
              <a:spLocks/>
            </p:cNvSpPr>
            <p:nvPr/>
          </p:nvSpPr>
          <p:spPr>
            <a:xfrm>
              <a:off x="1497568" y="340420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" name="02_predicted_pose_188">
              <a:extLst>
                <a:ext uri="{FF2B5EF4-FFF2-40B4-BE49-F238E27FC236}">
                  <a16:creationId xmlns:a16="http://schemas.microsoft.com/office/drawing/2014/main" id="{B6959BC7-D3CB-4A04-AD44-4CB4F00B9493}"/>
                </a:ext>
              </a:extLst>
            </p:cNvPr>
            <p:cNvSpPr>
              <a:spLocks/>
            </p:cNvSpPr>
            <p:nvPr/>
          </p:nvSpPr>
          <p:spPr>
            <a:xfrm>
              <a:off x="1181633" y="36017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" name="02_predicted_pose_189">
              <a:extLst>
                <a:ext uri="{FF2B5EF4-FFF2-40B4-BE49-F238E27FC236}">
                  <a16:creationId xmlns:a16="http://schemas.microsoft.com/office/drawing/2014/main" id="{CFAC0A72-1077-4E18-B990-ACD3FAC3DF93}"/>
                </a:ext>
              </a:extLst>
            </p:cNvPr>
            <p:cNvSpPr>
              <a:spLocks/>
            </p:cNvSpPr>
            <p:nvPr/>
          </p:nvSpPr>
          <p:spPr>
            <a:xfrm>
              <a:off x="1209196" y="353552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" name="02_predicted_pose_190">
              <a:extLst>
                <a:ext uri="{FF2B5EF4-FFF2-40B4-BE49-F238E27FC236}">
                  <a16:creationId xmlns:a16="http://schemas.microsoft.com/office/drawing/2014/main" id="{C0C3DCCC-073C-4101-B1A8-CCE5C7447043}"/>
                </a:ext>
              </a:extLst>
            </p:cNvPr>
            <p:cNvSpPr>
              <a:spLocks/>
            </p:cNvSpPr>
            <p:nvPr/>
          </p:nvSpPr>
          <p:spPr>
            <a:xfrm>
              <a:off x="1236758" y="356036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" name="02_predicted_pose_191">
              <a:extLst>
                <a:ext uri="{FF2B5EF4-FFF2-40B4-BE49-F238E27FC236}">
                  <a16:creationId xmlns:a16="http://schemas.microsoft.com/office/drawing/2014/main" id="{B5DDB495-5BCE-49B7-BF46-216A5EB53147}"/>
                </a:ext>
              </a:extLst>
            </p:cNvPr>
            <p:cNvSpPr>
              <a:spLocks/>
            </p:cNvSpPr>
            <p:nvPr/>
          </p:nvSpPr>
          <p:spPr>
            <a:xfrm>
              <a:off x="1264321" y="356811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" name="02_predicted_pose_192">
              <a:extLst>
                <a:ext uri="{FF2B5EF4-FFF2-40B4-BE49-F238E27FC236}">
                  <a16:creationId xmlns:a16="http://schemas.microsoft.com/office/drawing/2014/main" id="{CBFD39F5-204E-4008-A3A2-3346358DFEDD}"/>
                </a:ext>
              </a:extLst>
            </p:cNvPr>
            <p:cNvSpPr>
              <a:spLocks/>
            </p:cNvSpPr>
            <p:nvPr/>
          </p:nvSpPr>
          <p:spPr>
            <a:xfrm>
              <a:off x="1167507" y="34719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" name="02_predicted_pose_193">
              <a:extLst>
                <a:ext uri="{FF2B5EF4-FFF2-40B4-BE49-F238E27FC236}">
                  <a16:creationId xmlns:a16="http://schemas.microsoft.com/office/drawing/2014/main" id="{CBC5E471-74CC-4F99-AE01-BC0756EDAA44}"/>
                </a:ext>
              </a:extLst>
            </p:cNvPr>
            <p:cNvSpPr>
              <a:spLocks/>
            </p:cNvSpPr>
            <p:nvPr/>
          </p:nvSpPr>
          <p:spPr>
            <a:xfrm>
              <a:off x="1217120" y="33621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" name="02_predicted_pose_194">
              <a:extLst>
                <a:ext uri="{FF2B5EF4-FFF2-40B4-BE49-F238E27FC236}">
                  <a16:creationId xmlns:a16="http://schemas.microsoft.com/office/drawing/2014/main" id="{E54C367E-2A6E-4CC6-B393-BF6AF2B063B6}"/>
                </a:ext>
              </a:extLst>
            </p:cNvPr>
            <p:cNvSpPr>
              <a:spLocks/>
            </p:cNvSpPr>
            <p:nvPr/>
          </p:nvSpPr>
          <p:spPr>
            <a:xfrm>
              <a:off x="1359067" y="364644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" name="02_predicted_pose_195">
              <a:extLst>
                <a:ext uri="{FF2B5EF4-FFF2-40B4-BE49-F238E27FC236}">
                  <a16:creationId xmlns:a16="http://schemas.microsoft.com/office/drawing/2014/main" id="{D97841DC-E631-4C99-AB11-D20D8E3B6B04}"/>
                </a:ext>
              </a:extLst>
            </p:cNvPr>
            <p:cNvSpPr>
              <a:spLocks/>
            </p:cNvSpPr>
            <p:nvPr/>
          </p:nvSpPr>
          <p:spPr>
            <a:xfrm>
              <a:off x="1386629" y="36597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" name="02_predicted_pose_196">
              <a:extLst>
                <a:ext uri="{FF2B5EF4-FFF2-40B4-BE49-F238E27FC236}">
                  <a16:creationId xmlns:a16="http://schemas.microsoft.com/office/drawing/2014/main" id="{F57B6844-E9D0-453C-AE53-78D7191E4A6F}"/>
                </a:ext>
              </a:extLst>
            </p:cNvPr>
            <p:cNvSpPr>
              <a:spLocks/>
            </p:cNvSpPr>
            <p:nvPr/>
          </p:nvSpPr>
          <p:spPr>
            <a:xfrm>
              <a:off x="1427973" y="36876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" name="02_predicted_pose_197">
              <a:extLst>
                <a:ext uri="{FF2B5EF4-FFF2-40B4-BE49-F238E27FC236}">
                  <a16:creationId xmlns:a16="http://schemas.microsoft.com/office/drawing/2014/main" id="{33268344-6AEE-4B91-B44A-B7A6E5424FA1}"/>
                </a:ext>
              </a:extLst>
            </p:cNvPr>
            <p:cNvSpPr>
              <a:spLocks/>
            </p:cNvSpPr>
            <p:nvPr/>
          </p:nvSpPr>
          <p:spPr>
            <a:xfrm>
              <a:off x="1455535" y="36741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" name="02_predicted_pose_198">
              <a:extLst>
                <a:ext uri="{FF2B5EF4-FFF2-40B4-BE49-F238E27FC236}">
                  <a16:creationId xmlns:a16="http://schemas.microsoft.com/office/drawing/2014/main" id="{2DA6C1F7-B5AF-489A-9D4D-D7C1060405AA}"/>
                </a:ext>
              </a:extLst>
            </p:cNvPr>
            <p:cNvSpPr>
              <a:spLocks/>
            </p:cNvSpPr>
            <p:nvPr/>
          </p:nvSpPr>
          <p:spPr>
            <a:xfrm>
              <a:off x="1483098" y="37454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" name="02_predicted_pose_199">
              <a:extLst>
                <a:ext uri="{FF2B5EF4-FFF2-40B4-BE49-F238E27FC236}">
                  <a16:creationId xmlns:a16="http://schemas.microsoft.com/office/drawing/2014/main" id="{60D4EB58-6883-43BF-AF30-BEBD6EA052DE}"/>
                </a:ext>
              </a:extLst>
            </p:cNvPr>
            <p:cNvSpPr>
              <a:spLocks/>
            </p:cNvSpPr>
            <p:nvPr/>
          </p:nvSpPr>
          <p:spPr>
            <a:xfrm>
              <a:off x="1465527" y="36612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" name="02_predicted_pose_200">
              <a:extLst>
                <a:ext uri="{FF2B5EF4-FFF2-40B4-BE49-F238E27FC236}">
                  <a16:creationId xmlns:a16="http://schemas.microsoft.com/office/drawing/2014/main" id="{2DA38962-9EA6-413A-B120-6A556B020556}"/>
                </a:ext>
              </a:extLst>
            </p:cNvPr>
            <p:cNvSpPr>
              <a:spLocks/>
            </p:cNvSpPr>
            <p:nvPr/>
          </p:nvSpPr>
          <p:spPr>
            <a:xfrm>
              <a:off x="1215053" y="376043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" name="02_predicted_pose_201">
              <a:extLst>
                <a:ext uri="{FF2B5EF4-FFF2-40B4-BE49-F238E27FC236}">
                  <a16:creationId xmlns:a16="http://schemas.microsoft.com/office/drawing/2014/main" id="{36F0D9E6-2556-4F9E-AF71-DBDFB50160EC}"/>
                </a:ext>
              </a:extLst>
            </p:cNvPr>
            <p:cNvSpPr>
              <a:spLocks/>
            </p:cNvSpPr>
            <p:nvPr/>
          </p:nvSpPr>
          <p:spPr>
            <a:xfrm>
              <a:off x="1494123" y="36313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" name="02_predicted_pose_202">
              <a:extLst>
                <a:ext uri="{FF2B5EF4-FFF2-40B4-BE49-F238E27FC236}">
                  <a16:creationId xmlns:a16="http://schemas.microsoft.com/office/drawing/2014/main" id="{76117888-D7E2-42FA-A310-939E545C3E76}"/>
                </a:ext>
              </a:extLst>
            </p:cNvPr>
            <p:cNvSpPr>
              <a:spLocks/>
            </p:cNvSpPr>
            <p:nvPr/>
          </p:nvSpPr>
          <p:spPr>
            <a:xfrm>
              <a:off x="1336672" y="37429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" name="02_predicted_pose_203">
              <a:extLst>
                <a:ext uri="{FF2B5EF4-FFF2-40B4-BE49-F238E27FC236}">
                  <a16:creationId xmlns:a16="http://schemas.microsoft.com/office/drawing/2014/main" id="{E179304C-269E-41ED-9C61-4370D2E68F90}"/>
                </a:ext>
              </a:extLst>
            </p:cNvPr>
            <p:cNvSpPr>
              <a:spLocks/>
            </p:cNvSpPr>
            <p:nvPr/>
          </p:nvSpPr>
          <p:spPr>
            <a:xfrm>
              <a:off x="1429695" y="36184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" name="02_predicted_pose_204">
              <a:extLst>
                <a:ext uri="{FF2B5EF4-FFF2-40B4-BE49-F238E27FC236}">
                  <a16:creationId xmlns:a16="http://schemas.microsoft.com/office/drawing/2014/main" id="{7CAFCC4A-E9AA-453F-BCA0-3B43C858307E}"/>
                </a:ext>
              </a:extLst>
            </p:cNvPr>
            <p:cNvSpPr>
              <a:spLocks/>
            </p:cNvSpPr>
            <p:nvPr/>
          </p:nvSpPr>
          <p:spPr>
            <a:xfrm>
              <a:off x="1174743" y="332151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6" name="02_predicted_pose_205">
              <a:extLst>
                <a:ext uri="{FF2B5EF4-FFF2-40B4-BE49-F238E27FC236}">
                  <a16:creationId xmlns:a16="http://schemas.microsoft.com/office/drawing/2014/main" id="{75DA94C6-F0DE-4C25-8CF8-BF21A24B5D87}"/>
                </a:ext>
              </a:extLst>
            </p:cNvPr>
            <p:cNvSpPr>
              <a:spLocks/>
            </p:cNvSpPr>
            <p:nvPr/>
          </p:nvSpPr>
          <p:spPr>
            <a:xfrm>
              <a:off x="1188524" y="32546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7" name="02_predicted_pose_206">
              <a:extLst>
                <a:ext uri="{FF2B5EF4-FFF2-40B4-BE49-F238E27FC236}">
                  <a16:creationId xmlns:a16="http://schemas.microsoft.com/office/drawing/2014/main" id="{39B9F1AD-981E-45B2-890A-762A56BEF979}"/>
                </a:ext>
              </a:extLst>
            </p:cNvPr>
            <p:cNvSpPr>
              <a:spLocks/>
            </p:cNvSpPr>
            <p:nvPr/>
          </p:nvSpPr>
          <p:spPr>
            <a:xfrm>
              <a:off x="1202305" y="330505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8" name="02_predicted_pose_207">
              <a:extLst>
                <a:ext uri="{FF2B5EF4-FFF2-40B4-BE49-F238E27FC236}">
                  <a16:creationId xmlns:a16="http://schemas.microsoft.com/office/drawing/2014/main" id="{8B7D664A-6188-478D-8C59-96CF46172ABE}"/>
                </a:ext>
              </a:extLst>
            </p:cNvPr>
            <p:cNvSpPr>
              <a:spLocks/>
            </p:cNvSpPr>
            <p:nvPr/>
          </p:nvSpPr>
          <p:spPr>
            <a:xfrm>
              <a:off x="1216086" y="347785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9" name="02_predicted_pose_208">
              <a:extLst>
                <a:ext uri="{FF2B5EF4-FFF2-40B4-BE49-F238E27FC236}">
                  <a16:creationId xmlns:a16="http://schemas.microsoft.com/office/drawing/2014/main" id="{90B268D1-352B-457B-8BC0-DFE37BAB43AB}"/>
                </a:ext>
              </a:extLst>
            </p:cNvPr>
            <p:cNvSpPr>
              <a:spLocks/>
            </p:cNvSpPr>
            <p:nvPr/>
          </p:nvSpPr>
          <p:spPr>
            <a:xfrm>
              <a:off x="1171642" y="352697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0" name="02_predicted_pose_209">
              <a:extLst>
                <a:ext uri="{FF2B5EF4-FFF2-40B4-BE49-F238E27FC236}">
                  <a16:creationId xmlns:a16="http://schemas.microsoft.com/office/drawing/2014/main" id="{CC9EF05B-8918-43CC-BDE2-382A26EBE052}"/>
                </a:ext>
              </a:extLst>
            </p:cNvPr>
            <p:cNvSpPr>
              <a:spLocks/>
            </p:cNvSpPr>
            <p:nvPr/>
          </p:nvSpPr>
          <p:spPr>
            <a:xfrm>
              <a:off x="1199204" y="34421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1" name="02_predicted_pose_210">
              <a:extLst>
                <a:ext uri="{FF2B5EF4-FFF2-40B4-BE49-F238E27FC236}">
                  <a16:creationId xmlns:a16="http://schemas.microsoft.com/office/drawing/2014/main" id="{C9BF78D7-D217-415C-A4CB-B8122F2050E6}"/>
                </a:ext>
              </a:extLst>
            </p:cNvPr>
            <p:cNvSpPr>
              <a:spLocks/>
            </p:cNvSpPr>
            <p:nvPr/>
          </p:nvSpPr>
          <p:spPr>
            <a:xfrm>
              <a:off x="1283614" y="36204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2" name="02_predicted_pose_211">
              <a:extLst>
                <a:ext uri="{FF2B5EF4-FFF2-40B4-BE49-F238E27FC236}">
                  <a16:creationId xmlns:a16="http://schemas.microsoft.com/office/drawing/2014/main" id="{6C06C8BB-7DF4-467C-B16D-2106A699A775}"/>
                </a:ext>
              </a:extLst>
            </p:cNvPr>
            <p:cNvSpPr>
              <a:spLocks/>
            </p:cNvSpPr>
            <p:nvPr/>
          </p:nvSpPr>
          <p:spPr>
            <a:xfrm>
              <a:off x="1231590" y="321758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3" name="02_predicted_pose_212">
              <a:extLst>
                <a:ext uri="{FF2B5EF4-FFF2-40B4-BE49-F238E27FC236}">
                  <a16:creationId xmlns:a16="http://schemas.microsoft.com/office/drawing/2014/main" id="{65CD69DD-699B-4A00-8503-D8C68A0C3930}"/>
                </a:ext>
              </a:extLst>
            </p:cNvPr>
            <p:cNvSpPr>
              <a:spLocks/>
            </p:cNvSpPr>
            <p:nvPr/>
          </p:nvSpPr>
          <p:spPr>
            <a:xfrm>
              <a:off x="1259153" y="357792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4" name="02_predicted_pose_213">
              <a:extLst>
                <a:ext uri="{FF2B5EF4-FFF2-40B4-BE49-F238E27FC236}">
                  <a16:creationId xmlns:a16="http://schemas.microsoft.com/office/drawing/2014/main" id="{2B256302-34E0-4975-BF6F-F2FC08E4DD2C}"/>
                </a:ext>
              </a:extLst>
            </p:cNvPr>
            <p:cNvSpPr>
              <a:spLocks/>
            </p:cNvSpPr>
            <p:nvPr/>
          </p:nvSpPr>
          <p:spPr>
            <a:xfrm>
              <a:off x="1272934" y="37405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5" name="02_predicted_pose_214">
              <a:extLst>
                <a:ext uri="{FF2B5EF4-FFF2-40B4-BE49-F238E27FC236}">
                  <a16:creationId xmlns:a16="http://schemas.microsoft.com/office/drawing/2014/main" id="{14810E5F-3D54-48C9-8C27-66E008E7C419}"/>
                </a:ext>
              </a:extLst>
            </p:cNvPr>
            <p:cNvSpPr>
              <a:spLocks/>
            </p:cNvSpPr>
            <p:nvPr/>
          </p:nvSpPr>
          <p:spPr>
            <a:xfrm>
              <a:off x="1210574" y="320405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6" name="02_predicted_pose_215">
              <a:extLst>
                <a:ext uri="{FF2B5EF4-FFF2-40B4-BE49-F238E27FC236}">
                  <a16:creationId xmlns:a16="http://schemas.microsoft.com/office/drawing/2014/main" id="{101AC38B-A0B0-43B4-9FCA-90D647D502F8}"/>
                </a:ext>
              </a:extLst>
            </p:cNvPr>
            <p:cNvSpPr>
              <a:spLocks/>
            </p:cNvSpPr>
            <p:nvPr/>
          </p:nvSpPr>
          <p:spPr>
            <a:xfrm>
              <a:off x="1224355" y="31610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7" name="02_predicted_pose_216">
              <a:extLst>
                <a:ext uri="{FF2B5EF4-FFF2-40B4-BE49-F238E27FC236}">
                  <a16:creationId xmlns:a16="http://schemas.microsoft.com/office/drawing/2014/main" id="{72C5593D-0262-4DCB-8D79-1776626647FF}"/>
                </a:ext>
              </a:extLst>
            </p:cNvPr>
            <p:cNvSpPr>
              <a:spLocks/>
            </p:cNvSpPr>
            <p:nvPr/>
          </p:nvSpPr>
          <p:spPr>
            <a:xfrm>
              <a:off x="1238136" y="31379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8" name="02_predicted_pose_217">
              <a:extLst>
                <a:ext uri="{FF2B5EF4-FFF2-40B4-BE49-F238E27FC236}">
                  <a16:creationId xmlns:a16="http://schemas.microsoft.com/office/drawing/2014/main" id="{785692D6-60D1-4E71-8B3B-82C8E693ACCA}"/>
                </a:ext>
              </a:extLst>
            </p:cNvPr>
            <p:cNvSpPr>
              <a:spLocks/>
            </p:cNvSpPr>
            <p:nvPr/>
          </p:nvSpPr>
          <p:spPr>
            <a:xfrm>
              <a:off x="1257430" y="28793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19" name="02_predicted_pose_218">
              <a:extLst>
                <a:ext uri="{FF2B5EF4-FFF2-40B4-BE49-F238E27FC236}">
                  <a16:creationId xmlns:a16="http://schemas.microsoft.com/office/drawing/2014/main" id="{99603614-6257-4CE7-A6CC-794771D22E49}"/>
                </a:ext>
              </a:extLst>
            </p:cNvPr>
            <p:cNvSpPr>
              <a:spLocks/>
            </p:cNvSpPr>
            <p:nvPr/>
          </p:nvSpPr>
          <p:spPr>
            <a:xfrm>
              <a:off x="1284992" y="298204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0" name="02_predicted_pose_219">
              <a:extLst>
                <a:ext uri="{FF2B5EF4-FFF2-40B4-BE49-F238E27FC236}">
                  <a16:creationId xmlns:a16="http://schemas.microsoft.com/office/drawing/2014/main" id="{CEED7294-B453-48A8-88C0-46B01E4C357B}"/>
                </a:ext>
              </a:extLst>
            </p:cNvPr>
            <p:cNvSpPr>
              <a:spLocks/>
            </p:cNvSpPr>
            <p:nvPr/>
          </p:nvSpPr>
          <p:spPr>
            <a:xfrm>
              <a:off x="1298774" y="27370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1" name="02_predicted_pose_220">
              <a:extLst>
                <a:ext uri="{FF2B5EF4-FFF2-40B4-BE49-F238E27FC236}">
                  <a16:creationId xmlns:a16="http://schemas.microsoft.com/office/drawing/2014/main" id="{CC47A8BD-7ADD-4A14-9AE5-730BC5360FFA}"/>
                </a:ext>
              </a:extLst>
            </p:cNvPr>
            <p:cNvSpPr>
              <a:spLocks/>
            </p:cNvSpPr>
            <p:nvPr/>
          </p:nvSpPr>
          <p:spPr>
            <a:xfrm>
              <a:off x="1381461" y="28700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2" name="02_predicted_pose_221">
              <a:extLst>
                <a:ext uri="{FF2B5EF4-FFF2-40B4-BE49-F238E27FC236}">
                  <a16:creationId xmlns:a16="http://schemas.microsoft.com/office/drawing/2014/main" id="{417E20E3-E395-451D-B7EA-DC4D72EEBB05}"/>
                </a:ext>
              </a:extLst>
            </p:cNvPr>
            <p:cNvSpPr>
              <a:spLocks/>
            </p:cNvSpPr>
            <p:nvPr/>
          </p:nvSpPr>
          <p:spPr>
            <a:xfrm>
              <a:off x="1270867" y="276957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3" name="02_predicted_pose_222">
              <a:extLst>
                <a:ext uri="{FF2B5EF4-FFF2-40B4-BE49-F238E27FC236}">
                  <a16:creationId xmlns:a16="http://schemas.microsoft.com/office/drawing/2014/main" id="{C47BBEB3-D5E2-499E-8638-8046641CB900}"/>
                </a:ext>
              </a:extLst>
            </p:cNvPr>
            <p:cNvSpPr>
              <a:spLocks/>
            </p:cNvSpPr>
            <p:nvPr/>
          </p:nvSpPr>
          <p:spPr>
            <a:xfrm>
              <a:off x="1363890" y="29310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4" name="02_predicted_pose_223">
              <a:extLst>
                <a:ext uri="{FF2B5EF4-FFF2-40B4-BE49-F238E27FC236}">
                  <a16:creationId xmlns:a16="http://schemas.microsoft.com/office/drawing/2014/main" id="{D7BEEE13-9BE0-43D8-B1D1-B24A15DFAC96}"/>
                </a:ext>
              </a:extLst>
            </p:cNvPr>
            <p:cNvSpPr>
              <a:spLocks/>
            </p:cNvSpPr>
            <p:nvPr/>
          </p:nvSpPr>
          <p:spPr>
            <a:xfrm>
              <a:off x="1235035" y="28964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5" name="02_predicted_pose_224">
              <a:extLst>
                <a:ext uri="{FF2B5EF4-FFF2-40B4-BE49-F238E27FC236}">
                  <a16:creationId xmlns:a16="http://schemas.microsoft.com/office/drawing/2014/main" id="{BD15BA99-7165-4E32-BD62-CAF8B9562A24}"/>
                </a:ext>
              </a:extLst>
            </p:cNvPr>
            <p:cNvSpPr>
              <a:spLocks/>
            </p:cNvSpPr>
            <p:nvPr/>
          </p:nvSpPr>
          <p:spPr>
            <a:xfrm>
              <a:off x="1382150" y="34463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6" name="02_predicted_pose_225">
              <a:extLst>
                <a:ext uri="{FF2B5EF4-FFF2-40B4-BE49-F238E27FC236}">
                  <a16:creationId xmlns:a16="http://schemas.microsoft.com/office/drawing/2014/main" id="{39392BC0-C1E1-491C-860E-31D9AC11E0C7}"/>
                </a:ext>
              </a:extLst>
            </p:cNvPr>
            <p:cNvSpPr>
              <a:spLocks/>
            </p:cNvSpPr>
            <p:nvPr/>
          </p:nvSpPr>
          <p:spPr>
            <a:xfrm>
              <a:off x="1395931" y="366028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7" name="02_predicted_pose_226">
              <a:extLst>
                <a:ext uri="{FF2B5EF4-FFF2-40B4-BE49-F238E27FC236}">
                  <a16:creationId xmlns:a16="http://schemas.microsoft.com/office/drawing/2014/main" id="{F56BAF8E-EEDD-494F-8D30-50A3CF1EF3A0}"/>
                </a:ext>
              </a:extLst>
            </p:cNvPr>
            <p:cNvSpPr>
              <a:spLocks/>
            </p:cNvSpPr>
            <p:nvPr/>
          </p:nvSpPr>
          <p:spPr>
            <a:xfrm>
              <a:off x="1356310" y="355996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8" name="02_predicted_pose_227">
              <a:extLst>
                <a:ext uri="{FF2B5EF4-FFF2-40B4-BE49-F238E27FC236}">
                  <a16:creationId xmlns:a16="http://schemas.microsoft.com/office/drawing/2014/main" id="{0C0E9DD2-09F6-4AAE-8D62-24ECD7E7C778}"/>
                </a:ext>
              </a:extLst>
            </p:cNvPr>
            <p:cNvSpPr>
              <a:spLocks/>
            </p:cNvSpPr>
            <p:nvPr/>
          </p:nvSpPr>
          <p:spPr>
            <a:xfrm>
              <a:off x="1370092" y="337908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29" name="02_predicted_pose_228">
              <a:extLst>
                <a:ext uri="{FF2B5EF4-FFF2-40B4-BE49-F238E27FC236}">
                  <a16:creationId xmlns:a16="http://schemas.microsoft.com/office/drawing/2014/main" id="{F450FEBF-340A-42B2-BF58-5C829D74BD77}"/>
                </a:ext>
              </a:extLst>
            </p:cNvPr>
            <p:cNvSpPr>
              <a:spLocks/>
            </p:cNvSpPr>
            <p:nvPr/>
          </p:nvSpPr>
          <p:spPr>
            <a:xfrm>
              <a:off x="1383873" y="337368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0" name="02_predicted_pose_229">
              <a:extLst>
                <a:ext uri="{FF2B5EF4-FFF2-40B4-BE49-F238E27FC236}">
                  <a16:creationId xmlns:a16="http://schemas.microsoft.com/office/drawing/2014/main" id="{8F0CA1CD-AE96-4E4D-B985-86949500EA01}"/>
                </a:ext>
              </a:extLst>
            </p:cNvPr>
            <p:cNvSpPr>
              <a:spLocks/>
            </p:cNvSpPr>
            <p:nvPr/>
          </p:nvSpPr>
          <p:spPr>
            <a:xfrm>
              <a:off x="1411435" y="335098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1" name="02_predicted_pose_230">
              <a:extLst>
                <a:ext uri="{FF2B5EF4-FFF2-40B4-BE49-F238E27FC236}">
                  <a16:creationId xmlns:a16="http://schemas.microsoft.com/office/drawing/2014/main" id="{A72B8F1F-09C4-4E3D-B001-BE2949337337}"/>
                </a:ext>
              </a:extLst>
            </p:cNvPr>
            <p:cNvSpPr>
              <a:spLocks/>
            </p:cNvSpPr>
            <p:nvPr/>
          </p:nvSpPr>
          <p:spPr>
            <a:xfrm>
              <a:off x="1425216" y="35454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2" name="02_predicted_pose_231">
              <a:extLst>
                <a:ext uri="{FF2B5EF4-FFF2-40B4-BE49-F238E27FC236}">
                  <a16:creationId xmlns:a16="http://schemas.microsoft.com/office/drawing/2014/main" id="{20CD6832-311C-4683-953B-E3BA57D385D6}"/>
                </a:ext>
              </a:extLst>
            </p:cNvPr>
            <p:cNvSpPr>
              <a:spLocks/>
            </p:cNvSpPr>
            <p:nvPr/>
          </p:nvSpPr>
          <p:spPr>
            <a:xfrm>
              <a:off x="1238825" y="372086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3" name="02_predicted_pose_232">
              <a:extLst>
                <a:ext uri="{FF2B5EF4-FFF2-40B4-BE49-F238E27FC236}">
                  <a16:creationId xmlns:a16="http://schemas.microsoft.com/office/drawing/2014/main" id="{F0F095A5-11D7-4D7F-A97C-0348C72D6108}"/>
                </a:ext>
              </a:extLst>
            </p:cNvPr>
            <p:cNvSpPr>
              <a:spLocks/>
            </p:cNvSpPr>
            <p:nvPr/>
          </p:nvSpPr>
          <p:spPr>
            <a:xfrm>
              <a:off x="1280169" y="35106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4" name="02_predicted_pose_233">
              <a:extLst>
                <a:ext uri="{FF2B5EF4-FFF2-40B4-BE49-F238E27FC236}">
                  <a16:creationId xmlns:a16="http://schemas.microsoft.com/office/drawing/2014/main" id="{C3571E6C-96A0-4782-A90F-0F1B2E742FA4}"/>
                </a:ext>
              </a:extLst>
            </p:cNvPr>
            <p:cNvSpPr>
              <a:spLocks/>
            </p:cNvSpPr>
            <p:nvPr/>
          </p:nvSpPr>
          <p:spPr>
            <a:xfrm>
              <a:off x="1293950" y="38301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5" name="02_predicted_pose_234">
              <a:extLst>
                <a:ext uri="{FF2B5EF4-FFF2-40B4-BE49-F238E27FC236}">
                  <a16:creationId xmlns:a16="http://schemas.microsoft.com/office/drawing/2014/main" id="{5EA36E55-0E64-4FDC-892A-002D4F4BABA4}"/>
                </a:ext>
              </a:extLst>
            </p:cNvPr>
            <p:cNvSpPr>
              <a:spLocks/>
            </p:cNvSpPr>
            <p:nvPr/>
          </p:nvSpPr>
          <p:spPr>
            <a:xfrm>
              <a:off x="1313933" y="346205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6" name="02_predicted_pose_235">
              <a:extLst>
                <a:ext uri="{FF2B5EF4-FFF2-40B4-BE49-F238E27FC236}">
                  <a16:creationId xmlns:a16="http://schemas.microsoft.com/office/drawing/2014/main" id="{4DDB9B85-7386-48DF-8615-72AD03E16F66}"/>
                </a:ext>
              </a:extLst>
            </p:cNvPr>
            <p:cNvSpPr>
              <a:spLocks/>
            </p:cNvSpPr>
            <p:nvPr/>
          </p:nvSpPr>
          <p:spPr>
            <a:xfrm>
              <a:off x="1327714" y="274932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7" name="02_predicted_pose_236">
              <a:extLst>
                <a:ext uri="{FF2B5EF4-FFF2-40B4-BE49-F238E27FC236}">
                  <a16:creationId xmlns:a16="http://schemas.microsoft.com/office/drawing/2014/main" id="{207BB7B2-E2BD-4AD4-BBDD-E127F18CB897}"/>
                </a:ext>
              </a:extLst>
            </p:cNvPr>
            <p:cNvSpPr>
              <a:spLocks/>
            </p:cNvSpPr>
            <p:nvPr/>
          </p:nvSpPr>
          <p:spPr>
            <a:xfrm>
              <a:off x="1341496" y="340743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8" name="02_predicted_pose_237">
              <a:extLst>
                <a:ext uri="{FF2B5EF4-FFF2-40B4-BE49-F238E27FC236}">
                  <a16:creationId xmlns:a16="http://schemas.microsoft.com/office/drawing/2014/main" id="{3CDC79B0-FA97-478F-9168-C4E6DDB07FC5}"/>
                </a:ext>
              </a:extLst>
            </p:cNvPr>
            <p:cNvSpPr>
              <a:spLocks/>
            </p:cNvSpPr>
            <p:nvPr/>
          </p:nvSpPr>
          <p:spPr>
            <a:xfrm>
              <a:off x="1382839" y="34467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39" name="02_predicted_pose_238">
              <a:extLst>
                <a:ext uri="{FF2B5EF4-FFF2-40B4-BE49-F238E27FC236}">
                  <a16:creationId xmlns:a16="http://schemas.microsoft.com/office/drawing/2014/main" id="{B71B2A87-F4B7-42CC-9F1A-CB36EBF8D751}"/>
                </a:ext>
              </a:extLst>
            </p:cNvPr>
            <p:cNvSpPr>
              <a:spLocks/>
            </p:cNvSpPr>
            <p:nvPr/>
          </p:nvSpPr>
          <p:spPr>
            <a:xfrm>
              <a:off x="1396620" y="340351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0" name="02_predicted_pose_239">
              <a:extLst>
                <a:ext uri="{FF2B5EF4-FFF2-40B4-BE49-F238E27FC236}">
                  <a16:creationId xmlns:a16="http://schemas.microsoft.com/office/drawing/2014/main" id="{5EEB4F0E-8989-4FEB-8F1A-7DC4143DAD43}"/>
                </a:ext>
              </a:extLst>
            </p:cNvPr>
            <p:cNvSpPr>
              <a:spLocks/>
            </p:cNvSpPr>
            <p:nvPr/>
          </p:nvSpPr>
          <p:spPr>
            <a:xfrm>
              <a:off x="1410402" y="33758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1" name="02_predicted_pose_240">
              <a:extLst>
                <a:ext uri="{FF2B5EF4-FFF2-40B4-BE49-F238E27FC236}">
                  <a16:creationId xmlns:a16="http://schemas.microsoft.com/office/drawing/2014/main" id="{CABFC183-1AD5-49BB-8421-8040A39E9285}"/>
                </a:ext>
              </a:extLst>
            </p:cNvPr>
            <p:cNvSpPr>
              <a:spLocks/>
            </p:cNvSpPr>
            <p:nvPr/>
          </p:nvSpPr>
          <p:spPr>
            <a:xfrm>
              <a:off x="1424183" y="339091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2" name="02_predicted_pose_241">
              <a:extLst>
                <a:ext uri="{FF2B5EF4-FFF2-40B4-BE49-F238E27FC236}">
                  <a16:creationId xmlns:a16="http://schemas.microsoft.com/office/drawing/2014/main" id="{6966FC96-9B64-4807-8529-0F05E9EB2184}"/>
                </a:ext>
              </a:extLst>
            </p:cNvPr>
            <p:cNvSpPr>
              <a:spLocks/>
            </p:cNvSpPr>
            <p:nvPr/>
          </p:nvSpPr>
          <p:spPr>
            <a:xfrm>
              <a:off x="1313589" y="335297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3" name="02_predicted_pose_242">
              <a:extLst>
                <a:ext uri="{FF2B5EF4-FFF2-40B4-BE49-F238E27FC236}">
                  <a16:creationId xmlns:a16="http://schemas.microsoft.com/office/drawing/2014/main" id="{34460B8A-AE8A-4F12-A611-49F48F8B23A5}"/>
                </a:ext>
              </a:extLst>
            </p:cNvPr>
            <p:cNvSpPr>
              <a:spLocks/>
            </p:cNvSpPr>
            <p:nvPr/>
          </p:nvSpPr>
          <p:spPr>
            <a:xfrm>
              <a:off x="1406612" y="340750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4" name="02_predicted_pose_243">
              <a:extLst>
                <a:ext uri="{FF2B5EF4-FFF2-40B4-BE49-F238E27FC236}">
                  <a16:creationId xmlns:a16="http://schemas.microsoft.com/office/drawing/2014/main" id="{5EF2714A-5008-44A3-B840-0F255A14BB44}"/>
                </a:ext>
              </a:extLst>
            </p:cNvPr>
            <p:cNvSpPr>
              <a:spLocks/>
            </p:cNvSpPr>
            <p:nvPr/>
          </p:nvSpPr>
          <p:spPr>
            <a:xfrm>
              <a:off x="1156138" y="335295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5" name="02_predicted_pose_244">
              <a:extLst>
                <a:ext uri="{FF2B5EF4-FFF2-40B4-BE49-F238E27FC236}">
                  <a16:creationId xmlns:a16="http://schemas.microsoft.com/office/drawing/2014/main" id="{0BB440C2-842E-4589-937A-DDAB3162923D}"/>
                </a:ext>
              </a:extLst>
            </p:cNvPr>
            <p:cNvSpPr>
              <a:spLocks/>
            </p:cNvSpPr>
            <p:nvPr/>
          </p:nvSpPr>
          <p:spPr>
            <a:xfrm>
              <a:off x="1249161" y="33955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6" name="02_predicted_pose_245">
              <a:extLst>
                <a:ext uri="{FF2B5EF4-FFF2-40B4-BE49-F238E27FC236}">
                  <a16:creationId xmlns:a16="http://schemas.microsoft.com/office/drawing/2014/main" id="{555EE688-05CF-413F-AEB7-7A5F655121AB}"/>
                </a:ext>
              </a:extLst>
            </p:cNvPr>
            <p:cNvSpPr>
              <a:spLocks/>
            </p:cNvSpPr>
            <p:nvPr/>
          </p:nvSpPr>
          <p:spPr>
            <a:xfrm>
              <a:off x="1314967" y="36279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7" name="02_predicted_pose_246">
              <a:extLst>
                <a:ext uri="{FF2B5EF4-FFF2-40B4-BE49-F238E27FC236}">
                  <a16:creationId xmlns:a16="http://schemas.microsoft.com/office/drawing/2014/main" id="{88D02E35-3CA7-40F2-B17B-4C9E65C2352A}"/>
                </a:ext>
              </a:extLst>
            </p:cNvPr>
            <p:cNvSpPr>
              <a:spLocks/>
            </p:cNvSpPr>
            <p:nvPr/>
          </p:nvSpPr>
          <p:spPr>
            <a:xfrm>
              <a:off x="1342529" y="36633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8" name="02_predicted_pose_247">
              <a:extLst>
                <a:ext uri="{FF2B5EF4-FFF2-40B4-BE49-F238E27FC236}">
                  <a16:creationId xmlns:a16="http://schemas.microsoft.com/office/drawing/2014/main" id="{2180A22C-7E6D-4DF7-B29B-D5C791C5ACE8}"/>
                </a:ext>
              </a:extLst>
            </p:cNvPr>
            <p:cNvSpPr>
              <a:spLocks/>
            </p:cNvSpPr>
            <p:nvPr/>
          </p:nvSpPr>
          <p:spPr>
            <a:xfrm>
              <a:off x="1370092" y="34953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49" name="02_predicted_pose_248">
              <a:extLst>
                <a:ext uri="{FF2B5EF4-FFF2-40B4-BE49-F238E27FC236}">
                  <a16:creationId xmlns:a16="http://schemas.microsoft.com/office/drawing/2014/main" id="{F978B773-227D-4ADC-A266-40CDE35AE348}"/>
                </a:ext>
              </a:extLst>
            </p:cNvPr>
            <p:cNvSpPr>
              <a:spLocks/>
            </p:cNvSpPr>
            <p:nvPr/>
          </p:nvSpPr>
          <p:spPr>
            <a:xfrm>
              <a:off x="1397654" y="357427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0" name="02_predicted_pose_249">
              <a:extLst>
                <a:ext uri="{FF2B5EF4-FFF2-40B4-BE49-F238E27FC236}">
                  <a16:creationId xmlns:a16="http://schemas.microsoft.com/office/drawing/2014/main" id="{F5420D08-FF53-43A6-912E-354DA8251035}"/>
                </a:ext>
              </a:extLst>
            </p:cNvPr>
            <p:cNvSpPr>
              <a:spLocks/>
            </p:cNvSpPr>
            <p:nvPr/>
          </p:nvSpPr>
          <p:spPr>
            <a:xfrm>
              <a:off x="1425216" y="37365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1" name="02_predicted_pose_250">
              <a:extLst>
                <a:ext uri="{FF2B5EF4-FFF2-40B4-BE49-F238E27FC236}">
                  <a16:creationId xmlns:a16="http://schemas.microsoft.com/office/drawing/2014/main" id="{3D3C21B6-6E31-4B82-93E4-82F9687158FD}"/>
                </a:ext>
              </a:extLst>
            </p:cNvPr>
            <p:cNvSpPr>
              <a:spLocks/>
            </p:cNvSpPr>
            <p:nvPr/>
          </p:nvSpPr>
          <p:spPr>
            <a:xfrm>
              <a:off x="1328403" y="36186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2" name="02_predicted_pose_251">
              <a:extLst>
                <a:ext uri="{FF2B5EF4-FFF2-40B4-BE49-F238E27FC236}">
                  <a16:creationId xmlns:a16="http://schemas.microsoft.com/office/drawing/2014/main" id="{FE4FFA8C-1C0D-4857-8445-946E43EE6671}"/>
                </a:ext>
              </a:extLst>
            </p:cNvPr>
            <p:cNvSpPr>
              <a:spLocks/>
            </p:cNvSpPr>
            <p:nvPr/>
          </p:nvSpPr>
          <p:spPr>
            <a:xfrm>
              <a:off x="1445544" y="280596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3" name="02_predicted_pose_252">
              <a:extLst>
                <a:ext uri="{FF2B5EF4-FFF2-40B4-BE49-F238E27FC236}">
                  <a16:creationId xmlns:a16="http://schemas.microsoft.com/office/drawing/2014/main" id="{D28034CC-4917-42D6-90A1-79CDDC5475BB}"/>
                </a:ext>
              </a:extLst>
            </p:cNvPr>
            <p:cNvSpPr>
              <a:spLocks/>
            </p:cNvSpPr>
            <p:nvPr/>
          </p:nvSpPr>
          <p:spPr>
            <a:xfrm>
              <a:off x="1459325" y="33231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4" name="02_predicted_pose_253">
              <a:extLst>
                <a:ext uri="{FF2B5EF4-FFF2-40B4-BE49-F238E27FC236}">
                  <a16:creationId xmlns:a16="http://schemas.microsoft.com/office/drawing/2014/main" id="{5C49C799-CA62-4C8F-8A12-ABB6A3628FFA}"/>
                </a:ext>
              </a:extLst>
            </p:cNvPr>
            <p:cNvSpPr>
              <a:spLocks/>
            </p:cNvSpPr>
            <p:nvPr/>
          </p:nvSpPr>
          <p:spPr>
            <a:xfrm>
              <a:off x="1242271" y="28792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5" name="02_predicted_pose_254">
              <a:extLst>
                <a:ext uri="{FF2B5EF4-FFF2-40B4-BE49-F238E27FC236}">
                  <a16:creationId xmlns:a16="http://schemas.microsoft.com/office/drawing/2014/main" id="{906E5E4B-C96A-458D-9CBA-A8A3EC9C12D1}"/>
                </a:ext>
              </a:extLst>
            </p:cNvPr>
            <p:cNvSpPr>
              <a:spLocks/>
            </p:cNvSpPr>
            <p:nvPr/>
          </p:nvSpPr>
          <p:spPr>
            <a:xfrm>
              <a:off x="1254674" y="38154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6" name="02_predicted_pose_255">
              <a:extLst>
                <a:ext uri="{FF2B5EF4-FFF2-40B4-BE49-F238E27FC236}">
                  <a16:creationId xmlns:a16="http://schemas.microsoft.com/office/drawing/2014/main" id="{2F7205C4-F016-4E3C-A6C0-F221F50A1A9F}"/>
                </a:ext>
              </a:extLst>
            </p:cNvPr>
            <p:cNvSpPr>
              <a:spLocks/>
            </p:cNvSpPr>
            <p:nvPr/>
          </p:nvSpPr>
          <p:spPr>
            <a:xfrm>
              <a:off x="1296362" y="36590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7" name="02_predicted_pose_256">
              <a:extLst>
                <a:ext uri="{FF2B5EF4-FFF2-40B4-BE49-F238E27FC236}">
                  <a16:creationId xmlns:a16="http://schemas.microsoft.com/office/drawing/2014/main" id="{1D212458-EDFD-42B4-AE6F-314B0F52238B}"/>
                </a:ext>
              </a:extLst>
            </p:cNvPr>
            <p:cNvSpPr>
              <a:spLocks/>
            </p:cNvSpPr>
            <p:nvPr/>
          </p:nvSpPr>
          <p:spPr>
            <a:xfrm>
              <a:off x="1259842" y="366017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8" name="02_predicted_pose_257">
              <a:extLst>
                <a:ext uri="{FF2B5EF4-FFF2-40B4-BE49-F238E27FC236}">
                  <a16:creationId xmlns:a16="http://schemas.microsoft.com/office/drawing/2014/main" id="{B3A4C07E-4CCB-40A6-B6CC-262F3B21E4C3}"/>
                </a:ext>
              </a:extLst>
            </p:cNvPr>
            <p:cNvSpPr>
              <a:spLocks/>
            </p:cNvSpPr>
            <p:nvPr/>
          </p:nvSpPr>
          <p:spPr>
            <a:xfrm>
              <a:off x="1207818" y="36618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9" name="02_predicted_pose_258">
              <a:extLst>
                <a:ext uri="{FF2B5EF4-FFF2-40B4-BE49-F238E27FC236}">
                  <a16:creationId xmlns:a16="http://schemas.microsoft.com/office/drawing/2014/main" id="{21D0C78F-E265-4CCD-8FF6-C3793B5848C4}"/>
                </a:ext>
              </a:extLst>
            </p:cNvPr>
            <p:cNvSpPr>
              <a:spLocks/>
            </p:cNvSpPr>
            <p:nvPr/>
          </p:nvSpPr>
          <p:spPr>
            <a:xfrm>
              <a:off x="1340117" y="36941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0" name="02_predicted_pose_259">
              <a:extLst>
                <a:ext uri="{FF2B5EF4-FFF2-40B4-BE49-F238E27FC236}">
                  <a16:creationId xmlns:a16="http://schemas.microsoft.com/office/drawing/2014/main" id="{1C4A94DB-D766-49AF-91AB-18EE589DE3DF}"/>
                </a:ext>
              </a:extLst>
            </p:cNvPr>
            <p:cNvSpPr>
              <a:spLocks/>
            </p:cNvSpPr>
            <p:nvPr/>
          </p:nvSpPr>
          <p:spPr>
            <a:xfrm>
              <a:off x="1353899" y="36796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1" name="02_predicted_pose_260">
              <a:extLst>
                <a:ext uri="{FF2B5EF4-FFF2-40B4-BE49-F238E27FC236}">
                  <a16:creationId xmlns:a16="http://schemas.microsoft.com/office/drawing/2014/main" id="{9BD2FB47-1CC4-439A-8637-5ECCDA3BBC82}"/>
                </a:ext>
              </a:extLst>
            </p:cNvPr>
            <p:cNvSpPr>
              <a:spLocks/>
            </p:cNvSpPr>
            <p:nvPr/>
          </p:nvSpPr>
          <p:spPr>
            <a:xfrm>
              <a:off x="1367680" y="38531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2" name="02_predicted_pose_261">
              <a:extLst>
                <a:ext uri="{FF2B5EF4-FFF2-40B4-BE49-F238E27FC236}">
                  <a16:creationId xmlns:a16="http://schemas.microsoft.com/office/drawing/2014/main" id="{945FDA2A-94A4-44AE-8FD6-63AAEDD376DE}"/>
                </a:ext>
              </a:extLst>
            </p:cNvPr>
            <p:cNvSpPr>
              <a:spLocks/>
            </p:cNvSpPr>
            <p:nvPr/>
          </p:nvSpPr>
          <p:spPr>
            <a:xfrm>
              <a:off x="1381461" y="360200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3" name="02_predicted_pose_262">
              <a:extLst>
                <a:ext uri="{FF2B5EF4-FFF2-40B4-BE49-F238E27FC236}">
                  <a16:creationId xmlns:a16="http://schemas.microsoft.com/office/drawing/2014/main" id="{21E32572-5794-4100-8675-B885C7000951}"/>
                </a:ext>
              </a:extLst>
            </p:cNvPr>
            <p:cNvSpPr>
              <a:spLocks/>
            </p:cNvSpPr>
            <p:nvPr/>
          </p:nvSpPr>
          <p:spPr>
            <a:xfrm>
              <a:off x="1176465" y="375738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4" name="02_predicted_pose_263">
              <a:extLst>
                <a:ext uri="{FF2B5EF4-FFF2-40B4-BE49-F238E27FC236}">
                  <a16:creationId xmlns:a16="http://schemas.microsoft.com/office/drawing/2014/main" id="{B27E5F9D-B38A-42D4-912A-0FA3D47B8321}"/>
                </a:ext>
              </a:extLst>
            </p:cNvPr>
            <p:cNvSpPr>
              <a:spLocks/>
            </p:cNvSpPr>
            <p:nvPr/>
          </p:nvSpPr>
          <p:spPr>
            <a:xfrm>
              <a:off x="1204028" y="372750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5" name="02_predicted_pose_264">
              <a:extLst>
                <a:ext uri="{FF2B5EF4-FFF2-40B4-BE49-F238E27FC236}">
                  <a16:creationId xmlns:a16="http://schemas.microsoft.com/office/drawing/2014/main" id="{9F2C862A-A715-46E5-A577-974FFAC89E69}"/>
                </a:ext>
              </a:extLst>
            </p:cNvPr>
            <p:cNvSpPr>
              <a:spLocks/>
            </p:cNvSpPr>
            <p:nvPr/>
          </p:nvSpPr>
          <p:spPr>
            <a:xfrm>
              <a:off x="1415570" y="31393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6" name="02_predicted_pose_265">
              <a:extLst>
                <a:ext uri="{FF2B5EF4-FFF2-40B4-BE49-F238E27FC236}">
                  <a16:creationId xmlns:a16="http://schemas.microsoft.com/office/drawing/2014/main" id="{AF67054C-3052-49B9-9B29-D6967CB3A934}"/>
                </a:ext>
              </a:extLst>
            </p:cNvPr>
            <p:cNvSpPr>
              <a:spLocks/>
            </p:cNvSpPr>
            <p:nvPr/>
          </p:nvSpPr>
          <p:spPr>
            <a:xfrm>
              <a:off x="1450367" y="36750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7" name="02_predicted_pose_266">
              <a:extLst>
                <a:ext uri="{FF2B5EF4-FFF2-40B4-BE49-F238E27FC236}">
                  <a16:creationId xmlns:a16="http://schemas.microsoft.com/office/drawing/2014/main" id="{B592DDAB-CC6A-4EC6-8708-D8552ABCF08B}"/>
                </a:ext>
              </a:extLst>
            </p:cNvPr>
            <p:cNvSpPr>
              <a:spLocks/>
            </p:cNvSpPr>
            <p:nvPr/>
          </p:nvSpPr>
          <p:spPr>
            <a:xfrm>
              <a:off x="2411953" y="34377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8" name="02_predicted_pose_267">
              <a:extLst>
                <a:ext uri="{FF2B5EF4-FFF2-40B4-BE49-F238E27FC236}">
                  <a16:creationId xmlns:a16="http://schemas.microsoft.com/office/drawing/2014/main" id="{51C0100A-9801-4DD6-8F73-40B04D30A4B1}"/>
                </a:ext>
              </a:extLst>
            </p:cNvPr>
            <p:cNvSpPr>
              <a:spLocks/>
            </p:cNvSpPr>
            <p:nvPr/>
          </p:nvSpPr>
          <p:spPr>
            <a:xfrm>
              <a:off x="2425734" y="33254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9" name="02_predicted_pose_268">
              <a:extLst>
                <a:ext uri="{FF2B5EF4-FFF2-40B4-BE49-F238E27FC236}">
                  <a16:creationId xmlns:a16="http://schemas.microsoft.com/office/drawing/2014/main" id="{B6136F6B-5E3C-4550-95EC-451057085DC0}"/>
                </a:ext>
              </a:extLst>
            </p:cNvPr>
            <p:cNvSpPr>
              <a:spLocks/>
            </p:cNvSpPr>
            <p:nvPr/>
          </p:nvSpPr>
          <p:spPr>
            <a:xfrm>
              <a:off x="2439515" y="33148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0" name="02_predicted_pose_269">
              <a:extLst>
                <a:ext uri="{FF2B5EF4-FFF2-40B4-BE49-F238E27FC236}">
                  <a16:creationId xmlns:a16="http://schemas.microsoft.com/office/drawing/2014/main" id="{97B7CF02-5733-44D0-94FE-B4BE84F60287}"/>
                </a:ext>
              </a:extLst>
            </p:cNvPr>
            <p:cNvSpPr>
              <a:spLocks/>
            </p:cNvSpPr>
            <p:nvPr/>
          </p:nvSpPr>
          <p:spPr>
            <a:xfrm>
              <a:off x="2453297" y="33673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1" name="02_predicted_pose_270">
              <a:extLst>
                <a:ext uri="{FF2B5EF4-FFF2-40B4-BE49-F238E27FC236}">
                  <a16:creationId xmlns:a16="http://schemas.microsoft.com/office/drawing/2014/main" id="{97DEE21E-D8B2-484A-A40B-A2C4F94550DE}"/>
                </a:ext>
              </a:extLst>
            </p:cNvPr>
            <p:cNvSpPr>
              <a:spLocks/>
            </p:cNvSpPr>
            <p:nvPr/>
          </p:nvSpPr>
          <p:spPr>
            <a:xfrm>
              <a:off x="2467078" y="33340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2" name="02_predicted_pose_271">
              <a:extLst>
                <a:ext uri="{FF2B5EF4-FFF2-40B4-BE49-F238E27FC236}">
                  <a16:creationId xmlns:a16="http://schemas.microsoft.com/office/drawing/2014/main" id="{47F43DA9-662D-4806-A64C-3DEA8E4829AF}"/>
                </a:ext>
              </a:extLst>
            </p:cNvPr>
            <p:cNvSpPr>
              <a:spLocks/>
            </p:cNvSpPr>
            <p:nvPr/>
          </p:nvSpPr>
          <p:spPr>
            <a:xfrm>
              <a:off x="2480859" y="334511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3" name="02_predicted_pose_272">
              <a:extLst>
                <a:ext uri="{FF2B5EF4-FFF2-40B4-BE49-F238E27FC236}">
                  <a16:creationId xmlns:a16="http://schemas.microsoft.com/office/drawing/2014/main" id="{45A8392B-D1BE-4F07-9B53-307BFD8B46DA}"/>
                </a:ext>
              </a:extLst>
            </p:cNvPr>
            <p:cNvSpPr>
              <a:spLocks/>
            </p:cNvSpPr>
            <p:nvPr/>
          </p:nvSpPr>
          <p:spPr>
            <a:xfrm>
              <a:off x="2494640" y="33285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4" name="02_predicted_pose_273">
              <a:extLst>
                <a:ext uri="{FF2B5EF4-FFF2-40B4-BE49-F238E27FC236}">
                  <a16:creationId xmlns:a16="http://schemas.microsoft.com/office/drawing/2014/main" id="{F2D1EC87-CDEE-4CFE-8CB3-A141AA7A20CA}"/>
                </a:ext>
              </a:extLst>
            </p:cNvPr>
            <p:cNvSpPr>
              <a:spLocks/>
            </p:cNvSpPr>
            <p:nvPr/>
          </p:nvSpPr>
          <p:spPr>
            <a:xfrm>
              <a:off x="2508421" y="34942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5" name="02_predicted_pose_274">
              <a:extLst>
                <a:ext uri="{FF2B5EF4-FFF2-40B4-BE49-F238E27FC236}">
                  <a16:creationId xmlns:a16="http://schemas.microsoft.com/office/drawing/2014/main" id="{7CB3BEB3-9B73-4C5A-A9A6-951720A68D70}"/>
                </a:ext>
              </a:extLst>
            </p:cNvPr>
            <p:cNvSpPr>
              <a:spLocks/>
            </p:cNvSpPr>
            <p:nvPr/>
          </p:nvSpPr>
          <p:spPr>
            <a:xfrm>
              <a:off x="2522203" y="33202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6" name="02_predicted_pose_275">
              <a:extLst>
                <a:ext uri="{FF2B5EF4-FFF2-40B4-BE49-F238E27FC236}">
                  <a16:creationId xmlns:a16="http://schemas.microsoft.com/office/drawing/2014/main" id="{9E845BEB-AEC1-45E5-8764-423FC17B60E4}"/>
                </a:ext>
              </a:extLst>
            </p:cNvPr>
            <p:cNvSpPr>
              <a:spLocks/>
            </p:cNvSpPr>
            <p:nvPr/>
          </p:nvSpPr>
          <p:spPr>
            <a:xfrm>
              <a:off x="2535984" y="33677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7" name="02_predicted_pose_276">
              <a:extLst>
                <a:ext uri="{FF2B5EF4-FFF2-40B4-BE49-F238E27FC236}">
                  <a16:creationId xmlns:a16="http://schemas.microsoft.com/office/drawing/2014/main" id="{7F38CEFC-9BF2-4D82-B83E-3D7DBCD07B38}"/>
                </a:ext>
              </a:extLst>
            </p:cNvPr>
            <p:cNvSpPr>
              <a:spLocks/>
            </p:cNvSpPr>
            <p:nvPr/>
          </p:nvSpPr>
          <p:spPr>
            <a:xfrm>
              <a:off x="2425389" y="33399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8" name="02_predicted_pose_277">
              <a:extLst>
                <a:ext uri="{FF2B5EF4-FFF2-40B4-BE49-F238E27FC236}">
                  <a16:creationId xmlns:a16="http://schemas.microsoft.com/office/drawing/2014/main" id="{75187E86-A284-4A15-A4EB-22094D12E65E}"/>
                </a:ext>
              </a:extLst>
            </p:cNvPr>
            <p:cNvSpPr>
              <a:spLocks/>
            </p:cNvSpPr>
            <p:nvPr/>
          </p:nvSpPr>
          <p:spPr>
            <a:xfrm>
              <a:off x="2518413" y="33226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79" name="02_predicted_pose_278">
              <a:extLst>
                <a:ext uri="{FF2B5EF4-FFF2-40B4-BE49-F238E27FC236}">
                  <a16:creationId xmlns:a16="http://schemas.microsoft.com/office/drawing/2014/main" id="{A82A0905-378C-44AE-83F8-659DCC715EB1}"/>
                </a:ext>
              </a:extLst>
            </p:cNvPr>
            <p:cNvSpPr>
              <a:spLocks/>
            </p:cNvSpPr>
            <p:nvPr/>
          </p:nvSpPr>
          <p:spPr>
            <a:xfrm>
              <a:off x="2611436" y="34552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0" name="02_predicted_pose_279">
              <a:extLst>
                <a:ext uri="{FF2B5EF4-FFF2-40B4-BE49-F238E27FC236}">
                  <a16:creationId xmlns:a16="http://schemas.microsoft.com/office/drawing/2014/main" id="{C0EB109A-6D6C-4325-B099-7640745A4657}"/>
                </a:ext>
              </a:extLst>
            </p:cNvPr>
            <p:cNvSpPr>
              <a:spLocks/>
            </p:cNvSpPr>
            <p:nvPr/>
          </p:nvSpPr>
          <p:spPr>
            <a:xfrm>
              <a:off x="2360962" y="32837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1" name="02_predicted_pose_280">
              <a:extLst>
                <a:ext uri="{FF2B5EF4-FFF2-40B4-BE49-F238E27FC236}">
                  <a16:creationId xmlns:a16="http://schemas.microsoft.com/office/drawing/2014/main" id="{7C03E877-F853-4A0C-9785-F0F6B4954773}"/>
                </a:ext>
              </a:extLst>
            </p:cNvPr>
            <p:cNvSpPr>
              <a:spLocks/>
            </p:cNvSpPr>
            <p:nvPr/>
          </p:nvSpPr>
          <p:spPr>
            <a:xfrm>
              <a:off x="2453986" y="33004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2" name="02_predicted_pose_281">
              <a:extLst>
                <a:ext uri="{FF2B5EF4-FFF2-40B4-BE49-F238E27FC236}">
                  <a16:creationId xmlns:a16="http://schemas.microsoft.com/office/drawing/2014/main" id="{80F27146-A6D5-4360-A161-4F02CB2E125B}"/>
                </a:ext>
              </a:extLst>
            </p:cNvPr>
            <p:cNvSpPr>
              <a:spLocks/>
            </p:cNvSpPr>
            <p:nvPr/>
          </p:nvSpPr>
          <p:spPr>
            <a:xfrm>
              <a:off x="2547009" y="33649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3" name="02_predicted_pose_282">
              <a:extLst>
                <a:ext uri="{FF2B5EF4-FFF2-40B4-BE49-F238E27FC236}">
                  <a16:creationId xmlns:a16="http://schemas.microsoft.com/office/drawing/2014/main" id="{D2B9C778-5915-4C00-9083-303DAC9B3E91}"/>
                </a:ext>
              </a:extLst>
            </p:cNvPr>
            <p:cNvSpPr>
              <a:spLocks/>
            </p:cNvSpPr>
            <p:nvPr/>
          </p:nvSpPr>
          <p:spPr>
            <a:xfrm>
              <a:off x="2640032" y="35253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4" name="02_predicted_pose_283">
              <a:extLst>
                <a:ext uri="{FF2B5EF4-FFF2-40B4-BE49-F238E27FC236}">
                  <a16:creationId xmlns:a16="http://schemas.microsoft.com/office/drawing/2014/main" id="{2EB338EA-1A83-4AD2-803B-1098E9DEE0C9}"/>
                </a:ext>
              </a:extLst>
            </p:cNvPr>
            <p:cNvSpPr>
              <a:spLocks/>
            </p:cNvSpPr>
            <p:nvPr/>
          </p:nvSpPr>
          <p:spPr>
            <a:xfrm>
              <a:off x="2389558" y="32500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5" name="02_predicted_pose_284">
              <a:extLst>
                <a:ext uri="{FF2B5EF4-FFF2-40B4-BE49-F238E27FC236}">
                  <a16:creationId xmlns:a16="http://schemas.microsoft.com/office/drawing/2014/main" id="{A272EB1B-9DC4-43B2-A05D-36EA429E6A13}"/>
                </a:ext>
              </a:extLst>
            </p:cNvPr>
            <p:cNvSpPr>
              <a:spLocks/>
            </p:cNvSpPr>
            <p:nvPr/>
          </p:nvSpPr>
          <p:spPr>
            <a:xfrm>
              <a:off x="2482582" y="33960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6" name="02_predicted_pose_285">
              <a:extLst>
                <a:ext uri="{FF2B5EF4-FFF2-40B4-BE49-F238E27FC236}">
                  <a16:creationId xmlns:a16="http://schemas.microsoft.com/office/drawing/2014/main" id="{76F97E74-B512-4E05-96C8-98DF9BBD1706}"/>
                </a:ext>
              </a:extLst>
            </p:cNvPr>
            <p:cNvSpPr>
              <a:spLocks/>
            </p:cNvSpPr>
            <p:nvPr/>
          </p:nvSpPr>
          <p:spPr>
            <a:xfrm>
              <a:off x="2575605" y="34097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7" name="02_predicted_pose_286">
              <a:extLst>
                <a:ext uri="{FF2B5EF4-FFF2-40B4-BE49-F238E27FC236}">
                  <a16:creationId xmlns:a16="http://schemas.microsoft.com/office/drawing/2014/main" id="{E27193A9-F7AE-48F7-A3CC-CAF71A0D6012}"/>
                </a:ext>
              </a:extLst>
            </p:cNvPr>
            <p:cNvSpPr>
              <a:spLocks/>
            </p:cNvSpPr>
            <p:nvPr/>
          </p:nvSpPr>
          <p:spPr>
            <a:xfrm>
              <a:off x="2439171" y="33816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8" name="02_predicted_pose_287">
              <a:extLst>
                <a:ext uri="{FF2B5EF4-FFF2-40B4-BE49-F238E27FC236}">
                  <a16:creationId xmlns:a16="http://schemas.microsoft.com/office/drawing/2014/main" id="{79575D6D-F643-4EDE-99A0-44566A569604}"/>
                </a:ext>
              </a:extLst>
            </p:cNvPr>
            <p:cNvSpPr>
              <a:spLocks/>
            </p:cNvSpPr>
            <p:nvPr/>
          </p:nvSpPr>
          <p:spPr>
            <a:xfrm>
              <a:off x="2532194" y="34458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89" name="02_predicted_pose_288">
              <a:extLst>
                <a:ext uri="{FF2B5EF4-FFF2-40B4-BE49-F238E27FC236}">
                  <a16:creationId xmlns:a16="http://schemas.microsoft.com/office/drawing/2014/main" id="{457EC442-48B5-49A8-B493-AA344CBFC762}"/>
                </a:ext>
              </a:extLst>
            </p:cNvPr>
            <p:cNvSpPr>
              <a:spLocks/>
            </p:cNvSpPr>
            <p:nvPr/>
          </p:nvSpPr>
          <p:spPr>
            <a:xfrm>
              <a:off x="2625217" y="33528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0" name="02_predicted_pose_289">
              <a:extLst>
                <a:ext uri="{FF2B5EF4-FFF2-40B4-BE49-F238E27FC236}">
                  <a16:creationId xmlns:a16="http://schemas.microsoft.com/office/drawing/2014/main" id="{CFB6EBB9-0B5B-404B-B2DD-E4896EB48386}"/>
                </a:ext>
              </a:extLst>
            </p:cNvPr>
            <p:cNvSpPr>
              <a:spLocks/>
            </p:cNvSpPr>
            <p:nvPr/>
          </p:nvSpPr>
          <p:spPr>
            <a:xfrm>
              <a:off x="2374743" y="32217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1" name="02_predicted_pose_290">
              <a:extLst>
                <a:ext uri="{FF2B5EF4-FFF2-40B4-BE49-F238E27FC236}">
                  <a16:creationId xmlns:a16="http://schemas.microsoft.com/office/drawing/2014/main" id="{83A18C1B-A98F-42A8-B00D-27EFDBE4D405}"/>
                </a:ext>
              </a:extLst>
            </p:cNvPr>
            <p:cNvSpPr>
              <a:spLocks/>
            </p:cNvSpPr>
            <p:nvPr/>
          </p:nvSpPr>
          <p:spPr>
            <a:xfrm>
              <a:off x="2467767" y="33910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2" name="02_predicted_pose_291">
              <a:extLst>
                <a:ext uri="{FF2B5EF4-FFF2-40B4-BE49-F238E27FC236}">
                  <a16:creationId xmlns:a16="http://schemas.microsoft.com/office/drawing/2014/main" id="{043FAB39-2D1D-4690-BF86-2D3233E2AF2B}"/>
                </a:ext>
              </a:extLst>
            </p:cNvPr>
            <p:cNvSpPr>
              <a:spLocks/>
            </p:cNvSpPr>
            <p:nvPr/>
          </p:nvSpPr>
          <p:spPr>
            <a:xfrm>
              <a:off x="2560790" y="34875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3" name="02_predicted_pose_292">
              <a:extLst>
                <a:ext uri="{FF2B5EF4-FFF2-40B4-BE49-F238E27FC236}">
                  <a16:creationId xmlns:a16="http://schemas.microsoft.com/office/drawing/2014/main" id="{D1E16A07-AF8C-4AB4-9BD3-057CA5C37924}"/>
                </a:ext>
              </a:extLst>
            </p:cNvPr>
            <p:cNvSpPr>
              <a:spLocks/>
            </p:cNvSpPr>
            <p:nvPr/>
          </p:nvSpPr>
          <p:spPr>
            <a:xfrm>
              <a:off x="2310316" y="32683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4" name="02_predicted_pose_293">
              <a:extLst>
                <a:ext uri="{FF2B5EF4-FFF2-40B4-BE49-F238E27FC236}">
                  <a16:creationId xmlns:a16="http://schemas.microsoft.com/office/drawing/2014/main" id="{9DAE983D-4277-47FC-94C7-9A123CAFB94B}"/>
                </a:ext>
              </a:extLst>
            </p:cNvPr>
            <p:cNvSpPr>
              <a:spLocks/>
            </p:cNvSpPr>
            <p:nvPr/>
          </p:nvSpPr>
          <p:spPr>
            <a:xfrm>
              <a:off x="2403340" y="340353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5" name="02_predicted_pose_294">
              <a:extLst>
                <a:ext uri="{FF2B5EF4-FFF2-40B4-BE49-F238E27FC236}">
                  <a16:creationId xmlns:a16="http://schemas.microsoft.com/office/drawing/2014/main" id="{51250BB5-00FC-42E2-9F3F-6FAD24460097}"/>
                </a:ext>
              </a:extLst>
            </p:cNvPr>
            <p:cNvSpPr>
              <a:spLocks/>
            </p:cNvSpPr>
            <p:nvPr/>
          </p:nvSpPr>
          <p:spPr>
            <a:xfrm>
              <a:off x="2496363" y="34622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6" name="02_predicted_pose_295">
              <a:extLst>
                <a:ext uri="{FF2B5EF4-FFF2-40B4-BE49-F238E27FC236}">
                  <a16:creationId xmlns:a16="http://schemas.microsoft.com/office/drawing/2014/main" id="{9707C1BA-F8F0-48D5-8D1B-35ADF62A33A4}"/>
                </a:ext>
              </a:extLst>
            </p:cNvPr>
            <p:cNvSpPr>
              <a:spLocks/>
            </p:cNvSpPr>
            <p:nvPr/>
          </p:nvSpPr>
          <p:spPr>
            <a:xfrm>
              <a:off x="2589386" y="33966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7" name="02_predicted_pose_296">
              <a:extLst>
                <a:ext uri="{FF2B5EF4-FFF2-40B4-BE49-F238E27FC236}">
                  <a16:creationId xmlns:a16="http://schemas.microsoft.com/office/drawing/2014/main" id="{1CA61427-66DB-4AA1-923B-61E033ADA5C6}"/>
                </a:ext>
              </a:extLst>
            </p:cNvPr>
            <p:cNvSpPr>
              <a:spLocks/>
            </p:cNvSpPr>
            <p:nvPr/>
          </p:nvSpPr>
          <p:spPr>
            <a:xfrm>
              <a:off x="2452952" y="33264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8" name="02_predicted_pose_297">
              <a:extLst>
                <a:ext uri="{FF2B5EF4-FFF2-40B4-BE49-F238E27FC236}">
                  <a16:creationId xmlns:a16="http://schemas.microsoft.com/office/drawing/2014/main" id="{94EB8A9C-276D-4F64-9A21-981A1A4EB6DD}"/>
                </a:ext>
              </a:extLst>
            </p:cNvPr>
            <p:cNvSpPr>
              <a:spLocks/>
            </p:cNvSpPr>
            <p:nvPr/>
          </p:nvSpPr>
          <p:spPr>
            <a:xfrm>
              <a:off x="2545975" y="33440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99" name="02_predicted_pose_298">
              <a:extLst>
                <a:ext uri="{FF2B5EF4-FFF2-40B4-BE49-F238E27FC236}">
                  <a16:creationId xmlns:a16="http://schemas.microsoft.com/office/drawing/2014/main" id="{5BAD0EB8-2514-42F6-8872-A71C964CA6B9}"/>
                </a:ext>
              </a:extLst>
            </p:cNvPr>
            <p:cNvSpPr>
              <a:spLocks/>
            </p:cNvSpPr>
            <p:nvPr/>
          </p:nvSpPr>
          <p:spPr>
            <a:xfrm>
              <a:off x="2638999" y="32697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0" name="02_predicted_pose_299">
              <a:extLst>
                <a:ext uri="{FF2B5EF4-FFF2-40B4-BE49-F238E27FC236}">
                  <a16:creationId xmlns:a16="http://schemas.microsoft.com/office/drawing/2014/main" id="{6D1995EA-91CD-4047-AD36-0480258191E1}"/>
                </a:ext>
              </a:extLst>
            </p:cNvPr>
            <p:cNvSpPr>
              <a:spLocks/>
            </p:cNvSpPr>
            <p:nvPr/>
          </p:nvSpPr>
          <p:spPr>
            <a:xfrm>
              <a:off x="2388525" y="33467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1" name="02_predicted_pose_300">
              <a:extLst>
                <a:ext uri="{FF2B5EF4-FFF2-40B4-BE49-F238E27FC236}">
                  <a16:creationId xmlns:a16="http://schemas.microsoft.com/office/drawing/2014/main" id="{A7849DFE-8660-46A0-8320-46EA0609B3C5}"/>
                </a:ext>
              </a:extLst>
            </p:cNvPr>
            <p:cNvSpPr>
              <a:spLocks/>
            </p:cNvSpPr>
            <p:nvPr/>
          </p:nvSpPr>
          <p:spPr>
            <a:xfrm>
              <a:off x="2481548" y="34499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2" name="02_predicted_pose_301">
              <a:extLst>
                <a:ext uri="{FF2B5EF4-FFF2-40B4-BE49-F238E27FC236}">
                  <a16:creationId xmlns:a16="http://schemas.microsoft.com/office/drawing/2014/main" id="{5F0D35CC-1844-4E9D-BC43-DB02C9D15A4D}"/>
                </a:ext>
              </a:extLst>
            </p:cNvPr>
            <p:cNvSpPr>
              <a:spLocks/>
            </p:cNvSpPr>
            <p:nvPr/>
          </p:nvSpPr>
          <p:spPr>
            <a:xfrm>
              <a:off x="2574571" y="32460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3" name="02_predicted_pose_302">
              <a:extLst>
                <a:ext uri="{FF2B5EF4-FFF2-40B4-BE49-F238E27FC236}">
                  <a16:creationId xmlns:a16="http://schemas.microsoft.com/office/drawing/2014/main" id="{2715072D-B387-482D-A510-052976E09D88}"/>
                </a:ext>
              </a:extLst>
            </p:cNvPr>
            <p:cNvSpPr>
              <a:spLocks/>
            </p:cNvSpPr>
            <p:nvPr/>
          </p:nvSpPr>
          <p:spPr>
            <a:xfrm>
              <a:off x="2324097" y="32779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4" name="02_predicted_pose_303">
              <a:extLst>
                <a:ext uri="{FF2B5EF4-FFF2-40B4-BE49-F238E27FC236}">
                  <a16:creationId xmlns:a16="http://schemas.microsoft.com/office/drawing/2014/main" id="{6559D6B8-09E8-4B27-A6DC-BBC6C2921B1E}"/>
                </a:ext>
              </a:extLst>
            </p:cNvPr>
            <p:cNvSpPr>
              <a:spLocks/>
            </p:cNvSpPr>
            <p:nvPr/>
          </p:nvSpPr>
          <p:spPr>
            <a:xfrm>
              <a:off x="2417121" y="32774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5" name="02_predicted_pose_304">
              <a:extLst>
                <a:ext uri="{FF2B5EF4-FFF2-40B4-BE49-F238E27FC236}">
                  <a16:creationId xmlns:a16="http://schemas.microsoft.com/office/drawing/2014/main" id="{365E6D09-7E9E-470B-A6DD-78D5A77D157E}"/>
                </a:ext>
              </a:extLst>
            </p:cNvPr>
            <p:cNvSpPr>
              <a:spLocks/>
            </p:cNvSpPr>
            <p:nvPr/>
          </p:nvSpPr>
          <p:spPr>
            <a:xfrm>
              <a:off x="2510144" y="33845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6" name="02_predicted_pose_305">
              <a:extLst>
                <a:ext uri="{FF2B5EF4-FFF2-40B4-BE49-F238E27FC236}">
                  <a16:creationId xmlns:a16="http://schemas.microsoft.com/office/drawing/2014/main" id="{23A3DB5A-A8E3-4B7A-AB22-A1414F16482C}"/>
                </a:ext>
              </a:extLst>
            </p:cNvPr>
            <p:cNvSpPr>
              <a:spLocks/>
            </p:cNvSpPr>
            <p:nvPr/>
          </p:nvSpPr>
          <p:spPr>
            <a:xfrm>
              <a:off x="2603167" y="34591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7" name="02_predicted_pose_306">
              <a:extLst>
                <a:ext uri="{FF2B5EF4-FFF2-40B4-BE49-F238E27FC236}">
                  <a16:creationId xmlns:a16="http://schemas.microsoft.com/office/drawing/2014/main" id="{0AB97640-5ECC-428A-93B3-FE99D5E792D3}"/>
                </a:ext>
              </a:extLst>
            </p:cNvPr>
            <p:cNvSpPr>
              <a:spLocks/>
            </p:cNvSpPr>
            <p:nvPr/>
          </p:nvSpPr>
          <p:spPr>
            <a:xfrm>
              <a:off x="2466733" y="34205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8" name="02_predicted_pose_307">
              <a:extLst>
                <a:ext uri="{FF2B5EF4-FFF2-40B4-BE49-F238E27FC236}">
                  <a16:creationId xmlns:a16="http://schemas.microsoft.com/office/drawing/2014/main" id="{BD2420E1-2E1E-4062-8B32-BADDE81E321F}"/>
                </a:ext>
              </a:extLst>
            </p:cNvPr>
            <p:cNvSpPr>
              <a:spLocks/>
            </p:cNvSpPr>
            <p:nvPr/>
          </p:nvSpPr>
          <p:spPr>
            <a:xfrm>
              <a:off x="2559757" y="32807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09" name="02_predicted_pose_308">
              <a:extLst>
                <a:ext uri="{FF2B5EF4-FFF2-40B4-BE49-F238E27FC236}">
                  <a16:creationId xmlns:a16="http://schemas.microsoft.com/office/drawing/2014/main" id="{DA28B644-D8FC-4AAD-AF9C-4F86DC27CDB5}"/>
                </a:ext>
              </a:extLst>
            </p:cNvPr>
            <p:cNvSpPr>
              <a:spLocks/>
            </p:cNvSpPr>
            <p:nvPr/>
          </p:nvSpPr>
          <p:spPr>
            <a:xfrm>
              <a:off x="2309283" y="33194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0" name="02_predicted_pose_309">
              <a:extLst>
                <a:ext uri="{FF2B5EF4-FFF2-40B4-BE49-F238E27FC236}">
                  <a16:creationId xmlns:a16="http://schemas.microsoft.com/office/drawing/2014/main" id="{01DA1044-F5CA-45B7-8911-2089405748D1}"/>
                </a:ext>
              </a:extLst>
            </p:cNvPr>
            <p:cNvSpPr>
              <a:spLocks/>
            </p:cNvSpPr>
            <p:nvPr/>
          </p:nvSpPr>
          <p:spPr>
            <a:xfrm>
              <a:off x="2402306" y="33622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1" name="02_predicted_pose_310">
              <a:extLst>
                <a:ext uri="{FF2B5EF4-FFF2-40B4-BE49-F238E27FC236}">
                  <a16:creationId xmlns:a16="http://schemas.microsoft.com/office/drawing/2014/main" id="{F2A5FE10-0285-4B60-86C9-832CBA796C47}"/>
                </a:ext>
              </a:extLst>
            </p:cNvPr>
            <p:cNvSpPr>
              <a:spLocks/>
            </p:cNvSpPr>
            <p:nvPr/>
          </p:nvSpPr>
          <p:spPr>
            <a:xfrm>
              <a:off x="2495329" y="35270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2" name="02_predicted_pose_311">
              <a:extLst>
                <a:ext uri="{FF2B5EF4-FFF2-40B4-BE49-F238E27FC236}">
                  <a16:creationId xmlns:a16="http://schemas.microsoft.com/office/drawing/2014/main" id="{BE994FD1-D210-4551-9AEB-4A9F06E2AD7F}"/>
                </a:ext>
              </a:extLst>
            </p:cNvPr>
            <p:cNvSpPr>
              <a:spLocks/>
            </p:cNvSpPr>
            <p:nvPr/>
          </p:nvSpPr>
          <p:spPr>
            <a:xfrm>
              <a:off x="2588353" y="34404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3" name="02_predicted_pose_312">
              <a:extLst>
                <a:ext uri="{FF2B5EF4-FFF2-40B4-BE49-F238E27FC236}">
                  <a16:creationId xmlns:a16="http://schemas.microsoft.com/office/drawing/2014/main" id="{4A1552A1-2195-445D-8989-520963A1E2EB}"/>
                </a:ext>
              </a:extLst>
            </p:cNvPr>
            <p:cNvSpPr>
              <a:spLocks/>
            </p:cNvSpPr>
            <p:nvPr/>
          </p:nvSpPr>
          <p:spPr>
            <a:xfrm>
              <a:off x="2337879" y="32112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4" name="02_predicted_pose_313">
              <a:extLst>
                <a:ext uri="{FF2B5EF4-FFF2-40B4-BE49-F238E27FC236}">
                  <a16:creationId xmlns:a16="http://schemas.microsoft.com/office/drawing/2014/main" id="{7BE84422-7AB7-4C13-87BB-66A744CED0DA}"/>
                </a:ext>
              </a:extLst>
            </p:cNvPr>
            <p:cNvSpPr>
              <a:spLocks/>
            </p:cNvSpPr>
            <p:nvPr/>
          </p:nvSpPr>
          <p:spPr>
            <a:xfrm>
              <a:off x="2430902" y="34126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5" name="02_predicted_pose_314">
              <a:extLst>
                <a:ext uri="{FF2B5EF4-FFF2-40B4-BE49-F238E27FC236}">
                  <a16:creationId xmlns:a16="http://schemas.microsoft.com/office/drawing/2014/main" id="{044D90C7-6316-459E-BF9D-B14A28905692}"/>
                </a:ext>
              </a:extLst>
            </p:cNvPr>
            <p:cNvSpPr>
              <a:spLocks/>
            </p:cNvSpPr>
            <p:nvPr/>
          </p:nvSpPr>
          <p:spPr>
            <a:xfrm>
              <a:off x="2523925" y="34345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6" name="02_predicted_pose_315">
              <a:extLst>
                <a:ext uri="{FF2B5EF4-FFF2-40B4-BE49-F238E27FC236}">
                  <a16:creationId xmlns:a16="http://schemas.microsoft.com/office/drawing/2014/main" id="{11A6F46E-AED5-4EC2-A7F8-1F9942F480F3}"/>
                </a:ext>
              </a:extLst>
            </p:cNvPr>
            <p:cNvSpPr>
              <a:spLocks/>
            </p:cNvSpPr>
            <p:nvPr/>
          </p:nvSpPr>
          <p:spPr>
            <a:xfrm>
              <a:off x="2616949" y="33432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7" name="02_predicted_pose_316">
              <a:extLst>
                <a:ext uri="{FF2B5EF4-FFF2-40B4-BE49-F238E27FC236}">
                  <a16:creationId xmlns:a16="http://schemas.microsoft.com/office/drawing/2014/main" id="{4249CEF3-77A2-4E2F-A284-78C5B1800A5C}"/>
                </a:ext>
              </a:extLst>
            </p:cNvPr>
            <p:cNvSpPr>
              <a:spLocks/>
            </p:cNvSpPr>
            <p:nvPr/>
          </p:nvSpPr>
          <p:spPr>
            <a:xfrm>
              <a:off x="2480514" y="33096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8" name="02_predicted_pose_317">
              <a:extLst>
                <a:ext uri="{FF2B5EF4-FFF2-40B4-BE49-F238E27FC236}">
                  <a16:creationId xmlns:a16="http://schemas.microsoft.com/office/drawing/2014/main" id="{5DE1EE7F-4FBD-46C4-91C1-E88DB3F3AF4C}"/>
                </a:ext>
              </a:extLst>
            </p:cNvPr>
            <p:cNvSpPr>
              <a:spLocks/>
            </p:cNvSpPr>
            <p:nvPr/>
          </p:nvSpPr>
          <p:spPr>
            <a:xfrm>
              <a:off x="2573538" y="34052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19" name="02_predicted_pose_318">
              <a:extLst>
                <a:ext uri="{FF2B5EF4-FFF2-40B4-BE49-F238E27FC236}">
                  <a16:creationId xmlns:a16="http://schemas.microsoft.com/office/drawing/2014/main" id="{1FEBBA9E-D971-4D8C-98B3-96A1901806F1}"/>
                </a:ext>
              </a:extLst>
            </p:cNvPr>
            <p:cNvSpPr>
              <a:spLocks/>
            </p:cNvSpPr>
            <p:nvPr/>
          </p:nvSpPr>
          <p:spPr>
            <a:xfrm>
              <a:off x="2323064" y="34289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0" name="02_predicted_pose_319">
              <a:extLst>
                <a:ext uri="{FF2B5EF4-FFF2-40B4-BE49-F238E27FC236}">
                  <a16:creationId xmlns:a16="http://schemas.microsoft.com/office/drawing/2014/main" id="{9480DAC2-C3D1-41EF-8D3B-87F02E4166CA}"/>
                </a:ext>
              </a:extLst>
            </p:cNvPr>
            <p:cNvSpPr>
              <a:spLocks/>
            </p:cNvSpPr>
            <p:nvPr/>
          </p:nvSpPr>
          <p:spPr>
            <a:xfrm>
              <a:off x="2416087" y="32915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1" name="02_predicted_pose_320">
              <a:extLst>
                <a:ext uri="{FF2B5EF4-FFF2-40B4-BE49-F238E27FC236}">
                  <a16:creationId xmlns:a16="http://schemas.microsoft.com/office/drawing/2014/main" id="{F895DBC3-0D15-45A9-875C-6F2678B86B18}"/>
                </a:ext>
              </a:extLst>
            </p:cNvPr>
            <p:cNvSpPr>
              <a:spLocks/>
            </p:cNvSpPr>
            <p:nvPr/>
          </p:nvSpPr>
          <p:spPr>
            <a:xfrm>
              <a:off x="2509110" y="33209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2" name="02_predicted_pose_321">
              <a:extLst>
                <a:ext uri="{FF2B5EF4-FFF2-40B4-BE49-F238E27FC236}">
                  <a16:creationId xmlns:a16="http://schemas.microsoft.com/office/drawing/2014/main" id="{3FDCC215-7E10-4FD6-A5E1-3F8667C6CF1F}"/>
                </a:ext>
              </a:extLst>
            </p:cNvPr>
            <p:cNvSpPr>
              <a:spLocks/>
            </p:cNvSpPr>
            <p:nvPr/>
          </p:nvSpPr>
          <p:spPr>
            <a:xfrm>
              <a:off x="2602134" y="32987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3" name="02_predicted_pose_322">
              <a:extLst>
                <a:ext uri="{FF2B5EF4-FFF2-40B4-BE49-F238E27FC236}">
                  <a16:creationId xmlns:a16="http://schemas.microsoft.com/office/drawing/2014/main" id="{3B57F808-903F-43C7-99F2-FA4D9C082A67}"/>
                </a:ext>
              </a:extLst>
            </p:cNvPr>
            <p:cNvSpPr>
              <a:spLocks/>
            </p:cNvSpPr>
            <p:nvPr/>
          </p:nvSpPr>
          <p:spPr>
            <a:xfrm>
              <a:off x="2351660" y="34460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4" name="02_predicted_pose_323">
              <a:extLst>
                <a:ext uri="{FF2B5EF4-FFF2-40B4-BE49-F238E27FC236}">
                  <a16:creationId xmlns:a16="http://schemas.microsoft.com/office/drawing/2014/main" id="{77FFC120-642D-4C3A-ADDB-2A9FCE236AD6}"/>
                </a:ext>
              </a:extLst>
            </p:cNvPr>
            <p:cNvSpPr>
              <a:spLocks/>
            </p:cNvSpPr>
            <p:nvPr/>
          </p:nvSpPr>
          <p:spPr>
            <a:xfrm>
              <a:off x="2444683" y="34112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5" name="02_predicted_pose_324">
              <a:extLst>
                <a:ext uri="{FF2B5EF4-FFF2-40B4-BE49-F238E27FC236}">
                  <a16:creationId xmlns:a16="http://schemas.microsoft.com/office/drawing/2014/main" id="{11F3CD7D-EBF4-4E3D-B505-635A57F5BD46}"/>
                </a:ext>
              </a:extLst>
            </p:cNvPr>
            <p:cNvSpPr>
              <a:spLocks/>
            </p:cNvSpPr>
            <p:nvPr/>
          </p:nvSpPr>
          <p:spPr>
            <a:xfrm>
              <a:off x="2537707" y="32843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6" name="02_predicted_pose_325">
              <a:extLst>
                <a:ext uri="{FF2B5EF4-FFF2-40B4-BE49-F238E27FC236}">
                  <a16:creationId xmlns:a16="http://schemas.microsoft.com/office/drawing/2014/main" id="{3E19BAC7-0326-48B8-9717-9A2EE0D2E19B}"/>
                </a:ext>
              </a:extLst>
            </p:cNvPr>
            <p:cNvSpPr>
              <a:spLocks/>
            </p:cNvSpPr>
            <p:nvPr/>
          </p:nvSpPr>
          <p:spPr>
            <a:xfrm>
              <a:off x="2630730" y="34929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7" name="02_predicted_pose_326">
              <a:extLst>
                <a:ext uri="{FF2B5EF4-FFF2-40B4-BE49-F238E27FC236}">
                  <a16:creationId xmlns:a16="http://schemas.microsoft.com/office/drawing/2014/main" id="{EA86A01A-0C5C-4011-9E47-25846640092C}"/>
                </a:ext>
              </a:extLst>
            </p:cNvPr>
            <p:cNvSpPr>
              <a:spLocks/>
            </p:cNvSpPr>
            <p:nvPr/>
          </p:nvSpPr>
          <p:spPr>
            <a:xfrm>
              <a:off x="2494296" y="34651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8" name="02_predicted_pose_327">
              <a:extLst>
                <a:ext uri="{FF2B5EF4-FFF2-40B4-BE49-F238E27FC236}">
                  <a16:creationId xmlns:a16="http://schemas.microsoft.com/office/drawing/2014/main" id="{C48FEB70-F5B9-4E6F-B8AD-C7928B309A9F}"/>
                </a:ext>
              </a:extLst>
            </p:cNvPr>
            <p:cNvSpPr>
              <a:spLocks/>
            </p:cNvSpPr>
            <p:nvPr/>
          </p:nvSpPr>
          <p:spPr>
            <a:xfrm>
              <a:off x="2587319" y="32777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29" name="02_predicted_pose_328">
              <a:extLst>
                <a:ext uri="{FF2B5EF4-FFF2-40B4-BE49-F238E27FC236}">
                  <a16:creationId xmlns:a16="http://schemas.microsoft.com/office/drawing/2014/main" id="{118DFE8A-4C31-4781-B7C1-7FCCAE83A09C}"/>
                </a:ext>
              </a:extLst>
            </p:cNvPr>
            <p:cNvSpPr>
              <a:spLocks/>
            </p:cNvSpPr>
            <p:nvPr/>
          </p:nvSpPr>
          <p:spPr>
            <a:xfrm>
              <a:off x="2336845" y="33098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0" name="02_predicted_pose_329">
              <a:extLst>
                <a:ext uri="{FF2B5EF4-FFF2-40B4-BE49-F238E27FC236}">
                  <a16:creationId xmlns:a16="http://schemas.microsoft.com/office/drawing/2014/main" id="{0DF007DC-5210-4C4F-816A-21096A10A20C}"/>
                </a:ext>
              </a:extLst>
            </p:cNvPr>
            <p:cNvSpPr>
              <a:spLocks/>
            </p:cNvSpPr>
            <p:nvPr/>
          </p:nvSpPr>
          <p:spPr>
            <a:xfrm>
              <a:off x="2429868" y="33419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1" name="02_predicted_pose_330">
              <a:extLst>
                <a:ext uri="{FF2B5EF4-FFF2-40B4-BE49-F238E27FC236}">
                  <a16:creationId xmlns:a16="http://schemas.microsoft.com/office/drawing/2014/main" id="{F05A4293-297B-46BD-ABC2-C653C22A1DE3}"/>
                </a:ext>
              </a:extLst>
            </p:cNvPr>
            <p:cNvSpPr>
              <a:spLocks/>
            </p:cNvSpPr>
            <p:nvPr/>
          </p:nvSpPr>
          <p:spPr>
            <a:xfrm>
              <a:off x="2522892" y="33644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2" name="02_predicted_pose_331">
              <a:extLst>
                <a:ext uri="{FF2B5EF4-FFF2-40B4-BE49-F238E27FC236}">
                  <a16:creationId xmlns:a16="http://schemas.microsoft.com/office/drawing/2014/main" id="{1C8F9359-E843-4F3B-B98C-ADBA667AFBF4}"/>
                </a:ext>
              </a:extLst>
            </p:cNvPr>
            <p:cNvSpPr>
              <a:spLocks/>
            </p:cNvSpPr>
            <p:nvPr/>
          </p:nvSpPr>
          <p:spPr>
            <a:xfrm>
              <a:off x="2615915" y="32863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3" name="02_predicted_pose_332">
              <a:extLst>
                <a:ext uri="{FF2B5EF4-FFF2-40B4-BE49-F238E27FC236}">
                  <a16:creationId xmlns:a16="http://schemas.microsoft.com/office/drawing/2014/main" id="{B1D076FB-2D2A-4F1E-AC51-2EF899FBB081}"/>
                </a:ext>
              </a:extLst>
            </p:cNvPr>
            <p:cNvSpPr>
              <a:spLocks/>
            </p:cNvSpPr>
            <p:nvPr/>
          </p:nvSpPr>
          <p:spPr>
            <a:xfrm>
              <a:off x="2365441" y="34464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4" name="02_predicted_pose_333">
              <a:extLst>
                <a:ext uri="{FF2B5EF4-FFF2-40B4-BE49-F238E27FC236}">
                  <a16:creationId xmlns:a16="http://schemas.microsoft.com/office/drawing/2014/main" id="{87F23B45-FFA4-4D7A-AEA1-85220CC3D34A}"/>
                </a:ext>
              </a:extLst>
            </p:cNvPr>
            <p:cNvSpPr>
              <a:spLocks/>
            </p:cNvSpPr>
            <p:nvPr/>
          </p:nvSpPr>
          <p:spPr>
            <a:xfrm>
              <a:off x="2458464" y="32673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5" name="02_predicted_pose_334">
              <a:extLst>
                <a:ext uri="{FF2B5EF4-FFF2-40B4-BE49-F238E27FC236}">
                  <a16:creationId xmlns:a16="http://schemas.microsoft.com/office/drawing/2014/main" id="{B0A3E51E-926D-49A2-8B6B-8211CA1D2C73}"/>
                </a:ext>
              </a:extLst>
            </p:cNvPr>
            <p:cNvSpPr>
              <a:spLocks/>
            </p:cNvSpPr>
            <p:nvPr/>
          </p:nvSpPr>
          <p:spPr>
            <a:xfrm>
              <a:off x="2551488" y="34756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6" name="02_predicted_pose_335">
              <a:extLst>
                <a:ext uri="{FF2B5EF4-FFF2-40B4-BE49-F238E27FC236}">
                  <a16:creationId xmlns:a16="http://schemas.microsoft.com/office/drawing/2014/main" id="{C3F2239C-20F7-49D4-931F-1E558B562FA1}"/>
                </a:ext>
              </a:extLst>
            </p:cNvPr>
            <p:cNvSpPr>
              <a:spLocks/>
            </p:cNvSpPr>
            <p:nvPr/>
          </p:nvSpPr>
          <p:spPr>
            <a:xfrm>
              <a:off x="2301014" y="34844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7" name="02_predicted_pose_336">
              <a:extLst>
                <a:ext uri="{FF2B5EF4-FFF2-40B4-BE49-F238E27FC236}">
                  <a16:creationId xmlns:a16="http://schemas.microsoft.com/office/drawing/2014/main" id="{DC2A1BF9-6830-4798-A4DB-452C13FACAFB}"/>
                </a:ext>
              </a:extLst>
            </p:cNvPr>
            <p:cNvSpPr>
              <a:spLocks/>
            </p:cNvSpPr>
            <p:nvPr/>
          </p:nvSpPr>
          <p:spPr>
            <a:xfrm>
              <a:off x="2508077" y="33003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8" name="02_predicted_pose_337">
              <a:extLst>
                <a:ext uri="{FF2B5EF4-FFF2-40B4-BE49-F238E27FC236}">
                  <a16:creationId xmlns:a16="http://schemas.microsoft.com/office/drawing/2014/main" id="{ACCF1BBB-3270-4C4E-8B01-6E911DB79951}"/>
                </a:ext>
              </a:extLst>
            </p:cNvPr>
            <p:cNvSpPr>
              <a:spLocks/>
            </p:cNvSpPr>
            <p:nvPr/>
          </p:nvSpPr>
          <p:spPr>
            <a:xfrm>
              <a:off x="2601100" y="33013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39" name="02_predicted_pose_338">
              <a:extLst>
                <a:ext uri="{FF2B5EF4-FFF2-40B4-BE49-F238E27FC236}">
                  <a16:creationId xmlns:a16="http://schemas.microsoft.com/office/drawing/2014/main" id="{F2807A97-A655-490B-BF5A-EBE86BF63F0A}"/>
                </a:ext>
              </a:extLst>
            </p:cNvPr>
            <p:cNvSpPr>
              <a:spLocks/>
            </p:cNvSpPr>
            <p:nvPr/>
          </p:nvSpPr>
          <p:spPr>
            <a:xfrm>
              <a:off x="2350626" y="33172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0" name="02_predicted_pose_339">
              <a:extLst>
                <a:ext uri="{FF2B5EF4-FFF2-40B4-BE49-F238E27FC236}">
                  <a16:creationId xmlns:a16="http://schemas.microsoft.com/office/drawing/2014/main" id="{123EEDE5-7549-4744-9C43-D21C77C0EB04}"/>
                </a:ext>
              </a:extLst>
            </p:cNvPr>
            <p:cNvSpPr>
              <a:spLocks/>
            </p:cNvSpPr>
            <p:nvPr/>
          </p:nvSpPr>
          <p:spPr>
            <a:xfrm>
              <a:off x="2443650" y="32978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1" name="02_predicted_pose_340">
              <a:extLst>
                <a:ext uri="{FF2B5EF4-FFF2-40B4-BE49-F238E27FC236}">
                  <a16:creationId xmlns:a16="http://schemas.microsoft.com/office/drawing/2014/main" id="{5F474906-5C33-4EA8-B4AB-2425A7569BBF}"/>
                </a:ext>
              </a:extLst>
            </p:cNvPr>
            <p:cNvSpPr>
              <a:spLocks/>
            </p:cNvSpPr>
            <p:nvPr/>
          </p:nvSpPr>
          <p:spPr>
            <a:xfrm>
              <a:off x="2536673" y="33369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2" name="02_predicted_pose_341">
              <a:extLst>
                <a:ext uri="{FF2B5EF4-FFF2-40B4-BE49-F238E27FC236}">
                  <a16:creationId xmlns:a16="http://schemas.microsoft.com/office/drawing/2014/main" id="{E58F53DD-D622-4DF2-9644-A67A7EA9C762}"/>
                </a:ext>
              </a:extLst>
            </p:cNvPr>
            <p:cNvSpPr>
              <a:spLocks/>
            </p:cNvSpPr>
            <p:nvPr/>
          </p:nvSpPr>
          <p:spPr>
            <a:xfrm>
              <a:off x="2629696" y="33410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3" name="02_predicted_pose_342">
              <a:extLst>
                <a:ext uri="{FF2B5EF4-FFF2-40B4-BE49-F238E27FC236}">
                  <a16:creationId xmlns:a16="http://schemas.microsoft.com/office/drawing/2014/main" id="{FAF4A73A-85CA-4DE5-A324-39775837C45F}"/>
                </a:ext>
              </a:extLst>
            </p:cNvPr>
            <p:cNvSpPr>
              <a:spLocks/>
            </p:cNvSpPr>
            <p:nvPr/>
          </p:nvSpPr>
          <p:spPr>
            <a:xfrm>
              <a:off x="2379222" y="32984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4" name="02_predicted_pose_343">
              <a:extLst>
                <a:ext uri="{FF2B5EF4-FFF2-40B4-BE49-F238E27FC236}">
                  <a16:creationId xmlns:a16="http://schemas.microsoft.com/office/drawing/2014/main" id="{ACEE617A-F451-4AD3-B5EC-8DEB8B4CB674}"/>
                </a:ext>
              </a:extLst>
            </p:cNvPr>
            <p:cNvSpPr>
              <a:spLocks/>
            </p:cNvSpPr>
            <p:nvPr/>
          </p:nvSpPr>
          <p:spPr>
            <a:xfrm>
              <a:off x="2472246" y="33178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5" name="02_predicted_pose_344">
              <a:extLst>
                <a:ext uri="{FF2B5EF4-FFF2-40B4-BE49-F238E27FC236}">
                  <a16:creationId xmlns:a16="http://schemas.microsoft.com/office/drawing/2014/main" id="{2D42184F-DBB0-4926-A534-E19251F56795}"/>
                </a:ext>
              </a:extLst>
            </p:cNvPr>
            <p:cNvSpPr>
              <a:spLocks/>
            </p:cNvSpPr>
            <p:nvPr/>
          </p:nvSpPr>
          <p:spPr>
            <a:xfrm>
              <a:off x="2436414" y="34270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6" name="02_predicted_pose_345">
              <a:extLst>
                <a:ext uri="{FF2B5EF4-FFF2-40B4-BE49-F238E27FC236}">
                  <a16:creationId xmlns:a16="http://schemas.microsoft.com/office/drawing/2014/main" id="{FCA72CBA-28A1-4BEE-ABAA-FBD463A78DBD}"/>
                </a:ext>
              </a:extLst>
            </p:cNvPr>
            <p:cNvSpPr>
              <a:spLocks/>
            </p:cNvSpPr>
            <p:nvPr/>
          </p:nvSpPr>
          <p:spPr>
            <a:xfrm>
              <a:off x="2450196" y="33899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7" name="02_predicted_pose_346">
              <a:extLst>
                <a:ext uri="{FF2B5EF4-FFF2-40B4-BE49-F238E27FC236}">
                  <a16:creationId xmlns:a16="http://schemas.microsoft.com/office/drawing/2014/main" id="{73C03AEA-644C-4B7C-9471-E02B1FA3C5E9}"/>
                </a:ext>
              </a:extLst>
            </p:cNvPr>
            <p:cNvSpPr>
              <a:spLocks/>
            </p:cNvSpPr>
            <p:nvPr/>
          </p:nvSpPr>
          <p:spPr>
            <a:xfrm>
              <a:off x="2428146" y="34105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8" name="02_predicted_pose_347">
              <a:extLst>
                <a:ext uri="{FF2B5EF4-FFF2-40B4-BE49-F238E27FC236}">
                  <a16:creationId xmlns:a16="http://schemas.microsoft.com/office/drawing/2014/main" id="{5249E6A5-88B9-4E51-9AC8-3956C734A1FD}"/>
                </a:ext>
              </a:extLst>
            </p:cNvPr>
            <p:cNvSpPr>
              <a:spLocks/>
            </p:cNvSpPr>
            <p:nvPr/>
          </p:nvSpPr>
          <p:spPr>
            <a:xfrm>
              <a:off x="2455708" y="34632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49" name="02_predicted_pose_348">
              <a:extLst>
                <a:ext uri="{FF2B5EF4-FFF2-40B4-BE49-F238E27FC236}">
                  <a16:creationId xmlns:a16="http://schemas.microsoft.com/office/drawing/2014/main" id="{5A4342CF-2B87-4FB2-8D76-9D0CCD82BC06}"/>
                </a:ext>
              </a:extLst>
            </p:cNvPr>
            <p:cNvSpPr>
              <a:spLocks/>
            </p:cNvSpPr>
            <p:nvPr/>
          </p:nvSpPr>
          <p:spPr>
            <a:xfrm>
              <a:off x="2483271" y="3396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0" name="02_predicted_pose_349">
              <a:extLst>
                <a:ext uri="{FF2B5EF4-FFF2-40B4-BE49-F238E27FC236}">
                  <a16:creationId xmlns:a16="http://schemas.microsoft.com/office/drawing/2014/main" id="{57576527-6AEA-4213-BD10-B04A0BEE3574}"/>
                </a:ext>
              </a:extLst>
            </p:cNvPr>
            <p:cNvSpPr>
              <a:spLocks/>
            </p:cNvSpPr>
            <p:nvPr/>
          </p:nvSpPr>
          <p:spPr>
            <a:xfrm>
              <a:off x="2465700" y="33317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1" name="02_predicted_pose_350">
              <a:extLst>
                <a:ext uri="{FF2B5EF4-FFF2-40B4-BE49-F238E27FC236}">
                  <a16:creationId xmlns:a16="http://schemas.microsoft.com/office/drawing/2014/main" id="{35CDE521-8AF9-4131-946B-9E01A135F68C}"/>
                </a:ext>
              </a:extLst>
            </p:cNvPr>
            <p:cNvSpPr>
              <a:spLocks/>
            </p:cNvSpPr>
            <p:nvPr/>
          </p:nvSpPr>
          <p:spPr>
            <a:xfrm>
              <a:off x="2308249" y="34597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2" name="02_predicted_pose_351">
              <a:extLst>
                <a:ext uri="{FF2B5EF4-FFF2-40B4-BE49-F238E27FC236}">
                  <a16:creationId xmlns:a16="http://schemas.microsoft.com/office/drawing/2014/main" id="{98136F23-E125-4237-9F7D-4DB3DE9B9BB8}"/>
                </a:ext>
              </a:extLst>
            </p:cNvPr>
            <p:cNvSpPr>
              <a:spLocks/>
            </p:cNvSpPr>
            <p:nvPr/>
          </p:nvSpPr>
          <p:spPr>
            <a:xfrm>
              <a:off x="2494296" y="34377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3" name="02_predicted_pose_352">
              <a:extLst>
                <a:ext uri="{FF2B5EF4-FFF2-40B4-BE49-F238E27FC236}">
                  <a16:creationId xmlns:a16="http://schemas.microsoft.com/office/drawing/2014/main" id="{39F67079-671A-405D-A4CB-4EDCAD080141}"/>
                </a:ext>
              </a:extLst>
            </p:cNvPr>
            <p:cNvSpPr>
              <a:spLocks/>
            </p:cNvSpPr>
            <p:nvPr/>
          </p:nvSpPr>
          <p:spPr>
            <a:xfrm>
              <a:off x="2336845" y="34750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4" name="02_predicted_pose_353">
              <a:extLst>
                <a:ext uri="{FF2B5EF4-FFF2-40B4-BE49-F238E27FC236}">
                  <a16:creationId xmlns:a16="http://schemas.microsoft.com/office/drawing/2014/main" id="{9067B01F-E2D2-4BA4-8940-383C9D580294}"/>
                </a:ext>
              </a:extLst>
            </p:cNvPr>
            <p:cNvSpPr>
              <a:spLocks/>
            </p:cNvSpPr>
            <p:nvPr/>
          </p:nvSpPr>
          <p:spPr>
            <a:xfrm>
              <a:off x="2474657" y="34874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5" name="02_predicted_pose_354">
              <a:extLst>
                <a:ext uri="{FF2B5EF4-FFF2-40B4-BE49-F238E27FC236}">
                  <a16:creationId xmlns:a16="http://schemas.microsoft.com/office/drawing/2014/main" id="{9B4E9885-758E-43B5-8FC6-A19C115A8D75}"/>
                </a:ext>
              </a:extLst>
            </p:cNvPr>
            <p:cNvSpPr>
              <a:spLocks/>
            </p:cNvSpPr>
            <p:nvPr/>
          </p:nvSpPr>
          <p:spPr>
            <a:xfrm>
              <a:off x="2488439" y="35475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6" name="02_predicted_pose_355">
              <a:extLst>
                <a:ext uri="{FF2B5EF4-FFF2-40B4-BE49-F238E27FC236}">
                  <a16:creationId xmlns:a16="http://schemas.microsoft.com/office/drawing/2014/main" id="{769E8F73-945D-4B1B-8925-386AE91F7FB5}"/>
                </a:ext>
              </a:extLst>
            </p:cNvPr>
            <p:cNvSpPr>
              <a:spLocks/>
            </p:cNvSpPr>
            <p:nvPr/>
          </p:nvSpPr>
          <p:spPr>
            <a:xfrm>
              <a:off x="2529782" y="3306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7" name="02_predicted_pose_356">
              <a:extLst>
                <a:ext uri="{FF2B5EF4-FFF2-40B4-BE49-F238E27FC236}">
                  <a16:creationId xmlns:a16="http://schemas.microsoft.com/office/drawing/2014/main" id="{099D8444-AD15-4873-8858-997C8EBDAFCC}"/>
                </a:ext>
              </a:extLst>
            </p:cNvPr>
            <p:cNvSpPr>
              <a:spLocks/>
            </p:cNvSpPr>
            <p:nvPr/>
          </p:nvSpPr>
          <p:spPr>
            <a:xfrm>
              <a:off x="2543564" y="31324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8" name="02_predicted_pose_357">
              <a:extLst>
                <a:ext uri="{FF2B5EF4-FFF2-40B4-BE49-F238E27FC236}">
                  <a16:creationId xmlns:a16="http://schemas.microsoft.com/office/drawing/2014/main" id="{0A17B35A-B6AC-4971-9921-29BB1982F77B}"/>
                </a:ext>
              </a:extLst>
            </p:cNvPr>
            <p:cNvSpPr>
              <a:spLocks/>
            </p:cNvSpPr>
            <p:nvPr/>
          </p:nvSpPr>
          <p:spPr>
            <a:xfrm>
              <a:off x="2584907" y="35778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59" name="02_predicted_pose_358">
              <a:extLst>
                <a:ext uri="{FF2B5EF4-FFF2-40B4-BE49-F238E27FC236}">
                  <a16:creationId xmlns:a16="http://schemas.microsoft.com/office/drawing/2014/main" id="{39FBF165-8CB7-4F6A-8C58-8E4ED7C4ACE2}"/>
                </a:ext>
              </a:extLst>
            </p:cNvPr>
            <p:cNvSpPr>
              <a:spLocks/>
            </p:cNvSpPr>
            <p:nvPr/>
          </p:nvSpPr>
          <p:spPr>
            <a:xfrm>
              <a:off x="2598689" y="3561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0" name="02_predicted_pose_359">
              <a:extLst>
                <a:ext uri="{FF2B5EF4-FFF2-40B4-BE49-F238E27FC236}">
                  <a16:creationId xmlns:a16="http://schemas.microsoft.com/office/drawing/2014/main" id="{9E77B9F1-E926-4994-8883-C7F99FAC6A48}"/>
                </a:ext>
              </a:extLst>
            </p:cNvPr>
            <p:cNvSpPr>
              <a:spLocks/>
            </p:cNvSpPr>
            <p:nvPr/>
          </p:nvSpPr>
          <p:spPr>
            <a:xfrm>
              <a:off x="2330644" y="355190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1" name="02_predicted_pose_360">
              <a:extLst>
                <a:ext uri="{FF2B5EF4-FFF2-40B4-BE49-F238E27FC236}">
                  <a16:creationId xmlns:a16="http://schemas.microsoft.com/office/drawing/2014/main" id="{F9BA7CA8-C56C-44F1-8C1D-29410D1F014F}"/>
                </a:ext>
              </a:extLst>
            </p:cNvPr>
            <p:cNvSpPr>
              <a:spLocks/>
            </p:cNvSpPr>
            <p:nvPr/>
          </p:nvSpPr>
          <p:spPr>
            <a:xfrm>
              <a:off x="2423667" y="35561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2" name="02_predicted_pose_361">
              <a:extLst>
                <a:ext uri="{FF2B5EF4-FFF2-40B4-BE49-F238E27FC236}">
                  <a16:creationId xmlns:a16="http://schemas.microsoft.com/office/drawing/2014/main" id="{BA7B41E5-0799-47C2-BCD9-167907FBCCC1}"/>
                </a:ext>
              </a:extLst>
            </p:cNvPr>
            <p:cNvSpPr>
              <a:spLocks/>
            </p:cNvSpPr>
            <p:nvPr/>
          </p:nvSpPr>
          <p:spPr>
            <a:xfrm>
              <a:off x="2359240" y="28333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3" name="02_predicted_pose_362">
              <a:extLst>
                <a:ext uri="{FF2B5EF4-FFF2-40B4-BE49-F238E27FC236}">
                  <a16:creationId xmlns:a16="http://schemas.microsoft.com/office/drawing/2014/main" id="{61B09492-E81E-4E64-9C04-2B55364D7712}"/>
                </a:ext>
              </a:extLst>
            </p:cNvPr>
            <p:cNvSpPr>
              <a:spLocks/>
            </p:cNvSpPr>
            <p:nvPr/>
          </p:nvSpPr>
          <p:spPr>
            <a:xfrm>
              <a:off x="2452263" y="33468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4" name="02_predicted_pose_363">
              <a:extLst>
                <a:ext uri="{FF2B5EF4-FFF2-40B4-BE49-F238E27FC236}">
                  <a16:creationId xmlns:a16="http://schemas.microsoft.com/office/drawing/2014/main" id="{508EAB6D-ADC4-42A6-95D5-9099C93757ED}"/>
                </a:ext>
              </a:extLst>
            </p:cNvPr>
            <p:cNvSpPr>
              <a:spLocks/>
            </p:cNvSpPr>
            <p:nvPr/>
          </p:nvSpPr>
          <p:spPr>
            <a:xfrm>
              <a:off x="2338912" y="31691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5" name="02_predicted_pose_364">
              <a:extLst>
                <a:ext uri="{FF2B5EF4-FFF2-40B4-BE49-F238E27FC236}">
                  <a16:creationId xmlns:a16="http://schemas.microsoft.com/office/drawing/2014/main" id="{D0A58AD7-6EA1-4933-A921-B3B3D2F1715D}"/>
                </a:ext>
              </a:extLst>
            </p:cNvPr>
            <p:cNvSpPr>
              <a:spLocks/>
            </p:cNvSpPr>
            <p:nvPr/>
          </p:nvSpPr>
          <p:spPr>
            <a:xfrm>
              <a:off x="2366475" y="32536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6" name="02_predicted_pose_365">
              <a:extLst>
                <a:ext uri="{FF2B5EF4-FFF2-40B4-BE49-F238E27FC236}">
                  <a16:creationId xmlns:a16="http://schemas.microsoft.com/office/drawing/2014/main" id="{2F77EB84-0274-45B2-AB79-49A6BCE6A242}"/>
                </a:ext>
              </a:extLst>
            </p:cNvPr>
            <p:cNvSpPr>
              <a:spLocks/>
            </p:cNvSpPr>
            <p:nvPr/>
          </p:nvSpPr>
          <p:spPr>
            <a:xfrm>
              <a:off x="2466733" y="33999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7" name="02_predicted_pose_366">
              <a:extLst>
                <a:ext uri="{FF2B5EF4-FFF2-40B4-BE49-F238E27FC236}">
                  <a16:creationId xmlns:a16="http://schemas.microsoft.com/office/drawing/2014/main" id="{DDC7D90E-390D-43CB-A869-EF3119B151B4}"/>
                </a:ext>
              </a:extLst>
            </p:cNvPr>
            <p:cNvSpPr>
              <a:spLocks/>
            </p:cNvSpPr>
            <p:nvPr/>
          </p:nvSpPr>
          <p:spPr>
            <a:xfrm>
              <a:off x="2494296" y="30621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8" name="02_predicted_pose_367">
              <a:extLst>
                <a:ext uri="{FF2B5EF4-FFF2-40B4-BE49-F238E27FC236}">
                  <a16:creationId xmlns:a16="http://schemas.microsoft.com/office/drawing/2014/main" id="{DB09BA44-37B3-447E-92F8-2F03712F230A}"/>
                </a:ext>
              </a:extLst>
            </p:cNvPr>
            <p:cNvSpPr>
              <a:spLocks/>
            </p:cNvSpPr>
            <p:nvPr/>
          </p:nvSpPr>
          <p:spPr>
            <a:xfrm>
              <a:off x="2386458" y="32509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69" name="02_predicted_pose_368">
              <a:extLst>
                <a:ext uri="{FF2B5EF4-FFF2-40B4-BE49-F238E27FC236}">
                  <a16:creationId xmlns:a16="http://schemas.microsoft.com/office/drawing/2014/main" id="{C49A0C3F-6E95-4A60-9C24-5E9FB0D4F17D}"/>
                </a:ext>
              </a:extLst>
            </p:cNvPr>
            <p:cNvSpPr>
              <a:spLocks/>
            </p:cNvSpPr>
            <p:nvPr/>
          </p:nvSpPr>
          <p:spPr>
            <a:xfrm>
              <a:off x="2427801" y="33431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0" name="02_predicted_pose_369">
              <a:extLst>
                <a:ext uri="{FF2B5EF4-FFF2-40B4-BE49-F238E27FC236}">
                  <a16:creationId xmlns:a16="http://schemas.microsoft.com/office/drawing/2014/main" id="{A0E5CBBB-1C55-4548-9C67-54EDF69C83D1}"/>
                </a:ext>
              </a:extLst>
            </p:cNvPr>
            <p:cNvSpPr>
              <a:spLocks/>
            </p:cNvSpPr>
            <p:nvPr/>
          </p:nvSpPr>
          <p:spPr>
            <a:xfrm>
              <a:off x="2382323" y="29827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1" name="02_predicted_pose_370">
              <a:extLst>
                <a:ext uri="{FF2B5EF4-FFF2-40B4-BE49-F238E27FC236}">
                  <a16:creationId xmlns:a16="http://schemas.microsoft.com/office/drawing/2014/main" id="{C8C94830-C975-4EBD-99E2-F12907D5E14F}"/>
                </a:ext>
              </a:extLst>
            </p:cNvPr>
            <p:cNvSpPr>
              <a:spLocks/>
            </p:cNvSpPr>
            <p:nvPr/>
          </p:nvSpPr>
          <p:spPr>
            <a:xfrm>
              <a:off x="2478792" y="27928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2" name="02_predicted_pose_371">
              <a:extLst>
                <a:ext uri="{FF2B5EF4-FFF2-40B4-BE49-F238E27FC236}">
                  <a16:creationId xmlns:a16="http://schemas.microsoft.com/office/drawing/2014/main" id="{7B46FCCE-57DB-4B64-A9E8-F5EDF57CEE35}"/>
                </a:ext>
              </a:extLst>
            </p:cNvPr>
            <p:cNvSpPr>
              <a:spLocks/>
            </p:cNvSpPr>
            <p:nvPr/>
          </p:nvSpPr>
          <p:spPr>
            <a:xfrm>
              <a:off x="2568025" y="27983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3" name="02_predicted_pose_372">
              <a:extLst>
                <a:ext uri="{FF2B5EF4-FFF2-40B4-BE49-F238E27FC236}">
                  <a16:creationId xmlns:a16="http://schemas.microsoft.com/office/drawing/2014/main" id="{70FB0EC0-0B55-4D96-85D8-19BC68A5804F}"/>
                </a:ext>
              </a:extLst>
            </p:cNvPr>
            <p:cNvSpPr>
              <a:spLocks/>
            </p:cNvSpPr>
            <p:nvPr/>
          </p:nvSpPr>
          <p:spPr>
            <a:xfrm>
              <a:off x="2602134" y="34874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4" name="02_predicted_pose_373">
              <a:extLst>
                <a:ext uri="{FF2B5EF4-FFF2-40B4-BE49-F238E27FC236}">
                  <a16:creationId xmlns:a16="http://schemas.microsoft.com/office/drawing/2014/main" id="{18FFF138-3DE9-40B7-BA29-89E62CF493AF}"/>
                </a:ext>
              </a:extLst>
            </p:cNvPr>
            <p:cNvSpPr>
              <a:spLocks/>
            </p:cNvSpPr>
            <p:nvPr/>
          </p:nvSpPr>
          <p:spPr>
            <a:xfrm>
              <a:off x="2299980" y="28856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5" name="02_predicted_pose_374">
              <a:extLst>
                <a:ext uri="{FF2B5EF4-FFF2-40B4-BE49-F238E27FC236}">
                  <a16:creationId xmlns:a16="http://schemas.microsoft.com/office/drawing/2014/main" id="{17BCCA9D-0EED-4B80-813F-7384F604FE2D}"/>
                </a:ext>
              </a:extLst>
            </p:cNvPr>
            <p:cNvSpPr>
              <a:spLocks/>
            </p:cNvSpPr>
            <p:nvPr/>
          </p:nvSpPr>
          <p:spPr>
            <a:xfrm>
              <a:off x="2447439" y="31045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6" name="02_predicted_pose_375">
              <a:extLst>
                <a:ext uri="{FF2B5EF4-FFF2-40B4-BE49-F238E27FC236}">
                  <a16:creationId xmlns:a16="http://schemas.microsoft.com/office/drawing/2014/main" id="{74DA2782-0BC6-419B-8FA1-23AE7FA6C662}"/>
                </a:ext>
              </a:extLst>
            </p:cNvPr>
            <p:cNvSpPr>
              <a:spLocks/>
            </p:cNvSpPr>
            <p:nvPr/>
          </p:nvSpPr>
          <p:spPr>
            <a:xfrm>
              <a:off x="2369231" y="32929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7" name="02_predicted_pose_376">
              <a:extLst>
                <a:ext uri="{FF2B5EF4-FFF2-40B4-BE49-F238E27FC236}">
                  <a16:creationId xmlns:a16="http://schemas.microsoft.com/office/drawing/2014/main" id="{C2D95F83-4C8A-458E-8EF7-8338EB17FE3C}"/>
                </a:ext>
              </a:extLst>
            </p:cNvPr>
            <p:cNvSpPr>
              <a:spLocks/>
            </p:cNvSpPr>
            <p:nvPr/>
          </p:nvSpPr>
          <p:spPr>
            <a:xfrm>
              <a:off x="2383012" y="33822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8" name="02_predicted_pose_377">
              <a:extLst>
                <a:ext uri="{FF2B5EF4-FFF2-40B4-BE49-F238E27FC236}">
                  <a16:creationId xmlns:a16="http://schemas.microsoft.com/office/drawing/2014/main" id="{01FB2046-AE99-4CBE-ABD1-F4C2B774587B}"/>
                </a:ext>
              </a:extLst>
            </p:cNvPr>
            <p:cNvSpPr>
              <a:spLocks/>
            </p:cNvSpPr>
            <p:nvPr/>
          </p:nvSpPr>
          <p:spPr>
            <a:xfrm>
              <a:off x="2396793" y="32614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79" name="02_predicted_pose_378">
              <a:extLst>
                <a:ext uri="{FF2B5EF4-FFF2-40B4-BE49-F238E27FC236}">
                  <a16:creationId xmlns:a16="http://schemas.microsoft.com/office/drawing/2014/main" id="{AE56B209-8B08-409E-B39D-F7273D8C3E05}"/>
                </a:ext>
              </a:extLst>
            </p:cNvPr>
            <p:cNvSpPr>
              <a:spLocks/>
            </p:cNvSpPr>
            <p:nvPr/>
          </p:nvSpPr>
          <p:spPr>
            <a:xfrm>
              <a:off x="2410575" y="32454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0" name="02_predicted_pose_379">
              <a:extLst>
                <a:ext uri="{FF2B5EF4-FFF2-40B4-BE49-F238E27FC236}">
                  <a16:creationId xmlns:a16="http://schemas.microsoft.com/office/drawing/2014/main" id="{821708A5-C2C2-44C7-A2C3-C1BB537847D4}"/>
                </a:ext>
              </a:extLst>
            </p:cNvPr>
            <p:cNvSpPr>
              <a:spLocks/>
            </p:cNvSpPr>
            <p:nvPr/>
          </p:nvSpPr>
          <p:spPr>
            <a:xfrm>
              <a:off x="2424356" y="33151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1" name="02_predicted_pose_380">
              <a:extLst>
                <a:ext uri="{FF2B5EF4-FFF2-40B4-BE49-F238E27FC236}">
                  <a16:creationId xmlns:a16="http://schemas.microsoft.com/office/drawing/2014/main" id="{19A74CFA-C879-4818-8BF0-40439AD6F1AF}"/>
                </a:ext>
              </a:extLst>
            </p:cNvPr>
            <p:cNvSpPr>
              <a:spLocks/>
            </p:cNvSpPr>
            <p:nvPr/>
          </p:nvSpPr>
          <p:spPr>
            <a:xfrm>
              <a:off x="2438137" y="32760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2" name="02_predicted_pose_381">
              <a:extLst>
                <a:ext uri="{FF2B5EF4-FFF2-40B4-BE49-F238E27FC236}">
                  <a16:creationId xmlns:a16="http://schemas.microsoft.com/office/drawing/2014/main" id="{3BA9DDDE-0D9D-4116-981C-894FB382C224}"/>
                </a:ext>
              </a:extLst>
            </p:cNvPr>
            <p:cNvSpPr>
              <a:spLocks/>
            </p:cNvSpPr>
            <p:nvPr/>
          </p:nvSpPr>
          <p:spPr>
            <a:xfrm>
              <a:off x="2451918" y="32976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3" name="02_predicted_pose_382">
              <a:extLst>
                <a:ext uri="{FF2B5EF4-FFF2-40B4-BE49-F238E27FC236}">
                  <a16:creationId xmlns:a16="http://schemas.microsoft.com/office/drawing/2014/main" id="{3D29285E-7754-4FA5-A2F8-52EBE7591BC4}"/>
                </a:ext>
              </a:extLst>
            </p:cNvPr>
            <p:cNvSpPr>
              <a:spLocks/>
            </p:cNvSpPr>
            <p:nvPr/>
          </p:nvSpPr>
          <p:spPr>
            <a:xfrm>
              <a:off x="2465700" y="33909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4" name="02_predicted_pose_383">
              <a:extLst>
                <a:ext uri="{FF2B5EF4-FFF2-40B4-BE49-F238E27FC236}">
                  <a16:creationId xmlns:a16="http://schemas.microsoft.com/office/drawing/2014/main" id="{94F05DEF-5EEC-4280-9F00-00771F88CCB5}"/>
                </a:ext>
              </a:extLst>
            </p:cNvPr>
            <p:cNvSpPr>
              <a:spLocks/>
            </p:cNvSpPr>
            <p:nvPr/>
          </p:nvSpPr>
          <p:spPr>
            <a:xfrm>
              <a:off x="2479481" y="32695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5" name="02_predicted_pose_384">
              <a:extLst>
                <a:ext uri="{FF2B5EF4-FFF2-40B4-BE49-F238E27FC236}">
                  <a16:creationId xmlns:a16="http://schemas.microsoft.com/office/drawing/2014/main" id="{34B684E7-FD97-49E5-A1A1-7CD25518BEA7}"/>
                </a:ext>
              </a:extLst>
            </p:cNvPr>
            <p:cNvSpPr>
              <a:spLocks/>
            </p:cNvSpPr>
            <p:nvPr/>
          </p:nvSpPr>
          <p:spPr>
            <a:xfrm>
              <a:off x="2493262" y="32496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6" name="02_predicted_pose_385">
              <a:extLst>
                <a:ext uri="{FF2B5EF4-FFF2-40B4-BE49-F238E27FC236}">
                  <a16:creationId xmlns:a16="http://schemas.microsoft.com/office/drawing/2014/main" id="{9763A569-EC6E-40CF-AB9B-02BE41C21C41}"/>
                </a:ext>
              </a:extLst>
            </p:cNvPr>
            <p:cNvSpPr>
              <a:spLocks/>
            </p:cNvSpPr>
            <p:nvPr/>
          </p:nvSpPr>
          <p:spPr>
            <a:xfrm>
              <a:off x="2382668" y="31767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7" name="02_predicted_pose_386">
              <a:extLst>
                <a:ext uri="{FF2B5EF4-FFF2-40B4-BE49-F238E27FC236}">
                  <a16:creationId xmlns:a16="http://schemas.microsoft.com/office/drawing/2014/main" id="{0157B0D6-8655-43DE-91E4-8227DC92305E}"/>
                </a:ext>
              </a:extLst>
            </p:cNvPr>
            <p:cNvSpPr>
              <a:spLocks/>
            </p:cNvSpPr>
            <p:nvPr/>
          </p:nvSpPr>
          <p:spPr>
            <a:xfrm>
              <a:off x="2573882" y="35439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8" name="02_predicted_pose_387">
              <a:extLst>
                <a:ext uri="{FF2B5EF4-FFF2-40B4-BE49-F238E27FC236}">
                  <a16:creationId xmlns:a16="http://schemas.microsoft.com/office/drawing/2014/main" id="{A8393467-AB9E-42AA-908F-FC04CF686C10}"/>
                </a:ext>
              </a:extLst>
            </p:cNvPr>
            <p:cNvSpPr>
              <a:spLocks/>
            </p:cNvSpPr>
            <p:nvPr/>
          </p:nvSpPr>
          <p:spPr>
            <a:xfrm>
              <a:off x="2445028" y="34935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89" name="02_predicted_pose_388">
              <a:extLst>
                <a:ext uri="{FF2B5EF4-FFF2-40B4-BE49-F238E27FC236}">
                  <a16:creationId xmlns:a16="http://schemas.microsoft.com/office/drawing/2014/main" id="{B6C97E5F-7E90-413B-8DF4-EFE22009BE63}"/>
                </a:ext>
              </a:extLst>
            </p:cNvPr>
            <p:cNvSpPr>
              <a:spLocks/>
            </p:cNvSpPr>
            <p:nvPr/>
          </p:nvSpPr>
          <p:spPr>
            <a:xfrm>
              <a:off x="2337190" y="35949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0" name="02_predicted_pose_389">
              <a:extLst>
                <a:ext uri="{FF2B5EF4-FFF2-40B4-BE49-F238E27FC236}">
                  <a16:creationId xmlns:a16="http://schemas.microsoft.com/office/drawing/2014/main" id="{FE969A6B-21AE-49CD-BFB6-E51248AD02D5}"/>
                </a:ext>
              </a:extLst>
            </p:cNvPr>
            <p:cNvSpPr>
              <a:spLocks/>
            </p:cNvSpPr>
            <p:nvPr/>
          </p:nvSpPr>
          <p:spPr>
            <a:xfrm>
              <a:off x="2458809" y="3563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1" name="02_predicted_pose_390">
              <a:extLst>
                <a:ext uri="{FF2B5EF4-FFF2-40B4-BE49-F238E27FC236}">
                  <a16:creationId xmlns:a16="http://schemas.microsoft.com/office/drawing/2014/main" id="{8A1E0C36-01CD-42F4-AC4A-5D8D4BA304BF}"/>
                </a:ext>
              </a:extLst>
            </p:cNvPr>
            <p:cNvSpPr>
              <a:spLocks/>
            </p:cNvSpPr>
            <p:nvPr/>
          </p:nvSpPr>
          <p:spPr>
            <a:xfrm>
              <a:off x="2430902" y="32174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2" name="02_predicted_pose_391">
              <a:extLst>
                <a:ext uri="{FF2B5EF4-FFF2-40B4-BE49-F238E27FC236}">
                  <a16:creationId xmlns:a16="http://schemas.microsoft.com/office/drawing/2014/main" id="{43489370-3D9E-4D55-A997-D20B96E960E4}"/>
                </a:ext>
              </a:extLst>
            </p:cNvPr>
            <p:cNvSpPr>
              <a:spLocks/>
            </p:cNvSpPr>
            <p:nvPr/>
          </p:nvSpPr>
          <p:spPr>
            <a:xfrm>
              <a:off x="2472246" y="30296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3" name="02_predicted_pose_392">
              <a:extLst>
                <a:ext uri="{FF2B5EF4-FFF2-40B4-BE49-F238E27FC236}">
                  <a16:creationId xmlns:a16="http://schemas.microsoft.com/office/drawing/2014/main" id="{53A684E4-C39B-486D-804E-B8DA9A478A08}"/>
                </a:ext>
              </a:extLst>
            </p:cNvPr>
            <p:cNvSpPr>
              <a:spLocks/>
            </p:cNvSpPr>
            <p:nvPr/>
          </p:nvSpPr>
          <p:spPr>
            <a:xfrm>
              <a:off x="2565958" y="32921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4" name="02_predicted_pose_393">
              <a:extLst>
                <a:ext uri="{FF2B5EF4-FFF2-40B4-BE49-F238E27FC236}">
                  <a16:creationId xmlns:a16="http://schemas.microsoft.com/office/drawing/2014/main" id="{20739F49-CB84-4C2F-B57A-5487B1D4C8FC}"/>
                </a:ext>
              </a:extLst>
            </p:cNvPr>
            <p:cNvSpPr>
              <a:spLocks/>
            </p:cNvSpPr>
            <p:nvPr/>
          </p:nvSpPr>
          <p:spPr>
            <a:xfrm>
              <a:off x="2621083" y="33909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5" name="02_predicted_pose_394">
              <a:extLst>
                <a:ext uri="{FF2B5EF4-FFF2-40B4-BE49-F238E27FC236}">
                  <a16:creationId xmlns:a16="http://schemas.microsoft.com/office/drawing/2014/main" id="{E1D1EE7C-4E49-4481-87C2-C89E8635CDA1}"/>
                </a:ext>
              </a:extLst>
            </p:cNvPr>
            <p:cNvSpPr>
              <a:spLocks/>
            </p:cNvSpPr>
            <p:nvPr/>
          </p:nvSpPr>
          <p:spPr>
            <a:xfrm>
              <a:off x="2535639" y="28218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6" name="02_predicted_pose_395">
              <a:extLst>
                <a:ext uri="{FF2B5EF4-FFF2-40B4-BE49-F238E27FC236}">
                  <a16:creationId xmlns:a16="http://schemas.microsoft.com/office/drawing/2014/main" id="{B294A76D-800E-4F4B-BBA5-82E6AC25FCC6}"/>
                </a:ext>
              </a:extLst>
            </p:cNvPr>
            <p:cNvSpPr>
              <a:spLocks/>
            </p:cNvSpPr>
            <p:nvPr/>
          </p:nvSpPr>
          <p:spPr>
            <a:xfrm>
              <a:off x="2414365" y="3302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7" name="02_predicted_pose_396">
              <a:extLst>
                <a:ext uri="{FF2B5EF4-FFF2-40B4-BE49-F238E27FC236}">
                  <a16:creationId xmlns:a16="http://schemas.microsoft.com/office/drawing/2014/main" id="{1EA4FA65-D9E9-4D36-BD48-4C44CAD89D83}"/>
                </a:ext>
              </a:extLst>
            </p:cNvPr>
            <p:cNvSpPr>
              <a:spLocks/>
            </p:cNvSpPr>
            <p:nvPr/>
          </p:nvSpPr>
          <p:spPr>
            <a:xfrm>
              <a:off x="2441927" y="32912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8" name="02_predicted_pose_397">
              <a:extLst>
                <a:ext uri="{FF2B5EF4-FFF2-40B4-BE49-F238E27FC236}">
                  <a16:creationId xmlns:a16="http://schemas.microsoft.com/office/drawing/2014/main" id="{4F1D697B-E00A-4274-A9B6-7353512AEBB8}"/>
                </a:ext>
              </a:extLst>
            </p:cNvPr>
            <p:cNvSpPr>
              <a:spLocks/>
            </p:cNvSpPr>
            <p:nvPr/>
          </p:nvSpPr>
          <p:spPr>
            <a:xfrm>
              <a:off x="2483271" y="3264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399" name="02_predicted_pose_398">
              <a:extLst>
                <a:ext uri="{FF2B5EF4-FFF2-40B4-BE49-F238E27FC236}">
                  <a16:creationId xmlns:a16="http://schemas.microsoft.com/office/drawing/2014/main" id="{10AD357E-F908-4C7A-8474-1F816DD4F7B8}"/>
                </a:ext>
              </a:extLst>
            </p:cNvPr>
            <p:cNvSpPr>
              <a:spLocks/>
            </p:cNvSpPr>
            <p:nvPr/>
          </p:nvSpPr>
          <p:spPr>
            <a:xfrm>
              <a:off x="2510833" y="32965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0" name="02_predicted_pose_399">
              <a:extLst>
                <a:ext uri="{FF2B5EF4-FFF2-40B4-BE49-F238E27FC236}">
                  <a16:creationId xmlns:a16="http://schemas.microsoft.com/office/drawing/2014/main" id="{84777E5E-B1F8-4CC6-8AFF-E7A5E4C0FD11}"/>
                </a:ext>
              </a:extLst>
            </p:cNvPr>
            <p:cNvSpPr>
              <a:spLocks/>
            </p:cNvSpPr>
            <p:nvPr/>
          </p:nvSpPr>
          <p:spPr>
            <a:xfrm>
              <a:off x="2524614" y="33185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1" name="02_predicted_pose_400">
              <a:extLst>
                <a:ext uri="{FF2B5EF4-FFF2-40B4-BE49-F238E27FC236}">
                  <a16:creationId xmlns:a16="http://schemas.microsoft.com/office/drawing/2014/main" id="{915F3422-0A0B-4B51-B6E8-4DC35A227CE1}"/>
                </a:ext>
              </a:extLst>
            </p:cNvPr>
            <p:cNvSpPr>
              <a:spLocks/>
            </p:cNvSpPr>
            <p:nvPr/>
          </p:nvSpPr>
          <p:spPr>
            <a:xfrm>
              <a:off x="2427801" y="33165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2" name="02_predicted_pose_401">
              <a:extLst>
                <a:ext uri="{FF2B5EF4-FFF2-40B4-BE49-F238E27FC236}">
                  <a16:creationId xmlns:a16="http://schemas.microsoft.com/office/drawing/2014/main" id="{23D86242-A244-4446-A57A-466F98530B32}"/>
                </a:ext>
              </a:extLst>
            </p:cNvPr>
            <p:cNvSpPr>
              <a:spLocks/>
            </p:cNvSpPr>
            <p:nvPr/>
          </p:nvSpPr>
          <p:spPr>
            <a:xfrm>
              <a:off x="2530471" y="35247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3" name="02_predicted_pose_402">
              <a:extLst>
                <a:ext uri="{FF2B5EF4-FFF2-40B4-BE49-F238E27FC236}">
                  <a16:creationId xmlns:a16="http://schemas.microsoft.com/office/drawing/2014/main" id="{BCABF2BD-1A5E-4CA3-AD40-885BD9362939}"/>
                </a:ext>
              </a:extLst>
            </p:cNvPr>
            <p:cNvSpPr>
              <a:spLocks/>
            </p:cNvSpPr>
            <p:nvPr/>
          </p:nvSpPr>
          <p:spPr>
            <a:xfrm>
              <a:off x="2558034" y="34617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4" name="02_predicted_pose_403">
              <a:extLst>
                <a:ext uri="{FF2B5EF4-FFF2-40B4-BE49-F238E27FC236}">
                  <a16:creationId xmlns:a16="http://schemas.microsoft.com/office/drawing/2014/main" id="{2190220C-9CD6-4D75-BFF8-F9B218B0A9A7}"/>
                </a:ext>
              </a:extLst>
            </p:cNvPr>
            <p:cNvSpPr>
              <a:spLocks/>
            </p:cNvSpPr>
            <p:nvPr/>
          </p:nvSpPr>
          <p:spPr>
            <a:xfrm>
              <a:off x="2613159" y="35455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5" name="02_predicted_pose_404">
              <a:extLst>
                <a:ext uri="{FF2B5EF4-FFF2-40B4-BE49-F238E27FC236}">
                  <a16:creationId xmlns:a16="http://schemas.microsoft.com/office/drawing/2014/main" id="{3C3AD694-F410-45E2-806B-52E74F94CEF7}"/>
                </a:ext>
              </a:extLst>
            </p:cNvPr>
            <p:cNvSpPr>
              <a:spLocks/>
            </p:cNvSpPr>
            <p:nvPr/>
          </p:nvSpPr>
          <p:spPr>
            <a:xfrm>
              <a:off x="2373710" y="34153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6" name="02_predicted_pose_405">
              <a:extLst>
                <a:ext uri="{FF2B5EF4-FFF2-40B4-BE49-F238E27FC236}">
                  <a16:creationId xmlns:a16="http://schemas.microsoft.com/office/drawing/2014/main" id="{5BC2B4A0-29A3-43AD-8726-FF9025085DFB}"/>
                </a:ext>
              </a:extLst>
            </p:cNvPr>
            <p:cNvSpPr>
              <a:spLocks/>
            </p:cNvSpPr>
            <p:nvPr/>
          </p:nvSpPr>
          <p:spPr>
            <a:xfrm>
              <a:off x="2382323" y="34857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7" name="02_predicted_pose_406">
              <a:extLst>
                <a:ext uri="{FF2B5EF4-FFF2-40B4-BE49-F238E27FC236}">
                  <a16:creationId xmlns:a16="http://schemas.microsoft.com/office/drawing/2014/main" id="{6F43C71B-9B9A-4C36-9211-4B793BAD130C}"/>
                </a:ext>
              </a:extLst>
            </p:cNvPr>
            <p:cNvSpPr>
              <a:spLocks/>
            </p:cNvSpPr>
            <p:nvPr/>
          </p:nvSpPr>
          <p:spPr>
            <a:xfrm>
              <a:off x="2396104" y="34832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8" name="02_predicted_pose_407">
              <a:extLst>
                <a:ext uri="{FF2B5EF4-FFF2-40B4-BE49-F238E27FC236}">
                  <a16:creationId xmlns:a16="http://schemas.microsoft.com/office/drawing/2014/main" id="{70A21D23-4763-49AC-9DEA-1ECA87DDBC00}"/>
                </a:ext>
              </a:extLst>
            </p:cNvPr>
            <p:cNvSpPr>
              <a:spLocks/>
            </p:cNvSpPr>
            <p:nvPr/>
          </p:nvSpPr>
          <p:spPr>
            <a:xfrm>
              <a:off x="2423667" y="33758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09" name="02_predicted_pose_408">
              <a:extLst>
                <a:ext uri="{FF2B5EF4-FFF2-40B4-BE49-F238E27FC236}">
                  <a16:creationId xmlns:a16="http://schemas.microsoft.com/office/drawing/2014/main" id="{31D33D8B-20AB-43A1-8793-9D51C62A8170}"/>
                </a:ext>
              </a:extLst>
            </p:cNvPr>
            <p:cNvSpPr>
              <a:spLocks/>
            </p:cNvSpPr>
            <p:nvPr/>
          </p:nvSpPr>
          <p:spPr>
            <a:xfrm>
              <a:off x="2451229" y="34696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0" name="02_predicted_pose_409">
              <a:extLst>
                <a:ext uri="{FF2B5EF4-FFF2-40B4-BE49-F238E27FC236}">
                  <a16:creationId xmlns:a16="http://schemas.microsoft.com/office/drawing/2014/main" id="{876801C3-EFB1-48BC-BEB0-4187ECADF1EF}"/>
                </a:ext>
              </a:extLst>
            </p:cNvPr>
            <p:cNvSpPr>
              <a:spLocks/>
            </p:cNvSpPr>
            <p:nvPr/>
          </p:nvSpPr>
          <p:spPr>
            <a:xfrm>
              <a:off x="2478792" y="35067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1" name="02_predicted_pose_410">
              <a:extLst>
                <a:ext uri="{FF2B5EF4-FFF2-40B4-BE49-F238E27FC236}">
                  <a16:creationId xmlns:a16="http://schemas.microsoft.com/office/drawing/2014/main" id="{174A80C0-9410-44AC-B8E9-8EFD0635363D}"/>
                </a:ext>
              </a:extLst>
            </p:cNvPr>
            <p:cNvSpPr>
              <a:spLocks/>
            </p:cNvSpPr>
            <p:nvPr/>
          </p:nvSpPr>
          <p:spPr>
            <a:xfrm>
              <a:off x="2448473" y="32636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2" name="02_predicted_pose_411">
              <a:extLst>
                <a:ext uri="{FF2B5EF4-FFF2-40B4-BE49-F238E27FC236}">
                  <a16:creationId xmlns:a16="http://schemas.microsoft.com/office/drawing/2014/main" id="{9249407A-568A-4F9C-ABD6-5824AB2AEDCD}"/>
                </a:ext>
              </a:extLst>
            </p:cNvPr>
            <p:cNvSpPr>
              <a:spLocks/>
            </p:cNvSpPr>
            <p:nvPr/>
          </p:nvSpPr>
          <p:spPr>
            <a:xfrm>
              <a:off x="2395760" y="32799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3" name="02_predicted_pose_412">
              <a:extLst>
                <a:ext uri="{FF2B5EF4-FFF2-40B4-BE49-F238E27FC236}">
                  <a16:creationId xmlns:a16="http://schemas.microsoft.com/office/drawing/2014/main" id="{D24393AF-930E-4434-A7B0-7BF344C9EE5A}"/>
                </a:ext>
              </a:extLst>
            </p:cNvPr>
            <p:cNvSpPr>
              <a:spLocks/>
            </p:cNvSpPr>
            <p:nvPr/>
          </p:nvSpPr>
          <p:spPr>
            <a:xfrm>
              <a:off x="2312383" y="34763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4" name="02_predicted_pose_413">
              <a:extLst>
                <a:ext uri="{FF2B5EF4-FFF2-40B4-BE49-F238E27FC236}">
                  <a16:creationId xmlns:a16="http://schemas.microsoft.com/office/drawing/2014/main" id="{050374A4-EC85-4450-BBDF-60F74861FF3A}"/>
                </a:ext>
              </a:extLst>
            </p:cNvPr>
            <p:cNvSpPr>
              <a:spLocks/>
            </p:cNvSpPr>
            <p:nvPr/>
          </p:nvSpPr>
          <p:spPr>
            <a:xfrm>
              <a:off x="2556311" y="27420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5" name="02_predicted_pose_414">
              <a:extLst>
                <a:ext uri="{FF2B5EF4-FFF2-40B4-BE49-F238E27FC236}">
                  <a16:creationId xmlns:a16="http://schemas.microsoft.com/office/drawing/2014/main" id="{17DE0C51-8662-436A-98E2-B86EE7DA12CA}"/>
                </a:ext>
              </a:extLst>
            </p:cNvPr>
            <p:cNvSpPr>
              <a:spLocks/>
            </p:cNvSpPr>
            <p:nvPr/>
          </p:nvSpPr>
          <p:spPr>
            <a:xfrm>
              <a:off x="2513245" y="26584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6" name="02_predicted_pose_415">
              <a:extLst>
                <a:ext uri="{FF2B5EF4-FFF2-40B4-BE49-F238E27FC236}">
                  <a16:creationId xmlns:a16="http://schemas.microsoft.com/office/drawing/2014/main" id="{9345073E-179A-43C8-B1FC-13B5E10FEF68}"/>
                </a:ext>
              </a:extLst>
            </p:cNvPr>
            <p:cNvSpPr>
              <a:spLocks/>
            </p:cNvSpPr>
            <p:nvPr/>
          </p:nvSpPr>
          <p:spPr>
            <a:xfrm>
              <a:off x="2333055" y="29649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7" name="02_predicted_pose_416">
              <a:extLst>
                <a:ext uri="{FF2B5EF4-FFF2-40B4-BE49-F238E27FC236}">
                  <a16:creationId xmlns:a16="http://schemas.microsoft.com/office/drawing/2014/main" id="{FCAE5527-5F1A-4682-8807-9B66A5E7FAFD}"/>
                </a:ext>
              </a:extLst>
            </p:cNvPr>
            <p:cNvSpPr>
              <a:spLocks/>
            </p:cNvSpPr>
            <p:nvPr/>
          </p:nvSpPr>
          <p:spPr>
            <a:xfrm>
              <a:off x="2513589" y="30444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8" name="02_predicted_pose_417">
              <a:extLst>
                <a:ext uri="{FF2B5EF4-FFF2-40B4-BE49-F238E27FC236}">
                  <a16:creationId xmlns:a16="http://schemas.microsoft.com/office/drawing/2014/main" id="{96BCB83E-02A7-4FD4-A180-7CDF536FB860}"/>
                </a:ext>
              </a:extLst>
            </p:cNvPr>
            <p:cNvSpPr>
              <a:spLocks/>
            </p:cNvSpPr>
            <p:nvPr/>
          </p:nvSpPr>
          <p:spPr>
            <a:xfrm>
              <a:off x="2527371" y="30404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19" name="02_predicted_pose_418">
              <a:extLst>
                <a:ext uri="{FF2B5EF4-FFF2-40B4-BE49-F238E27FC236}">
                  <a16:creationId xmlns:a16="http://schemas.microsoft.com/office/drawing/2014/main" id="{AAFB9E8A-37DE-4B4F-B873-22104F3D783B}"/>
                </a:ext>
              </a:extLst>
            </p:cNvPr>
            <p:cNvSpPr>
              <a:spLocks/>
            </p:cNvSpPr>
            <p:nvPr/>
          </p:nvSpPr>
          <p:spPr>
            <a:xfrm>
              <a:off x="2541152" y="29856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0" name="02_predicted_pose_419">
              <a:extLst>
                <a:ext uri="{FF2B5EF4-FFF2-40B4-BE49-F238E27FC236}">
                  <a16:creationId xmlns:a16="http://schemas.microsoft.com/office/drawing/2014/main" id="{DBFA7F85-0797-40DC-B217-570485C6016F}"/>
                </a:ext>
              </a:extLst>
            </p:cNvPr>
            <p:cNvSpPr>
              <a:spLocks/>
            </p:cNvSpPr>
            <p:nvPr/>
          </p:nvSpPr>
          <p:spPr>
            <a:xfrm>
              <a:off x="2554933" y="30512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1" name="02_predicted_pose_420">
              <a:extLst>
                <a:ext uri="{FF2B5EF4-FFF2-40B4-BE49-F238E27FC236}">
                  <a16:creationId xmlns:a16="http://schemas.microsoft.com/office/drawing/2014/main" id="{83BF2D87-FA1C-47EF-A6BD-FB58C5DBECC0}"/>
                </a:ext>
              </a:extLst>
            </p:cNvPr>
            <p:cNvSpPr>
              <a:spLocks/>
            </p:cNvSpPr>
            <p:nvPr/>
          </p:nvSpPr>
          <p:spPr>
            <a:xfrm>
              <a:off x="2568714" y="298405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2" name="02_predicted_pose_421">
              <a:extLst>
                <a:ext uri="{FF2B5EF4-FFF2-40B4-BE49-F238E27FC236}">
                  <a16:creationId xmlns:a16="http://schemas.microsoft.com/office/drawing/2014/main" id="{63EA16C6-936B-4101-ACFB-5D27F03E76B1}"/>
                </a:ext>
              </a:extLst>
            </p:cNvPr>
            <p:cNvSpPr>
              <a:spLocks/>
            </p:cNvSpPr>
            <p:nvPr/>
          </p:nvSpPr>
          <p:spPr>
            <a:xfrm>
              <a:off x="2354072" y="325831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3" name="02_predicted_pose_422">
              <a:extLst>
                <a:ext uri="{FF2B5EF4-FFF2-40B4-BE49-F238E27FC236}">
                  <a16:creationId xmlns:a16="http://schemas.microsoft.com/office/drawing/2014/main" id="{71576C4C-4F97-45EC-A824-983C8AAFA9A3}"/>
                </a:ext>
              </a:extLst>
            </p:cNvPr>
            <p:cNvSpPr>
              <a:spLocks/>
            </p:cNvSpPr>
            <p:nvPr/>
          </p:nvSpPr>
          <p:spPr>
            <a:xfrm>
              <a:off x="2367853" y="28067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4" name="02_predicted_pose_423">
              <a:extLst>
                <a:ext uri="{FF2B5EF4-FFF2-40B4-BE49-F238E27FC236}">
                  <a16:creationId xmlns:a16="http://schemas.microsoft.com/office/drawing/2014/main" id="{99F38CF1-6DCB-43AA-A541-7C98CDD0FBEB}"/>
                </a:ext>
              </a:extLst>
            </p:cNvPr>
            <p:cNvSpPr>
              <a:spLocks/>
            </p:cNvSpPr>
            <p:nvPr/>
          </p:nvSpPr>
          <p:spPr>
            <a:xfrm>
              <a:off x="2395415" y="28926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5" name="02_predicted_pose_424">
              <a:extLst>
                <a:ext uri="{FF2B5EF4-FFF2-40B4-BE49-F238E27FC236}">
                  <a16:creationId xmlns:a16="http://schemas.microsoft.com/office/drawing/2014/main" id="{649FFD39-AED6-4D6B-8758-A07986E065B3}"/>
                </a:ext>
              </a:extLst>
            </p:cNvPr>
            <p:cNvSpPr>
              <a:spLocks/>
            </p:cNvSpPr>
            <p:nvPr/>
          </p:nvSpPr>
          <p:spPr>
            <a:xfrm>
              <a:off x="2478792" y="328911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6" name="02_predicted_pose_425">
              <a:extLst>
                <a:ext uri="{FF2B5EF4-FFF2-40B4-BE49-F238E27FC236}">
                  <a16:creationId xmlns:a16="http://schemas.microsoft.com/office/drawing/2014/main" id="{1EA49CD7-DE08-4DE6-9E92-F172BB1FCD72}"/>
                </a:ext>
              </a:extLst>
            </p:cNvPr>
            <p:cNvSpPr>
              <a:spLocks/>
            </p:cNvSpPr>
            <p:nvPr/>
          </p:nvSpPr>
          <p:spPr>
            <a:xfrm>
              <a:off x="2506354" y="33151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7" name="02_predicted_pose_426">
              <a:extLst>
                <a:ext uri="{FF2B5EF4-FFF2-40B4-BE49-F238E27FC236}">
                  <a16:creationId xmlns:a16="http://schemas.microsoft.com/office/drawing/2014/main" id="{1872546A-7F55-4A1C-981B-4CDF3F9EE6F7}"/>
                </a:ext>
              </a:extLst>
            </p:cNvPr>
            <p:cNvSpPr>
              <a:spLocks/>
            </p:cNvSpPr>
            <p:nvPr/>
          </p:nvSpPr>
          <p:spPr>
            <a:xfrm>
              <a:off x="2533917" y="33268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8" name="02_predicted_pose_427">
              <a:extLst>
                <a:ext uri="{FF2B5EF4-FFF2-40B4-BE49-F238E27FC236}">
                  <a16:creationId xmlns:a16="http://schemas.microsoft.com/office/drawing/2014/main" id="{63DC9F7B-6B76-410D-A967-1C32F105A888}"/>
                </a:ext>
              </a:extLst>
            </p:cNvPr>
            <p:cNvSpPr>
              <a:spLocks/>
            </p:cNvSpPr>
            <p:nvPr/>
          </p:nvSpPr>
          <p:spPr>
            <a:xfrm>
              <a:off x="2561479" y="33257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29" name="02_predicted_pose_428">
              <a:extLst>
                <a:ext uri="{FF2B5EF4-FFF2-40B4-BE49-F238E27FC236}">
                  <a16:creationId xmlns:a16="http://schemas.microsoft.com/office/drawing/2014/main" id="{E4A6218C-D569-4DC3-BAB7-CC6CAAB69472}"/>
                </a:ext>
              </a:extLst>
            </p:cNvPr>
            <p:cNvSpPr>
              <a:spLocks/>
            </p:cNvSpPr>
            <p:nvPr/>
          </p:nvSpPr>
          <p:spPr>
            <a:xfrm>
              <a:off x="2641410" y="32338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0" name="02_predicted_pose_429">
              <a:extLst>
                <a:ext uri="{FF2B5EF4-FFF2-40B4-BE49-F238E27FC236}">
                  <a16:creationId xmlns:a16="http://schemas.microsoft.com/office/drawing/2014/main" id="{1032FB7D-1DDF-4746-8773-1079C4DC7FB2}"/>
                </a:ext>
              </a:extLst>
            </p:cNvPr>
            <p:cNvSpPr>
              <a:spLocks/>
            </p:cNvSpPr>
            <p:nvPr/>
          </p:nvSpPr>
          <p:spPr>
            <a:xfrm>
              <a:off x="2325476" y="33632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1" name="02_predicted_pose_430">
              <a:extLst>
                <a:ext uri="{FF2B5EF4-FFF2-40B4-BE49-F238E27FC236}">
                  <a16:creationId xmlns:a16="http://schemas.microsoft.com/office/drawing/2014/main" id="{A76F1502-5617-4E13-958D-8C930205359E}"/>
                </a:ext>
              </a:extLst>
            </p:cNvPr>
            <p:cNvSpPr>
              <a:spLocks/>
            </p:cNvSpPr>
            <p:nvPr/>
          </p:nvSpPr>
          <p:spPr>
            <a:xfrm>
              <a:off x="2353038" y="32343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2" name="02_predicted_pose_431">
              <a:extLst>
                <a:ext uri="{FF2B5EF4-FFF2-40B4-BE49-F238E27FC236}">
                  <a16:creationId xmlns:a16="http://schemas.microsoft.com/office/drawing/2014/main" id="{9D954717-F960-426F-AE23-23AED18421CD}"/>
                </a:ext>
              </a:extLst>
            </p:cNvPr>
            <p:cNvSpPr>
              <a:spLocks/>
            </p:cNvSpPr>
            <p:nvPr/>
          </p:nvSpPr>
          <p:spPr>
            <a:xfrm>
              <a:off x="2380600" y="34368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3" name="02_predicted_pose_432">
              <a:extLst>
                <a:ext uri="{FF2B5EF4-FFF2-40B4-BE49-F238E27FC236}">
                  <a16:creationId xmlns:a16="http://schemas.microsoft.com/office/drawing/2014/main" id="{D6EE9250-5536-4F0F-ACA6-CEC2AD7B5504}"/>
                </a:ext>
              </a:extLst>
            </p:cNvPr>
            <p:cNvSpPr>
              <a:spLocks/>
            </p:cNvSpPr>
            <p:nvPr/>
          </p:nvSpPr>
          <p:spPr>
            <a:xfrm>
              <a:off x="2408163" y="33968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4" name="02_predicted_pose_433">
              <a:extLst>
                <a:ext uri="{FF2B5EF4-FFF2-40B4-BE49-F238E27FC236}">
                  <a16:creationId xmlns:a16="http://schemas.microsoft.com/office/drawing/2014/main" id="{2C9ABE98-750D-43CA-89B5-578EC8F8300E}"/>
                </a:ext>
              </a:extLst>
            </p:cNvPr>
            <p:cNvSpPr>
              <a:spLocks/>
            </p:cNvSpPr>
            <p:nvPr/>
          </p:nvSpPr>
          <p:spPr>
            <a:xfrm>
              <a:off x="2311350" y="32559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5" name="02_predicted_pose_434">
              <a:extLst>
                <a:ext uri="{FF2B5EF4-FFF2-40B4-BE49-F238E27FC236}">
                  <a16:creationId xmlns:a16="http://schemas.microsoft.com/office/drawing/2014/main" id="{93CA5182-65B8-45BA-B36B-BCAFA186756B}"/>
                </a:ext>
              </a:extLst>
            </p:cNvPr>
            <p:cNvSpPr>
              <a:spLocks/>
            </p:cNvSpPr>
            <p:nvPr/>
          </p:nvSpPr>
          <p:spPr>
            <a:xfrm>
              <a:off x="2360962" y="33839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6" name="02_predicted_pose_435">
              <a:extLst>
                <a:ext uri="{FF2B5EF4-FFF2-40B4-BE49-F238E27FC236}">
                  <a16:creationId xmlns:a16="http://schemas.microsoft.com/office/drawing/2014/main" id="{02282ACB-0D96-4B15-B2A4-7A1AEEDF568A}"/>
                </a:ext>
              </a:extLst>
            </p:cNvPr>
            <p:cNvSpPr>
              <a:spLocks/>
            </p:cNvSpPr>
            <p:nvPr/>
          </p:nvSpPr>
          <p:spPr>
            <a:xfrm>
              <a:off x="2502909" y="33210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7" name="02_predicted_pose_436">
              <a:extLst>
                <a:ext uri="{FF2B5EF4-FFF2-40B4-BE49-F238E27FC236}">
                  <a16:creationId xmlns:a16="http://schemas.microsoft.com/office/drawing/2014/main" id="{ACE793B7-1CD4-45E0-8B4B-489EE42963F5}"/>
                </a:ext>
              </a:extLst>
            </p:cNvPr>
            <p:cNvSpPr>
              <a:spLocks/>
            </p:cNvSpPr>
            <p:nvPr/>
          </p:nvSpPr>
          <p:spPr>
            <a:xfrm>
              <a:off x="2530471" y="32870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8" name="02_predicted_pose_437">
              <a:extLst>
                <a:ext uri="{FF2B5EF4-FFF2-40B4-BE49-F238E27FC236}">
                  <a16:creationId xmlns:a16="http://schemas.microsoft.com/office/drawing/2014/main" id="{19EF5A16-8282-47A4-AA39-BD621E77ED2A}"/>
                </a:ext>
              </a:extLst>
            </p:cNvPr>
            <p:cNvSpPr>
              <a:spLocks/>
            </p:cNvSpPr>
            <p:nvPr/>
          </p:nvSpPr>
          <p:spPr>
            <a:xfrm>
              <a:off x="2571815" y="322192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39" name="02_predicted_pose_438">
              <a:extLst>
                <a:ext uri="{FF2B5EF4-FFF2-40B4-BE49-F238E27FC236}">
                  <a16:creationId xmlns:a16="http://schemas.microsoft.com/office/drawing/2014/main" id="{D0434AD1-F72D-451B-A00D-37F7BEB32A92}"/>
                </a:ext>
              </a:extLst>
            </p:cNvPr>
            <p:cNvSpPr>
              <a:spLocks/>
            </p:cNvSpPr>
            <p:nvPr/>
          </p:nvSpPr>
          <p:spPr>
            <a:xfrm>
              <a:off x="2599378" y="32867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0" name="02_predicted_pose_439">
              <a:extLst>
                <a:ext uri="{FF2B5EF4-FFF2-40B4-BE49-F238E27FC236}">
                  <a16:creationId xmlns:a16="http://schemas.microsoft.com/office/drawing/2014/main" id="{881D540D-6BA7-4BA5-9A8F-74996878F30F}"/>
                </a:ext>
              </a:extLst>
            </p:cNvPr>
            <p:cNvSpPr>
              <a:spLocks/>
            </p:cNvSpPr>
            <p:nvPr/>
          </p:nvSpPr>
          <p:spPr>
            <a:xfrm>
              <a:off x="2626940" y="34257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1" name="02_predicted_pose_440">
              <a:extLst>
                <a:ext uri="{FF2B5EF4-FFF2-40B4-BE49-F238E27FC236}">
                  <a16:creationId xmlns:a16="http://schemas.microsoft.com/office/drawing/2014/main" id="{E2A82F40-7ACC-441E-AAEA-5CC5AF3DDB20}"/>
                </a:ext>
              </a:extLst>
            </p:cNvPr>
            <p:cNvSpPr>
              <a:spLocks/>
            </p:cNvSpPr>
            <p:nvPr/>
          </p:nvSpPr>
          <p:spPr>
            <a:xfrm>
              <a:off x="2609369" y="32355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2" name="02_predicted_pose_441">
              <a:extLst>
                <a:ext uri="{FF2B5EF4-FFF2-40B4-BE49-F238E27FC236}">
                  <a16:creationId xmlns:a16="http://schemas.microsoft.com/office/drawing/2014/main" id="{B72CBC9E-0E17-45FD-858D-0D2897F16006}"/>
                </a:ext>
              </a:extLst>
            </p:cNvPr>
            <p:cNvSpPr>
              <a:spLocks/>
            </p:cNvSpPr>
            <p:nvPr/>
          </p:nvSpPr>
          <p:spPr>
            <a:xfrm>
              <a:off x="2358895" y="33142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3" name="02_predicted_pose_442">
              <a:extLst>
                <a:ext uri="{FF2B5EF4-FFF2-40B4-BE49-F238E27FC236}">
                  <a16:creationId xmlns:a16="http://schemas.microsoft.com/office/drawing/2014/main" id="{771D089F-FFAA-45DB-9392-D57388DA33F2}"/>
                </a:ext>
              </a:extLst>
            </p:cNvPr>
            <p:cNvSpPr>
              <a:spLocks/>
            </p:cNvSpPr>
            <p:nvPr/>
          </p:nvSpPr>
          <p:spPr>
            <a:xfrm>
              <a:off x="2637965" y="34731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4" name="02_predicted_pose_443">
              <a:extLst>
                <a:ext uri="{FF2B5EF4-FFF2-40B4-BE49-F238E27FC236}">
                  <a16:creationId xmlns:a16="http://schemas.microsoft.com/office/drawing/2014/main" id="{7DB40DC5-6DD3-416D-BAAA-038B11574608}"/>
                </a:ext>
              </a:extLst>
            </p:cNvPr>
            <p:cNvSpPr>
              <a:spLocks/>
            </p:cNvSpPr>
            <p:nvPr/>
          </p:nvSpPr>
          <p:spPr>
            <a:xfrm>
              <a:off x="2480514" y="32408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5" name="02_predicted_pose_444">
              <a:extLst>
                <a:ext uri="{FF2B5EF4-FFF2-40B4-BE49-F238E27FC236}">
                  <a16:creationId xmlns:a16="http://schemas.microsoft.com/office/drawing/2014/main" id="{2A495819-C6C9-4D19-B5DB-300BBFD0F6D6}"/>
                </a:ext>
              </a:extLst>
            </p:cNvPr>
            <p:cNvSpPr>
              <a:spLocks/>
            </p:cNvSpPr>
            <p:nvPr/>
          </p:nvSpPr>
          <p:spPr>
            <a:xfrm>
              <a:off x="2573538" y="33732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6" name="02_predicted_pose_445">
              <a:extLst>
                <a:ext uri="{FF2B5EF4-FFF2-40B4-BE49-F238E27FC236}">
                  <a16:creationId xmlns:a16="http://schemas.microsoft.com/office/drawing/2014/main" id="{85094C02-0596-4026-B163-2BD9DA48E5F2}"/>
                </a:ext>
              </a:extLst>
            </p:cNvPr>
            <p:cNvSpPr>
              <a:spLocks/>
            </p:cNvSpPr>
            <p:nvPr/>
          </p:nvSpPr>
          <p:spPr>
            <a:xfrm>
              <a:off x="2318585" y="33526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7" name="02_predicted_pose_446">
              <a:extLst>
                <a:ext uri="{FF2B5EF4-FFF2-40B4-BE49-F238E27FC236}">
                  <a16:creationId xmlns:a16="http://schemas.microsoft.com/office/drawing/2014/main" id="{AF47F0F7-9651-44AE-BA32-62F9A038D393}"/>
                </a:ext>
              </a:extLst>
            </p:cNvPr>
            <p:cNvSpPr>
              <a:spLocks/>
            </p:cNvSpPr>
            <p:nvPr/>
          </p:nvSpPr>
          <p:spPr>
            <a:xfrm>
              <a:off x="2332366" y="34000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8" name="02_predicted_pose_447">
              <a:extLst>
                <a:ext uri="{FF2B5EF4-FFF2-40B4-BE49-F238E27FC236}">
                  <a16:creationId xmlns:a16="http://schemas.microsoft.com/office/drawing/2014/main" id="{33B44D3A-B8FC-40E4-A5CB-8AA83704FBD1}"/>
                </a:ext>
              </a:extLst>
            </p:cNvPr>
            <p:cNvSpPr>
              <a:spLocks/>
            </p:cNvSpPr>
            <p:nvPr/>
          </p:nvSpPr>
          <p:spPr>
            <a:xfrm>
              <a:off x="2346147" y="32996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49" name="02_predicted_pose_448">
              <a:extLst>
                <a:ext uri="{FF2B5EF4-FFF2-40B4-BE49-F238E27FC236}">
                  <a16:creationId xmlns:a16="http://schemas.microsoft.com/office/drawing/2014/main" id="{EB5FABD3-4BAB-48E2-B290-888DA0EFB740}"/>
                </a:ext>
              </a:extLst>
            </p:cNvPr>
            <p:cNvSpPr>
              <a:spLocks/>
            </p:cNvSpPr>
            <p:nvPr/>
          </p:nvSpPr>
          <p:spPr>
            <a:xfrm>
              <a:off x="2359929" y="33116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0" name="02_predicted_pose_449">
              <a:extLst>
                <a:ext uri="{FF2B5EF4-FFF2-40B4-BE49-F238E27FC236}">
                  <a16:creationId xmlns:a16="http://schemas.microsoft.com/office/drawing/2014/main" id="{AB40DA78-5D58-470A-8242-7098208F6648}"/>
                </a:ext>
              </a:extLst>
            </p:cNvPr>
            <p:cNvSpPr>
              <a:spLocks/>
            </p:cNvSpPr>
            <p:nvPr/>
          </p:nvSpPr>
          <p:spPr>
            <a:xfrm>
              <a:off x="2315484" y="32195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1" name="02_predicted_pose_450">
              <a:extLst>
                <a:ext uri="{FF2B5EF4-FFF2-40B4-BE49-F238E27FC236}">
                  <a16:creationId xmlns:a16="http://schemas.microsoft.com/office/drawing/2014/main" id="{1C7A3FAB-B67E-4EDD-BD61-48EA771808D2}"/>
                </a:ext>
              </a:extLst>
            </p:cNvPr>
            <p:cNvSpPr>
              <a:spLocks/>
            </p:cNvSpPr>
            <p:nvPr/>
          </p:nvSpPr>
          <p:spPr>
            <a:xfrm>
              <a:off x="2343047" y="33749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2" name="02_predicted_pose_451">
              <a:extLst>
                <a:ext uri="{FF2B5EF4-FFF2-40B4-BE49-F238E27FC236}">
                  <a16:creationId xmlns:a16="http://schemas.microsoft.com/office/drawing/2014/main" id="{FA8D1CC6-5A87-400E-BA6A-53F0276F711A}"/>
                </a:ext>
              </a:extLst>
            </p:cNvPr>
            <p:cNvSpPr>
              <a:spLocks/>
            </p:cNvSpPr>
            <p:nvPr/>
          </p:nvSpPr>
          <p:spPr>
            <a:xfrm>
              <a:off x="2427457" y="30037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3" name="02_predicted_pose_452">
              <a:extLst>
                <a:ext uri="{FF2B5EF4-FFF2-40B4-BE49-F238E27FC236}">
                  <a16:creationId xmlns:a16="http://schemas.microsoft.com/office/drawing/2014/main" id="{0F40D474-AB14-4046-82B4-D3A4C294A272}"/>
                </a:ext>
              </a:extLst>
            </p:cNvPr>
            <p:cNvSpPr>
              <a:spLocks/>
            </p:cNvSpPr>
            <p:nvPr/>
          </p:nvSpPr>
          <p:spPr>
            <a:xfrm>
              <a:off x="2375433" y="33153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4" name="02_predicted_pose_453">
              <a:extLst>
                <a:ext uri="{FF2B5EF4-FFF2-40B4-BE49-F238E27FC236}">
                  <a16:creationId xmlns:a16="http://schemas.microsoft.com/office/drawing/2014/main" id="{2064920B-FE89-4F51-A35B-3124449BD203}"/>
                </a:ext>
              </a:extLst>
            </p:cNvPr>
            <p:cNvSpPr>
              <a:spLocks/>
            </p:cNvSpPr>
            <p:nvPr/>
          </p:nvSpPr>
          <p:spPr>
            <a:xfrm>
              <a:off x="2402995" y="31722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5" name="02_predicted_pose_454">
              <a:extLst>
                <a:ext uri="{FF2B5EF4-FFF2-40B4-BE49-F238E27FC236}">
                  <a16:creationId xmlns:a16="http://schemas.microsoft.com/office/drawing/2014/main" id="{A073F96A-3E50-4125-A174-AC80E392FCEB}"/>
                </a:ext>
              </a:extLst>
            </p:cNvPr>
            <p:cNvSpPr>
              <a:spLocks/>
            </p:cNvSpPr>
            <p:nvPr/>
          </p:nvSpPr>
          <p:spPr>
            <a:xfrm>
              <a:off x="2416776" y="31931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6" name="02_predicted_pose_455">
              <a:extLst>
                <a:ext uri="{FF2B5EF4-FFF2-40B4-BE49-F238E27FC236}">
                  <a16:creationId xmlns:a16="http://schemas.microsoft.com/office/drawing/2014/main" id="{17BC6D2C-9CFE-409A-8685-C94865D57A80}"/>
                </a:ext>
              </a:extLst>
            </p:cNvPr>
            <p:cNvSpPr>
              <a:spLocks/>
            </p:cNvSpPr>
            <p:nvPr/>
          </p:nvSpPr>
          <p:spPr>
            <a:xfrm>
              <a:off x="2354416" y="31203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7" name="02_predicted_pose_456">
              <a:extLst>
                <a:ext uri="{FF2B5EF4-FFF2-40B4-BE49-F238E27FC236}">
                  <a16:creationId xmlns:a16="http://schemas.microsoft.com/office/drawing/2014/main" id="{6DAADA79-8A2C-4869-8890-CB339A9C5BA9}"/>
                </a:ext>
              </a:extLst>
            </p:cNvPr>
            <p:cNvSpPr>
              <a:spLocks/>
            </p:cNvSpPr>
            <p:nvPr/>
          </p:nvSpPr>
          <p:spPr>
            <a:xfrm>
              <a:off x="2368197" y="32224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8" name="02_predicted_pose_457">
              <a:extLst>
                <a:ext uri="{FF2B5EF4-FFF2-40B4-BE49-F238E27FC236}">
                  <a16:creationId xmlns:a16="http://schemas.microsoft.com/office/drawing/2014/main" id="{596D1BA7-19FC-478F-9E23-0FCD84DB04EB}"/>
                </a:ext>
              </a:extLst>
            </p:cNvPr>
            <p:cNvSpPr>
              <a:spLocks/>
            </p:cNvSpPr>
            <p:nvPr/>
          </p:nvSpPr>
          <p:spPr>
            <a:xfrm>
              <a:off x="2381979" y="30754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59" name="02_predicted_pose_458">
              <a:extLst>
                <a:ext uri="{FF2B5EF4-FFF2-40B4-BE49-F238E27FC236}">
                  <a16:creationId xmlns:a16="http://schemas.microsoft.com/office/drawing/2014/main" id="{E45C7ACA-4B7C-411B-A5B8-8DFF16A2E079}"/>
                </a:ext>
              </a:extLst>
            </p:cNvPr>
            <p:cNvSpPr>
              <a:spLocks/>
            </p:cNvSpPr>
            <p:nvPr/>
          </p:nvSpPr>
          <p:spPr>
            <a:xfrm>
              <a:off x="2401272" y="28766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0" name="02_predicted_pose_459">
              <a:extLst>
                <a:ext uri="{FF2B5EF4-FFF2-40B4-BE49-F238E27FC236}">
                  <a16:creationId xmlns:a16="http://schemas.microsoft.com/office/drawing/2014/main" id="{6D560FFA-2074-44FC-94FD-AF7904B7B6AA}"/>
                </a:ext>
              </a:extLst>
            </p:cNvPr>
            <p:cNvSpPr>
              <a:spLocks/>
            </p:cNvSpPr>
            <p:nvPr/>
          </p:nvSpPr>
          <p:spPr>
            <a:xfrm>
              <a:off x="2428835" y="30339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1" name="02_predicted_pose_460">
              <a:extLst>
                <a:ext uri="{FF2B5EF4-FFF2-40B4-BE49-F238E27FC236}">
                  <a16:creationId xmlns:a16="http://schemas.microsoft.com/office/drawing/2014/main" id="{87A4B2B5-301E-40F8-BD05-C1A67754803E}"/>
                </a:ext>
              </a:extLst>
            </p:cNvPr>
            <p:cNvSpPr>
              <a:spLocks/>
            </p:cNvSpPr>
            <p:nvPr/>
          </p:nvSpPr>
          <p:spPr>
            <a:xfrm>
              <a:off x="2442616" y="30308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2" name="02_predicted_pose_461">
              <a:extLst>
                <a:ext uri="{FF2B5EF4-FFF2-40B4-BE49-F238E27FC236}">
                  <a16:creationId xmlns:a16="http://schemas.microsoft.com/office/drawing/2014/main" id="{EDED91FA-D827-4173-A367-C15C4F83CB5E}"/>
                </a:ext>
              </a:extLst>
            </p:cNvPr>
            <p:cNvSpPr>
              <a:spLocks/>
            </p:cNvSpPr>
            <p:nvPr/>
          </p:nvSpPr>
          <p:spPr>
            <a:xfrm>
              <a:off x="2525303" y="29477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3" name="02_predicted_pose_462">
              <a:extLst>
                <a:ext uri="{FF2B5EF4-FFF2-40B4-BE49-F238E27FC236}">
                  <a16:creationId xmlns:a16="http://schemas.microsoft.com/office/drawing/2014/main" id="{D9BD64B0-EA1D-4CFA-B573-A0CCBE0353D1}"/>
                </a:ext>
              </a:extLst>
            </p:cNvPr>
            <p:cNvSpPr>
              <a:spLocks/>
            </p:cNvSpPr>
            <p:nvPr/>
          </p:nvSpPr>
          <p:spPr>
            <a:xfrm>
              <a:off x="2414709" y="30691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4" name="02_predicted_pose_463">
              <a:extLst>
                <a:ext uri="{FF2B5EF4-FFF2-40B4-BE49-F238E27FC236}">
                  <a16:creationId xmlns:a16="http://schemas.microsoft.com/office/drawing/2014/main" id="{9DBB46CB-0601-4199-BA1E-CE22BADEF7CF}"/>
                </a:ext>
              </a:extLst>
            </p:cNvPr>
            <p:cNvSpPr>
              <a:spLocks/>
            </p:cNvSpPr>
            <p:nvPr/>
          </p:nvSpPr>
          <p:spPr>
            <a:xfrm>
              <a:off x="2507732" y="28810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5" name="02_predicted_pose_464">
              <a:extLst>
                <a:ext uri="{FF2B5EF4-FFF2-40B4-BE49-F238E27FC236}">
                  <a16:creationId xmlns:a16="http://schemas.microsoft.com/office/drawing/2014/main" id="{55BF5B14-D8CD-405C-953F-04FBC473566B}"/>
                </a:ext>
              </a:extLst>
            </p:cNvPr>
            <p:cNvSpPr>
              <a:spLocks/>
            </p:cNvSpPr>
            <p:nvPr/>
          </p:nvSpPr>
          <p:spPr>
            <a:xfrm>
              <a:off x="2378878" y="28112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6" name="02_predicted_pose_465">
              <a:extLst>
                <a:ext uri="{FF2B5EF4-FFF2-40B4-BE49-F238E27FC236}">
                  <a16:creationId xmlns:a16="http://schemas.microsoft.com/office/drawing/2014/main" id="{2478C4A8-732A-453C-812F-F164791C33C0}"/>
                </a:ext>
              </a:extLst>
            </p:cNvPr>
            <p:cNvSpPr>
              <a:spLocks/>
            </p:cNvSpPr>
            <p:nvPr/>
          </p:nvSpPr>
          <p:spPr>
            <a:xfrm>
              <a:off x="2525993" y="33335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7" name="02_predicted_pose_466">
              <a:extLst>
                <a:ext uri="{FF2B5EF4-FFF2-40B4-BE49-F238E27FC236}">
                  <a16:creationId xmlns:a16="http://schemas.microsoft.com/office/drawing/2014/main" id="{8750E9DE-D77F-460B-9593-B4A6FA77E6D6}"/>
                </a:ext>
              </a:extLst>
            </p:cNvPr>
            <p:cNvSpPr>
              <a:spLocks/>
            </p:cNvSpPr>
            <p:nvPr/>
          </p:nvSpPr>
          <p:spPr>
            <a:xfrm>
              <a:off x="2539774" y="34296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8" name="02_predicted_pose_467">
              <a:extLst>
                <a:ext uri="{FF2B5EF4-FFF2-40B4-BE49-F238E27FC236}">
                  <a16:creationId xmlns:a16="http://schemas.microsoft.com/office/drawing/2014/main" id="{AF945B1D-2939-45CF-A122-AF00DD94C449}"/>
                </a:ext>
              </a:extLst>
            </p:cNvPr>
            <p:cNvSpPr>
              <a:spLocks/>
            </p:cNvSpPr>
            <p:nvPr/>
          </p:nvSpPr>
          <p:spPr>
            <a:xfrm>
              <a:off x="2500153" y="27017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69" name="02_predicted_pose_468">
              <a:extLst>
                <a:ext uri="{FF2B5EF4-FFF2-40B4-BE49-F238E27FC236}">
                  <a16:creationId xmlns:a16="http://schemas.microsoft.com/office/drawing/2014/main" id="{147763DE-9DF2-480E-BD04-C15DE8ED2D85}"/>
                </a:ext>
              </a:extLst>
            </p:cNvPr>
            <p:cNvSpPr>
              <a:spLocks/>
            </p:cNvSpPr>
            <p:nvPr/>
          </p:nvSpPr>
          <p:spPr>
            <a:xfrm>
              <a:off x="2513934" y="32921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0" name="02_predicted_pose_469">
              <a:extLst>
                <a:ext uri="{FF2B5EF4-FFF2-40B4-BE49-F238E27FC236}">
                  <a16:creationId xmlns:a16="http://schemas.microsoft.com/office/drawing/2014/main" id="{DB9ECA16-0DAA-4C94-9EC5-B67CDFD45DC0}"/>
                </a:ext>
              </a:extLst>
            </p:cNvPr>
            <p:cNvSpPr>
              <a:spLocks/>
            </p:cNvSpPr>
            <p:nvPr/>
          </p:nvSpPr>
          <p:spPr>
            <a:xfrm>
              <a:off x="2527715" y="30952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1" name="02_predicted_pose_470">
              <a:extLst>
                <a:ext uri="{FF2B5EF4-FFF2-40B4-BE49-F238E27FC236}">
                  <a16:creationId xmlns:a16="http://schemas.microsoft.com/office/drawing/2014/main" id="{370A6C2F-DECA-484F-A774-4E79AB5904B5}"/>
                </a:ext>
              </a:extLst>
            </p:cNvPr>
            <p:cNvSpPr>
              <a:spLocks/>
            </p:cNvSpPr>
            <p:nvPr/>
          </p:nvSpPr>
          <p:spPr>
            <a:xfrm>
              <a:off x="2555278" y="33652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2" name="02_predicted_pose_471">
              <a:extLst>
                <a:ext uri="{FF2B5EF4-FFF2-40B4-BE49-F238E27FC236}">
                  <a16:creationId xmlns:a16="http://schemas.microsoft.com/office/drawing/2014/main" id="{0DDE634D-934E-4934-875B-C46AD1560BF7}"/>
                </a:ext>
              </a:extLst>
            </p:cNvPr>
            <p:cNvSpPr>
              <a:spLocks/>
            </p:cNvSpPr>
            <p:nvPr/>
          </p:nvSpPr>
          <p:spPr>
            <a:xfrm>
              <a:off x="2569059" y="33215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3" name="02_predicted_pose_472">
              <a:extLst>
                <a:ext uri="{FF2B5EF4-FFF2-40B4-BE49-F238E27FC236}">
                  <a16:creationId xmlns:a16="http://schemas.microsoft.com/office/drawing/2014/main" id="{1F4F281D-7BEA-4CBB-81EE-3660792448C9}"/>
                </a:ext>
              </a:extLst>
            </p:cNvPr>
            <p:cNvSpPr>
              <a:spLocks/>
            </p:cNvSpPr>
            <p:nvPr/>
          </p:nvSpPr>
          <p:spPr>
            <a:xfrm>
              <a:off x="2382668" y="332286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4" name="02_predicted_pose_473">
              <a:extLst>
                <a:ext uri="{FF2B5EF4-FFF2-40B4-BE49-F238E27FC236}">
                  <a16:creationId xmlns:a16="http://schemas.microsoft.com/office/drawing/2014/main" id="{39C1AAD0-EF3E-4708-9C80-DBACE4DDF897}"/>
                </a:ext>
              </a:extLst>
            </p:cNvPr>
            <p:cNvSpPr>
              <a:spLocks/>
            </p:cNvSpPr>
            <p:nvPr/>
          </p:nvSpPr>
          <p:spPr>
            <a:xfrm>
              <a:off x="2424011" y="34636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5" name="02_predicted_pose_474">
              <a:extLst>
                <a:ext uri="{FF2B5EF4-FFF2-40B4-BE49-F238E27FC236}">
                  <a16:creationId xmlns:a16="http://schemas.microsoft.com/office/drawing/2014/main" id="{8797B467-803D-4FCB-BC46-B0226ECD3477}"/>
                </a:ext>
              </a:extLst>
            </p:cNvPr>
            <p:cNvSpPr>
              <a:spLocks/>
            </p:cNvSpPr>
            <p:nvPr/>
          </p:nvSpPr>
          <p:spPr>
            <a:xfrm>
              <a:off x="2437793" y="34730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6" name="02_predicted_pose_475">
              <a:extLst>
                <a:ext uri="{FF2B5EF4-FFF2-40B4-BE49-F238E27FC236}">
                  <a16:creationId xmlns:a16="http://schemas.microsoft.com/office/drawing/2014/main" id="{E9BEACE2-2201-49A5-B507-8867716AE23E}"/>
                </a:ext>
              </a:extLst>
            </p:cNvPr>
            <p:cNvSpPr>
              <a:spLocks/>
            </p:cNvSpPr>
            <p:nvPr/>
          </p:nvSpPr>
          <p:spPr>
            <a:xfrm>
              <a:off x="2457775" y="27249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7" name="02_predicted_pose_476">
              <a:extLst>
                <a:ext uri="{FF2B5EF4-FFF2-40B4-BE49-F238E27FC236}">
                  <a16:creationId xmlns:a16="http://schemas.microsoft.com/office/drawing/2014/main" id="{4ABCB221-5F05-41D1-AF0F-9C43FD60A060}"/>
                </a:ext>
              </a:extLst>
            </p:cNvPr>
            <p:cNvSpPr>
              <a:spLocks/>
            </p:cNvSpPr>
            <p:nvPr/>
          </p:nvSpPr>
          <p:spPr>
            <a:xfrm>
              <a:off x="2471557" y="27051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8" name="02_predicted_pose_477">
              <a:extLst>
                <a:ext uri="{FF2B5EF4-FFF2-40B4-BE49-F238E27FC236}">
                  <a16:creationId xmlns:a16="http://schemas.microsoft.com/office/drawing/2014/main" id="{B807799F-259D-4BDD-8C3D-BDF87BA03A7B}"/>
                </a:ext>
              </a:extLst>
            </p:cNvPr>
            <p:cNvSpPr>
              <a:spLocks/>
            </p:cNvSpPr>
            <p:nvPr/>
          </p:nvSpPr>
          <p:spPr>
            <a:xfrm>
              <a:off x="2485338" y="29482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79" name="02_predicted_pose_478">
              <a:extLst>
                <a:ext uri="{FF2B5EF4-FFF2-40B4-BE49-F238E27FC236}">
                  <a16:creationId xmlns:a16="http://schemas.microsoft.com/office/drawing/2014/main" id="{33AA7E3F-288A-42C3-9267-14A852049E6A}"/>
                </a:ext>
              </a:extLst>
            </p:cNvPr>
            <p:cNvSpPr>
              <a:spLocks/>
            </p:cNvSpPr>
            <p:nvPr/>
          </p:nvSpPr>
          <p:spPr>
            <a:xfrm>
              <a:off x="2526682" y="27274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0" name="02_predicted_pose_479">
              <a:extLst>
                <a:ext uri="{FF2B5EF4-FFF2-40B4-BE49-F238E27FC236}">
                  <a16:creationId xmlns:a16="http://schemas.microsoft.com/office/drawing/2014/main" id="{1689C0E9-433D-448E-BC21-BD58AADFE047}"/>
                </a:ext>
              </a:extLst>
            </p:cNvPr>
            <p:cNvSpPr>
              <a:spLocks/>
            </p:cNvSpPr>
            <p:nvPr/>
          </p:nvSpPr>
          <p:spPr>
            <a:xfrm>
              <a:off x="2540463" y="32655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1" name="02_predicted_pose_480">
              <a:extLst>
                <a:ext uri="{FF2B5EF4-FFF2-40B4-BE49-F238E27FC236}">
                  <a16:creationId xmlns:a16="http://schemas.microsoft.com/office/drawing/2014/main" id="{B1F545B2-96F0-40E7-B971-1242DB88FF91}"/>
                </a:ext>
              </a:extLst>
            </p:cNvPr>
            <p:cNvSpPr>
              <a:spLocks/>
            </p:cNvSpPr>
            <p:nvPr/>
          </p:nvSpPr>
          <p:spPr>
            <a:xfrm>
              <a:off x="2554244" y="27523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2" name="02_predicted_pose_481">
              <a:extLst>
                <a:ext uri="{FF2B5EF4-FFF2-40B4-BE49-F238E27FC236}">
                  <a16:creationId xmlns:a16="http://schemas.microsoft.com/office/drawing/2014/main" id="{3A7F0E5A-7610-4728-98F7-6A049A12DB99}"/>
                </a:ext>
              </a:extLst>
            </p:cNvPr>
            <p:cNvSpPr>
              <a:spLocks/>
            </p:cNvSpPr>
            <p:nvPr/>
          </p:nvSpPr>
          <p:spPr>
            <a:xfrm>
              <a:off x="2568025" y="27055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3" name="02_predicted_pose_482">
              <a:extLst>
                <a:ext uri="{FF2B5EF4-FFF2-40B4-BE49-F238E27FC236}">
                  <a16:creationId xmlns:a16="http://schemas.microsoft.com/office/drawing/2014/main" id="{03E4A2EE-A87F-4353-B263-0CFC0E4DBFFB}"/>
                </a:ext>
              </a:extLst>
            </p:cNvPr>
            <p:cNvSpPr>
              <a:spLocks/>
            </p:cNvSpPr>
            <p:nvPr/>
          </p:nvSpPr>
          <p:spPr>
            <a:xfrm>
              <a:off x="2457431" y="27340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4" name="02_predicted_pose_483">
              <a:extLst>
                <a:ext uri="{FF2B5EF4-FFF2-40B4-BE49-F238E27FC236}">
                  <a16:creationId xmlns:a16="http://schemas.microsoft.com/office/drawing/2014/main" id="{D9336C15-9485-43D4-ADB0-E98030B931E7}"/>
                </a:ext>
              </a:extLst>
            </p:cNvPr>
            <p:cNvSpPr>
              <a:spLocks/>
            </p:cNvSpPr>
            <p:nvPr/>
          </p:nvSpPr>
          <p:spPr>
            <a:xfrm>
              <a:off x="2550454" y="27397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5" name="02_predicted_pose_484">
              <a:extLst>
                <a:ext uri="{FF2B5EF4-FFF2-40B4-BE49-F238E27FC236}">
                  <a16:creationId xmlns:a16="http://schemas.microsoft.com/office/drawing/2014/main" id="{32BC66EC-3875-45DB-B0C8-6F436B6454D2}"/>
                </a:ext>
              </a:extLst>
            </p:cNvPr>
            <p:cNvSpPr>
              <a:spLocks/>
            </p:cNvSpPr>
            <p:nvPr/>
          </p:nvSpPr>
          <p:spPr>
            <a:xfrm>
              <a:off x="2299980" y="27228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6" name="02_predicted_pose_485">
              <a:extLst>
                <a:ext uri="{FF2B5EF4-FFF2-40B4-BE49-F238E27FC236}">
                  <a16:creationId xmlns:a16="http://schemas.microsoft.com/office/drawing/2014/main" id="{467AD930-581B-46E1-8AAA-D4163674C5BF}"/>
                </a:ext>
              </a:extLst>
            </p:cNvPr>
            <p:cNvSpPr>
              <a:spLocks/>
            </p:cNvSpPr>
            <p:nvPr/>
          </p:nvSpPr>
          <p:spPr>
            <a:xfrm>
              <a:off x="2393004" y="27131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7" name="02_predicted_pose_486">
              <a:extLst>
                <a:ext uri="{FF2B5EF4-FFF2-40B4-BE49-F238E27FC236}">
                  <a16:creationId xmlns:a16="http://schemas.microsoft.com/office/drawing/2014/main" id="{C39F0038-6936-4686-9A02-DEA012E2F547}"/>
                </a:ext>
              </a:extLst>
            </p:cNvPr>
            <p:cNvSpPr>
              <a:spLocks/>
            </p:cNvSpPr>
            <p:nvPr/>
          </p:nvSpPr>
          <p:spPr>
            <a:xfrm>
              <a:off x="2458809" y="34709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8" name="02_predicted_pose_487">
              <a:extLst>
                <a:ext uri="{FF2B5EF4-FFF2-40B4-BE49-F238E27FC236}">
                  <a16:creationId xmlns:a16="http://schemas.microsoft.com/office/drawing/2014/main" id="{74B34B94-8D8B-47C7-8068-97FBE3855B48}"/>
                </a:ext>
              </a:extLst>
            </p:cNvPr>
            <p:cNvSpPr>
              <a:spLocks/>
            </p:cNvSpPr>
            <p:nvPr/>
          </p:nvSpPr>
          <p:spPr>
            <a:xfrm>
              <a:off x="2486371" y="34339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89" name="02_predicted_pose_488">
              <a:extLst>
                <a:ext uri="{FF2B5EF4-FFF2-40B4-BE49-F238E27FC236}">
                  <a16:creationId xmlns:a16="http://schemas.microsoft.com/office/drawing/2014/main" id="{C9656632-975F-4F41-8432-0EFE2CD12C7F}"/>
                </a:ext>
              </a:extLst>
            </p:cNvPr>
            <p:cNvSpPr>
              <a:spLocks/>
            </p:cNvSpPr>
            <p:nvPr/>
          </p:nvSpPr>
          <p:spPr>
            <a:xfrm>
              <a:off x="2513934" y="34763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0" name="02_predicted_pose_489">
              <a:extLst>
                <a:ext uri="{FF2B5EF4-FFF2-40B4-BE49-F238E27FC236}">
                  <a16:creationId xmlns:a16="http://schemas.microsoft.com/office/drawing/2014/main" id="{6E0BF71A-112B-4D6F-9163-7D147B8FDC58}"/>
                </a:ext>
              </a:extLst>
            </p:cNvPr>
            <p:cNvSpPr>
              <a:spLocks/>
            </p:cNvSpPr>
            <p:nvPr/>
          </p:nvSpPr>
          <p:spPr>
            <a:xfrm>
              <a:off x="2541496" y="35197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1" name="02_predicted_pose_490">
              <a:extLst>
                <a:ext uri="{FF2B5EF4-FFF2-40B4-BE49-F238E27FC236}">
                  <a16:creationId xmlns:a16="http://schemas.microsoft.com/office/drawing/2014/main" id="{994C398D-BAD4-4493-A6DE-33CD012F977C}"/>
                </a:ext>
              </a:extLst>
            </p:cNvPr>
            <p:cNvSpPr>
              <a:spLocks/>
            </p:cNvSpPr>
            <p:nvPr/>
          </p:nvSpPr>
          <p:spPr>
            <a:xfrm>
              <a:off x="2569059" y="35559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2" name="02_predicted_pose_491">
              <a:extLst>
                <a:ext uri="{FF2B5EF4-FFF2-40B4-BE49-F238E27FC236}">
                  <a16:creationId xmlns:a16="http://schemas.microsoft.com/office/drawing/2014/main" id="{C2A94259-89AE-4983-B0CC-101CCE2E3021}"/>
                </a:ext>
              </a:extLst>
            </p:cNvPr>
            <p:cNvSpPr>
              <a:spLocks/>
            </p:cNvSpPr>
            <p:nvPr/>
          </p:nvSpPr>
          <p:spPr>
            <a:xfrm>
              <a:off x="2472246" y="34528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3" name="02_predicted_pose_492">
              <a:extLst>
                <a:ext uri="{FF2B5EF4-FFF2-40B4-BE49-F238E27FC236}">
                  <a16:creationId xmlns:a16="http://schemas.microsoft.com/office/drawing/2014/main" id="{B26E1954-E97A-4EB2-A80A-C5A3ABCFFFE6}"/>
                </a:ext>
              </a:extLst>
            </p:cNvPr>
            <p:cNvSpPr>
              <a:spLocks/>
            </p:cNvSpPr>
            <p:nvPr/>
          </p:nvSpPr>
          <p:spPr>
            <a:xfrm>
              <a:off x="2589386" y="32702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4" name="02_predicted_pose_493">
              <a:extLst>
                <a:ext uri="{FF2B5EF4-FFF2-40B4-BE49-F238E27FC236}">
                  <a16:creationId xmlns:a16="http://schemas.microsoft.com/office/drawing/2014/main" id="{10681B1B-5EE6-4B01-A404-44B740B2E9E5}"/>
                </a:ext>
              </a:extLst>
            </p:cNvPr>
            <p:cNvSpPr>
              <a:spLocks/>
            </p:cNvSpPr>
            <p:nvPr/>
          </p:nvSpPr>
          <p:spPr>
            <a:xfrm>
              <a:off x="2603167" y="30953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5" name="02_predicted_pose_494">
              <a:extLst>
                <a:ext uri="{FF2B5EF4-FFF2-40B4-BE49-F238E27FC236}">
                  <a16:creationId xmlns:a16="http://schemas.microsoft.com/office/drawing/2014/main" id="{A5A8791D-5C79-48AF-9EC0-69139ACBC0B5}"/>
                </a:ext>
              </a:extLst>
            </p:cNvPr>
            <p:cNvSpPr>
              <a:spLocks/>
            </p:cNvSpPr>
            <p:nvPr/>
          </p:nvSpPr>
          <p:spPr>
            <a:xfrm>
              <a:off x="2386113" y="29444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6" name="02_predicted_pose_495">
              <a:extLst>
                <a:ext uri="{FF2B5EF4-FFF2-40B4-BE49-F238E27FC236}">
                  <a16:creationId xmlns:a16="http://schemas.microsoft.com/office/drawing/2014/main" id="{EABBE80B-390F-47F4-BBC5-597ABB79FBBE}"/>
                </a:ext>
              </a:extLst>
            </p:cNvPr>
            <p:cNvSpPr>
              <a:spLocks/>
            </p:cNvSpPr>
            <p:nvPr/>
          </p:nvSpPr>
          <p:spPr>
            <a:xfrm>
              <a:off x="2398516" y="351363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7" name="02_predicted_pose_496">
              <a:extLst>
                <a:ext uri="{FF2B5EF4-FFF2-40B4-BE49-F238E27FC236}">
                  <a16:creationId xmlns:a16="http://schemas.microsoft.com/office/drawing/2014/main" id="{303B6B93-D372-4571-8AE4-1F00A2C40650}"/>
                </a:ext>
              </a:extLst>
            </p:cNvPr>
            <p:cNvSpPr>
              <a:spLocks/>
            </p:cNvSpPr>
            <p:nvPr/>
          </p:nvSpPr>
          <p:spPr>
            <a:xfrm>
              <a:off x="2440204" y="33111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8" name="02_predicted_pose_497">
              <a:extLst>
                <a:ext uri="{FF2B5EF4-FFF2-40B4-BE49-F238E27FC236}">
                  <a16:creationId xmlns:a16="http://schemas.microsoft.com/office/drawing/2014/main" id="{22ECA2E5-53FD-4DD8-AA7B-80732CA7B2C3}"/>
                </a:ext>
              </a:extLst>
            </p:cNvPr>
            <p:cNvSpPr>
              <a:spLocks/>
            </p:cNvSpPr>
            <p:nvPr/>
          </p:nvSpPr>
          <p:spPr>
            <a:xfrm>
              <a:off x="2403684" y="33795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499" name="02_predicted_pose_498">
              <a:extLst>
                <a:ext uri="{FF2B5EF4-FFF2-40B4-BE49-F238E27FC236}">
                  <a16:creationId xmlns:a16="http://schemas.microsoft.com/office/drawing/2014/main" id="{BD8CF4BE-3A8F-4F47-822B-FAF484082AC8}"/>
                </a:ext>
              </a:extLst>
            </p:cNvPr>
            <p:cNvSpPr>
              <a:spLocks/>
            </p:cNvSpPr>
            <p:nvPr/>
          </p:nvSpPr>
          <p:spPr>
            <a:xfrm>
              <a:off x="2351660" y="32772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0" name="02_predicted_pose_499">
              <a:extLst>
                <a:ext uri="{FF2B5EF4-FFF2-40B4-BE49-F238E27FC236}">
                  <a16:creationId xmlns:a16="http://schemas.microsoft.com/office/drawing/2014/main" id="{C1A28B11-9AB1-4809-B262-CCA4BDCE86C1}"/>
                </a:ext>
              </a:extLst>
            </p:cNvPr>
            <p:cNvSpPr>
              <a:spLocks/>
            </p:cNvSpPr>
            <p:nvPr/>
          </p:nvSpPr>
          <p:spPr>
            <a:xfrm>
              <a:off x="2483960" y="35914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1" name="02_predicted_pose_500">
              <a:extLst>
                <a:ext uri="{FF2B5EF4-FFF2-40B4-BE49-F238E27FC236}">
                  <a16:creationId xmlns:a16="http://schemas.microsoft.com/office/drawing/2014/main" id="{FE854848-FF48-4FCC-A3A3-2EB72DB62024}"/>
                </a:ext>
              </a:extLst>
            </p:cNvPr>
            <p:cNvSpPr>
              <a:spLocks/>
            </p:cNvSpPr>
            <p:nvPr/>
          </p:nvSpPr>
          <p:spPr>
            <a:xfrm>
              <a:off x="2497741" y="35779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2" name="02_predicted_pose_501">
              <a:extLst>
                <a:ext uri="{FF2B5EF4-FFF2-40B4-BE49-F238E27FC236}">
                  <a16:creationId xmlns:a16="http://schemas.microsoft.com/office/drawing/2014/main" id="{E7BD2C99-B6EF-427C-893B-4BCB93F70D3B}"/>
                </a:ext>
              </a:extLst>
            </p:cNvPr>
            <p:cNvSpPr>
              <a:spLocks/>
            </p:cNvSpPr>
            <p:nvPr/>
          </p:nvSpPr>
          <p:spPr>
            <a:xfrm>
              <a:off x="2511522" y="35672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3" name="02_predicted_pose_502">
              <a:extLst>
                <a:ext uri="{FF2B5EF4-FFF2-40B4-BE49-F238E27FC236}">
                  <a16:creationId xmlns:a16="http://schemas.microsoft.com/office/drawing/2014/main" id="{360E51BB-7B46-4412-82CC-20001518531E}"/>
                </a:ext>
              </a:extLst>
            </p:cNvPr>
            <p:cNvSpPr>
              <a:spLocks/>
            </p:cNvSpPr>
            <p:nvPr/>
          </p:nvSpPr>
          <p:spPr>
            <a:xfrm>
              <a:off x="2525303" y="34951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4" name="02_predicted_pose_503">
              <a:extLst>
                <a:ext uri="{FF2B5EF4-FFF2-40B4-BE49-F238E27FC236}">
                  <a16:creationId xmlns:a16="http://schemas.microsoft.com/office/drawing/2014/main" id="{5CAF43E5-7F4C-4FD2-8B92-898824BC53E4}"/>
                </a:ext>
              </a:extLst>
            </p:cNvPr>
            <p:cNvSpPr>
              <a:spLocks/>
            </p:cNvSpPr>
            <p:nvPr/>
          </p:nvSpPr>
          <p:spPr>
            <a:xfrm>
              <a:off x="2320308" y="35687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5" name="02_predicted_pose_504">
              <a:extLst>
                <a:ext uri="{FF2B5EF4-FFF2-40B4-BE49-F238E27FC236}">
                  <a16:creationId xmlns:a16="http://schemas.microsoft.com/office/drawing/2014/main" id="{EF9601DC-A2FD-4C7C-9322-E98F23B0FCFC}"/>
                </a:ext>
              </a:extLst>
            </p:cNvPr>
            <p:cNvSpPr>
              <a:spLocks/>
            </p:cNvSpPr>
            <p:nvPr/>
          </p:nvSpPr>
          <p:spPr>
            <a:xfrm>
              <a:off x="2347870" y="34914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6" name="02_predicted_pose_505">
              <a:extLst>
                <a:ext uri="{FF2B5EF4-FFF2-40B4-BE49-F238E27FC236}">
                  <a16:creationId xmlns:a16="http://schemas.microsoft.com/office/drawing/2014/main" id="{6CDF01AD-D8A3-4DB3-9BEB-E8BC4F0BE16F}"/>
                </a:ext>
              </a:extLst>
            </p:cNvPr>
            <p:cNvSpPr>
              <a:spLocks/>
            </p:cNvSpPr>
            <p:nvPr/>
          </p:nvSpPr>
          <p:spPr>
            <a:xfrm>
              <a:off x="2559412" y="32111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7" name="02_predicted_pose_506">
              <a:extLst>
                <a:ext uri="{FF2B5EF4-FFF2-40B4-BE49-F238E27FC236}">
                  <a16:creationId xmlns:a16="http://schemas.microsoft.com/office/drawing/2014/main" id="{17875EED-82C6-4DF7-97AF-317E65C6BE7C}"/>
                </a:ext>
              </a:extLst>
            </p:cNvPr>
            <p:cNvSpPr>
              <a:spLocks/>
            </p:cNvSpPr>
            <p:nvPr/>
          </p:nvSpPr>
          <p:spPr>
            <a:xfrm>
              <a:off x="2594210" y="32045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08" name="02_predicted_pose_507">
              <a:extLst>
                <a:ext uri="{FF2B5EF4-FFF2-40B4-BE49-F238E27FC236}">
                  <a16:creationId xmlns:a16="http://schemas.microsoft.com/office/drawing/2014/main" id="{444AAF8A-E73A-4789-B7B1-3F553BBD9B9E}"/>
                </a:ext>
              </a:extLst>
            </p:cNvPr>
            <p:cNvSpPr>
              <a:spLocks/>
            </p:cNvSpPr>
            <p:nvPr/>
          </p:nvSpPr>
          <p:spPr>
            <a:xfrm>
              <a:off x="712800" y="2493000"/>
              <a:ext cx="191" cy="1545120"/>
            </a:xfrm>
            <a:custGeom>
              <a:avLst/>
              <a:gdLst/>
              <a:ahLst/>
              <a:cxnLst/>
              <a:rect l="0" t="0" r="0" b="0"/>
              <a:pathLst>
                <a:path w="191" h="1545120">
                  <a:moveTo>
                    <a:pt x="0" y="154512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509" name="02_predicted_pose_508">
              <a:extLst>
                <a:ext uri="{FF2B5EF4-FFF2-40B4-BE49-F238E27FC236}">
                  <a16:creationId xmlns:a16="http://schemas.microsoft.com/office/drawing/2014/main" id="{3756064B-0277-486B-A4BD-2B164B243AAA}"/>
                </a:ext>
              </a:extLst>
            </p:cNvPr>
            <p:cNvSpPr>
              <a:spLocks/>
            </p:cNvSpPr>
            <p:nvPr/>
          </p:nvSpPr>
          <p:spPr>
            <a:xfrm>
              <a:off x="712800" y="4038120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510" name="02_predicted_pose_509">
              <a:extLst>
                <a:ext uri="{FF2B5EF4-FFF2-40B4-BE49-F238E27FC236}">
                  <a16:creationId xmlns:a16="http://schemas.microsoft.com/office/drawing/2014/main" id="{8F1D8973-CB70-47D1-B3CB-C69910CA4E32}"/>
                </a:ext>
              </a:extLst>
            </p:cNvPr>
            <p:cNvSpPr>
              <a:spLocks/>
            </p:cNvSpPr>
            <p:nvPr/>
          </p:nvSpPr>
          <p:spPr>
            <a:xfrm>
              <a:off x="1198933" y="3387486"/>
              <a:ext cx="285961" cy="247189"/>
            </a:xfrm>
            <a:custGeom>
              <a:avLst/>
              <a:gdLst/>
              <a:ahLst/>
              <a:cxnLst/>
              <a:rect l="0" t="0" r="0" b="0"/>
              <a:pathLst>
                <a:path w="285961" h="247189">
                  <a:moveTo>
                    <a:pt x="0" y="247189"/>
                  </a:moveTo>
                  <a:lnTo>
                    <a:pt x="285961" y="247189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247189"/>
                  </a:lnTo>
                  <a:lnTo>
                    <a:pt x="0" y="247189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2D887E"/>
              </a:solidFill>
              <a:prstDash val="solid"/>
            </a:ln>
          </p:spPr>
        </p:sp>
        <p:sp>
          <p:nvSpPr>
            <p:cNvPr id="511" name="02_predicted_pose_510">
              <a:extLst>
                <a:ext uri="{FF2B5EF4-FFF2-40B4-BE49-F238E27FC236}">
                  <a16:creationId xmlns:a16="http://schemas.microsoft.com/office/drawing/2014/main" id="{3B1F1BDE-5699-4264-ABC1-C62317075794}"/>
                </a:ext>
              </a:extLst>
            </p:cNvPr>
            <p:cNvSpPr>
              <a:spLocks/>
            </p:cNvSpPr>
            <p:nvPr/>
          </p:nvSpPr>
          <p:spPr>
            <a:xfrm>
              <a:off x="1341913" y="3634675"/>
              <a:ext cx="191" cy="124953"/>
            </a:xfrm>
            <a:custGeom>
              <a:avLst/>
              <a:gdLst/>
              <a:ahLst/>
              <a:cxnLst/>
              <a:rect l="0" t="0" r="0" b="0"/>
              <a:pathLst>
                <a:path w="191" h="124953">
                  <a:moveTo>
                    <a:pt x="0" y="0"/>
                  </a:moveTo>
                  <a:lnTo>
                    <a:pt x="0" y="124953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512" name="02_predicted_pose_511">
              <a:extLst>
                <a:ext uri="{FF2B5EF4-FFF2-40B4-BE49-F238E27FC236}">
                  <a16:creationId xmlns:a16="http://schemas.microsoft.com/office/drawing/2014/main" id="{7ABDE720-D5F2-42D0-9E2F-F420937345A3}"/>
                </a:ext>
              </a:extLst>
            </p:cNvPr>
            <p:cNvSpPr>
              <a:spLocks/>
            </p:cNvSpPr>
            <p:nvPr/>
          </p:nvSpPr>
          <p:spPr>
            <a:xfrm>
              <a:off x="1341913" y="2893406"/>
              <a:ext cx="191" cy="494080"/>
            </a:xfrm>
            <a:custGeom>
              <a:avLst/>
              <a:gdLst/>
              <a:ahLst/>
              <a:cxnLst/>
              <a:rect l="0" t="0" r="0" b="0"/>
              <a:pathLst>
                <a:path w="191" h="494080">
                  <a:moveTo>
                    <a:pt x="0" y="49408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513" name="02_predicted_pose_512">
              <a:extLst>
                <a:ext uri="{FF2B5EF4-FFF2-40B4-BE49-F238E27FC236}">
                  <a16:creationId xmlns:a16="http://schemas.microsoft.com/office/drawing/2014/main" id="{1D7753A2-3565-4A54-AF00-C4D61E922A50}"/>
                </a:ext>
              </a:extLst>
            </p:cNvPr>
            <p:cNvSpPr>
              <a:spLocks/>
            </p:cNvSpPr>
            <p:nvPr/>
          </p:nvSpPr>
          <p:spPr>
            <a:xfrm>
              <a:off x="1270423" y="3759628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514" name="02_predicted_pose_513">
              <a:extLst>
                <a:ext uri="{FF2B5EF4-FFF2-40B4-BE49-F238E27FC236}">
                  <a16:creationId xmlns:a16="http://schemas.microsoft.com/office/drawing/2014/main" id="{FC932021-FC4B-4EEC-9B24-935F396AD798}"/>
                </a:ext>
              </a:extLst>
            </p:cNvPr>
            <p:cNvSpPr>
              <a:spLocks/>
            </p:cNvSpPr>
            <p:nvPr/>
          </p:nvSpPr>
          <p:spPr>
            <a:xfrm>
              <a:off x="1270423" y="2893406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515" name="02_predicted_pose_514">
              <a:extLst>
                <a:ext uri="{FF2B5EF4-FFF2-40B4-BE49-F238E27FC236}">
                  <a16:creationId xmlns:a16="http://schemas.microsoft.com/office/drawing/2014/main" id="{10B2D31E-781C-4457-8356-96015D4EA388}"/>
                </a:ext>
              </a:extLst>
            </p:cNvPr>
            <p:cNvSpPr>
              <a:spLocks/>
            </p:cNvSpPr>
            <p:nvPr/>
          </p:nvSpPr>
          <p:spPr>
            <a:xfrm>
              <a:off x="2342775" y="3259603"/>
              <a:ext cx="285961" cy="181687"/>
            </a:xfrm>
            <a:custGeom>
              <a:avLst/>
              <a:gdLst/>
              <a:ahLst/>
              <a:cxnLst/>
              <a:rect l="0" t="0" r="0" b="0"/>
              <a:pathLst>
                <a:path w="285961" h="181687">
                  <a:moveTo>
                    <a:pt x="0" y="181687"/>
                  </a:moveTo>
                  <a:lnTo>
                    <a:pt x="285961" y="181687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81687"/>
                  </a:lnTo>
                  <a:lnTo>
                    <a:pt x="0" y="181687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B57442"/>
              </a:solidFill>
              <a:prstDash val="solid"/>
            </a:ln>
          </p:spPr>
        </p:sp>
        <p:sp>
          <p:nvSpPr>
            <p:cNvPr id="516" name="02_predicted_pose_515">
              <a:extLst>
                <a:ext uri="{FF2B5EF4-FFF2-40B4-BE49-F238E27FC236}">
                  <a16:creationId xmlns:a16="http://schemas.microsoft.com/office/drawing/2014/main" id="{6F9C2827-D5D7-4423-A726-0F7CEC663F4E}"/>
                </a:ext>
              </a:extLst>
            </p:cNvPr>
            <p:cNvSpPr>
              <a:spLocks/>
            </p:cNvSpPr>
            <p:nvPr/>
          </p:nvSpPr>
          <p:spPr>
            <a:xfrm>
              <a:off x="2485756" y="3441290"/>
              <a:ext cx="191" cy="118476"/>
            </a:xfrm>
            <a:custGeom>
              <a:avLst/>
              <a:gdLst/>
              <a:ahLst/>
              <a:cxnLst/>
              <a:rect l="0" t="0" r="0" b="0"/>
              <a:pathLst>
                <a:path w="191" h="118476">
                  <a:moveTo>
                    <a:pt x="0" y="0"/>
                  </a:moveTo>
                  <a:lnTo>
                    <a:pt x="0" y="118476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517" name="02_predicted_pose_516">
              <a:extLst>
                <a:ext uri="{FF2B5EF4-FFF2-40B4-BE49-F238E27FC236}">
                  <a16:creationId xmlns:a16="http://schemas.microsoft.com/office/drawing/2014/main" id="{8F08AFF3-7119-42B4-B6F1-F9D4E4901C6C}"/>
                </a:ext>
              </a:extLst>
            </p:cNvPr>
            <p:cNvSpPr>
              <a:spLocks/>
            </p:cNvSpPr>
            <p:nvPr/>
          </p:nvSpPr>
          <p:spPr>
            <a:xfrm>
              <a:off x="2485756" y="2806999"/>
              <a:ext cx="191" cy="452604"/>
            </a:xfrm>
            <a:custGeom>
              <a:avLst/>
              <a:gdLst/>
              <a:ahLst/>
              <a:cxnLst/>
              <a:rect l="0" t="0" r="0" b="0"/>
              <a:pathLst>
                <a:path w="191" h="452604">
                  <a:moveTo>
                    <a:pt x="0" y="452604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518" name="02_predicted_pose_517">
              <a:extLst>
                <a:ext uri="{FF2B5EF4-FFF2-40B4-BE49-F238E27FC236}">
                  <a16:creationId xmlns:a16="http://schemas.microsoft.com/office/drawing/2014/main" id="{92D59022-0779-48B9-B223-CD77637B8A69}"/>
                </a:ext>
              </a:extLst>
            </p:cNvPr>
            <p:cNvSpPr>
              <a:spLocks/>
            </p:cNvSpPr>
            <p:nvPr/>
          </p:nvSpPr>
          <p:spPr>
            <a:xfrm>
              <a:off x="2414266" y="3559766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519" name="02_predicted_pose_518">
              <a:extLst>
                <a:ext uri="{FF2B5EF4-FFF2-40B4-BE49-F238E27FC236}">
                  <a16:creationId xmlns:a16="http://schemas.microsoft.com/office/drawing/2014/main" id="{8EB2565D-E029-4121-908E-A82A08E87B77}"/>
                </a:ext>
              </a:extLst>
            </p:cNvPr>
            <p:cNvSpPr>
              <a:spLocks/>
            </p:cNvSpPr>
            <p:nvPr/>
          </p:nvSpPr>
          <p:spPr>
            <a:xfrm>
              <a:off x="2414266" y="2806999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520" name="text_519">
              <a:extLst>
                <a:ext uri="{FF2B5EF4-FFF2-40B4-BE49-F238E27FC236}">
                  <a16:creationId xmlns:a16="http://schemas.microsoft.com/office/drawing/2014/main" id="{9E7F9AD9-CBFE-42E3-A0D8-A5CA659332BE}"/>
                </a:ext>
              </a:extLst>
            </p:cNvPr>
            <p:cNvSpPr>
              <a:spLocks/>
            </p:cNvSpPr>
            <p:nvPr/>
          </p:nvSpPr>
          <p:spPr>
            <a:xfrm>
              <a:off x="280428" y="2329062"/>
              <a:ext cx="83312" cy="158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a</a:t>
              </a:r>
            </a:p>
          </p:txBody>
        </p:sp>
        <p:sp>
          <p:nvSpPr>
            <p:cNvPr id="521" name="text_520">
              <a:extLst>
                <a:ext uri="{FF2B5EF4-FFF2-40B4-BE49-F238E27FC236}">
                  <a16:creationId xmlns:a16="http://schemas.microsoft.com/office/drawing/2014/main" id="{B2F54983-950E-470C-A1B8-CA4DA99D5405}"/>
                </a:ext>
              </a:extLst>
            </p:cNvPr>
            <p:cNvSpPr>
              <a:spLocks/>
            </p:cNvSpPr>
            <p:nvPr/>
          </p:nvSpPr>
          <p:spPr>
            <a:xfrm>
              <a:off x="712800" y="2280719"/>
              <a:ext cx="768269" cy="1349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GT, Top-1 pose</a:t>
              </a:r>
            </a:p>
          </p:txBody>
        </p:sp>
        <p:sp>
          <p:nvSpPr>
            <p:cNvPr id="522" name="02_predicted_pose_521">
              <a:extLst>
                <a:ext uri="{FF2B5EF4-FFF2-40B4-BE49-F238E27FC236}">
                  <a16:creationId xmlns:a16="http://schemas.microsoft.com/office/drawing/2014/main" id="{4AB75A13-DE2B-4B50-B968-2CCEA9A780B9}"/>
                </a:ext>
              </a:extLst>
            </p:cNvPr>
            <p:cNvSpPr>
              <a:spLocks/>
            </p:cNvSpPr>
            <p:nvPr/>
          </p:nvSpPr>
          <p:spPr>
            <a:xfrm>
              <a:off x="1198933" y="3567180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2D887E"/>
              </a:solidFill>
              <a:prstDash val="solid"/>
            </a:ln>
          </p:spPr>
        </p:sp>
        <p:sp>
          <p:nvSpPr>
            <p:cNvPr id="523" name="02_predicted_pose_522">
              <a:extLst>
                <a:ext uri="{FF2B5EF4-FFF2-40B4-BE49-F238E27FC236}">
                  <a16:creationId xmlns:a16="http://schemas.microsoft.com/office/drawing/2014/main" id="{B0F6C8C7-9622-48D5-8DF6-8F3D5FD2BDD5}"/>
                </a:ext>
              </a:extLst>
            </p:cNvPr>
            <p:cNvSpPr>
              <a:spLocks/>
            </p:cNvSpPr>
            <p:nvPr/>
          </p:nvSpPr>
          <p:spPr>
            <a:xfrm>
              <a:off x="2342775" y="3334463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B57442"/>
              </a:solidFill>
              <a:prstDash val="solid"/>
            </a:ln>
          </p:spPr>
        </p:sp>
        <p:sp>
          <p:nvSpPr>
            <p:cNvPr id="524" name="02_predicted_pose_523">
              <a:extLst>
                <a:ext uri="{FF2B5EF4-FFF2-40B4-BE49-F238E27FC236}">
                  <a16:creationId xmlns:a16="http://schemas.microsoft.com/office/drawing/2014/main" id="{E3900CE3-D0D3-4427-9D5D-F0FA6E9E9E72}"/>
                </a:ext>
              </a:extLst>
            </p:cNvPr>
            <p:cNvSpPr>
              <a:spLocks/>
            </p:cNvSpPr>
            <p:nvPr/>
          </p:nvSpPr>
          <p:spPr>
            <a:xfrm>
              <a:off x="3883531" y="2493000"/>
              <a:ext cx="2402069" cy="1545120"/>
            </a:xfrm>
            <a:custGeom>
              <a:avLst/>
              <a:gdLst/>
              <a:ahLst/>
              <a:cxnLst/>
              <a:rect l="0" t="0" r="0" b="0"/>
              <a:pathLst>
                <a:path w="2402069" h="1545120">
                  <a:moveTo>
                    <a:pt x="0" y="1545120"/>
                  </a:moveTo>
                  <a:lnTo>
                    <a:pt x="2402069" y="1545120"/>
                  </a:lnTo>
                  <a:lnTo>
                    <a:pt x="2402069" y="0"/>
                  </a:lnTo>
                  <a:lnTo>
                    <a:pt x="0" y="0"/>
                  </a:lnTo>
                  <a:lnTo>
                    <a:pt x="0" y="154512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525" name="02_predicted_pose_524">
              <a:extLst>
                <a:ext uri="{FF2B5EF4-FFF2-40B4-BE49-F238E27FC236}">
                  <a16:creationId xmlns:a16="http://schemas.microsoft.com/office/drawing/2014/main" id="{756C8A64-F324-48F6-8E38-D71444B53C20}"/>
                </a:ext>
              </a:extLst>
            </p:cNvPr>
            <p:cNvSpPr>
              <a:spLocks/>
            </p:cNvSpPr>
            <p:nvPr/>
          </p:nvSpPr>
          <p:spPr>
            <a:xfrm>
              <a:off x="3883531" y="3301264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526" name="02_predicted_pose_525">
              <a:extLst>
                <a:ext uri="{FF2B5EF4-FFF2-40B4-BE49-F238E27FC236}">
                  <a16:creationId xmlns:a16="http://schemas.microsoft.com/office/drawing/2014/main" id="{F16B5EDE-9C8F-4A1D-B4E5-9397198D9F26}"/>
                </a:ext>
              </a:extLst>
            </p:cNvPr>
            <p:cNvSpPr>
              <a:spLocks/>
            </p:cNvSpPr>
            <p:nvPr/>
          </p:nvSpPr>
          <p:spPr>
            <a:xfrm>
              <a:off x="3883531" y="3171511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527" name="02_predicted_pose_526">
              <a:extLst>
                <a:ext uri="{FF2B5EF4-FFF2-40B4-BE49-F238E27FC236}">
                  <a16:creationId xmlns:a16="http://schemas.microsoft.com/office/drawing/2014/main" id="{359FA688-C52B-48CA-B596-5BFEC0C04017}"/>
                </a:ext>
              </a:extLst>
            </p:cNvPr>
            <p:cNvSpPr>
              <a:spLocks/>
            </p:cNvSpPr>
            <p:nvPr/>
          </p:nvSpPr>
          <p:spPr>
            <a:xfrm>
              <a:off x="4512644" y="403812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28" name="text_527">
              <a:extLst>
                <a:ext uri="{FF2B5EF4-FFF2-40B4-BE49-F238E27FC236}">
                  <a16:creationId xmlns:a16="http://schemas.microsoft.com/office/drawing/2014/main" id="{BD054C9D-B4E7-4F89-80D0-D28A69AF6198}"/>
                </a:ext>
              </a:extLst>
            </p:cNvPr>
            <p:cNvSpPr>
              <a:spLocks/>
            </p:cNvSpPr>
            <p:nvPr/>
          </p:nvSpPr>
          <p:spPr>
            <a:xfrm>
              <a:off x="4194027" y="4107722"/>
              <a:ext cx="649935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DG-PocketXmol</a:t>
              </a:r>
            </a:p>
          </p:txBody>
        </p:sp>
        <p:sp>
          <p:nvSpPr>
            <p:cNvPr id="529" name="02_predicted_pose_528">
              <a:extLst>
                <a:ext uri="{FF2B5EF4-FFF2-40B4-BE49-F238E27FC236}">
                  <a16:creationId xmlns:a16="http://schemas.microsoft.com/office/drawing/2014/main" id="{536373F5-A441-43B5-8ED1-65EAEC5D5906}"/>
                </a:ext>
              </a:extLst>
            </p:cNvPr>
            <p:cNvSpPr>
              <a:spLocks/>
            </p:cNvSpPr>
            <p:nvPr/>
          </p:nvSpPr>
          <p:spPr>
            <a:xfrm>
              <a:off x="5656487" y="403812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30" name="text_529">
              <a:extLst>
                <a:ext uri="{FF2B5EF4-FFF2-40B4-BE49-F238E27FC236}">
                  <a16:creationId xmlns:a16="http://schemas.microsoft.com/office/drawing/2014/main" id="{15F00F26-4FB5-4E38-A894-F49C43AF865C}"/>
                </a:ext>
              </a:extLst>
            </p:cNvPr>
            <p:cNvSpPr>
              <a:spLocks/>
            </p:cNvSpPr>
            <p:nvPr/>
          </p:nvSpPr>
          <p:spPr>
            <a:xfrm>
              <a:off x="5357605" y="4107986"/>
              <a:ext cx="610464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Emap2lig-Build</a:t>
              </a:r>
            </a:p>
          </p:txBody>
        </p:sp>
        <p:sp>
          <p:nvSpPr>
            <p:cNvPr id="531" name="02_predicted_pose_530">
              <a:extLst>
                <a:ext uri="{FF2B5EF4-FFF2-40B4-BE49-F238E27FC236}">
                  <a16:creationId xmlns:a16="http://schemas.microsoft.com/office/drawing/2014/main" id="{277C0E1B-0C25-434D-B299-EA69394B62B3}"/>
                </a:ext>
              </a:extLst>
            </p:cNvPr>
            <p:cNvSpPr>
              <a:spLocks/>
            </p:cNvSpPr>
            <p:nvPr/>
          </p:nvSpPr>
          <p:spPr>
            <a:xfrm>
              <a:off x="3845431" y="403812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32" name="text_531">
              <a:extLst>
                <a:ext uri="{FF2B5EF4-FFF2-40B4-BE49-F238E27FC236}">
                  <a16:creationId xmlns:a16="http://schemas.microsoft.com/office/drawing/2014/main" id="{9EB41C94-E1E8-4C81-9830-A799F7F63002}"/>
                </a:ext>
              </a:extLst>
            </p:cNvPr>
            <p:cNvSpPr>
              <a:spLocks/>
            </p:cNvSpPr>
            <p:nvPr/>
          </p:nvSpPr>
          <p:spPr>
            <a:xfrm>
              <a:off x="3683760" y="3999705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0.2</a:t>
              </a:r>
            </a:p>
          </p:txBody>
        </p:sp>
        <p:sp>
          <p:nvSpPr>
            <p:cNvPr id="533" name="02_predicted_pose_532">
              <a:extLst>
                <a:ext uri="{FF2B5EF4-FFF2-40B4-BE49-F238E27FC236}">
                  <a16:creationId xmlns:a16="http://schemas.microsoft.com/office/drawing/2014/main" id="{CBC26029-8585-409B-9EAF-3CDA14C069E2}"/>
                </a:ext>
              </a:extLst>
            </p:cNvPr>
            <p:cNvSpPr>
              <a:spLocks/>
            </p:cNvSpPr>
            <p:nvPr/>
          </p:nvSpPr>
          <p:spPr>
            <a:xfrm>
              <a:off x="3845431" y="3744896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34" name="text_533">
              <a:extLst>
                <a:ext uri="{FF2B5EF4-FFF2-40B4-BE49-F238E27FC236}">
                  <a16:creationId xmlns:a16="http://schemas.microsoft.com/office/drawing/2014/main" id="{DEB5AE2F-712A-40A0-8C28-FF1DA90DC320}"/>
                </a:ext>
              </a:extLst>
            </p:cNvPr>
            <p:cNvSpPr>
              <a:spLocks/>
            </p:cNvSpPr>
            <p:nvPr/>
          </p:nvSpPr>
          <p:spPr>
            <a:xfrm>
              <a:off x="3683760" y="3706481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0.5</a:t>
              </a:r>
            </a:p>
          </p:txBody>
        </p:sp>
        <p:sp>
          <p:nvSpPr>
            <p:cNvPr id="535" name="02_predicted_pose_534">
              <a:extLst>
                <a:ext uri="{FF2B5EF4-FFF2-40B4-BE49-F238E27FC236}">
                  <a16:creationId xmlns:a16="http://schemas.microsoft.com/office/drawing/2014/main" id="{E090CCE6-0B45-450D-9EC1-9A7724377E0A}"/>
                </a:ext>
              </a:extLst>
            </p:cNvPr>
            <p:cNvSpPr>
              <a:spLocks/>
            </p:cNvSpPr>
            <p:nvPr/>
          </p:nvSpPr>
          <p:spPr>
            <a:xfrm>
              <a:off x="3845431" y="352308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36" name="text_535">
              <a:extLst>
                <a:ext uri="{FF2B5EF4-FFF2-40B4-BE49-F238E27FC236}">
                  <a16:creationId xmlns:a16="http://schemas.microsoft.com/office/drawing/2014/main" id="{B9390BB7-6697-42B5-9328-C95CA41A3F45}"/>
                </a:ext>
              </a:extLst>
            </p:cNvPr>
            <p:cNvSpPr>
              <a:spLocks/>
            </p:cNvSpPr>
            <p:nvPr/>
          </p:nvSpPr>
          <p:spPr>
            <a:xfrm>
              <a:off x="3757903" y="348466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</a:t>
              </a:r>
            </a:p>
          </p:txBody>
        </p:sp>
        <p:sp>
          <p:nvSpPr>
            <p:cNvPr id="537" name="02_predicted_pose_536">
              <a:extLst>
                <a:ext uri="{FF2B5EF4-FFF2-40B4-BE49-F238E27FC236}">
                  <a16:creationId xmlns:a16="http://schemas.microsoft.com/office/drawing/2014/main" id="{4187787F-2D0C-4EA2-933B-65954084CE63}"/>
                </a:ext>
              </a:extLst>
            </p:cNvPr>
            <p:cNvSpPr>
              <a:spLocks/>
            </p:cNvSpPr>
            <p:nvPr/>
          </p:nvSpPr>
          <p:spPr>
            <a:xfrm>
              <a:off x="3845431" y="330126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38" name="text_537">
              <a:extLst>
                <a:ext uri="{FF2B5EF4-FFF2-40B4-BE49-F238E27FC236}">
                  <a16:creationId xmlns:a16="http://schemas.microsoft.com/office/drawing/2014/main" id="{44B76DA8-B5E0-4284-940A-DC2BEA610BF0}"/>
                </a:ext>
              </a:extLst>
            </p:cNvPr>
            <p:cNvSpPr>
              <a:spLocks/>
            </p:cNvSpPr>
            <p:nvPr/>
          </p:nvSpPr>
          <p:spPr>
            <a:xfrm>
              <a:off x="3757903" y="3262850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</a:t>
              </a:r>
            </a:p>
          </p:txBody>
        </p:sp>
        <p:sp>
          <p:nvSpPr>
            <p:cNvPr id="539" name="02_predicted_pose_538">
              <a:extLst>
                <a:ext uri="{FF2B5EF4-FFF2-40B4-BE49-F238E27FC236}">
                  <a16:creationId xmlns:a16="http://schemas.microsoft.com/office/drawing/2014/main" id="{D760A6C3-77F6-496B-84C6-584F8DBEAA65}"/>
                </a:ext>
              </a:extLst>
            </p:cNvPr>
            <p:cNvSpPr>
              <a:spLocks/>
            </p:cNvSpPr>
            <p:nvPr/>
          </p:nvSpPr>
          <p:spPr>
            <a:xfrm>
              <a:off x="3845431" y="3171511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40" name="text_539">
              <a:extLst>
                <a:ext uri="{FF2B5EF4-FFF2-40B4-BE49-F238E27FC236}">
                  <a16:creationId xmlns:a16="http://schemas.microsoft.com/office/drawing/2014/main" id="{EDB90310-EC93-4482-8397-06F09BA38856}"/>
                </a:ext>
              </a:extLst>
            </p:cNvPr>
            <p:cNvSpPr>
              <a:spLocks/>
            </p:cNvSpPr>
            <p:nvPr/>
          </p:nvSpPr>
          <p:spPr>
            <a:xfrm>
              <a:off x="3757903" y="3133096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3</a:t>
              </a:r>
            </a:p>
          </p:txBody>
        </p:sp>
        <p:sp>
          <p:nvSpPr>
            <p:cNvPr id="541" name="02_predicted_pose_540">
              <a:extLst>
                <a:ext uri="{FF2B5EF4-FFF2-40B4-BE49-F238E27FC236}">
                  <a16:creationId xmlns:a16="http://schemas.microsoft.com/office/drawing/2014/main" id="{B7D2A567-C365-4CD5-8309-3F8DEAA685C5}"/>
                </a:ext>
              </a:extLst>
            </p:cNvPr>
            <p:cNvSpPr>
              <a:spLocks/>
            </p:cNvSpPr>
            <p:nvPr/>
          </p:nvSpPr>
          <p:spPr>
            <a:xfrm>
              <a:off x="3845431" y="300804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42" name="text_541">
              <a:extLst>
                <a:ext uri="{FF2B5EF4-FFF2-40B4-BE49-F238E27FC236}">
                  <a16:creationId xmlns:a16="http://schemas.microsoft.com/office/drawing/2014/main" id="{6106D112-E629-4465-8FF5-EEE69941F1C9}"/>
                </a:ext>
              </a:extLst>
            </p:cNvPr>
            <p:cNvSpPr>
              <a:spLocks/>
            </p:cNvSpPr>
            <p:nvPr/>
          </p:nvSpPr>
          <p:spPr>
            <a:xfrm>
              <a:off x="3757903" y="296962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5</a:t>
              </a:r>
            </a:p>
          </p:txBody>
        </p:sp>
        <p:sp>
          <p:nvSpPr>
            <p:cNvPr id="543" name="02_predicted_pose_542">
              <a:extLst>
                <a:ext uri="{FF2B5EF4-FFF2-40B4-BE49-F238E27FC236}">
                  <a16:creationId xmlns:a16="http://schemas.microsoft.com/office/drawing/2014/main" id="{063B9541-837C-4EA7-9C7B-D1A212371622}"/>
                </a:ext>
              </a:extLst>
            </p:cNvPr>
            <p:cNvSpPr>
              <a:spLocks/>
            </p:cNvSpPr>
            <p:nvPr/>
          </p:nvSpPr>
          <p:spPr>
            <a:xfrm>
              <a:off x="3845431" y="278622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44" name="text_543">
              <a:extLst>
                <a:ext uri="{FF2B5EF4-FFF2-40B4-BE49-F238E27FC236}">
                  <a16:creationId xmlns:a16="http://schemas.microsoft.com/office/drawing/2014/main" id="{24F97479-9C58-47E4-9DC9-9693D1C02101}"/>
                </a:ext>
              </a:extLst>
            </p:cNvPr>
            <p:cNvSpPr>
              <a:spLocks/>
            </p:cNvSpPr>
            <p:nvPr/>
          </p:nvSpPr>
          <p:spPr>
            <a:xfrm>
              <a:off x="3708474" y="2747810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10</a:t>
              </a:r>
            </a:p>
          </p:txBody>
        </p:sp>
        <p:sp>
          <p:nvSpPr>
            <p:cNvPr id="545" name="02_predicted_pose_544">
              <a:extLst>
                <a:ext uri="{FF2B5EF4-FFF2-40B4-BE49-F238E27FC236}">
                  <a16:creationId xmlns:a16="http://schemas.microsoft.com/office/drawing/2014/main" id="{84D888D8-E601-47EE-A36E-31747FAF13E4}"/>
                </a:ext>
              </a:extLst>
            </p:cNvPr>
            <p:cNvSpPr>
              <a:spLocks/>
            </p:cNvSpPr>
            <p:nvPr/>
          </p:nvSpPr>
          <p:spPr>
            <a:xfrm>
              <a:off x="3845431" y="2564409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546" name="text_545">
              <a:extLst>
                <a:ext uri="{FF2B5EF4-FFF2-40B4-BE49-F238E27FC236}">
                  <a16:creationId xmlns:a16="http://schemas.microsoft.com/office/drawing/2014/main" id="{07153648-0E01-49E5-9A6C-3ED8817EC1A4}"/>
                </a:ext>
              </a:extLst>
            </p:cNvPr>
            <p:cNvSpPr>
              <a:spLocks/>
            </p:cNvSpPr>
            <p:nvPr/>
          </p:nvSpPr>
          <p:spPr>
            <a:xfrm>
              <a:off x="3708474" y="2525994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20</a:t>
              </a:r>
            </a:p>
          </p:txBody>
        </p:sp>
        <p:sp>
          <p:nvSpPr>
            <p:cNvPr id="547" name="text_546">
              <a:extLst>
                <a:ext uri="{FF2B5EF4-FFF2-40B4-BE49-F238E27FC236}">
                  <a16:creationId xmlns:a16="http://schemas.microsoft.com/office/drawing/2014/main" id="{DA3E5A19-83A8-4EFF-A13E-AD6A8031F3FF}"/>
                </a:ext>
              </a:extLst>
            </p:cNvPr>
            <p:cNvSpPr>
              <a:spLocks/>
            </p:cNvSpPr>
            <p:nvPr/>
          </p:nvSpPr>
          <p:spPr>
            <a:xfrm rot="-5400000">
              <a:off x="3363418" y="3202060"/>
              <a:ext cx="475488" cy="127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RMSD (Å)</a:t>
              </a:r>
            </a:p>
          </p:txBody>
        </p:sp>
        <p:sp>
          <p:nvSpPr>
            <p:cNvPr id="548" name="02_predicted_pose_547">
              <a:extLst>
                <a:ext uri="{FF2B5EF4-FFF2-40B4-BE49-F238E27FC236}">
                  <a16:creationId xmlns:a16="http://schemas.microsoft.com/office/drawing/2014/main" id="{0F5695E9-F7AB-410D-AE11-35BF70E63351}"/>
                </a:ext>
              </a:extLst>
            </p:cNvPr>
            <p:cNvSpPr>
              <a:spLocks/>
            </p:cNvSpPr>
            <p:nvPr/>
          </p:nvSpPr>
          <p:spPr>
            <a:xfrm>
              <a:off x="4438841" y="365473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49" name="02_predicted_pose_548">
              <a:extLst>
                <a:ext uri="{FF2B5EF4-FFF2-40B4-BE49-F238E27FC236}">
                  <a16:creationId xmlns:a16="http://schemas.microsoft.com/office/drawing/2014/main" id="{D58538C8-FDC3-4B26-97C7-BEAFDA318D51}"/>
                </a:ext>
              </a:extLst>
            </p:cNvPr>
            <p:cNvSpPr>
              <a:spLocks/>
            </p:cNvSpPr>
            <p:nvPr/>
          </p:nvSpPr>
          <p:spPr>
            <a:xfrm>
              <a:off x="4452623" y="36426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0" name="02_predicted_pose_549">
              <a:extLst>
                <a:ext uri="{FF2B5EF4-FFF2-40B4-BE49-F238E27FC236}">
                  <a16:creationId xmlns:a16="http://schemas.microsoft.com/office/drawing/2014/main" id="{76FA2F45-ABB5-4B1E-80BC-508CFCC78169}"/>
                </a:ext>
              </a:extLst>
            </p:cNvPr>
            <p:cNvSpPr>
              <a:spLocks/>
            </p:cNvSpPr>
            <p:nvPr/>
          </p:nvSpPr>
          <p:spPr>
            <a:xfrm>
              <a:off x="4466404" y="36322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1" name="02_predicted_pose_550">
              <a:extLst>
                <a:ext uri="{FF2B5EF4-FFF2-40B4-BE49-F238E27FC236}">
                  <a16:creationId xmlns:a16="http://schemas.microsoft.com/office/drawing/2014/main" id="{EFF3370D-8AD8-4470-A348-4B07021E4F3A}"/>
                </a:ext>
              </a:extLst>
            </p:cNvPr>
            <p:cNvSpPr>
              <a:spLocks/>
            </p:cNvSpPr>
            <p:nvPr/>
          </p:nvSpPr>
          <p:spPr>
            <a:xfrm>
              <a:off x="4480185" y="36260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2" name="02_predicted_pose_551">
              <a:extLst>
                <a:ext uri="{FF2B5EF4-FFF2-40B4-BE49-F238E27FC236}">
                  <a16:creationId xmlns:a16="http://schemas.microsoft.com/office/drawing/2014/main" id="{E2BF6CEC-938C-4736-A03A-64CA829C295A}"/>
                </a:ext>
              </a:extLst>
            </p:cNvPr>
            <p:cNvSpPr>
              <a:spLocks/>
            </p:cNvSpPr>
            <p:nvPr/>
          </p:nvSpPr>
          <p:spPr>
            <a:xfrm>
              <a:off x="4493966" y="367674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3" name="02_predicted_pose_552">
              <a:extLst>
                <a:ext uri="{FF2B5EF4-FFF2-40B4-BE49-F238E27FC236}">
                  <a16:creationId xmlns:a16="http://schemas.microsoft.com/office/drawing/2014/main" id="{CECC619A-1F74-4163-A624-8E03AC6D39CE}"/>
                </a:ext>
              </a:extLst>
            </p:cNvPr>
            <p:cNvSpPr>
              <a:spLocks/>
            </p:cNvSpPr>
            <p:nvPr/>
          </p:nvSpPr>
          <p:spPr>
            <a:xfrm>
              <a:off x="4507748" y="36567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4" name="02_predicted_pose_553">
              <a:extLst>
                <a:ext uri="{FF2B5EF4-FFF2-40B4-BE49-F238E27FC236}">
                  <a16:creationId xmlns:a16="http://schemas.microsoft.com/office/drawing/2014/main" id="{E0E76AFA-42FB-4FC2-842B-9D164A917679}"/>
                </a:ext>
              </a:extLst>
            </p:cNvPr>
            <p:cNvSpPr>
              <a:spLocks/>
            </p:cNvSpPr>
            <p:nvPr/>
          </p:nvSpPr>
          <p:spPr>
            <a:xfrm>
              <a:off x="4521529" y="36473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5" name="02_predicted_pose_554">
              <a:extLst>
                <a:ext uri="{FF2B5EF4-FFF2-40B4-BE49-F238E27FC236}">
                  <a16:creationId xmlns:a16="http://schemas.microsoft.com/office/drawing/2014/main" id="{7E733D2C-48A6-431D-AABA-3D39EF6BB16E}"/>
                </a:ext>
              </a:extLst>
            </p:cNvPr>
            <p:cNvSpPr>
              <a:spLocks/>
            </p:cNvSpPr>
            <p:nvPr/>
          </p:nvSpPr>
          <p:spPr>
            <a:xfrm>
              <a:off x="4535310" y="36502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6" name="02_predicted_pose_555">
              <a:extLst>
                <a:ext uri="{FF2B5EF4-FFF2-40B4-BE49-F238E27FC236}">
                  <a16:creationId xmlns:a16="http://schemas.microsoft.com/office/drawing/2014/main" id="{A9211120-C0A3-4BD5-9AD0-24C295BE9DC4}"/>
                </a:ext>
              </a:extLst>
            </p:cNvPr>
            <p:cNvSpPr>
              <a:spLocks/>
            </p:cNvSpPr>
            <p:nvPr/>
          </p:nvSpPr>
          <p:spPr>
            <a:xfrm>
              <a:off x="4549091" y="364391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7" name="02_predicted_pose_556">
              <a:extLst>
                <a:ext uri="{FF2B5EF4-FFF2-40B4-BE49-F238E27FC236}">
                  <a16:creationId xmlns:a16="http://schemas.microsoft.com/office/drawing/2014/main" id="{642E10D3-7E19-48BC-ADF6-790FE0E80F73}"/>
                </a:ext>
              </a:extLst>
            </p:cNvPr>
            <p:cNvSpPr>
              <a:spLocks/>
            </p:cNvSpPr>
            <p:nvPr/>
          </p:nvSpPr>
          <p:spPr>
            <a:xfrm>
              <a:off x="4562873" y="369139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8" name="02_predicted_pose_557">
              <a:extLst>
                <a:ext uri="{FF2B5EF4-FFF2-40B4-BE49-F238E27FC236}">
                  <a16:creationId xmlns:a16="http://schemas.microsoft.com/office/drawing/2014/main" id="{3FB224BD-C54D-4BFC-A278-B9E65A76392D}"/>
                </a:ext>
              </a:extLst>
            </p:cNvPr>
            <p:cNvSpPr>
              <a:spLocks/>
            </p:cNvSpPr>
            <p:nvPr/>
          </p:nvSpPr>
          <p:spPr>
            <a:xfrm>
              <a:off x="4452278" y="373816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59" name="02_predicted_pose_558">
              <a:extLst>
                <a:ext uri="{FF2B5EF4-FFF2-40B4-BE49-F238E27FC236}">
                  <a16:creationId xmlns:a16="http://schemas.microsoft.com/office/drawing/2014/main" id="{EACEA1D0-91D1-4D2B-B001-E0D606B4C586}"/>
                </a:ext>
              </a:extLst>
            </p:cNvPr>
            <p:cNvSpPr>
              <a:spLocks/>
            </p:cNvSpPr>
            <p:nvPr/>
          </p:nvSpPr>
          <p:spPr>
            <a:xfrm>
              <a:off x="4545302" y="365734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0" name="02_predicted_pose_559">
              <a:extLst>
                <a:ext uri="{FF2B5EF4-FFF2-40B4-BE49-F238E27FC236}">
                  <a16:creationId xmlns:a16="http://schemas.microsoft.com/office/drawing/2014/main" id="{71AE6347-DCB8-43A7-9FE1-F2E8E7659F39}"/>
                </a:ext>
              </a:extLst>
            </p:cNvPr>
            <p:cNvSpPr>
              <a:spLocks/>
            </p:cNvSpPr>
            <p:nvPr/>
          </p:nvSpPr>
          <p:spPr>
            <a:xfrm>
              <a:off x="4638325" y="368613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1" name="02_predicted_pose_560">
              <a:extLst>
                <a:ext uri="{FF2B5EF4-FFF2-40B4-BE49-F238E27FC236}">
                  <a16:creationId xmlns:a16="http://schemas.microsoft.com/office/drawing/2014/main" id="{589CA89D-FBA2-44CB-8E7E-C36021E42484}"/>
                </a:ext>
              </a:extLst>
            </p:cNvPr>
            <p:cNvSpPr>
              <a:spLocks/>
            </p:cNvSpPr>
            <p:nvPr/>
          </p:nvSpPr>
          <p:spPr>
            <a:xfrm>
              <a:off x="4387851" y="36534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2" name="02_predicted_pose_561">
              <a:extLst>
                <a:ext uri="{FF2B5EF4-FFF2-40B4-BE49-F238E27FC236}">
                  <a16:creationId xmlns:a16="http://schemas.microsoft.com/office/drawing/2014/main" id="{9F9A3DD4-192D-4020-B97B-E76082A60FAA}"/>
                </a:ext>
              </a:extLst>
            </p:cNvPr>
            <p:cNvSpPr>
              <a:spLocks/>
            </p:cNvSpPr>
            <p:nvPr/>
          </p:nvSpPr>
          <p:spPr>
            <a:xfrm>
              <a:off x="4480874" y="36722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3" name="02_predicted_pose_562">
              <a:extLst>
                <a:ext uri="{FF2B5EF4-FFF2-40B4-BE49-F238E27FC236}">
                  <a16:creationId xmlns:a16="http://schemas.microsoft.com/office/drawing/2014/main" id="{1A83DEA6-B10E-47BC-A7D0-D6514C79554E}"/>
                </a:ext>
              </a:extLst>
            </p:cNvPr>
            <p:cNvSpPr>
              <a:spLocks/>
            </p:cNvSpPr>
            <p:nvPr/>
          </p:nvSpPr>
          <p:spPr>
            <a:xfrm>
              <a:off x="4573898" y="366494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4" name="02_predicted_pose_563">
              <a:extLst>
                <a:ext uri="{FF2B5EF4-FFF2-40B4-BE49-F238E27FC236}">
                  <a16:creationId xmlns:a16="http://schemas.microsoft.com/office/drawing/2014/main" id="{E1B620C8-5347-49FA-819F-B0936CA329B3}"/>
                </a:ext>
              </a:extLst>
            </p:cNvPr>
            <p:cNvSpPr>
              <a:spLocks/>
            </p:cNvSpPr>
            <p:nvPr/>
          </p:nvSpPr>
          <p:spPr>
            <a:xfrm>
              <a:off x="4666921" y="36351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5" name="02_predicted_pose_564">
              <a:extLst>
                <a:ext uri="{FF2B5EF4-FFF2-40B4-BE49-F238E27FC236}">
                  <a16:creationId xmlns:a16="http://schemas.microsoft.com/office/drawing/2014/main" id="{A450D7FC-17DF-4C8C-B1A1-AF2B490920D0}"/>
                </a:ext>
              </a:extLst>
            </p:cNvPr>
            <p:cNvSpPr>
              <a:spLocks/>
            </p:cNvSpPr>
            <p:nvPr/>
          </p:nvSpPr>
          <p:spPr>
            <a:xfrm>
              <a:off x="4416447" y="370844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6" name="02_predicted_pose_565">
              <a:extLst>
                <a:ext uri="{FF2B5EF4-FFF2-40B4-BE49-F238E27FC236}">
                  <a16:creationId xmlns:a16="http://schemas.microsoft.com/office/drawing/2014/main" id="{CBB76E38-5770-4C19-A24C-1CC159446B78}"/>
                </a:ext>
              </a:extLst>
            </p:cNvPr>
            <p:cNvSpPr>
              <a:spLocks/>
            </p:cNvSpPr>
            <p:nvPr/>
          </p:nvSpPr>
          <p:spPr>
            <a:xfrm>
              <a:off x="4509470" y="36576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7" name="02_predicted_pose_566">
              <a:extLst>
                <a:ext uri="{FF2B5EF4-FFF2-40B4-BE49-F238E27FC236}">
                  <a16:creationId xmlns:a16="http://schemas.microsoft.com/office/drawing/2014/main" id="{6FCFB36C-F91A-43CD-AF58-9B8DC1EADEAF}"/>
                </a:ext>
              </a:extLst>
            </p:cNvPr>
            <p:cNvSpPr>
              <a:spLocks/>
            </p:cNvSpPr>
            <p:nvPr/>
          </p:nvSpPr>
          <p:spPr>
            <a:xfrm>
              <a:off x="4602494" y="36524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8" name="02_predicted_pose_567">
              <a:extLst>
                <a:ext uri="{FF2B5EF4-FFF2-40B4-BE49-F238E27FC236}">
                  <a16:creationId xmlns:a16="http://schemas.microsoft.com/office/drawing/2014/main" id="{9BE790EC-733D-446E-B400-23563EB89F63}"/>
                </a:ext>
              </a:extLst>
            </p:cNvPr>
            <p:cNvSpPr>
              <a:spLocks/>
            </p:cNvSpPr>
            <p:nvPr/>
          </p:nvSpPr>
          <p:spPr>
            <a:xfrm>
              <a:off x="4466059" y="370078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69" name="02_predicted_pose_568">
              <a:extLst>
                <a:ext uri="{FF2B5EF4-FFF2-40B4-BE49-F238E27FC236}">
                  <a16:creationId xmlns:a16="http://schemas.microsoft.com/office/drawing/2014/main" id="{A91682C4-2A70-42FC-845C-D2C7888A340D}"/>
                </a:ext>
              </a:extLst>
            </p:cNvPr>
            <p:cNvSpPr>
              <a:spLocks/>
            </p:cNvSpPr>
            <p:nvPr/>
          </p:nvSpPr>
          <p:spPr>
            <a:xfrm>
              <a:off x="4559083" y="367239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0" name="02_predicted_pose_569">
              <a:extLst>
                <a:ext uri="{FF2B5EF4-FFF2-40B4-BE49-F238E27FC236}">
                  <a16:creationId xmlns:a16="http://schemas.microsoft.com/office/drawing/2014/main" id="{C451B0FC-9A22-4855-996A-EAC8E4103850}"/>
                </a:ext>
              </a:extLst>
            </p:cNvPr>
            <p:cNvSpPr>
              <a:spLocks/>
            </p:cNvSpPr>
            <p:nvPr/>
          </p:nvSpPr>
          <p:spPr>
            <a:xfrm>
              <a:off x="4652106" y="36655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1" name="02_predicted_pose_570">
              <a:extLst>
                <a:ext uri="{FF2B5EF4-FFF2-40B4-BE49-F238E27FC236}">
                  <a16:creationId xmlns:a16="http://schemas.microsoft.com/office/drawing/2014/main" id="{DA2A077F-4A82-4A94-8113-0DA45E3E531F}"/>
                </a:ext>
              </a:extLst>
            </p:cNvPr>
            <p:cNvSpPr>
              <a:spLocks/>
            </p:cNvSpPr>
            <p:nvPr/>
          </p:nvSpPr>
          <p:spPr>
            <a:xfrm>
              <a:off x="4401632" y="36452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2" name="02_predicted_pose_571">
              <a:extLst>
                <a:ext uri="{FF2B5EF4-FFF2-40B4-BE49-F238E27FC236}">
                  <a16:creationId xmlns:a16="http://schemas.microsoft.com/office/drawing/2014/main" id="{FBF63858-BC68-4B37-A0E8-F2FFB17CA047}"/>
                </a:ext>
              </a:extLst>
            </p:cNvPr>
            <p:cNvSpPr>
              <a:spLocks/>
            </p:cNvSpPr>
            <p:nvPr/>
          </p:nvSpPr>
          <p:spPr>
            <a:xfrm>
              <a:off x="4494655" y="363096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3" name="02_predicted_pose_572">
              <a:extLst>
                <a:ext uri="{FF2B5EF4-FFF2-40B4-BE49-F238E27FC236}">
                  <a16:creationId xmlns:a16="http://schemas.microsoft.com/office/drawing/2014/main" id="{F758B5FB-E7F8-43F6-97B0-62AED20863A6}"/>
                </a:ext>
              </a:extLst>
            </p:cNvPr>
            <p:cNvSpPr>
              <a:spLocks/>
            </p:cNvSpPr>
            <p:nvPr/>
          </p:nvSpPr>
          <p:spPr>
            <a:xfrm>
              <a:off x="4587679" y="366811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4" name="02_predicted_pose_573">
              <a:extLst>
                <a:ext uri="{FF2B5EF4-FFF2-40B4-BE49-F238E27FC236}">
                  <a16:creationId xmlns:a16="http://schemas.microsoft.com/office/drawing/2014/main" id="{17718911-4DEE-4DEA-9D23-8B14D29CF5FC}"/>
                </a:ext>
              </a:extLst>
            </p:cNvPr>
            <p:cNvSpPr>
              <a:spLocks/>
            </p:cNvSpPr>
            <p:nvPr/>
          </p:nvSpPr>
          <p:spPr>
            <a:xfrm>
              <a:off x="4337205" y="363874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5" name="02_predicted_pose_574">
              <a:extLst>
                <a:ext uri="{FF2B5EF4-FFF2-40B4-BE49-F238E27FC236}">
                  <a16:creationId xmlns:a16="http://schemas.microsoft.com/office/drawing/2014/main" id="{2096D536-32A2-4A95-AFE4-4B8DE62CE23C}"/>
                </a:ext>
              </a:extLst>
            </p:cNvPr>
            <p:cNvSpPr>
              <a:spLocks/>
            </p:cNvSpPr>
            <p:nvPr/>
          </p:nvSpPr>
          <p:spPr>
            <a:xfrm>
              <a:off x="4430228" y="364535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6" name="02_predicted_pose_575">
              <a:extLst>
                <a:ext uri="{FF2B5EF4-FFF2-40B4-BE49-F238E27FC236}">
                  <a16:creationId xmlns:a16="http://schemas.microsoft.com/office/drawing/2014/main" id="{199DA650-1291-4C60-AD58-420B50D6526E}"/>
                </a:ext>
              </a:extLst>
            </p:cNvPr>
            <p:cNvSpPr>
              <a:spLocks/>
            </p:cNvSpPr>
            <p:nvPr/>
          </p:nvSpPr>
          <p:spPr>
            <a:xfrm>
              <a:off x="4523252" y="360586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7" name="02_predicted_pose_576">
              <a:extLst>
                <a:ext uri="{FF2B5EF4-FFF2-40B4-BE49-F238E27FC236}">
                  <a16:creationId xmlns:a16="http://schemas.microsoft.com/office/drawing/2014/main" id="{C5C49079-7A09-41B2-9263-D9BFBE430CE5}"/>
                </a:ext>
              </a:extLst>
            </p:cNvPr>
            <p:cNvSpPr>
              <a:spLocks/>
            </p:cNvSpPr>
            <p:nvPr/>
          </p:nvSpPr>
          <p:spPr>
            <a:xfrm>
              <a:off x="4616275" y="365629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8" name="02_predicted_pose_577">
              <a:extLst>
                <a:ext uri="{FF2B5EF4-FFF2-40B4-BE49-F238E27FC236}">
                  <a16:creationId xmlns:a16="http://schemas.microsoft.com/office/drawing/2014/main" id="{2265A8D0-46B6-415D-872D-1D7E9F16F2DD}"/>
                </a:ext>
              </a:extLst>
            </p:cNvPr>
            <p:cNvSpPr>
              <a:spLocks/>
            </p:cNvSpPr>
            <p:nvPr/>
          </p:nvSpPr>
          <p:spPr>
            <a:xfrm>
              <a:off x="4479841" y="366469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79" name="02_predicted_pose_578">
              <a:extLst>
                <a:ext uri="{FF2B5EF4-FFF2-40B4-BE49-F238E27FC236}">
                  <a16:creationId xmlns:a16="http://schemas.microsoft.com/office/drawing/2014/main" id="{3C6DBC9E-9E1B-4D0B-B832-00E9623417EE}"/>
                </a:ext>
              </a:extLst>
            </p:cNvPr>
            <p:cNvSpPr>
              <a:spLocks/>
            </p:cNvSpPr>
            <p:nvPr/>
          </p:nvSpPr>
          <p:spPr>
            <a:xfrm>
              <a:off x="4572864" y="36032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0" name="02_predicted_pose_579">
              <a:extLst>
                <a:ext uri="{FF2B5EF4-FFF2-40B4-BE49-F238E27FC236}">
                  <a16:creationId xmlns:a16="http://schemas.microsoft.com/office/drawing/2014/main" id="{C6A9205D-3CBB-426D-80A2-63308AF82F2D}"/>
                </a:ext>
              </a:extLst>
            </p:cNvPr>
            <p:cNvSpPr>
              <a:spLocks/>
            </p:cNvSpPr>
            <p:nvPr/>
          </p:nvSpPr>
          <p:spPr>
            <a:xfrm>
              <a:off x="4665887" y="367972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1" name="02_predicted_pose_580">
              <a:extLst>
                <a:ext uri="{FF2B5EF4-FFF2-40B4-BE49-F238E27FC236}">
                  <a16:creationId xmlns:a16="http://schemas.microsoft.com/office/drawing/2014/main" id="{5F9D0E86-79DC-417F-B675-BC88F8B753CF}"/>
                </a:ext>
              </a:extLst>
            </p:cNvPr>
            <p:cNvSpPr>
              <a:spLocks/>
            </p:cNvSpPr>
            <p:nvPr/>
          </p:nvSpPr>
          <p:spPr>
            <a:xfrm>
              <a:off x="4415413" y="372482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2" name="02_predicted_pose_581">
              <a:extLst>
                <a:ext uri="{FF2B5EF4-FFF2-40B4-BE49-F238E27FC236}">
                  <a16:creationId xmlns:a16="http://schemas.microsoft.com/office/drawing/2014/main" id="{E3EFEB18-4322-4912-A7F2-C4236B181B7D}"/>
                </a:ext>
              </a:extLst>
            </p:cNvPr>
            <p:cNvSpPr>
              <a:spLocks/>
            </p:cNvSpPr>
            <p:nvPr/>
          </p:nvSpPr>
          <p:spPr>
            <a:xfrm>
              <a:off x="4508437" y="36595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3" name="02_predicted_pose_582">
              <a:extLst>
                <a:ext uri="{FF2B5EF4-FFF2-40B4-BE49-F238E27FC236}">
                  <a16:creationId xmlns:a16="http://schemas.microsoft.com/office/drawing/2014/main" id="{AA617E62-0115-4952-B8DD-76906973E64B}"/>
                </a:ext>
              </a:extLst>
            </p:cNvPr>
            <p:cNvSpPr>
              <a:spLocks/>
            </p:cNvSpPr>
            <p:nvPr/>
          </p:nvSpPr>
          <p:spPr>
            <a:xfrm>
              <a:off x="4601460" y="365099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4" name="02_predicted_pose_583">
              <a:extLst>
                <a:ext uri="{FF2B5EF4-FFF2-40B4-BE49-F238E27FC236}">
                  <a16:creationId xmlns:a16="http://schemas.microsoft.com/office/drawing/2014/main" id="{52B32173-7EC8-41C7-AD1D-2A94B028E262}"/>
                </a:ext>
              </a:extLst>
            </p:cNvPr>
            <p:cNvSpPr>
              <a:spLocks/>
            </p:cNvSpPr>
            <p:nvPr/>
          </p:nvSpPr>
          <p:spPr>
            <a:xfrm>
              <a:off x="4350986" y="37447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5" name="02_predicted_pose_584">
              <a:extLst>
                <a:ext uri="{FF2B5EF4-FFF2-40B4-BE49-F238E27FC236}">
                  <a16:creationId xmlns:a16="http://schemas.microsoft.com/office/drawing/2014/main" id="{6CBA7BBD-1802-4E1C-97FB-775A9D358829}"/>
                </a:ext>
              </a:extLst>
            </p:cNvPr>
            <p:cNvSpPr>
              <a:spLocks/>
            </p:cNvSpPr>
            <p:nvPr/>
          </p:nvSpPr>
          <p:spPr>
            <a:xfrm>
              <a:off x="4444009" y="36647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6" name="02_predicted_pose_585">
              <a:extLst>
                <a:ext uri="{FF2B5EF4-FFF2-40B4-BE49-F238E27FC236}">
                  <a16:creationId xmlns:a16="http://schemas.microsoft.com/office/drawing/2014/main" id="{46B43395-93D0-4EC4-9083-F6132AF6EE99}"/>
                </a:ext>
              </a:extLst>
            </p:cNvPr>
            <p:cNvSpPr>
              <a:spLocks/>
            </p:cNvSpPr>
            <p:nvPr/>
          </p:nvSpPr>
          <p:spPr>
            <a:xfrm>
              <a:off x="4537033" y="36534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7" name="02_predicted_pose_586">
              <a:extLst>
                <a:ext uri="{FF2B5EF4-FFF2-40B4-BE49-F238E27FC236}">
                  <a16:creationId xmlns:a16="http://schemas.microsoft.com/office/drawing/2014/main" id="{BE27CE7D-85C5-4F56-927F-FC07C75B7D1D}"/>
                </a:ext>
              </a:extLst>
            </p:cNvPr>
            <p:cNvSpPr>
              <a:spLocks/>
            </p:cNvSpPr>
            <p:nvPr/>
          </p:nvSpPr>
          <p:spPr>
            <a:xfrm>
              <a:off x="4630056" y="368812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8" name="02_predicted_pose_587">
              <a:extLst>
                <a:ext uri="{FF2B5EF4-FFF2-40B4-BE49-F238E27FC236}">
                  <a16:creationId xmlns:a16="http://schemas.microsoft.com/office/drawing/2014/main" id="{F71AA18B-600D-4099-9AD3-9497B88CE395}"/>
                </a:ext>
              </a:extLst>
            </p:cNvPr>
            <p:cNvSpPr>
              <a:spLocks/>
            </p:cNvSpPr>
            <p:nvPr/>
          </p:nvSpPr>
          <p:spPr>
            <a:xfrm>
              <a:off x="4493622" y="365811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89" name="02_predicted_pose_588">
              <a:extLst>
                <a:ext uri="{FF2B5EF4-FFF2-40B4-BE49-F238E27FC236}">
                  <a16:creationId xmlns:a16="http://schemas.microsoft.com/office/drawing/2014/main" id="{B51E7915-78AD-46D1-A491-A4ECB6069893}"/>
                </a:ext>
              </a:extLst>
            </p:cNvPr>
            <p:cNvSpPr>
              <a:spLocks/>
            </p:cNvSpPr>
            <p:nvPr/>
          </p:nvSpPr>
          <p:spPr>
            <a:xfrm>
              <a:off x="4586645" y="36466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0" name="02_predicted_pose_589">
              <a:extLst>
                <a:ext uri="{FF2B5EF4-FFF2-40B4-BE49-F238E27FC236}">
                  <a16:creationId xmlns:a16="http://schemas.microsoft.com/office/drawing/2014/main" id="{21F877C3-B85D-4BA2-91EB-60F89839CDA1}"/>
                </a:ext>
              </a:extLst>
            </p:cNvPr>
            <p:cNvSpPr>
              <a:spLocks/>
            </p:cNvSpPr>
            <p:nvPr/>
          </p:nvSpPr>
          <p:spPr>
            <a:xfrm>
              <a:off x="4336171" y="363109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1" name="02_predicted_pose_590">
              <a:extLst>
                <a:ext uri="{FF2B5EF4-FFF2-40B4-BE49-F238E27FC236}">
                  <a16:creationId xmlns:a16="http://schemas.microsoft.com/office/drawing/2014/main" id="{0391BC8D-3967-4569-AD30-417545007380}"/>
                </a:ext>
              </a:extLst>
            </p:cNvPr>
            <p:cNvSpPr>
              <a:spLocks/>
            </p:cNvSpPr>
            <p:nvPr/>
          </p:nvSpPr>
          <p:spPr>
            <a:xfrm>
              <a:off x="4429195" y="362508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2" name="02_predicted_pose_591">
              <a:extLst>
                <a:ext uri="{FF2B5EF4-FFF2-40B4-BE49-F238E27FC236}">
                  <a16:creationId xmlns:a16="http://schemas.microsoft.com/office/drawing/2014/main" id="{C3E7E7AC-19CF-4DC8-BA29-7A994649FE6C}"/>
                </a:ext>
              </a:extLst>
            </p:cNvPr>
            <p:cNvSpPr>
              <a:spLocks/>
            </p:cNvSpPr>
            <p:nvPr/>
          </p:nvSpPr>
          <p:spPr>
            <a:xfrm>
              <a:off x="4522218" y="36629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3" name="02_predicted_pose_592">
              <a:extLst>
                <a:ext uri="{FF2B5EF4-FFF2-40B4-BE49-F238E27FC236}">
                  <a16:creationId xmlns:a16="http://schemas.microsoft.com/office/drawing/2014/main" id="{9498F767-128C-4EF8-8489-3D7E15B0F1A6}"/>
                </a:ext>
              </a:extLst>
            </p:cNvPr>
            <p:cNvSpPr>
              <a:spLocks/>
            </p:cNvSpPr>
            <p:nvPr/>
          </p:nvSpPr>
          <p:spPr>
            <a:xfrm>
              <a:off x="4615241" y="365612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4" name="02_predicted_pose_593">
              <a:extLst>
                <a:ext uri="{FF2B5EF4-FFF2-40B4-BE49-F238E27FC236}">
                  <a16:creationId xmlns:a16="http://schemas.microsoft.com/office/drawing/2014/main" id="{65FB0EBC-9AA9-4CA8-BE4C-105B849E5F17}"/>
                </a:ext>
              </a:extLst>
            </p:cNvPr>
            <p:cNvSpPr>
              <a:spLocks/>
            </p:cNvSpPr>
            <p:nvPr/>
          </p:nvSpPr>
          <p:spPr>
            <a:xfrm>
              <a:off x="4364767" y="36184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5" name="02_predicted_pose_594">
              <a:extLst>
                <a:ext uri="{FF2B5EF4-FFF2-40B4-BE49-F238E27FC236}">
                  <a16:creationId xmlns:a16="http://schemas.microsoft.com/office/drawing/2014/main" id="{9CDA2B23-298C-43BF-AE38-35A63B8C0818}"/>
                </a:ext>
              </a:extLst>
            </p:cNvPr>
            <p:cNvSpPr>
              <a:spLocks/>
            </p:cNvSpPr>
            <p:nvPr/>
          </p:nvSpPr>
          <p:spPr>
            <a:xfrm>
              <a:off x="4457791" y="363912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6" name="02_predicted_pose_595">
              <a:extLst>
                <a:ext uri="{FF2B5EF4-FFF2-40B4-BE49-F238E27FC236}">
                  <a16:creationId xmlns:a16="http://schemas.microsoft.com/office/drawing/2014/main" id="{872E58B8-CCC2-4D95-A138-BE65970A4054}"/>
                </a:ext>
              </a:extLst>
            </p:cNvPr>
            <p:cNvSpPr>
              <a:spLocks/>
            </p:cNvSpPr>
            <p:nvPr/>
          </p:nvSpPr>
          <p:spPr>
            <a:xfrm>
              <a:off x="4550814" y="369306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7" name="02_predicted_pose_596">
              <a:extLst>
                <a:ext uri="{FF2B5EF4-FFF2-40B4-BE49-F238E27FC236}">
                  <a16:creationId xmlns:a16="http://schemas.microsoft.com/office/drawing/2014/main" id="{E40019A1-AB83-4DF3-BBFB-9B16963E8C12}"/>
                </a:ext>
              </a:extLst>
            </p:cNvPr>
            <p:cNvSpPr>
              <a:spLocks/>
            </p:cNvSpPr>
            <p:nvPr/>
          </p:nvSpPr>
          <p:spPr>
            <a:xfrm>
              <a:off x="4643837" y="365570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8" name="02_predicted_pose_597">
              <a:extLst>
                <a:ext uri="{FF2B5EF4-FFF2-40B4-BE49-F238E27FC236}">
                  <a16:creationId xmlns:a16="http://schemas.microsoft.com/office/drawing/2014/main" id="{055159D5-58EE-4B8A-A213-73417731DB2C}"/>
                </a:ext>
              </a:extLst>
            </p:cNvPr>
            <p:cNvSpPr>
              <a:spLocks/>
            </p:cNvSpPr>
            <p:nvPr/>
          </p:nvSpPr>
          <p:spPr>
            <a:xfrm>
              <a:off x="4507403" y="362304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99" name="02_predicted_pose_598">
              <a:extLst>
                <a:ext uri="{FF2B5EF4-FFF2-40B4-BE49-F238E27FC236}">
                  <a16:creationId xmlns:a16="http://schemas.microsoft.com/office/drawing/2014/main" id="{DF01E8D0-4FF8-4736-A26E-A568252EDB4E}"/>
                </a:ext>
              </a:extLst>
            </p:cNvPr>
            <p:cNvSpPr>
              <a:spLocks/>
            </p:cNvSpPr>
            <p:nvPr/>
          </p:nvSpPr>
          <p:spPr>
            <a:xfrm>
              <a:off x="4600426" y="37323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0" name="02_predicted_pose_599">
              <a:extLst>
                <a:ext uri="{FF2B5EF4-FFF2-40B4-BE49-F238E27FC236}">
                  <a16:creationId xmlns:a16="http://schemas.microsoft.com/office/drawing/2014/main" id="{2F291CA0-C96C-4F4D-81EC-CF39424C8A4B}"/>
                </a:ext>
              </a:extLst>
            </p:cNvPr>
            <p:cNvSpPr>
              <a:spLocks/>
            </p:cNvSpPr>
            <p:nvPr/>
          </p:nvSpPr>
          <p:spPr>
            <a:xfrm>
              <a:off x="4349953" y="369910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1" name="02_predicted_pose_600">
              <a:extLst>
                <a:ext uri="{FF2B5EF4-FFF2-40B4-BE49-F238E27FC236}">
                  <a16:creationId xmlns:a16="http://schemas.microsoft.com/office/drawing/2014/main" id="{48874D84-7FC0-4EBD-BC6F-DB84D77B2167}"/>
                </a:ext>
              </a:extLst>
            </p:cNvPr>
            <p:cNvSpPr>
              <a:spLocks/>
            </p:cNvSpPr>
            <p:nvPr/>
          </p:nvSpPr>
          <p:spPr>
            <a:xfrm>
              <a:off x="4442976" y="37118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2" name="02_predicted_pose_601">
              <a:extLst>
                <a:ext uri="{FF2B5EF4-FFF2-40B4-BE49-F238E27FC236}">
                  <a16:creationId xmlns:a16="http://schemas.microsoft.com/office/drawing/2014/main" id="{236516A9-70AA-424C-8BD2-3982285EF841}"/>
                </a:ext>
              </a:extLst>
            </p:cNvPr>
            <p:cNvSpPr>
              <a:spLocks/>
            </p:cNvSpPr>
            <p:nvPr/>
          </p:nvSpPr>
          <p:spPr>
            <a:xfrm>
              <a:off x="4535999" y="36980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3" name="02_predicted_pose_602">
              <a:extLst>
                <a:ext uri="{FF2B5EF4-FFF2-40B4-BE49-F238E27FC236}">
                  <a16:creationId xmlns:a16="http://schemas.microsoft.com/office/drawing/2014/main" id="{2AEBD706-995F-4681-93F4-D1AC10D34BF0}"/>
                </a:ext>
              </a:extLst>
            </p:cNvPr>
            <p:cNvSpPr>
              <a:spLocks/>
            </p:cNvSpPr>
            <p:nvPr/>
          </p:nvSpPr>
          <p:spPr>
            <a:xfrm>
              <a:off x="4629022" y="370072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4" name="02_predicted_pose_603">
              <a:extLst>
                <a:ext uri="{FF2B5EF4-FFF2-40B4-BE49-F238E27FC236}">
                  <a16:creationId xmlns:a16="http://schemas.microsoft.com/office/drawing/2014/main" id="{597C66C8-3867-4178-96C0-3DCE8EB7D498}"/>
                </a:ext>
              </a:extLst>
            </p:cNvPr>
            <p:cNvSpPr>
              <a:spLocks/>
            </p:cNvSpPr>
            <p:nvPr/>
          </p:nvSpPr>
          <p:spPr>
            <a:xfrm>
              <a:off x="4378549" y="36586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5" name="02_predicted_pose_604">
              <a:extLst>
                <a:ext uri="{FF2B5EF4-FFF2-40B4-BE49-F238E27FC236}">
                  <a16:creationId xmlns:a16="http://schemas.microsoft.com/office/drawing/2014/main" id="{72DFAF29-D6B3-4166-B1A0-28B34FDF0010}"/>
                </a:ext>
              </a:extLst>
            </p:cNvPr>
            <p:cNvSpPr>
              <a:spLocks/>
            </p:cNvSpPr>
            <p:nvPr/>
          </p:nvSpPr>
          <p:spPr>
            <a:xfrm>
              <a:off x="4471572" y="368778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6" name="02_predicted_pose_605">
              <a:extLst>
                <a:ext uri="{FF2B5EF4-FFF2-40B4-BE49-F238E27FC236}">
                  <a16:creationId xmlns:a16="http://schemas.microsoft.com/office/drawing/2014/main" id="{5F77A7CB-7890-4627-81A4-471FCEEF99C8}"/>
                </a:ext>
              </a:extLst>
            </p:cNvPr>
            <p:cNvSpPr>
              <a:spLocks/>
            </p:cNvSpPr>
            <p:nvPr/>
          </p:nvSpPr>
          <p:spPr>
            <a:xfrm>
              <a:off x="4564595" y="367334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7" name="02_predicted_pose_606">
              <a:extLst>
                <a:ext uri="{FF2B5EF4-FFF2-40B4-BE49-F238E27FC236}">
                  <a16:creationId xmlns:a16="http://schemas.microsoft.com/office/drawing/2014/main" id="{B2556CC1-A98F-4697-96D0-DC9D61271124}"/>
                </a:ext>
              </a:extLst>
            </p:cNvPr>
            <p:cNvSpPr>
              <a:spLocks/>
            </p:cNvSpPr>
            <p:nvPr/>
          </p:nvSpPr>
          <p:spPr>
            <a:xfrm>
              <a:off x="4657619" y="36921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8" name="02_predicted_pose_607">
              <a:extLst>
                <a:ext uri="{FF2B5EF4-FFF2-40B4-BE49-F238E27FC236}">
                  <a16:creationId xmlns:a16="http://schemas.microsoft.com/office/drawing/2014/main" id="{2DE78B82-AD37-44D8-A660-B19D29189437}"/>
                </a:ext>
              </a:extLst>
            </p:cNvPr>
            <p:cNvSpPr>
              <a:spLocks/>
            </p:cNvSpPr>
            <p:nvPr/>
          </p:nvSpPr>
          <p:spPr>
            <a:xfrm>
              <a:off x="4521184" y="367522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09" name="02_predicted_pose_608">
              <a:extLst>
                <a:ext uri="{FF2B5EF4-FFF2-40B4-BE49-F238E27FC236}">
                  <a16:creationId xmlns:a16="http://schemas.microsoft.com/office/drawing/2014/main" id="{E163E380-F5B4-449E-B865-8877A9B2F4FE}"/>
                </a:ext>
              </a:extLst>
            </p:cNvPr>
            <p:cNvSpPr>
              <a:spLocks/>
            </p:cNvSpPr>
            <p:nvPr/>
          </p:nvSpPr>
          <p:spPr>
            <a:xfrm>
              <a:off x="4614208" y="36774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0" name="02_predicted_pose_609">
              <a:extLst>
                <a:ext uri="{FF2B5EF4-FFF2-40B4-BE49-F238E27FC236}">
                  <a16:creationId xmlns:a16="http://schemas.microsoft.com/office/drawing/2014/main" id="{EC222707-8691-41CE-9881-A501829A9C8E}"/>
                </a:ext>
              </a:extLst>
            </p:cNvPr>
            <p:cNvSpPr>
              <a:spLocks/>
            </p:cNvSpPr>
            <p:nvPr/>
          </p:nvSpPr>
          <p:spPr>
            <a:xfrm>
              <a:off x="4363734" y="365095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1" name="02_predicted_pose_610">
              <a:extLst>
                <a:ext uri="{FF2B5EF4-FFF2-40B4-BE49-F238E27FC236}">
                  <a16:creationId xmlns:a16="http://schemas.microsoft.com/office/drawing/2014/main" id="{6B1B7E41-6A85-4480-BD89-E52605C6A894}"/>
                </a:ext>
              </a:extLst>
            </p:cNvPr>
            <p:cNvSpPr>
              <a:spLocks/>
            </p:cNvSpPr>
            <p:nvPr/>
          </p:nvSpPr>
          <p:spPr>
            <a:xfrm>
              <a:off x="4456757" y="36565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2" name="02_predicted_pose_611">
              <a:extLst>
                <a:ext uri="{FF2B5EF4-FFF2-40B4-BE49-F238E27FC236}">
                  <a16:creationId xmlns:a16="http://schemas.microsoft.com/office/drawing/2014/main" id="{A7C0ED92-9F35-4880-98E7-61DB3E071780}"/>
                </a:ext>
              </a:extLst>
            </p:cNvPr>
            <p:cNvSpPr>
              <a:spLocks/>
            </p:cNvSpPr>
            <p:nvPr/>
          </p:nvSpPr>
          <p:spPr>
            <a:xfrm>
              <a:off x="4549780" y="366258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3" name="02_predicted_pose_612">
              <a:extLst>
                <a:ext uri="{FF2B5EF4-FFF2-40B4-BE49-F238E27FC236}">
                  <a16:creationId xmlns:a16="http://schemas.microsoft.com/office/drawing/2014/main" id="{14935357-1191-4EEB-8627-244A884156F6}"/>
                </a:ext>
              </a:extLst>
            </p:cNvPr>
            <p:cNvSpPr>
              <a:spLocks/>
            </p:cNvSpPr>
            <p:nvPr/>
          </p:nvSpPr>
          <p:spPr>
            <a:xfrm>
              <a:off x="4642804" y="366540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4" name="02_predicted_pose_613">
              <a:extLst>
                <a:ext uri="{FF2B5EF4-FFF2-40B4-BE49-F238E27FC236}">
                  <a16:creationId xmlns:a16="http://schemas.microsoft.com/office/drawing/2014/main" id="{4E41CB0D-2DCC-4394-BB40-7156235877A8}"/>
                </a:ext>
              </a:extLst>
            </p:cNvPr>
            <p:cNvSpPr>
              <a:spLocks/>
            </p:cNvSpPr>
            <p:nvPr/>
          </p:nvSpPr>
          <p:spPr>
            <a:xfrm>
              <a:off x="4392330" y="366823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5" name="02_predicted_pose_614">
              <a:extLst>
                <a:ext uri="{FF2B5EF4-FFF2-40B4-BE49-F238E27FC236}">
                  <a16:creationId xmlns:a16="http://schemas.microsoft.com/office/drawing/2014/main" id="{0EE54D46-821E-49E2-9A7F-25671B348196}"/>
                </a:ext>
              </a:extLst>
            </p:cNvPr>
            <p:cNvSpPr>
              <a:spLocks/>
            </p:cNvSpPr>
            <p:nvPr/>
          </p:nvSpPr>
          <p:spPr>
            <a:xfrm>
              <a:off x="4485353" y="365059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6" name="02_predicted_pose_615">
              <a:extLst>
                <a:ext uri="{FF2B5EF4-FFF2-40B4-BE49-F238E27FC236}">
                  <a16:creationId xmlns:a16="http://schemas.microsoft.com/office/drawing/2014/main" id="{5214B876-B1A2-480E-871C-A3791DC00C9B}"/>
                </a:ext>
              </a:extLst>
            </p:cNvPr>
            <p:cNvSpPr>
              <a:spLocks/>
            </p:cNvSpPr>
            <p:nvPr/>
          </p:nvSpPr>
          <p:spPr>
            <a:xfrm>
              <a:off x="4578376" y="36797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7" name="02_predicted_pose_616">
              <a:extLst>
                <a:ext uri="{FF2B5EF4-FFF2-40B4-BE49-F238E27FC236}">
                  <a16:creationId xmlns:a16="http://schemas.microsoft.com/office/drawing/2014/main" id="{D387E1C3-EAA6-4C71-A3FC-54C29F7BA9A4}"/>
                </a:ext>
              </a:extLst>
            </p:cNvPr>
            <p:cNvSpPr>
              <a:spLocks/>
            </p:cNvSpPr>
            <p:nvPr/>
          </p:nvSpPr>
          <p:spPr>
            <a:xfrm>
              <a:off x="4327903" y="36754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8" name="02_predicted_pose_617">
              <a:extLst>
                <a:ext uri="{FF2B5EF4-FFF2-40B4-BE49-F238E27FC236}">
                  <a16:creationId xmlns:a16="http://schemas.microsoft.com/office/drawing/2014/main" id="{C8AFB834-151E-47D4-A04B-4AF79DC7F35C}"/>
                </a:ext>
              </a:extLst>
            </p:cNvPr>
            <p:cNvSpPr>
              <a:spLocks/>
            </p:cNvSpPr>
            <p:nvPr/>
          </p:nvSpPr>
          <p:spPr>
            <a:xfrm>
              <a:off x="4534966" y="36177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19" name="02_predicted_pose_618">
              <a:extLst>
                <a:ext uri="{FF2B5EF4-FFF2-40B4-BE49-F238E27FC236}">
                  <a16:creationId xmlns:a16="http://schemas.microsoft.com/office/drawing/2014/main" id="{B3D1EAC7-5FF9-43BC-8BE7-EE9EA818DB35}"/>
                </a:ext>
              </a:extLst>
            </p:cNvPr>
            <p:cNvSpPr>
              <a:spLocks/>
            </p:cNvSpPr>
            <p:nvPr/>
          </p:nvSpPr>
          <p:spPr>
            <a:xfrm>
              <a:off x="4627989" y="36609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0" name="02_predicted_pose_619">
              <a:extLst>
                <a:ext uri="{FF2B5EF4-FFF2-40B4-BE49-F238E27FC236}">
                  <a16:creationId xmlns:a16="http://schemas.microsoft.com/office/drawing/2014/main" id="{12DC7224-AD3E-4814-8E7C-355FD506A444}"/>
                </a:ext>
              </a:extLst>
            </p:cNvPr>
            <p:cNvSpPr>
              <a:spLocks/>
            </p:cNvSpPr>
            <p:nvPr/>
          </p:nvSpPr>
          <p:spPr>
            <a:xfrm>
              <a:off x="4377515" y="36626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1" name="02_predicted_pose_620">
              <a:extLst>
                <a:ext uri="{FF2B5EF4-FFF2-40B4-BE49-F238E27FC236}">
                  <a16:creationId xmlns:a16="http://schemas.microsoft.com/office/drawing/2014/main" id="{604A668D-8D41-4DE4-ADDC-C6601FE68E36}"/>
                </a:ext>
              </a:extLst>
            </p:cNvPr>
            <p:cNvSpPr>
              <a:spLocks/>
            </p:cNvSpPr>
            <p:nvPr/>
          </p:nvSpPr>
          <p:spPr>
            <a:xfrm>
              <a:off x="4470538" y="37100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2" name="02_predicted_pose_621">
              <a:extLst>
                <a:ext uri="{FF2B5EF4-FFF2-40B4-BE49-F238E27FC236}">
                  <a16:creationId xmlns:a16="http://schemas.microsoft.com/office/drawing/2014/main" id="{78AF86D8-B412-47A6-8E7C-330C87AE8D33}"/>
                </a:ext>
              </a:extLst>
            </p:cNvPr>
            <p:cNvSpPr>
              <a:spLocks/>
            </p:cNvSpPr>
            <p:nvPr/>
          </p:nvSpPr>
          <p:spPr>
            <a:xfrm>
              <a:off x="4563562" y="364384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3" name="02_predicted_pose_622">
              <a:extLst>
                <a:ext uri="{FF2B5EF4-FFF2-40B4-BE49-F238E27FC236}">
                  <a16:creationId xmlns:a16="http://schemas.microsoft.com/office/drawing/2014/main" id="{D9037694-285B-49E4-9CD7-DCF58DE9A505}"/>
                </a:ext>
              </a:extLst>
            </p:cNvPr>
            <p:cNvSpPr>
              <a:spLocks/>
            </p:cNvSpPr>
            <p:nvPr/>
          </p:nvSpPr>
          <p:spPr>
            <a:xfrm>
              <a:off x="4656585" y="36164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4" name="02_predicted_pose_623">
              <a:extLst>
                <a:ext uri="{FF2B5EF4-FFF2-40B4-BE49-F238E27FC236}">
                  <a16:creationId xmlns:a16="http://schemas.microsoft.com/office/drawing/2014/main" id="{C9689D23-B56F-47DF-B77C-8CAC1A71F82C}"/>
                </a:ext>
              </a:extLst>
            </p:cNvPr>
            <p:cNvSpPr>
              <a:spLocks/>
            </p:cNvSpPr>
            <p:nvPr/>
          </p:nvSpPr>
          <p:spPr>
            <a:xfrm>
              <a:off x="4406111" y="367719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5" name="02_predicted_pose_624">
              <a:extLst>
                <a:ext uri="{FF2B5EF4-FFF2-40B4-BE49-F238E27FC236}">
                  <a16:creationId xmlns:a16="http://schemas.microsoft.com/office/drawing/2014/main" id="{D83EDE89-9FD7-463E-B000-6026C4393A40}"/>
                </a:ext>
              </a:extLst>
            </p:cNvPr>
            <p:cNvSpPr>
              <a:spLocks/>
            </p:cNvSpPr>
            <p:nvPr/>
          </p:nvSpPr>
          <p:spPr>
            <a:xfrm>
              <a:off x="4499134" y="364098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6" name="02_predicted_pose_625">
              <a:extLst>
                <a:ext uri="{FF2B5EF4-FFF2-40B4-BE49-F238E27FC236}">
                  <a16:creationId xmlns:a16="http://schemas.microsoft.com/office/drawing/2014/main" id="{82134232-BAAD-4D5A-8DA9-DABA1CDD2710}"/>
                </a:ext>
              </a:extLst>
            </p:cNvPr>
            <p:cNvSpPr>
              <a:spLocks/>
            </p:cNvSpPr>
            <p:nvPr/>
          </p:nvSpPr>
          <p:spPr>
            <a:xfrm>
              <a:off x="4463303" y="36429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7" name="02_predicted_pose_626">
              <a:extLst>
                <a:ext uri="{FF2B5EF4-FFF2-40B4-BE49-F238E27FC236}">
                  <a16:creationId xmlns:a16="http://schemas.microsoft.com/office/drawing/2014/main" id="{A3614901-1C6A-4A0F-9B4A-4A45D824FAA4}"/>
                </a:ext>
              </a:extLst>
            </p:cNvPr>
            <p:cNvSpPr>
              <a:spLocks/>
            </p:cNvSpPr>
            <p:nvPr/>
          </p:nvSpPr>
          <p:spPr>
            <a:xfrm>
              <a:off x="4477084" y="36601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8" name="02_predicted_pose_627">
              <a:extLst>
                <a:ext uri="{FF2B5EF4-FFF2-40B4-BE49-F238E27FC236}">
                  <a16:creationId xmlns:a16="http://schemas.microsoft.com/office/drawing/2014/main" id="{E92DCC37-761C-4E62-9024-1D70099E7486}"/>
                </a:ext>
              </a:extLst>
            </p:cNvPr>
            <p:cNvSpPr>
              <a:spLocks/>
            </p:cNvSpPr>
            <p:nvPr/>
          </p:nvSpPr>
          <p:spPr>
            <a:xfrm>
              <a:off x="4455034" y="36366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29" name="02_predicted_pose_628">
              <a:extLst>
                <a:ext uri="{FF2B5EF4-FFF2-40B4-BE49-F238E27FC236}">
                  <a16:creationId xmlns:a16="http://schemas.microsoft.com/office/drawing/2014/main" id="{9ECE7D6F-C642-4BA8-A54D-70C0291BDC5A}"/>
                </a:ext>
              </a:extLst>
            </p:cNvPr>
            <p:cNvSpPr>
              <a:spLocks/>
            </p:cNvSpPr>
            <p:nvPr/>
          </p:nvSpPr>
          <p:spPr>
            <a:xfrm>
              <a:off x="4482597" y="377942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0" name="02_predicted_pose_629">
              <a:extLst>
                <a:ext uri="{FF2B5EF4-FFF2-40B4-BE49-F238E27FC236}">
                  <a16:creationId xmlns:a16="http://schemas.microsoft.com/office/drawing/2014/main" id="{5C2D7FD6-F7BC-4E2E-98EC-6632A2016FDE}"/>
                </a:ext>
              </a:extLst>
            </p:cNvPr>
            <p:cNvSpPr>
              <a:spLocks/>
            </p:cNvSpPr>
            <p:nvPr/>
          </p:nvSpPr>
          <p:spPr>
            <a:xfrm>
              <a:off x="4510159" y="37274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1" name="02_predicted_pose_630">
              <a:extLst>
                <a:ext uri="{FF2B5EF4-FFF2-40B4-BE49-F238E27FC236}">
                  <a16:creationId xmlns:a16="http://schemas.microsoft.com/office/drawing/2014/main" id="{E423036B-7EF5-472F-81EB-029F6FDA9025}"/>
                </a:ext>
              </a:extLst>
            </p:cNvPr>
            <p:cNvSpPr>
              <a:spLocks/>
            </p:cNvSpPr>
            <p:nvPr/>
          </p:nvSpPr>
          <p:spPr>
            <a:xfrm>
              <a:off x="4492588" y="362792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2" name="02_predicted_pose_631">
              <a:extLst>
                <a:ext uri="{FF2B5EF4-FFF2-40B4-BE49-F238E27FC236}">
                  <a16:creationId xmlns:a16="http://schemas.microsoft.com/office/drawing/2014/main" id="{29E6EEA6-3061-4488-ACE9-297A411BC0AE}"/>
                </a:ext>
              </a:extLst>
            </p:cNvPr>
            <p:cNvSpPr>
              <a:spLocks/>
            </p:cNvSpPr>
            <p:nvPr/>
          </p:nvSpPr>
          <p:spPr>
            <a:xfrm>
              <a:off x="4335138" y="37252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3" name="02_predicted_pose_632">
              <a:extLst>
                <a:ext uri="{FF2B5EF4-FFF2-40B4-BE49-F238E27FC236}">
                  <a16:creationId xmlns:a16="http://schemas.microsoft.com/office/drawing/2014/main" id="{AE8C3496-C690-4B09-994E-0B953ABA99DD}"/>
                </a:ext>
              </a:extLst>
            </p:cNvPr>
            <p:cNvSpPr>
              <a:spLocks/>
            </p:cNvSpPr>
            <p:nvPr/>
          </p:nvSpPr>
          <p:spPr>
            <a:xfrm>
              <a:off x="4521184" y="37503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4" name="02_predicted_pose_633">
              <a:extLst>
                <a:ext uri="{FF2B5EF4-FFF2-40B4-BE49-F238E27FC236}">
                  <a16:creationId xmlns:a16="http://schemas.microsoft.com/office/drawing/2014/main" id="{8EBDBD6B-59C9-4ED7-90E5-204385AB858B}"/>
                </a:ext>
              </a:extLst>
            </p:cNvPr>
            <p:cNvSpPr>
              <a:spLocks/>
            </p:cNvSpPr>
            <p:nvPr/>
          </p:nvSpPr>
          <p:spPr>
            <a:xfrm>
              <a:off x="4363734" y="37618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5" name="02_predicted_pose_634">
              <a:extLst>
                <a:ext uri="{FF2B5EF4-FFF2-40B4-BE49-F238E27FC236}">
                  <a16:creationId xmlns:a16="http://schemas.microsoft.com/office/drawing/2014/main" id="{703B4F20-394E-44FA-A030-5FAE65A74EDF}"/>
                </a:ext>
              </a:extLst>
            </p:cNvPr>
            <p:cNvSpPr>
              <a:spLocks/>
            </p:cNvSpPr>
            <p:nvPr/>
          </p:nvSpPr>
          <p:spPr>
            <a:xfrm>
              <a:off x="4501546" y="387524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6" name="02_predicted_pose_635">
              <a:extLst>
                <a:ext uri="{FF2B5EF4-FFF2-40B4-BE49-F238E27FC236}">
                  <a16:creationId xmlns:a16="http://schemas.microsoft.com/office/drawing/2014/main" id="{CF05319F-F076-455B-B1D8-1D49A5821DCC}"/>
                </a:ext>
              </a:extLst>
            </p:cNvPr>
            <p:cNvSpPr>
              <a:spLocks/>
            </p:cNvSpPr>
            <p:nvPr/>
          </p:nvSpPr>
          <p:spPr>
            <a:xfrm>
              <a:off x="4515327" y="37905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7" name="02_predicted_pose_636">
              <a:extLst>
                <a:ext uri="{FF2B5EF4-FFF2-40B4-BE49-F238E27FC236}">
                  <a16:creationId xmlns:a16="http://schemas.microsoft.com/office/drawing/2014/main" id="{3A4312B3-2EF7-4DBB-8365-9B2E6C46AFD3}"/>
                </a:ext>
              </a:extLst>
            </p:cNvPr>
            <p:cNvSpPr>
              <a:spLocks/>
            </p:cNvSpPr>
            <p:nvPr/>
          </p:nvSpPr>
          <p:spPr>
            <a:xfrm>
              <a:off x="4556671" y="36422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8" name="02_predicted_pose_637">
              <a:extLst>
                <a:ext uri="{FF2B5EF4-FFF2-40B4-BE49-F238E27FC236}">
                  <a16:creationId xmlns:a16="http://schemas.microsoft.com/office/drawing/2014/main" id="{69569668-60D7-4DE6-A332-9EC61ECCFC06}"/>
                </a:ext>
              </a:extLst>
            </p:cNvPr>
            <p:cNvSpPr>
              <a:spLocks/>
            </p:cNvSpPr>
            <p:nvPr/>
          </p:nvSpPr>
          <p:spPr>
            <a:xfrm>
              <a:off x="4570452" y="378559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39" name="02_predicted_pose_638">
              <a:extLst>
                <a:ext uri="{FF2B5EF4-FFF2-40B4-BE49-F238E27FC236}">
                  <a16:creationId xmlns:a16="http://schemas.microsoft.com/office/drawing/2014/main" id="{AB61C9D8-988D-4AE2-A7BD-246DE4635109}"/>
                </a:ext>
              </a:extLst>
            </p:cNvPr>
            <p:cNvSpPr>
              <a:spLocks/>
            </p:cNvSpPr>
            <p:nvPr/>
          </p:nvSpPr>
          <p:spPr>
            <a:xfrm>
              <a:off x="4611796" y="385389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0" name="02_predicted_pose_639">
              <a:extLst>
                <a:ext uri="{FF2B5EF4-FFF2-40B4-BE49-F238E27FC236}">
                  <a16:creationId xmlns:a16="http://schemas.microsoft.com/office/drawing/2014/main" id="{DADC3452-55D2-4A9B-B7BC-5E9CB4146242}"/>
                </a:ext>
              </a:extLst>
            </p:cNvPr>
            <p:cNvSpPr>
              <a:spLocks/>
            </p:cNvSpPr>
            <p:nvPr/>
          </p:nvSpPr>
          <p:spPr>
            <a:xfrm>
              <a:off x="4625577" y="38821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1" name="02_predicted_pose_640">
              <a:extLst>
                <a:ext uri="{FF2B5EF4-FFF2-40B4-BE49-F238E27FC236}">
                  <a16:creationId xmlns:a16="http://schemas.microsoft.com/office/drawing/2014/main" id="{C4C26F33-5E7C-4FF8-B7FF-CAD351B3607F}"/>
                </a:ext>
              </a:extLst>
            </p:cNvPr>
            <p:cNvSpPr>
              <a:spLocks/>
            </p:cNvSpPr>
            <p:nvPr/>
          </p:nvSpPr>
          <p:spPr>
            <a:xfrm>
              <a:off x="4357532" y="390201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2" name="02_predicted_pose_641">
              <a:extLst>
                <a:ext uri="{FF2B5EF4-FFF2-40B4-BE49-F238E27FC236}">
                  <a16:creationId xmlns:a16="http://schemas.microsoft.com/office/drawing/2014/main" id="{9A10B024-D149-428F-B022-DB3D00078186}"/>
                </a:ext>
              </a:extLst>
            </p:cNvPr>
            <p:cNvSpPr>
              <a:spLocks/>
            </p:cNvSpPr>
            <p:nvPr/>
          </p:nvSpPr>
          <p:spPr>
            <a:xfrm>
              <a:off x="4450556" y="37483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3" name="02_predicted_pose_642">
              <a:extLst>
                <a:ext uri="{FF2B5EF4-FFF2-40B4-BE49-F238E27FC236}">
                  <a16:creationId xmlns:a16="http://schemas.microsoft.com/office/drawing/2014/main" id="{3E1644A9-0C29-4F92-AE89-0C8CE1DA222E}"/>
                </a:ext>
              </a:extLst>
            </p:cNvPr>
            <p:cNvSpPr>
              <a:spLocks/>
            </p:cNvSpPr>
            <p:nvPr/>
          </p:nvSpPr>
          <p:spPr>
            <a:xfrm>
              <a:off x="4386128" y="360420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4" name="02_predicted_pose_643">
              <a:extLst>
                <a:ext uri="{FF2B5EF4-FFF2-40B4-BE49-F238E27FC236}">
                  <a16:creationId xmlns:a16="http://schemas.microsoft.com/office/drawing/2014/main" id="{27C7E3D0-86A8-41F4-A3D6-82076D6C2219}"/>
                </a:ext>
              </a:extLst>
            </p:cNvPr>
            <p:cNvSpPr>
              <a:spLocks/>
            </p:cNvSpPr>
            <p:nvPr/>
          </p:nvSpPr>
          <p:spPr>
            <a:xfrm>
              <a:off x="4479152" y="359355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5" name="02_predicted_pose_644">
              <a:extLst>
                <a:ext uri="{FF2B5EF4-FFF2-40B4-BE49-F238E27FC236}">
                  <a16:creationId xmlns:a16="http://schemas.microsoft.com/office/drawing/2014/main" id="{1534FA1E-BEC9-456B-AFCA-D420F5580323}"/>
                </a:ext>
              </a:extLst>
            </p:cNvPr>
            <p:cNvSpPr>
              <a:spLocks/>
            </p:cNvSpPr>
            <p:nvPr/>
          </p:nvSpPr>
          <p:spPr>
            <a:xfrm>
              <a:off x="4365801" y="37374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6" name="02_predicted_pose_645">
              <a:extLst>
                <a:ext uri="{FF2B5EF4-FFF2-40B4-BE49-F238E27FC236}">
                  <a16:creationId xmlns:a16="http://schemas.microsoft.com/office/drawing/2014/main" id="{03000155-4FAD-498D-8008-1903BF3C2013}"/>
                </a:ext>
              </a:extLst>
            </p:cNvPr>
            <p:cNvSpPr>
              <a:spLocks/>
            </p:cNvSpPr>
            <p:nvPr/>
          </p:nvSpPr>
          <p:spPr>
            <a:xfrm>
              <a:off x="4393363" y="382696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7" name="02_predicted_pose_646">
              <a:extLst>
                <a:ext uri="{FF2B5EF4-FFF2-40B4-BE49-F238E27FC236}">
                  <a16:creationId xmlns:a16="http://schemas.microsoft.com/office/drawing/2014/main" id="{38868C41-3AE6-4840-9499-95C35C4D19E4}"/>
                </a:ext>
              </a:extLst>
            </p:cNvPr>
            <p:cNvSpPr>
              <a:spLocks/>
            </p:cNvSpPr>
            <p:nvPr/>
          </p:nvSpPr>
          <p:spPr>
            <a:xfrm>
              <a:off x="4493622" y="35707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8" name="02_predicted_pose_647">
              <a:extLst>
                <a:ext uri="{FF2B5EF4-FFF2-40B4-BE49-F238E27FC236}">
                  <a16:creationId xmlns:a16="http://schemas.microsoft.com/office/drawing/2014/main" id="{5BC1B991-4D8A-48BF-BDCD-64B48F680A01}"/>
                </a:ext>
              </a:extLst>
            </p:cNvPr>
            <p:cNvSpPr>
              <a:spLocks/>
            </p:cNvSpPr>
            <p:nvPr/>
          </p:nvSpPr>
          <p:spPr>
            <a:xfrm>
              <a:off x="4521184" y="341356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49" name="02_predicted_pose_648">
              <a:extLst>
                <a:ext uri="{FF2B5EF4-FFF2-40B4-BE49-F238E27FC236}">
                  <a16:creationId xmlns:a16="http://schemas.microsoft.com/office/drawing/2014/main" id="{1D51880E-01D9-4BF1-B8B5-DBBCF26C4B16}"/>
                </a:ext>
              </a:extLst>
            </p:cNvPr>
            <p:cNvSpPr>
              <a:spLocks/>
            </p:cNvSpPr>
            <p:nvPr/>
          </p:nvSpPr>
          <p:spPr>
            <a:xfrm>
              <a:off x="4413346" y="35783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0" name="02_predicted_pose_649">
              <a:extLst>
                <a:ext uri="{FF2B5EF4-FFF2-40B4-BE49-F238E27FC236}">
                  <a16:creationId xmlns:a16="http://schemas.microsoft.com/office/drawing/2014/main" id="{0EE78678-92BB-4D22-8109-932B92235DC3}"/>
                </a:ext>
              </a:extLst>
            </p:cNvPr>
            <p:cNvSpPr>
              <a:spLocks/>
            </p:cNvSpPr>
            <p:nvPr/>
          </p:nvSpPr>
          <p:spPr>
            <a:xfrm>
              <a:off x="4454690" y="35788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1" name="02_predicted_pose_650">
              <a:extLst>
                <a:ext uri="{FF2B5EF4-FFF2-40B4-BE49-F238E27FC236}">
                  <a16:creationId xmlns:a16="http://schemas.microsoft.com/office/drawing/2014/main" id="{673C7340-25EF-4A16-BCA3-E64B8D9A296C}"/>
                </a:ext>
              </a:extLst>
            </p:cNvPr>
            <p:cNvSpPr>
              <a:spLocks/>
            </p:cNvSpPr>
            <p:nvPr/>
          </p:nvSpPr>
          <p:spPr>
            <a:xfrm>
              <a:off x="4409212" y="338613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2" name="02_predicted_pose_651">
              <a:extLst>
                <a:ext uri="{FF2B5EF4-FFF2-40B4-BE49-F238E27FC236}">
                  <a16:creationId xmlns:a16="http://schemas.microsoft.com/office/drawing/2014/main" id="{68533542-E808-422B-BCDB-1344A7E930E2}"/>
                </a:ext>
              </a:extLst>
            </p:cNvPr>
            <p:cNvSpPr>
              <a:spLocks/>
            </p:cNvSpPr>
            <p:nvPr/>
          </p:nvSpPr>
          <p:spPr>
            <a:xfrm>
              <a:off x="4505680" y="318152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3" name="02_predicted_pose_652">
              <a:extLst>
                <a:ext uri="{FF2B5EF4-FFF2-40B4-BE49-F238E27FC236}">
                  <a16:creationId xmlns:a16="http://schemas.microsoft.com/office/drawing/2014/main" id="{79547761-7E17-4F5B-8670-6954FBFD0959}"/>
                </a:ext>
              </a:extLst>
            </p:cNvPr>
            <p:cNvSpPr>
              <a:spLocks/>
            </p:cNvSpPr>
            <p:nvPr/>
          </p:nvSpPr>
          <p:spPr>
            <a:xfrm>
              <a:off x="4594914" y="315078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4" name="02_predicted_pose_653">
              <a:extLst>
                <a:ext uri="{FF2B5EF4-FFF2-40B4-BE49-F238E27FC236}">
                  <a16:creationId xmlns:a16="http://schemas.microsoft.com/office/drawing/2014/main" id="{ACCE419B-9AD5-4D27-BFD7-A92FDFA12B20}"/>
                </a:ext>
              </a:extLst>
            </p:cNvPr>
            <p:cNvSpPr>
              <a:spLocks/>
            </p:cNvSpPr>
            <p:nvPr/>
          </p:nvSpPr>
          <p:spPr>
            <a:xfrm>
              <a:off x="4629022" y="341999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5" name="02_predicted_pose_654">
              <a:extLst>
                <a:ext uri="{FF2B5EF4-FFF2-40B4-BE49-F238E27FC236}">
                  <a16:creationId xmlns:a16="http://schemas.microsoft.com/office/drawing/2014/main" id="{58A7DC98-2464-451A-865D-9419240A3E0E}"/>
                </a:ext>
              </a:extLst>
            </p:cNvPr>
            <p:cNvSpPr>
              <a:spLocks/>
            </p:cNvSpPr>
            <p:nvPr/>
          </p:nvSpPr>
          <p:spPr>
            <a:xfrm>
              <a:off x="4326869" y="346559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6" name="02_predicted_pose_655">
              <a:extLst>
                <a:ext uri="{FF2B5EF4-FFF2-40B4-BE49-F238E27FC236}">
                  <a16:creationId xmlns:a16="http://schemas.microsoft.com/office/drawing/2014/main" id="{09D2AB0A-267B-4411-B384-51316B643A1D}"/>
                </a:ext>
              </a:extLst>
            </p:cNvPr>
            <p:cNvSpPr>
              <a:spLocks/>
            </p:cNvSpPr>
            <p:nvPr/>
          </p:nvSpPr>
          <p:spPr>
            <a:xfrm>
              <a:off x="4474328" y="35133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7" name="02_predicted_pose_656">
              <a:extLst>
                <a:ext uri="{FF2B5EF4-FFF2-40B4-BE49-F238E27FC236}">
                  <a16:creationId xmlns:a16="http://schemas.microsoft.com/office/drawing/2014/main" id="{82272E96-456C-4BF8-8B6F-F4D5E7B07FB2}"/>
                </a:ext>
              </a:extLst>
            </p:cNvPr>
            <p:cNvSpPr>
              <a:spLocks/>
            </p:cNvSpPr>
            <p:nvPr/>
          </p:nvSpPr>
          <p:spPr>
            <a:xfrm>
              <a:off x="4396120" y="332689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8" name="02_predicted_pose_657">
              <a:extLst>
                <a:ext uri="{FF2B5EF4-FFF2-40B4-BE49-F238E27FC236}">
                  <a16:creationId xmlns:a16="http://schemas.microsoft.com/office/drawing/2014/main" id="{790F5C8B-8DDC-441F-AA63-A73BD6A4B83E}"/>
                </a:ext>
              </a:extLst>
            </p:cNvPr>
            <p:cNvSpPr>
              <a:spLocks/>
            </p:cNvSpPr>
            <p:nvPr/>
          </p:nvSpPr>
          <p:spPr>
            <a:xfrm>
              <a:off x="4409901" y="34744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59" name="02_predicted_pose_658">
              <a:extLst>
                <a:ext uri="{FF2B5EF4-FFF2-40B4-BE49-F238E27FC236}">
                  <a16:creationId xmlns:a16="http://schemas.microsoft.com/office/drawing/2014/main" id="{A84F9656-74D7-46E2-A096-97DDE76E6450}"/>
                </a:ext>
              </a:extLst>
            </p:cNvPr>
            <p:cNvSpPr>
              <a:spLocks/>
            </p:cNvSpPr>
            <p:nvPr/>
          </p:nvSpPr>
          <p:spPr>
            <a:xfrm>
              <a:off x="4423682" y="333099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0" name="02_predicted_pose_659">
              <a:extLst>
                <a:ext uri="{FF2B5EF4-FFF2-40B4-BE49-F238E27FC236}">
                  <a16:creationId xmlns:a16="http://schemas.microsoft.com/office/drawing/2014/main" id="{6629E278-AE8E-4B55-907C-60C7426D4DB3}"/>
                </a:ext>
              </a:extLst>
            </p:cNvPr>
            <p:cNvSpPr>
              <a:spLocks/>
            </p:cNvSpPr>
            <p:nvPr/>
          </p:nvSpPr>
          <p:spPr>
            <a:xfrm>
              <a:off x="4437463" y="34771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1" name="02_predicted_pose_660">
              <a:extLst>
                <a:ext uri="{FF2B5EF4-FFF2-40B4-BE49-F238E27FC236}">
                  <a16:creationId xmlns:a16="http://schemas.microsoft.com/office/drawing/2014/main" id="{671FBA1E-C939-42CB-AB58-61839B25AD57}"/>
                </a:ext>
              </a:extLst>
            </p:cNvPr>
            <p:cNvSpPr>
              <a:spLocks/>
            </p:cNvSpPr>
            <p:nvPr/>
          </p:nvSpPr>
          <p:spPr>
            <a:xfrm>
              <a:off x="4451245" y="33220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2" name="02_predicted_pose_661">
              <a:extLst>
                <a:ext uri="{FF2B5EF4-FFF2-40B4-BE49-F238E27FC236}">
                  <a16:creationId xmlns:a16="http://schemas.microsoft.com/office/drawing/2014/main" id="{8398142B-C110-4194-AEB8-8C5651E8D930}"/>
                </a:ext>
              </a:extLst>
            </p:cNvPr>
            <p:cNvSpPr>
              <a:spLocks/>
            </p:cNvSpPr>
            <p:nvPr/>
          </p:nvSpPr>
          <p:spPr>
            <a:xfrm>
              <a:off x="4465026" y="331551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3" name="02_predicted_pose_662">
              <a:extLst>
                <a:ext uri="{FF2B5EF4-FFF2-40B4-BE49-F238E27FC236}">
                  <a16:creationId xmlns:a16="http://schemas.microsoft.com/office/drawing/2014/main" id="{570C4268-3950-44FB-A8B6-DABBF90703BB}"/>
                </a:ext>
              </a:extLst>
            </p:cNvPr>
            <p:cNvSpPr>
              <a:spLocks/>
            </p:cNvSpPr>
            <p:nvPr/>
          </p:nvSpPr>
          <p:spPr>
            <a:xfrm>
              <a:off x="4478807" y="333229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4" name="02_predicted_pose_663">
              <a:extLst>
                <a:ext uri="{FF2B5EF4-FFF2-40B4-BE49-F238E27FC236}">
                  <a16:creationId xmlns:a16="http://schemas.microsoft.com/office/drawing/2014/main" id="{11308C14-5361-484C-B482-C1739F718B2C}"/>
                </a:ext>
              </a:extLst>
            </p:cNvPr>
            <p:cNvSpPr>
              <a:spLocks/>
            </p:cNvSpPr>
            <p:nvPr/>
          </p:nvSpPr>
          <p:spPr>
            <a:xfrm>
              <a:off x="4492588" y="343013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5" name="02_predicted_pose_664">
              <a:extLst>
                <a:ext uri="{FF2B5EF4-FFF2-40B4-BE49-F238E27FC236}">
                  <a16:creationId xmlns:a16="http://schemas.microsoft.com/office/drawing/2014/main" id="{F4E2D8B0-8997-48CC-89AB-4524BD59E5AF}"/>
                </a:ext>
              </a:extLst>
            </p:cNvPr>
            <p:cNvSpPr>
              <a:spLocks/>
            </p:cNvSpPr>
            <p:nvPr/>
          </p:nvSpPr>
          <p:spPr>
            <a:xfrm>
              <a:off x="4506370" y="33155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6" name="02_predicted_pose_665">
              <a:extLst>
                <a:ext uri="{FF2B5EF4-FFF2-40B4-BE49-F238E27FC236}">
                  <a16:creationId xmlns:a16="http://schemas.microsoft.com/office/drawing/2014/main" id="{AA93CA0B-74F8-4683-B8E0-075C67CBD4C0}"/>
                </a:ext>
              </a:extLst>
            </p:cNvPr>
            <p:cNvSpPr>
              <a:spLocks/>
            </p:cNvSpPr>
            <p:nvPr/>
          </p:nvSpPr>
          <p:spPr>
            <a:xfrm>
              <a:off x="4520151" y="357781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7" name="02_predicted_pose_666">
              <a:extLst>
                <a:ext uri="{FF2B5EF4-FFF2-40B4-BE49-F238E27FC236}">
                  <a16:creationId xmlns:a16="http://schemas.microsoft.com/office/drawing/2014/main" id="{D830B9CC-65CA-4F27-9D40-9EA27965D1E6}"/>
                </a:ext>
              </a:extLst>
            </p:cNvPr>
            <p:cNvSpPr>
              <a:spLocks/>
            </p:cNvSpPr>
            <p:nvPr/>
          </p:nvSpPr>
          <p:spPr>
            <a:xfrm>
              <a:off x="4409556" y="339890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8" name="02_predicted_pose_667">
              <a:extLst>
                <a:ext uri="{FF2B5EF4-FFF2-40B4-BE49-F238E27FC236}">
                  <a16:creationId xmlns:a16="http://schemas.microsoft.com/office/drawing/2014/main" id="{2F71DBFE-7A6B-4977-A5CA-EB0A063A3437}"/>
                </a:ext>
              </a:extLst>
            </p:cNvPr>
            <p:cNvSpPr>
              <a:spLocks/>
            </p:cNvSpPr>
            <p:nvPr/>
          </p:nvSpPr>
          <p:spPr>
            <a:xfrm>
              <a:off x="4600771" y="38030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69" name="02_predicted_pose_668">
              <a:extLst>
                <a:ext uri="{FF2B5EF4-FFF2-40B4-BE49-F238E27FC236}">
                  <a16:creationId xmlns:a16="http://schemas.microsoft.com/office/drawing/2014/main" id="{C1BFE02F-B616-4CC9-BB49-4ED91CC93EA5}"/>
                </a:ext>
              </a:extLst>
            </p:cNvPr>
            <p:cNvSpPr>
              <a:spLocks/>
            </p:cNvSpPr>
            <p:nvPr/>
          </p:nvSpPr>
          <p:spPr>
            <a:xfrm>
              <a:off x="4471916" y="380658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0" name="02_predicted_pose_669">
              <a:extLst>
                <a:ext uri="{FF2B5EF4-FFF2-40B4-BE49-F238E27FC236}">
                  <a16:creationId xmlns:a16="http://schemas.microsoft.com/office/drawing/2014/main" id="{FE61815F-8B7A-4D69-A724-0612EAC870F1}"/>
                </a:ext>
              </a:extLst>
            </p:cNvPr>
            <p:cNvSpPr>
              <a:spLocks/>
            </p:cNvSpPr>
            <p:nvPr/>
          </p:nvSpPr>
          <p:spPr>
            <a:xfrm>
              <a:off x="4364078" y="37616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1" name="02_predicted_pose_670">
              <a:extLst>
                <a:ext uri="{FF2B5EF4-FFF2-40B4-BE49-F238E27FC236}">
                  <a16:creationId xmlns:a16="http://schemas.microsoft.com/office/drawing/2014/main" id="{8E080413-5558-44D0-B04E-F4E0AD76CE70}"/>
                </a:ext>
              </a:extLst>
            </p:cNvPr>
            <p:cNvSpPr>
              <a:spLocks/>
            </p:cNvSpPr>
            <p:nvPr/>
          </p:nvSpPr>
          <p:spPr>
            <a:xfrm>
              <a:off x="4485698" y="38064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2" name="02_predicted_pose_671">
              <a:extLst>
                <a:ext uri="{FF2B5EF4-FFF2-40B4-BE49-F238E27FC236}">
                  <a16:creationId xmlns:a16="http://schemas.microsoft.com/office/drawing/2014/main" id="{920AB3D7-5773-44D6-8CD6-3682990D1C01}"/>
                </a:ext>
              </a:extLst>
            </p:cNvPr>
            <p:cNvSpPr>
              <a:spLocks/>
            </p:cNvSpPr>
            <p:nvPr/>
          </p:nvSpPr>
          <p:spPr>
            <a:xfrm>
              <a:off x="4457791" y="335292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3" name="02_predicted_pose_672">
              <a:extLst>
                <a:ext uri="{FF2B5EF4-FFF2-40B4-BE49-F238E27FC236}">
                  <a16:creationId xmlns:a16="http://schemas.microsoft.com/office/drawing/2014/main" id="{3E387C67-D486-49EC-BEEB-7AC2B76B0A89}"/>
                </a:ext>
              </a:extLst>
            </p:cNvPr>
            <p:cNvSpPr>
              <a:spLocks/>
            </p:cNvSpPr>
            <p:nvPr/>
          </p:nvSpPr>
          <p:spPr>
            <a:xfrm>
              <a:off x="4499134" y="36363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4" name="02_predicted_pose_673">
              <a:extLst>
                <a:ext uri="{FF2B5EF4-FFF2-40B4-BE49-F238E27FC236}">
                  <a16:creationId xmlns:a16="http://schemas.microsoft.com/office/drawing/2014/main" id="{7CD4E46C-5581-4DEC-954E-8BCE1DA1764D}"/>
                </a:ext>
              </a:extLst>
            </p:cNvPr>
            <p:cNvSpPr>
              <a:spLocks/>
            </p:cNvSpPr>
            <p:nvPr/>
          </p:nvSpPr>
          <p:spPr>
            <a:xfrm>
              <a:off x="4592847" y="356787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5" name="02_predicted_pose_674">
              <a:extLst>
                <a:ext uri="{FF2B5EF4-FFF2-40B4-BE49-F238E27FC236}">
                  <a16:creationId xmlns:a16="http://schemas.microsoft.com/office/drawing/2014/main" id="{78D44E8E-FBA2-49E6-A1C3-C7DC2E365180}"/>
                </a:ext>
              </a:extLst>
            </p:cNvPr>
            <p:cNvSpPr>
              <a:spLocks/>
            </p:cNvSpPr>
            <p:nvPr/>
          </p:nvSpPr>
          <p:spPr>
            <a:xfrm>
              <a:off x="4647972" y="361177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6" name="02_predicted_pose_675">
              <a:extLst>
                <a:ext uri="{FF2B5EF4-FFF2-40B4-BE49-F238E27FC236}">
                  <a16:creationId xmlns:a16="http://schemas.microsoft.com/office/drawing/2014/main" id="{15ACC01B-6ADC-4DFF-BE40-6DCC7B47B0FD}"/>
                </a:ext>
              </a:extLst>
            </p:cNvPr>
            <p:cNvSpPr>
              <a:spLocks/>
            </p:cNvSpPr>
            <p:nvPr/>
          </p:nvSpPr>
          <p:spPr>
            <a:xfrm>
              <a:off x="4562528" y="366177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7" name="02_predicted_pose_676">
              <a:extLst>
                <a:ext uri="{FF2B5EF4-FFF2-40B4-BE49-F238E27FC236}">
                  <a16:creationId xmlns:a16="http://schemas.microsoft.com/office/drawing/2014/main" id="{3CD9EFD1-D184-40E0-917F-CC8FA5B551BD}"/>
                </a:ext>
              </a:extLst>
            </p:cNvPr>
            <p:cNvSpPr>
              <a:spLocks/>
            </p:cNvSpPr>
            <p:nvPr/>
          </p:nvSpPr>
          <p:spPr>
            <a:xfrm>
              <a:off x="4441253" y="336539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8" name="02_predicted_pose_677">
              <a:extLst>
                <a:ext uri="{FF2B5EF4-FFF2-40B4-BE49-F238E27FC236}">
                  <a16:creationId xmlns:a16="http://schemas.microsoft.com/office/drawing/2014/main" id="{6758DD93-E35D-4CE7-BF84-E68008ABCD6E}"/>
                </a:ext>
              </a:extLst>
            </p:cNvPr>
            <p:cNvSpPr>
              <a:spLocks/>
            </p:cNvSpPr>
            <p:nvPr/>
          </p:nvSpPr>
          <p:spPr>
            <a:xfrm>
              <a:off x="4468816" y="335294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79" name="02_predicted_pose_678">
              <a:extLst>
                <a:ext uri="{FF2B5EF4-FFF2-40B4-BE49-F238E27FC236}">
                  <a16:creationId xmlns:a16="http://schemas.microsoft.com/office/drawing/2014/main" id="{CF622350-ECFA-4CB1-BAFB-579E61E51F86}"/>
                </a:ext>
              </a:extLst>
            </p:cNvPr>
            <p:cNvSpPr>
              <a:spLocks/>
            </p:cNvSpPr>
            <p:nvPr/>
          </p:nvSpPr>
          <p:spPr>
            <a:xfrm>
              <a:off x="4510159" y="33635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0" name="02_predicted_pose_679">
              <a:extLst>
                <a:ext uri="{FF2B5EF4-FFF2-40B4-BE49-F238E27FC236}">
                  <a16:creationId xmlns:a16="http://schemas.microsoft.com/office/drawing/2014/main" id="{3870DEAF-F3BF-4A7A-A343-BA6041E71916}"/>
                </a:ext>
              </a:extLst>
            </p:cNvPr>
            <p:cNvSpPr>
              <a:spLocks/>
            </p:cNvSpPr>
            <p:nvPr/>
          </p:nvSpPr>
          <p:spPr>
            <a:xfrm>
              <a:off x="4537722" y="335810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1" name="02_predicted_pose_680">
              <a:extLst>
                <a:ext uri="{FF2B5EF4-FFF2-40B4-BE49-F238E27FC236}">
                  <a16:creationId xmlns:a16="http://schemas.microsoft.com/office/drawing/2014/main" id="{B04F55C2-29E4-4811-AD5B-FFA87208439A}"/>
                </a:ext>
              </a:extLst>
            </p:cNvPr>
            <p:cNvSpPr>
              <a:spLocks/>
            </p:cNvSpPr>
            <p:nvPr/>
          </p:nvSpPr>
          <p:spPr>
            <a:xfrm>
              <a:off x="4551503" y="33652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2" name="02_predicted_pose_681">
              <a:extLst>
                <a:ext uri="{FF2B5EF4-FFF2-40B4-BE49-F238E27FC236}">
                  <a16:creationId xmlns:a16="http://schemas.microsoft.com/office/drawing/2014/main" id="{88DAEA0F-E64E-40B9-AAFB-1F99C231B4F3}"/>
                </a:ext>
              </a:extLst>
            </p:cNvPr>
            <p:cNvSpPr>
              <a:spLocks/>
            </p:cNvSpPr>
            <p:nvPr/>
          </p:nvSpPr>
          <p:spPr>
            <a:xfrm>
              <a:off x="4454690" y="336999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3" name="02_predicted_pose_682">
              <a:extLst>
                <a:ext uri="{FF2B5EF4-FFF2-40B4-BE49-F238E27FC236}">
                  <a16:creationId xmlns:a16="http://schemas.microsoft.com/office/drawing/2014/main" id="{266C270A-3780-49D7-9BE1-4FAF2CAA5243}"/>
                </a:ext>
              </a:extLst>
            </p:cNvPr>
            <p:cNvSpPr>
              <a:spLocks/>
            </p:cNvSpPr>
            <p:nvPr/>
          </p:nvSpPr>
          <p:spPr>
            <a:xfrm>
              <a:off x="4557360" y="371440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4" name="02_predicted_pose_683">
              <a:extLst>
                <a:ext uri="{FF2B5EF4-FFF2-40B4-BE49-F238E27FC236}">
                  <a16:creationId xmlns:a16="http://schemas.microsoft.com/office/drawing/2014/main" id="{55357384-928A-4A98-BB14-BAFB652D7DC4}"/>
                </a:ext>
              </a:extLst>
            </p:cNvPr>
            <p:cNvSpPr>
              <a:spLocks/>
            </p:cNvSpPr>
            <p:nvPr/>
          </p:nvSpPr>
          <p:spPr>
            <a:xfrm>
              <a:off x="4584923" y="370164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5" name="02_predicted_pose_684">
              <a:extLst>
                <a:ext uri="{FF2B5EF4-FFF2-40B4-BE49-F238E27FC236}">
                  <a16:creationId xmlns:a16="http://schemas.microsoft.com/office/drawing/2014/main" id="{DF9A0629-CC92-4357-B830-3ABF8F78B24F}"/>
                </a:ext>
              </a:extLst>
            </p:cNvPr>
            <p:cNvSpPr>
              <a:spLocks/>
            </p:cNvSpPr>
            <p:nvPr/>
          </p:nvSpPr>
          <p:spPr>
            <a:xfrm>
              <a:off x="4640047" y="367144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6" name="02_predicted_pose_685">
              <a:extLst>
                <a:ext uri="{FF2B5EF4-FFF2-40B4-BE49-F238E27FC236}">
                  <a16:creationId xmlns:a16="http://schemas.microsoft.com/office/drawing/2014/main" id="{E648B968-D53C-4C35-9F10-3D0926FEF39E}"/>
                </a:ext>
              </a:extLst>
            </p:cNvPr>
            <p:cNvSpPr>
              <a:spLocks/>
            </p:cNvSpPr>
            <p:nvPr/>
          </p:nvSpPr>
          <p:spPr>
            <a:xfrm>
              <a:off x="4400599" y="36532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7" name="02_predicted_pose_686">
              <a:extLst>
                <a:ext uri="{FF2B5EF4-FFF2-40B4-BE49-F238E27FC236}">
                  <a16:creationId xmlns:a16="http://schemas.microsoft.com/office/drawing/2014/main" id="{63C808A4-33F6-4BE3-B140-DBE2BC27BDDE}"/>
                </a:ext>
              </a:extLst>
            </p:cNvPr>
            <p:cNvSpPr>
              <a:spLocks/>
            </p:cNvSpPr>
            <p:nvPr/>
          </p:nvSpPr>
          <p:spPr>
            <a:xfrm>
              <a:off x="4409212" y="380864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8" name="02_predicted_pose_687">
              <a:extLst>
                <a:ext uri="{FF2B5EF4-FFF2-40B4-BE49-F238E27FC236}">
                  <a16:creationId xmlns:a16="http://schemas.microsoft.com/office/drawing/2014/main" id="{CF6F2D14-513B-456A-9B8C-422976B777E1}"/>
                </a:ext>
              </a:extLst>
            </p:cNvPr>
            <p:cNvSpPr>
              <a:spLocks/>
            </p:cNvSpPr>
            <p:nvPr/>
          </p:nvSpPr>
          <p:spPr>
            <a:xfrm>
              <a:off x="4422993" y="374342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89" name="02_predicted_pose_688">
              <a:extLst>
                <a:ext uri="{FF2B5EF4-FFF2-40B4-BE49-F238E27FC236}">
                  <a16:creationId xmlns:a16="http://schemas.microsoft.com/office/drawing/2014/main" id="{E66C3C22-584B-4A42-A742-1E0A12310DA3}"/>
                </a:ext>
              </a:extLst>
            </p:cNvPr>
            <p:cNvSpPr>
              <a:spLocks/>
            </p:cNvSpPr>
            <p:nvPr/>
          </p:nvSpPr>
          <p:spPr>
            <a:xfrm>
              <a:off x="4450556" y="375455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0" name="02_predicted_pose_689">
              <a:extLst>
                <a:ext uri="{FF2B5EF4-FFF2-40B4-BE49-F238E27FC236}">
                  <a16:creationId xmlns:a16="http://schemas.microsoft.com/office/drawing/2014/main" id="{27FB1230-F0EB-4234-B852-9FAEF0F9C430}"/>
                </a:ext>
              </a:extLst>
            </p:cNvPr>
            <p:cNvSpPr>
              <a:spLocks/>
            </p:cNvSpPr>
            <p:nvPr/>
          </p:nvSpPr>
          <p:spPr>
            <a:xfrm>
              <a:off x="4478118" y="371680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1" name="02_predicted_pose_690">
              <a:extLst>
                <a:ext uri="{FF2B5EF4-FFF2-40B4-BE49-F238E27FC236}">
                  <a16:creationId xmlns:a16="http://schemas.microsoft.com/office/drawing/2014/main" id="{09468F53-C1F3-43F2-90FE-3BF01E80EFFD}"/>
                </a:ext>
              </a:extLst>
            </p:cNvPr>
            <p:cNvSpPr>
              <a:spLocks/>
            </p:cNvSpPr>
            <p:nvPr/>
          </p:nvSpPr>
          <p:spPr>
            <a:xfrm>
              <a:off x="4505680" y="37850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2" name="02_predicted_pose_691">
              <a:extLst>
                <a:ext uri="{FF2B5EF4-FFF2-40B4-BE49-F238E27FC236}">
                  <a16:creationId xmlns:a16="http://schemas.microsoft.com/office/drawing/2014/main" id="{47B2A678-E453-4CF8-945C-7287A1DD3CDB}"/>
                </a:ext>
              </a:extLst>
            </p:cNvPr>
            <p:cNvSpPr>
              <a:spLocks/>
            </p:cNvSpPr>
            <p:nvPr/>
          </p:nvSpPr>
          <p:spPr>
            <a:xfrm>
              <a:off x="4475362" y="36547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3" name="02_predicted_pose_692">
              <a:extLst>
                <a:ext uri="{FF2B5EF4-FFF2-40B4-BE49-F238E27FC236}">
                  <a16:creationId xmlns:a16="http://schemas.microsoft.com/office/drawing/2014/main" id="{D3D18326-C2DB-4A68-B817-D89B8364E1C3}"/>
                </a:ext>
              </a:extLst>
            </p:cNvPr>
            <p:cNvSpPr>
              <a:spLocks/>
            </p:cNvSpPr>
            <p:nvPr/>
          </p:nvSpPr>
          <p:spPr>
            <a:xfrm>
              <a:off x="4422649" y="369098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4" name="02_predicted_pose_693">
              <a:extLst>
                <a:ext uri="{FF2B5EF4-FFF2-40B4-BE49-F238E27FC236}">
                  <a16:creationId xmlns:a16="http://schemas.microsoft.com/office/drawing/2014/main" id="{6E255B5C-231E-43BB-B5F6-D4CE7C8DCF31}"/>
                </a:ext>
              </a:extLst>
            </p:cNvPr>
            <p:cNvSpPr>
              <a:spLocks/>
            </p:cNvSpPr>
            <p:nvPr/>
          </p:nvSpPr>
          <p:spPr>
            <a:xfrm>
              <a:off x="4339272" y="355079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5" name="02_predicted_pose_694">
              <a:extLst>
                <a:ext uri="{FF2B5EF4-FFF2-40B4-BE49-F238E27FC236}">
                  <a16:creationId xmlns:a16="http://schemas.microsoft.com/office/drawing/2014/main" id="{DCEE80A2-B8E3-488F-8D3D-3BB855D96CD2}"/>
                </a:ext>
              </a:extLst>
            </p:cNvPr>
            <p:cNvSpPr>
              <a:spLocks/>
            </p:cNvSpPr>
            <p:nvPr/>
          </p:nvSpPr>
          <p:spPr>
            <a:xfrm>
              <a:off x="4583200" y="35168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6" name="02_predicted_pose_695">
              <a:extLst>
                <a:ext uri="{FF2B5EF4-FFF2-40B4-BE49-F238E27FC236}">
                  <a16:creationId xmlns:a16="http://schemas.microsoft.com/office/drawing/2014/main" id="{7467263A-D143-43F6-A965-22A6C6C6DDB8}"/>
                </a:ext>
              </a:extLst>
            </p:cNvPr>
            <p:cNvSpPr>
              <a:spLocks/>
            </p:cNvSpPr>
            <p:nvPr/>
          </p:nvSpPr>
          <p:spPr>
            <a:xfrm>
              <a:off x="4540134" y="276530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7" name="02_predicted_pose_696">
              <a:extLst>
                <a:ext uri="{FF2B5EF4-FFF2-40B4-BE49-F238E27FC236}">
                  <a16:creationId xmlns:a16="http://schemas.microsoft.com/office/drawing/2014/main" id="{9B1C0A11-2B94-4A18-ADC3-A3B4F4A18153}"/>
                </a:ext>
              </a:extLst>
            </p:cNvPr>
            <p:cNvSpPr>
              <a:spLocks/>
            </p:cNvSpPr>
            <p:nvPr/>
          </p:nvSpPr>
          <p:spPr>
            <a:xfrm>
              <a:off x="4359944" y="359755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8" name="02_predicted_pose_697">
              <a:extLst>
                <a:ext uri="{FF2B5EF4-FFF2-40B4-BE49-F238E27FC236}">
                  <a16:creationId xmlns:a16="http://schemas.microsoft.com/office/drawing/2014/main" id="{5F44A7CE-DAE5-4994-A2DB-646A7D855E25}"/>
                </a:ext>
              </a:extLst>
            </p:cNvPr>
            <p:cNvSpPr>
              <a:spLocks/>
            </p:cNvSpPr>
            <p:nvPr/>
          </p:nvSpPr>
          <p:spPr>
            <a:xfrm>
              <a:off x="4540478" y="35496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99" name="02_predicted_pose_698">
              <a:extLst>
                <a:ext uri="{FF2B5EF4-FFF2-40B4-BE49-F238E27FC236}">
                  <a16:creationId xmlns:a16="http://schemas.microsoft.com/office/drawing/2014/main" id="{1B28D37B-6749-4E81-81A4-C3B847107982}"/>
                </a:ext>
              </a:extLst>
            </p:cNvPr>
            <p:cNvSpPr>
              <a:spLocks/>
            </p:cNvSpPr>
            <p:nvPr/>
          </p:nvSpPr>
          <p:spPr>
            <a:xfrm>
              <a:off x="4554259" y="353923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0" name="02_predicted_pose_699">
              <a:extLst>
                <a:ext uri="{FF2B5EF4-FFF2-40B4-BE49-F238E27FC236}">
                  <a16:creationId xmlns:a16="http://schemas.microsoft.com/office/drawing/2014/main" id="{AE071E47-AC70-40C4-B9A2-E425E1A21F0B}"/>
                </a:ext>
              </a:extLst>
            </p:cNvPr>
            <p:cNvSpPr>
              <a:spLocks/>
            </p:cNvSpPr>
            <p:nvPr/>
          </p:nvSpPr>
          <p:spPr>
            <a:xfrm>
              <a:off x="4568041" y="351598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1" name="02_predicted_pose_700">
              <a:extLst>
                <a:ext uri="{FF2B5EF4-FFF2-40B4-BE49-F238E27FC236}">
                  <a16:creationId xmlns:a16="http://schemas.microsoft.com/office/drawing/2014/main" id="{67D2D47D-E82E-4927-B751-4D995CC1DD0B}"/>
                </a:ext>
              </a:extLst>
            </p:cNvPr>
            <p:cNvSpPr>
              <a:spLocks/>
            </p:cNvSpPr>
            <p:nvPr/>
          </p:nvSpPr>
          <p:spPr>
            <a:xfrm>
              <a:off x="4581822" y="32291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2" name="02_predicted_pose_701">
              <a:extLst>
                <a:ext uri="{FF2B5EF4-FFF2-40B4-BE49-F238E27FC236}">
                  <a16:creationId xmlns:a16="http://schemas.microsoft.com/office/drawing/2014/main" id="{4AD3E1D6-5D77-42FA-8736-A5C309FF3A85}"/>
                </a:ext>
              </a:extLst>
            </p:cNvPr>
            <p:cNvSpPr>
              <a:spLocks/>
            </p:cNvSpPr>
            <p:nvPr/>
          </p:nvSpPr>
          <p:spPr>
            <a:xfrm>
              <a:off x="4595603" y="355493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3" name="02_predicted_pose_702">
              <a:extLst>
                <a:ext uri="{FF2B5EF4-FFF2-40B4-BE49-F238E27FC236}">
                  <a16:creationId xmlns:a16="http://schemas.microsoft.com/office/drawing/2014/main" id="{CB7FAC5D-02D3-4912-9856-86DA1C73309F}"/>
                </a:ext>
              </a:extLst>
            </p:cNvPr>
            <p:cNvSpPr>
              <a:spLocks/>
            </p:cNvSpPr>
            <p:nvPr/>
          </p:nvSpPr>
          <p:spPr>
            <a:xfrm>
              <a:off x="4380960" y="34183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4" name="02_predicted_pose_703">
              <a:extLst>
                <a:ext uri="{FF2B5EF4-FFF2-40B4-BE49-F238E27FC236}">
                  <a16:creationId xmlns:a16="http://schemas.microsoft.com/office/drawing/2014/main" id="{0407F618-3938-48DD-BAD7-4745D23E507E}"/>
                </a:ext>
              </a:extLst>
            </p:cNvPr>
            <p:cNvSpPr>
              <a:spLocks/>
            </p:cNvSpPr>
            <p:nvPr/>
          </p:nvSpPr>
          <p:spPr>
            <a:xfrm>
              <a:off x="4394742" y="352501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5" name="02_predicted_pose_704">
              <a:extLst>
                <a:ext uri="{FF2B5EF4-FFF2-40B4-BE49-F238E27FC236}">
                  <a16:creationId xmlns:a16="http://schemas.microsoft.com/office/drawing/2014/main" id="{E552234D-D82D-49F4-8F1C-EFD699829021}"/>
                </a:ext>
              </a:extLst>
            </p:cNvPr>
            <p:cNvSpPr>
              <a:spLocks/>
            </p:cNvSpPr>
            <p:nvPr/>
          </p:nvSpPr>
          <p:spPr>
            <a:xfrm>
              <a:off x="4422304" y="360149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6" name="02_predicted_pose_705">
              <a:extLst>
                <a:ext uri="{FF2B5EF4-FFF2-40B4-BE49-F238E27FC236}">
                  <a16:creationId xmlns:a16="http://schemas.microsoft.com/office/drawing/2014/main" id="{CAC5DB57-7700-4CCB-A7DB-535AEE480E23}"/>
                </a:ext>
              </a:extLst>
            </p:cNvPr>
            <p:cNvSpPr>
              <a:spLocks/>
            </p:cNvSpPr>
            <p:nvPr/>
          </p:nvSpPr>
          <p:spPr>
            <a:xfrm>
              <a:off x="4505680" y="367308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7" name="02_predicted_pose_706">
              <a:extLst>
                <a:ext uri="{FF2B5EF4-FFF2-40B4-BE49-F238E27FC236}">
                  <a16:creationId xmlns:a16="http://schemas.microsoft.com/office/drawing/2014/main" id="{E6F90E78-19DF-4DEB-A675-814DD1399AA2}"/>
                </a:ext>
              </a:extLst>
            </p:cNvPr>
            <p:cNvSpPr>
              <a:spLocks/>
            </p:cNvSpPr>
            <p:nvPr/>
          </p:nvSpPr>
          <p:spPr>
            <a:xfrm>
              <a:off x="4533243" y="373055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8" name="02_predicted_pose_707">
              <a:extLst>
                <a:ext uri="{FF2B5EF4-FFF2-40B4-BE49-F238E27FC236}">
                  <a16:creationId xmlns:a16="http://schemas.microsoft.com/office/drawing/2014/main" id="{2388F1DB-CACD-44C2-A1CC-F326AAD10ED5}"/>
                </a:ext>
              </a:extLst>
            </p:cNvPr>
            <p:cNvSpPr>
              <a:spLocks/>
            </p:cNvSpPr>
            <p:nvPr/>
          </p:nvSpPr>
          <p:spPr>
            <a:xfrm>
              <a:off x="4560805" y="36984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09" name="02_predicted_pose_708">
              <a:extLst>
                <a:ext uri="{FF2B5EF4-FFF2-40B4-BE49-F238E27FC236}">
                  <a16:creationId xmlns:a16="http://schemas.microsoft.com/office/drawing/2014/main" id="{412B6780-5C7C-4DEC-89F1-22E514203EA2}"/>
                </a:ext>
              </a:extLst>
            </p:cNvPr>
            <p:cNvSpPr>
              <a:spLocks/>
            </p:cNvSpPr>
            <p:nvPr/>
          </p:nvSpPr>
          <p:spPr>
            <a:xfrm>
              <a:off x="4588368" y="376792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0" name="02_predicted_pose_709">
              <a:extLst>
                <a:ext uri="{FF2B5EF4-FFF2-40B4-BE49-F238E27FC236}">
                  <a16:creationId xmlns:a16="http://schemas.microsoft.com/office/drawing/2014/main" id="{81DF6361-2938-4888-8A34-5A7DA1956687}"/>
                </a:ext>
              </a:extLst>
            </p:cNvPr>
            <p:cNvSpPr>
              <a:spLocks/>
            </p:cNvSpPr>
            <p:nvPr/>
          </p:nvSpPr>
          <p:spPr>
            <a:xfrm>
              <a:off x="4668299" y="362115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1" name="02_predicted_pose_710">
              <a:extLst>
                <a:ext uri="{FF2B5EF4-FFF2-40B4-BE49-F238E27FC236}">
                  <a16:creationId xmlns:a16="http://schemas.microsoft.com/office/drawing/2014/main" id="{08D08C0C-A3CA-4AA4-B937-F94F4EED641D}"/>
                </a:ext>
              </a:extLst>
            </p:cNvPr>
            <p:cNvSpPr>
              <a:spLocks/>
            </p:cNvSpPr>
            <p:nvPr/>
          </p:nvSpPr>
          <p:spPr>
            <a:xfrm>
              <a:off x="4352364" y="360172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2" name="02_predicted_pose_711">
              <a:extLst>
                <a:ext uri="{FF2B5EF4-FFF2-40B4-BE49-F238E27FC236}">
                  <a16:creationId xmlns:a16="http://schemas.microsoft.com/office/drawing/2014/main" id="{462F5AA2-7FEE-43E1-80EA-D3D80580B213}"/>
                </a:ext>
              </a:extLst>
            </p:cNvPr>
            <p:cNvSpPr>
              <a:spLocks/>
            </p:cNvSpPr>
            <p:nvPr/>
          </p:nvSpPr>
          <p:spPr>
            <a:xfrm>
              <a:off x="4379927" y="355978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3" name="02_predicted_pose_712">
              <a:extLst>
                <a:ext uri="{FF2B5EF4-FFF2-40B4-BE49-F238E27FC236}">
                  <a16:creationId xmlns:a16="http://schemas.microsoft.com/office/drawing/2014/main" id="{C98E6AC5-1188-465D-9B00-C14F89477C3F}"/>
                </a:ext>
              </a:extLst>
            </p:cNvPr>
            <p:cNvSpPr>
              <a:spLocks/>
            </p:cNvSpPr>
            <p:nvPr/>
          </p:nvSpPr>
          <p:spPr>
            <a:xfrm>
              <a:off x="4407489" y="366635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4" name="02_predicted_pose_713">
              <a:extLst>
                <a:ext uri="{FF2B5EF4-FFF2-40B4-BE49-F238E27FC236}">
                  <a16:creationId xmlns:a16="http://schemas.microsoft.com/office/drawing/2014/main" id="{59075CCA-DA33-4E9B-B769-8A8CD123ABE9}"/>
                </a:ext>
              </a:extLst>
            </p:cNvPr>
            <p:cNvSpPr>
              <a:spLocks/>
            </p:cNvSpPr>
            <p:nvPr/>
          </p:nvSpPr>
          <p:spPr>
            <a:xfrm>
              <a:off x="4435052" y="360390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5" name="02_predicted_pose_714">
              <a:extLst>
                <a:ext uri="{FF2B5EF4-FFF2-40B4-BE49-F238E27FC236}">
                  <a16:creationId xmlns:a16="http://schemas.microsoft.com/office/drawing/2014/main" id="{DC9E1234-6396-4B53-A21B-F2C8722EDE46}"/>
                </a:ext>
              </a:extLst>
            </p:cNvPr>
            <p:cNvSpPr>
              <a:spLocks/>
            </p:cNvSpPr>
            <p:nvPr/>
          </p:nvSpPr>
          <p:spPr>
            <a:xfrm>
              <a:off x="4338238" y="361361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6" name="02_predicted_pose_715">
              <a:extLst>
                <a:ext uri="{FF2B5EF4-FFF2-40B4-BE49-F238E27FC236}">
                  <a16:creationId xmlns:a16="http://schemas.microsoft.com/office/drawing/2014/main" id="{BA29A3BF-A92A-48DE-9544-CB1760AE35E5}"/>
                </a:ext>
              </a:extLst>
            </p:cNvPr>
            <p:cNvSpPr>
              <a:spLocks/>
            </p:cNvSpPr>
            <p:nvPr/>
          </p:nvSpPr>
          <p:spPr>
            <a:xfrm>
              <a:off x="4387851" y="370703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7" name="02_predicted_pose_716">
              <a:extLst>
                <a:ext uri="{FF2B5EF4-FFF2-40B4-BE49-F238E27FC236}">
                  <a16:creationId xmlns:a16="http://schemas.microsoft.com/office/drawing/2014/main" id="{89B9D326-42D9-44BE-AAAE-2839EDC4AF68}"/>
                </a:ext>
              </a:extLst>
            </p:cNvPr>
            <p:cNvSpPr>
              <a:spLocks/>
            </p:cNvSpPr>
            <p:nvPr/>
          </p:nvSpPr>
          <p:spPr>
            <a:xfrm>
              <a:off x="4529798" y="382918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8" name="02_predicted_pose_717">
              <a:extLst>
                <a:ext uri="{FF2B5EF4-FFF2-40B4-BE49-F238E27FC236}">
                  <a16:creationId xmlns:a16="http://schemas.microsoft.com/office/drawing/2014/main" id="{57C63174-3CA8-4173-8F4E-6E7EE6F7A9CC}"/>
                </a:ext>
              </a:extLst>
            </p:cNvPr>
            <p:cNvSpPr>
              <a:spLocks/>
            </p:cNvSpPr>
            <p:nvPr/>
          </p:nvSpPr>
          <p:spPr>
            <a:xfrm>
              <a:off x="4557360" y="38020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19" name="02_predicted_pose_718">
              <a:extLst>
                <a:ext uri="{FF2B5EF4-FFF2-40B4-BE49-F238E27FC236}">
                  <a16:creationId xmlns:a16="http://schemas.microsoft.com/office/drawing/2014/main" id="{0CC8A784-6A6B-4200-8F0B-3AD38BA622F2}"/>
                </a:ext>
              </a:extLst>
            </p:cNvPr>
            <p:cNvSpPr>
              <a:spLocks/>
            </p:cNvSpPr>
            <p:nvPr/>
          </p:nvSpPr>
          <p:spPr>
            <a:xfrm>
              <a:off x="4598704" y="37709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0" name="02_predicted_pose_719">
              <a:extLst>
                <a:ext uri="{FF2B5EF4-FFF2-40B4-BE49-F238E27FC236}">
                  <a16:creationId xmlns:a16="http://schemas.microsoft.com/office/drawing/2014/main" id="{206A764C-6BE2-4825-A4A0-44DC24F6538A}"/>
                </a:ext>
              </a:extLst>
            </p:cNvPr>
            <p:cNvSpPr>
              <a:spLocks/>
            </p:cNvSpPr>
            <p:nvPr/>
          </p:nvSpPr>
          <p:spPr>
            <a:xfrm>
              <a:off x="4626266" y="37618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1" name="02_predicted_pose_720">
              <a:extLst>
                <a:ext uri="{FF2B5EF4-FFF2-40B4-BE49-F238E27FC236}">
                  <a16:creationId xmlns:a16="http://schemas.microsoft.com/office/drawing/2014/main" id="{BFF4DC3A-133C-4AC1-8D16-46CF644A9C06}"/>
                </a:ext>
              </a:extLst>
            </p:cNvPr>
            <p:cNvSpPr>
              <a:spLocks/>
            </p:cNvSpPr>
            <p:nvPr/>
          </p:nvSpPr>
          <p:spPr>
            <a:xfrm>
              <a:off x="4653829" y="380665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2" name="02_predicted_pose_721">
              <a:extLst>
                <a:ext uri="{FF2B5EF4-FFF2-40B4-BE49-F238E27FC236}">
                  <a16:creationId xmlns:a16="http://schemas.microsoft.com/office/drawing/2014/main" id="{D5A93FCD-0BAB-4498-AF3E-D6499609ABA6}"/>
                </a:ext>
              </a:extLst>
            </p:cNvPr>
            <p:cNvSpPr>
              <a:spLocks/>
            </p:cNvSpPr>
            <p:nvPr/>
          </p:nvSpPr>
          <p:spPr>
            <a:xfrm>
              <a:off x="4636258" y="37874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3" name="02_predicted_pose_722">
              <a:extLst>
                <a:ext uri="{FF2B5EF4-FFF2-40B4-BE49-F238E27FC236}">
                  <a16:creationId xmlns:a16="http://schemas.microsoft.com/office/drawing/2014/main" id="{CD27D7BA-41B6-4D5B-BCD1-A64834DC1813}"/>
                </a:ext>
              </a:extLst>
            </p:cNvPr>
            <p:cNvSpPr>
              <a:spLocks/>
            </p:cNvSpPr>
            <p:nvPr/>
          </p:nvSpPr>
          <p:spPr>
            <a:xfrm>
              <a:off x="4385784" y="382412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4" name="02_predicted_pose_723">
              <a:extLst>
                <a:ext uri="{FF2B5EF4-FFF2-40B4-BE49-F238E27FC236}">
                  <a16:creationId xmlns:a16="http://schemas.microsoft.com/office/drawing/2014/main" id="{8A5BF2A6-22D9-4A6E-9EBF-BAB4F181534A}"/>
                </a:ext>
              </a:extLst>
            </p:cNvPr>
            <p:cNvSpPr>
              <a:spLocks/>
            </p:cNvSpPr>
            <p:nvPr/>
          </p:nvSpPr>
          <p:spPr>
            <a:xfrm>
              <a:off x="4664854" y="382654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5" name="02_predicted_pose_724">
              <a:extLst>
                <a:ext uri="{FF2B5EF4-FFF2-40B4-BE49-F238E27FC236}">
                  <a16:creationId xmlns:a16="http://schemas.microsoft.com/office/drawing/2014/main" id="{0796B46A-1940-4C29-9FFF-BE85F3228DCE}"/>
                </a:ext>
              </a:extLst>
            </p:cNvPr>
            <p:cNvSpPr>
              <a:spLocks/>
            </p:cNvSpPr>
            <p:nvPr/>
          </p:nvSpPr>
          <p:spPr>
            <a:xfrm>
              <a:off x="4507403" y="378070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6" name="02_predicted_pose_725">
              <a:extLst>
                <a:ext uri="{FF2B5EF4-FFF2-40B4-BE49-F238E27FC236}">
                  <a16:creationId xmlns:a16="http://schemas.microsoft.com/office/drawing/2014/main" id="{0CA40F6B-5DE5-4D2D-B708-5ED5D5565D39}"/>
                </a:ext>
              </a:extLst>
            </p:cNvPr>
            <p:cNvSpPr>
              <a:spLocks/>
            </p:cNvSpPr>
            <p:nvPr/>
          </p:nvSpPr>
          <p:spPr>
            <a:xfrm>
              <a:off x="4600426" y="383540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7" name="02_predicted_pose_726">
              <a:extLst>
                <a:ext uri="{FF2B5EF4-FFF2-40B4-BE49-F238E27FC236}">
                  <a16:creationId xmlns:a16="http://schemas.microsoft.com/office/drawing/2014/main" id="{20C39A96-930B-4A8A-ACFE-9B3B91E79949}"/>
                </a:ext>
              </a:extLst>
            </p:cNvPr>
            <p:cNvSpPr>
              <a:spLocks/>
            </p:cNvSpPr>
            <p:nvPr/>
          </p:nvSpPr>
          <p:spPr>
            <a:xfrm>
              <a:off x="4345474" y="36039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8" name="02_predicted_pose_727">
              <a:extLst>
                <a:ext uri="{FF2B5EF4-FFF2-40B4-BE49-F238E27FC236}">
                  <a16:creationId xmlns:a16="http://schemas.microsoft.com/office/drawing/2014/main" id="{4940328E-1E55-4038-9D32-91D333D0808E}"/>
                </a:ext>
              </a:extLst>
            </p:cNvPr>
            <p:cNvSpPr>
              <a:spLocks/>
            </p:cNvSpPr>
            <p:nvPr/>
          </p:nvSpPr>
          <p:spPr>
            <a:xfrm>
              <a:off x="4359255" y="362241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29" name="02_predicted_pose_728">
              <a:extLst>
                <a:ext uri="{FF2B5EF4-FFF2-40B4-BE49-F238E27FC236}">
                  <a16:creationId xmlns:a16="http://schemas.microsoft.com/office/drawing/2014/main" id="{4A671F9C-3DE7-4DC4-88AE-7FD6F86ECEB7}"/>
                </a:ext>
              </a:extLst>
            </p:cNvPr>
            <p:cNvSpPr>
              <a:spLocks/>
            </p:cNvSpPr>
            <p:nvPr/>
          </p:nvSpPr>
          <p:spPr>
            <a:xfrm>
              <a:off x="4373036" y="349615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0" name="02_predicted_pose_729">
              <a:extLst>
                <a:ext uri="{FF2B5EF4-FFF2-40B4-BE49-F238E27FC236}">
                  <a16:creationId xmlns:a16="http://schemas.microsoft.com/office/drawing/2014/main" id="{5DFCD3E0-1916-407D-A62A-FAB2A2F992D8}"/>
                </a:ext>
              </a:extLst>
            </p:cNvPr>
            <p:cNvSpPr>
              <a:spLocks/>
            </p:cNvSpPr>
            <p:nvPr/>
          </p:nvSpPr>
          <p:spPr>
            <a:xfrm>
              <a:off x="4386817" y="350222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1" name="02_predicted_pose_730">
              <a:extLst>
                <a:ext uri="{FF2B5EF4-FFF2-40B4-BE49-F238E27FC236}">
                  <a16:creationId xmlns:a16="http://schemas.microsoft.com/office/drawing/2014/main" id="{7982D0B0-4454-49F3-9E20-8933D86534FE}"/>
                </a:ext>
              </a:extLst>
            </p:cNvPr>
            <p:cNvSpPr>
              <a:spLocks/>
            </p:cNvSpPr>
            <p:nvPr/>
          </p:nvSpPr>
          <p:spPr>
            <a:xfrm>
              <a:off x="4342373" y="364562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2" name="02_predicted_pose_731">
              <a:extLst>
                <a:ext uri="{FF2B5EF4-FFF2-40B4-BE49-F238E27FC236}">
                  <a16:creationId xmlns:a16="http://schemas.microsoft.com/office/drawing/2014/main" id="{5135284C-DCD2-4B5D-9870-44357FE2C0FD}"/>
                </a:ext>
              </a:extLst>
            </p:cNvPr>
            <p:cNvSpPr>
              <a:spLocks/>
            </p:cNvSpPr>
            <p:nvPr/>
          </p:nvSpPr>
          <p:spPr>
            <a:xfrm>
              <a:off x="4369935" y="35656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3" name="02_predicted_pose_732">
              <a:extLst>
                <a:ext uri="{FF2B5EF4-FFF2-40B4-BE49-F238E27FC236}">
                  <a16:creationId xmlns:a16="http://schemas.microsoft.com/office/drawing/2014/main" id="{12DA5F0C-1AA2-441B-8C18-54AA61E56619}"/>
                </a:ext>
              </a:extLst>
            </p:cNvPr>
            <p:cNvSpPr>
              <a:spLocks/>
            </p:cNvSpPr>
            <p:nvPr/>
          </p:nvSpPr>
          <p:spPr>
            <a:xfrm>
              <a:off x="4454345" y="370746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4" name="02_predicted_pose_733">
              <a:extLst>
                <a:ext uri="{FF2B5EF4-FFF2-40B4-BE49-F238E27FC236}">
                  <a16:creationId xmlns:a16="http://schemas.microsoft.com/office/drawing/2014/main" id="{49941AF5-D595-4B2A-A990-578CFFE0E717}"/>
                </a:ext>
              </a:extLst>
            </p:cNvPr>
            <p:cNvSpPr>
              <a:spLocks/>
            </p:cNvSpPr>
            <p:nvPr/>
          </p:nvSpPr>
          <p:spPr>
            <a:xfrm>
              <a:off x="4402321" y="36925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5" name="02_predicted_pose_734">
              <a:extLst>
                <a:ext uri="{FF2B5EF4-FFF2-40B4-BE49-F238E27FC236}">
                  <a16:creationId xmlns:a16="http://schemas.microsoft.com/office/drawing/2014/main" id="{90C9BB5D-706F-4C50-B32C-CD62B58347E3}"/>
                </a:ext>
              </a:extLst>
            </p:cNvPr>
            <p:cNvSpPr>
              <a:spLocks/>
            </p:cNvSpPr>
            <p:nvPr/>
          </p:nvSpPr>
          <p:spPr>
            <a:xfrm>
              <a:off x="4429884" y="361394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6" name="02_predicted_pose_735">
              <a:extLst>
                <a:ext uri="{FF2B5EF4-FFF2-40B4-BE49-F238E27FC236}">
                  <a16:creationId xmlns:a16="http://schemas.microsoft.com/office/drawing/2014/main" id="{695A9ECB-1AC7-436B-924F-B3F784E9D17F}"/>
                </a:ext>
              </a:extLst>
            </p:cNvPr>
            <p:cNvSpPr>
              <a:spLocks/>
            </p:cNvSpPr>
            <p:nvPr/>
          </p:nvSpPr>
          <p:spPr>
            <a:xfrm>
              <a:off x="4443665" y="374057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7" name="02_predicted_pose_736">
              <a:extLst>
                <a:ext uri="{FF2B5EF4-FFF2-40B4-BE49-F238E27FC236}">
                  <a16:creationId xmlns:a16="http://schemas.microsoft.com/office/drawing/2014/main" id="{F3C87240-C7F1-46DE-9042-300E812F320B}"/>
                </a:ext>
              </a:extLst>
            </p:cNvPr>
            <p:cNvSpPr>
              <a:spLocks/>
            </p:cNvSpPr>
            <p:nvPr/>
          </p:nvSpPr>
          <p:spPr>
            <a:xfrm>
              <a:off x="4381305" y="32376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8" name="02_predicted_pose_737">
              <a:extLst>
                <a:ext uri="{FF2B5EF4-FFF2-40B4-BE49-F238E27FC236}">
                  <a16:creationId xmlns:a16="http://schemas.microsoft.com/office/drawing/2014/main" id="{B0AF9049-064F-422D-BE8A-EB32BE6E4E3D}"/>
                </a:ext>
              </a:extLst>
            </p:cNvPr>
            <p:cNvSpPr>
              <a:spLocks/>
            </p:cNvSpPr>
            <p:nvPr/>
          </p:nvSpPr>
          <p:spPr>
            <a:xfrm>
              <a:off x="4395086" y="328853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39" name="02_predicted_pose_738">
              <a:extLst>
                <a:ext uri="{FF2B5EF4-FFF2-40B4-BE49-F238E27FC236}">
                  <a16:creationId xmlns:a16="http://schemas.microsoft.com/office/drawing/2014/main" id="{87E36A99-52D5-4081-8064-C78B12270B6D}"/>
                </a:ext>
              </a:extLst>
            </p:cNvPr>
            <p:cNvSpPr>
              <a:spLocks/>
            </p:cNvSpPr>
            <p:nvPr/>
          </p:nvSpPr>
          <p:spPr>
            <a:xfrm>
              <a:off x="4408867" y="319973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0" name="02_predicted_pose_739">
              <a:extLst>
                <a:ext uri="{FF2B5EF4-FFF2-40B4-BE49-F238E27FC236}">
                  <a16:creationId xmlns:a16="http://schemas.microsoft.com/office/drawing/2014/main" id="{C2B07BB5-21CB-491F-80CF-7128D4E116A2}"/>
                </a:ext>
              </a:extLst>
            </p:cNvPr>
            <p:cNvSpPr>
              <a:spLocks/>
            </p:cNvSpPr>
            <p:nvPr/>
          </p:nvSpPr>
          <p:spPr>
            <a:xfrm>
              <a:off x="4428161" y="30283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1" name="02_predicted_pose_740">
              <a:extLst>
                <a:ext uri="{FF2B5EF4-FFF2-40B4-BE49-F238E27FC236}">
                  <a16:creationId xmlns:a16="http://schemas.microsoft.com/office/drawing/2014/main" id="{FBD6BA37-7042-4B33-808A-BF26AF79973E}"/>
                </a:ext>
              </a:extLst>
            </p:cNvPr>
            <p:cNvSpPr>
              <a:spLocks/>
            </p:cNvSpPr>
            <p:nvPr/>
          </p:nvSpPr>
          <p:spPr>
            <a:xfrm>
              <a:off x="4455723" y="313746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2" name="02_predicted_pose_741">
              <a:extLst>
                <a:ext uri="{FF2B5EF4-FFF2-40B4-BE49-F238E27FC236}">
                  <a16:creationId xmlns:a16="http://schemas.microsoft.com/office/drawing/2014/main" id="{689DA256-F9E2-4DA7-8992-1818D3591B37}"/>
                </a:ext>
              </a:extLst>
            </p:cNvPr>
            <p:cNvSpPr>
              <a:spLocks/>
            </p:cNvSpPr>
            <p:nvPr/>
          </p:nvSpPr>
          <p:spPr>
            <a:xfrm>
              <a:off x="4469505" y="313601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3" name="02_predicted_pose_742">
              <a:extLst>
                <a:ext uri="{FF2B5EF4-FFF2-40B4-BE49-F238E27FC236}">
                  <a16:creationId xmlns:a16="http://schemas.microsoft.com/office/drawing/2014/main" id="{F5A8B568-CB55-44E8-82E3-06B509CD04A8}"/>
                </a:ext>
              </a:extLst>
            </p:cNvPr>
            <p:cNvSpPr>
              <a:spLocks/>
            </p:cNvSpPr>
            <p:nvPr/>
          </p:nvSpPr>
          <p:spPr>
            <a:xfrm>
              <a:off x="4552192" y="311696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4" name="02_predicted_pose_743">
              <a:extLst>
                <a:ext uri="{FF2B5EF4-FFF2-40B4-BE49-F238E27FC236}">
                  <a16:creationId xmlns:a16="http://schemas.microsoft.com/office/drawing/2014/main" id="{5F65D79F-8840-4C61-BDC2-0D4EBAC19651}"/>
                </a:ext>
              </a:extLst>
            </p:cNvPr>
            <p:cNvSpPr>
              <a:spLocks/>
            </p:cNvSpPr>
            <p:nvPr/>
          </p:nvSpPr>
          <p:spPr>
            <a:xfrm>
              <a:off x="4441598" y="304216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5" name="02_predicted_pose_744">
              <a:extLst>
                <a:ext uri="{FF2B5EF4-FFF2-40B4-BE49-F238E27FC236}">
                  <a16:creationId xmlns:a16="http://schemas.microsoft.com/office/drawing/2014/main" id="{0FF77506-8684-4A62-B712-4B368D3EE60A}"/>
                </a:ext>
              </a:extLst>
            </p:cNvPr>
            <p:cNvSpPr>
              <a:spLocks/>
            </p:cNvSpPr>
            <p:nvPr/>
          </p:nvSpPr>
          <p:spPr>
            <a:xfrm>
              <a:off x="4534621" y="30207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6" name="02_predicted_pose_745">
              <a:extLst>
                <a:ext uri="{FF2B5EF4-FFF2-40B4-BE49-F238E27FC236}">
                  <a16:creationId xmlns:a16="http://schemas.microsoft.com/office/drawing/2014/main" id="{868F2CF3-88B5-43AC-BF79-CB69B462FFF0}"/>
                </a:ext>
              </a:extLst>
            </p:cNvPr>
            <p:cNvSpPr>
              <a:spLocks/>
            </p:cNvSpPr>
            <p:nvPr/>
          </p:nvSpPr>
          <p:spPr>
            <a:xfrm>
              <a:off x="4405767" y="301677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7" name="02_predicted_pose_746">
              <a:extLst>
                <a:ext uri="{FF2B5EF4-FFF2-40B4-BE49-F238E27FC236}">
                  <a16:creationId xmlns:a16="http://schemas.microsoft.com/office/drawing/2014/main" id="{A8D55077-71D1-450C-8D06-5A45DF81D810}"/>
                </a:ext>
              </a:extLst>
            </p:cNvPr>
            <p:cNvSpPr>
              <a:spLocks/>
            </p:cNvSpPr>
            <p:nvPr/>
          </p:nvSpPr>
          <p:spPr>
            <a:xfrm>
              <a:off x="4552881" y="347128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8" name="02_predicted_pose_747">
              <a:extLst>
                <a:ext uri="{FF2B5EF4-FFF2-40B4-BE49-F238E27FC236}">
                  <a16:creationId xmlns:a16="http://schemas.microsoft.com/office/drawing/2014/main" id="{F7F9DB0B-4E10-4FBD-A5BD-6EDE6BFDC4C4}"/>
                </a:ext>
              </a:extLst>
            </p:cNvPr>
            <p:cNvSpPr>
              <a:spLocks/>
            </p:cNvSpPr>
            <p:nvPr/>
          </p:nvSpPr>
          <p:spPr>
            <a:xfrm>
              <a:off x="4566662" y="36850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49" name="02_predicted_pose_748">
              <a:extLst>
                <a:ext uri="{FF2B5EF4-FFF2-40B4-BE49-F238E27FC236}">
                  <a16:creationId xmlns:a16="http://schemas.microsoft.com/office/drawing/2014/main" id="{837B3CA2-548C-4113-A837-4CD928289507}"/>
                </a:ext>
              </a:extLst>
            </p:cNvPr>
            <p:cNvSpPr>
              <a:spLocks/>
            </p:cNvSpPr>
            <p:nvPr/>
          </p:nvSpPr>
          <p:spPr>
            <a:xfrm>
              <a:off x="4527041" y="355996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0" name="02_predicted_pose_749">
              <a:extLst>
                <a:ext uri="{FF2B5EF4-FFF2-40B4-BE49-F238E27FC236}">
                  <a16:creationId xmlns:a16="http://schemas.microsoft.com/office/drawing/2014/main" id="{F3049A1B-17F0-4FE5-83A0-02C9EA403798}"/>
                </a:ext>
              </a:extLst>
            </p:cNvPr>
            <p:cNvSpPr>
              <a:spLocks/>
            </p:cNvSpPr>
            <p:nvPr/>
          </p:nvSpPr>
          <p:spPr>
            <a:xfrm>
              <a:off x="4540823" y="355201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1" name="02_predicted_pose_750">
              <a:extLst>
                <a:ext uri="{FF2B5EF4-FFF2-40B4-BE49-F238E27FC236}">
                  <a16:creationId xmlns:a16="http://schemas.microsoft.com/office/drawing/2014/main" id="{AF1BF419-2369-41E9-ABF0-3F2685623C79}"/>
                </a:ext>
              </a:extLst>
            </p:cNvPr>
            <p:cNvSpPr>
              <a:spLocks/>
            </p:cNvSpPr>
            <p:nvPr/>
          </p:nvSpPr>
          <p:spPr>
            <a:xfrm>
              <a:off x="4554604" y="352815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2" name="02_predicted_pose_751">
              <a:extLst>
                <a:ext uri="{FF2B5EF4-FFF2-40B4-BE49-F238E27FC236}">
                  <a16:creationId xmlns:a16="http://schemas.microsoft.com/office/drawing/2014/main" id="{F71EB75F-4EC0-4737-88DD-CA5B1C8968D5}"/>
                </a:ext>
              </a:extLst>
            </p:cNvPr>
            <p:cNvSpPr>
              <a:spLocks/>
            </p:cNvSpPr>
            <p:nvPr/>
          </p:nvSpPr>
          <p:spPr>
            <a:xfrm>
              <a:off x="4582166" y="35183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3" name="02_predicted_pose_752">
              <a:extLst>
                <a:ext uri="{FF2B5EF4-FFF2-40B4-BE49-F238E27FC236}">
                  <a16:creationId xmlns:a16="http://schemas.microsoft.com/office/drawing/2014/main" id="{E9AA29C8-F243-4EA0-BBC9-7BC402235198}"/>
                </a:ext>
              </a:extLst>
            </p:cNvPr>
            <p:cNvSpPr>
              <a:spLocks/>
            </p:cNvSpPr>
            <p:nvPr/>
          </p:nvSpPr>
          <p:spPr>
            <a:xfrm>
              <a:off x="4595948" y="354547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4" name="02_predicted_pose_753">
              <a:extLst>
                <a:ext uri="{FF2B5EF4-FFF2-40B4-BE49-F238E27FC236}">
                  <a16:creationId xmlns:a16="http://schemas.microsoft.com/office/drawing/2014/main" id="{F9F4D7F1-F098-4D8A-8419-4F797D95320B}"/>
                </a:ext>
              </a:extLst>
            </p:cNvPr>
            <p:cNvSpPr>
              <a:spLocks/>
            </p:cNvSpPr>
            <p:nvPr/>
          </p:nvSpPr>
          <p:spPr>
            <a:xfrm>
              <a:off x="4409556" y="372623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5" name="02_predicted_pose_754">
              <a:extLst>
                <a:ext uri="{FF2B5EF4-FFF2-40B4-BE49-F238E27FC236}">
                  <a16:creationId xmlns:a16="http://schemas.microsoft.com/office/drawing/2014/main" id="{1F4F8A9A-AE37-4F95-8F9A-2DE34C370516}"/>
                </a:ext>
              </a:extLst>
            </p:cNvPr>
            <p:cNvSpPr>
              <a:spLocks/>
            </p:cNvSpPr>
            <p:nvPr/>
          </p:nvSpPr>
          <p:spPr>
            <a:xfrm>
              <a:off x="4450900" y="35106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6" name="02_predicted_pose_755">
              <a:extLst>
                <a:ext uri="{FF2B5EF4-FFF2-40B4-BE49-F238E27FC236}">
                  <a16:creationId xmlns:a16="http://schemas.microsoft.com/office/drawing/2014/main" id="{B655176B-D7F4-4001-99BF-A31A2B803F39}"/>
                </a:ext>
              </a:extLst>
            </p:cNvPr>
            <p:cNvSpPr>
              <a:spLocks/>
            </p:cNvSpPr>
            <p:nvPr/>
          </p:nvSpPr>
          <p:spPr>
            <a:xfrm>
              <a:off x="4464681" y="387599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7" name="02_predicted_pose_756">
              <a:extLst>
                <a:ext uri="{FF2B5EF4-FFF2-40B4-BE49-F238E27FC236}">
                  <a16:creationId xmlns:a16="http://schemas.microsoft.com/office/drawing/2014/main" id="{2522320B-31E1-4ED6-9118-AD6003D725AD}"/>
                </a:ext>
              </a:extLst>
            </p:cNvPr>
            <p:cNvSpPr>
              <a:spLocks/>
            </p:cNvSpPr>
            <p:nvPr/>
          </p:nvSpPr>
          <p:spPr>
            <a:xfrm>
              <a:off x="4484664" y="346977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8" name="02_predicted_pose_757">
              <a:extLst>
                <a:ext uri="{FF2B5EF4-FFF2-40B4-BE49-F238E27FC236}">
                  <a16:creationId xmlns:a16="http://schemas.microsoft.com/office/drawing/2014/main" id="{9F43BEA5-B23C-42FE-ABBA-6672F58EAD6F}"/>
                </a:ext>
              </a:extLst>
            </p:cNvPr>
            <p:cNvSpPr>
              <a:spLocks/>
            </p:cNvSpPr>
            <p:nvPr/>
          </p:nvSpPr>
          <p:spPr>
            <a:xfrm>
              <a:off x="4498445" y="351552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59" name="02_predicted_pose_758">
              <a:extLst>
                <a:ext uri="{FF2B5EF4-FFF2-40B4-BE49-F238E27FC236}">
                  <a16:creationId xmlns:a16="http://schemas.microsoft.com/office/drawing/2014/main" id="{7802BC3E-503E-48F1-B9F0-34D5E95EF179}"/>
                </a:ext>
              </a:extLst>
            </p:cNvPr>
            <p:cNvSpPr>
              <a:spLocks/>
            </p:cNvSpPr>
            <p:nvPr/>
          </p:nvSpPr>
          <p:spPr>
            <a:xfrm>
              <a:off x="4512227" y="34571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0" name="02_predicted_pose_759">
              <a:extLst>
                <a:ext uri="{FF2B5EF4-FFF2-40B4-BE49-F238E27FC236}">
                  <a16:creationId xmlns:a16="http://schemas.microsoft.com/office/drawing/2014/main" id="{E78CD768-8B94-43FC-B55F-48EF26C94FEB}"/>
                </a:ext>
              </a:extLst>
            </p:cNvPr>
            <p:cNvSpPr>
              <a:spLocks/>
            </p:cNvSpPr>
            <p:nvPr/>
          </p:nvSpPr>
          <p:spPr>
            <a:xfrm>
              <a:off x="4553570" y="349103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1" name="02_predicted_pose_760">
              <a:extLst>
                <a:ext uri="{FF2B5EF4-FFF2-40B4-BE49-F238E27FC236}">
                  <a16:creationId xmlns:a16="http://schemas.microsoft.com/office/drawing/2014/main" id="{2D4C97EE-04BD-4811-9DC6-CF09413851DE}"/>
                </a:ext>
              </a:extLst>
            </p:cNvPr>
            <p:cNvSpPr>
              <a:spLocks/>
            </p:cNvSpPr>
            <p:nvPr/>
          </p:nvSpPr>
          <p:spPr>
            <a:xfrm>
              <a:off x="4567351" y="340351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2" name="02_predicted_pose_761">
              <a:extLst>
                <a:ext uri="{FF2B5EF4-FFF2-40B4-BE49-F238E27FC236}">
                  <a16:creationId xmlns:a16="http://schemas.microsoft.com/office/drawing/2014/main" id="{B4268EB0-A100-4946-95C0-E27EEA7919D1}"/>
                </a:ext>
              </a:extLst>
            </p:cNvPr>
            <p:cNvSpPr>
              <a:spLocks/>
            </p:cNvSpPr>
            <p:nvPr/>
          </p:nvSpPr>
          <p:spPr>
            <a:xfrm>
              <a:off x="4581133" y="343975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3" name="02_predicted_pose_762">
              <a:extLst>
                <a:ext uri="{FF2B5EF4-FFF2-40B4-BE49-F238E27FC236}">
                  <a16:creationId xmlns:a16="http://schemas.microsoft.com/office/drawing/2014/main" id="{43141974-3A2F-4F91-91FA-4457C07BB968}"/>
                </a:ext>
              </a:extLst>
            </p:cNvPr>
            <p:cNvSpPr>
              <a:spLocks/>
            </p:cNvSpPr>
            <p:nvPr/>
          </p:nvSpPr>
          <p:spPr>
            <a:xfrm>
              <a:off x="4594914" y="34127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4" name="02_predicted_pose_763">
              <a:extLst>
                <a:ext uri="{FF2B5EF4-FFF2-40B4-BE49-F238E27FC236}">
                  <a16:creationId xmlns:a16="http://schemas.microsoft.com/office/drawing/2014/main" id="{DCBB458D-C119-442E-984E-0E31E9E676C8}"/>
                </a:ext>
              </a:extLst>
            </p:cNvPr>
            <p:cNvSpPr>
              <a:spLocks/>
            </p:cNvSpPr>
            <p:nvPr/>
          </p:nvSpPr>
          <p:spPr>
            <a:xfrm>
              <a:off x="4484320" y="346811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5" name="02_predicted_pose_764">
              <a:extLst>
                <a:ext uri="{FF2B5EF4-FFF2-40B4-BE49-F238E27FC236}">
                  <a16:creationId xmlns:a16="http://schemas.microsoft.com/office/drawing/2014/main" id="{F5C39545-A3AA-41C5-9C3C-64E06A5D514F}"/>
                </a:ext>
              </a:extLst>
            </p:cNvPr>
            <p:cNvSpPr>
              <a:spLocks/>
            </p:cNvSpPr>
            <p:nvPr/>
          </p:nvSpPr>
          <p:spPr>
            <a:xfrm>
              <a:off x="4577343" y="340750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6" name="02_predicted_pose_765">
              <a:extLst>
                <a:ext uri="{FF2B5EF4-FFF2-40B4-BE49-F238E27FC236}">
                  <a16:creationId xmlns:a16="http://schemas.microsoft.com/office/drawing/2014/main" id="{BD89E61B-989D-4355-9A68-BCD4BF915305}"/>
                </a:ext>
              </a:extLst>
            </p:cNvPr>
            <p:cNvSpPr>
              <a:spLocks/>
            </p:cNvSpPr>
            <p:nvPr/>
          </p:nvSpPr>
          <p:spPr>
            <a:xfrm>
              <a:off x="4326869" y="340189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7" name="02_predicted_pose_766">
              <a:extLst>
                <a:ext uri="{FF2B5EF4-FFF2-40B4-BE49-F238E27FC236}">
                  <a16:creationId xmlns:a16="http://schemas.microsoft.com/office/drawing/2014/main" id="{0D1BE015-5379-49F5-9524-851A7666D0B6}"/>
                </a:ext>
              </a:extLst>
            </p:cNvPr>
            <p:cNvSpPr>
              <a:spLocks/>
            </p:cNvSpPr>
            <p:nvPr/>
          </p:nvSpPr>
          <p:spPr>
            <a:xfrm>
              <a:off x="4419892" y="346431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8" name="02_predicted_pose_767">
              <a:extLst>
                <a:ext uri="{FF2B5EF4-FFF2-40B4-BE49-F238E27FC236}">
                  <a16:creationId xmlns:a16="http://schemas.microsoft.com/office/drawing/2014/main" id="{E34213B5-A57B-4623-8C2E-43BAD5B8BD30}"/>
                </a:ext>
              </a:extLst>
            </p:cNvPr>
            <p:cNvSpPr>
              <a:spLocks/>
            </p:cNvSpPr>
            <p:nvPr/>
          </p:nvSpPr>
          <p:spPr>
            <a:xfrm>
              <a:off x="4485698" y="36496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69" name="02_predicted_pose_768">
              <a:extLst>
                <a:ext uri="{FF2B5EF4-FFF2-40B4-BE49-F238E27FC236}">
                  <a16:creationId xmlns:a16="http://schemas.microsoft.com/office/drawing/2014/main" id="{5C40241C-134C-4AEC-BC8C-5AAAC1B523E1}"/>
                </a:ext>
              </a:extLst>
            </p:cNvPr>
            <p:cNvSpPr>
              <a:spLocks/>
            </p:cNvSpPr>
            <p:nvPr/>
          </p:nvSpPr>
          <p:spPr>
            <a:xfrm>
              <a:off x="4513260" y="372866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0" name="02_predicted_pose_769">
              <a:extLst>
                <a:ext uri="{FF2B5EF4-FFF2-40B4-BE49-F238E27FC236}">
                  <a16:creationId xmlns:a16="http://schemas.microsoft.com/office/drawing/2014/main" id="{9D3BECD3-9CD4-4AD9-9EAB-88280EFA1C4B}"/>
                </a:ext>
              </a:extLst>
            </p:cNvPr>
            <p:cNvSpPr>
              <a:spLocks/>
            </p:cNvSpPr>
            <p:nvPr/>
          </p:nvSpPr>
          <p:spPr>
            <a:xfrm>
              <a:off x="4540823" y="3620361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1" name="02_predicted_pose_770">
              <a:extLst>
                <a:ext uri="{FF2B5EF4-FFF2-40B4-BE49-F238E27FC236}">
                  <a16:creationId xmlns:a16="http://schemas.microsoft.com/office/drawing/2014/main" id="{9AF09FFA-9A93-4658-9F98-D075817C55D6}"/>
                </a:ext>
              </a:extLst>
            </p:cNvPr>
            <p:cNvSpPr>
              <a:spLocks/>
            </p:cNvSpPr>
            <p:nvPr/>
          </p:nvSpPr>
          <p:spPr>
            <a:xfrm>
              <a:off x="4568385" y="365688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2" name="02_predicted_pose_771">
              <a:extLst>
                <a:ext uri="{FF2B5EF4-FFF2-40B4-BE49-F238E27FC236}">
                  <a16:creationId xmlns:a16="http://schemas.microsoft.com/office/drawing/2014/main" id="{94133E76-F3BA-4004-B8AA-AA219197B70B}"/>
                </a:ext>
              </a:extLst>
            </p:cNvPr>
            <p:cNvSpPr>
              <a:spLocks/>
            </p:cNvSpPr>
            <p:nvPr/>
          </p:nvSpPr>
          <p:spPr>
            <a:xfrm>
              <a:off x="4595948" y="3738318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3" name="02_predicted_pose_772">
              <a:extLst>
                <a:ext uri="{FF2B5EF4-FFF2-40B4-BE49-F238E27FC236}">
                  <a16:creationId xmlns:a16="http://schemas.microsoft.com/office/drawing/2014/main" id="{82256040-88F3-4F34-8C1D-A10EA42F7F76}"/>
                </a:ext>
              </a:extLst>
            </p:cNvPr>
            <p:cNvSpPr>
              <a:spLocks/>
            </p:cNvSpPr>
            <p:nvPr/>
          </p:nvSpPr>
          <p:spPr>
            <a:xfrm>
              <a:off x="4499134" y="374055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4" name="02_predicted_pose_773">
              <a:extLst>
                <a:ext uri="{FF2B5EF4-FFF2-40B4-BE49-F238E27FC236}">
                  <a16:creationId xmlns:a16="http://schemas.microsoft.com/office/drawing/2014/main" id="{A8D76525-E772-45E9-8BD0-00C97A75B879}"/>
                </a:ext>
              </a:extLst>
            </p:cNvPr>
            <p:cNvSpPr>
              <a:spLocks/>
            </p:cNvSpPr>
            <p:nvPr/>
          </p:nvSpPr>
          <p:spPr>
            <a:xfrm>
              <a:off x="4616275" y="339545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5" name="02_predicted_pose_774">
              <a:extLst>
                <a:ext uri="{FF2B5EF4-FFF2-40B4-BE49-F238E27FC236}">
                  <a16:creationId xmlns:a16="http://schemas.microsoft.com/office/drawing/2014/main" id="{4F7BF5C4-936E-4885-868B-5F6DE9D1F3E5}"/>
                </a:ext>
              </a:extLst>
            </p:cNvPr>
            <p:cNvSpPr>
              <a:spLocks/>
            </p:cNvSpPr>
            <p:nvPr/>
          </p:nvSpPr>
          <p:spPr>
            <a:xfrm>
              <a:off x="4630056" y="340629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6" name="02_predicted_pose_775">
              <a:extLst>
                <a:ext uri="{FF2B5EF4-FFF2-40B4-BE49-F238E27FC236}">
                  <a16:creationId xmlns:a16="http://schemas.microsoft.com/office/drawing/2014/main" id="{379A525E-D5AD-4243-ACB8-D4787B63CA69}"/>
                </a:ext>
              </a:extLst>
            </p:cNvPr>
            <p:cNvSpPr>
              <a:spLocks/>
            </p:cNvSpPr>
            <p:nvPr/>
          </p:nvSpPr>
          <p:spPr>
            <a:xfrm>
              <a:off x="4413002" y="299827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7" name="02_predicted_pose_776">
              <a:extLst>
                <a:ext uri="{FF2B5EF4-FFF2-40B4-BE49-F238E27FC236}">
                  <a16:creationId xmlns:a16="http://schemas.microsoft.com/office/drawing/2014/main" id="{62C69B66-42B0-4B95-8400-43183B5576DA}"/>
                </a:ext>
              </a:extLst>
            </p:cNvPr>
            <p:cNvSpPr>
              <a:spLocks/>
            </p:cNvSpPr>
            <p:nvPr/>
          </p:nvSpPr>
          <p:spPr>
            <a:xfrm>
              <a:off x="4425405" y="3864570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8" name="02_predicted_pose_777">
              <a:extLst>
                <a:ext uri="{FF2B5EF4-FFF2-40B4-BE49-F238E27FC236}">
                  <a16:creationId xmlns:a16="http://schemas.microsoft.com/office/drawing/2014/main" id="{D4A9096A-BB70-4D04-B7E3-AE39D343BC40}"/>
                </a:ext>
              </a:extLst>
            </p:cNvPr>
            <p:cNvSpPr>
              <a:spLocks/>
            </p:cNvSpPr>
            <p:nvPr/>
          </p:nvSpPr>
          <p:spPr>
            <a:xfrm>
              <a:off x="4467093" y="365904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79" name="02_predicted_pose_778">
              <a:extLst>
                <a:ext uri="{FF2B5EF4-FFF2-40B4-BE49-F238E27FC236}">
                  <a16:creationId xmlns:a16="http://schemas.microsoft.com/office/drawing/2014/main" id="{86A85353-65F6-4B32-BFCD-AF9E1CE85C44}"/>
                </a:ext>
              </a:extLst>
            </p:cNvPr>
            <p:cNvSpPr>
              <a:spLocks/>
            </p:cNvSpPr>
            <p:nvPr/>
          </p:nvSpPr>
          <p:spPr>
            <a:xfrm>
              <a:off x="4430573" y="370917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0" name="02_predicted_pose_779">
              <a:extLst>
                <a:ext uri="{FF2B5EF4-FFF2-40B4-BE49-F238E27FC236}">
                  <a16:creationId xmlns:a16="http://schemas.microsoft.com/office/drawing/2014/main" id="{A905E4F6-E27A-4865-AABB-F6DF61DA47FD}"/>
                </a:ext>
              </a:extLst>
            </p:cNvPr>
            <p:cNvSpPr>
              <a:spLocks/>
            </p:cNvSpPr>
            <p:nvPr/>
          </p:nvSpPr>
          <p:spPr>
            <a:xfrm>
              <a:off x="4378549" y="3661892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1" name="02_predicted_pose_780">
              <a:extLst>
                <a:ext uri="{FF2B5EF4-FFF2-40B4-BE49-F238E27FC236}">
                  <a16:creationId xmlns:a16="http://schemas.microsoft.com/office/drawing/2014/main" id="{DA190C49-56DB-4F86-964C-690D6E40659B}"/>
                </a:ext>
              </a:extLst>
            </p:cNvPr>
            <p:cNvSpPr>
              <a:spLocks/>
            </p:cNvSpPr>
            <p:nvPr/>
          </p:nvSpPr>
          <p:spPr>
            <a:xfrm>
              <a:off x="4510848" y="375264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2" name="02_predicted_pose_781">
              <a:extLst>
                <a:ext uri="{FF2B5EF4-FFF2-40B4-BE49-F238E27FC236}">
                  <a16:creationId xmlns:a16="http://schemas.microsoft.com/office/drawing/2014/main" id="{8DD74128-0A8C-4AAA-847A-1CC8AD682604}"/>
                </a:ext>
              </a:extLst>
            </p:cNvPr>
            <p:cNvSpPr>
              <a:spLocks/>
            </p:cNvSpPr>
            <p:nvPr/>
          </p:nvSpPr>
          <p:spPr>
            <a:xfrm>
              <a:off x="4524630" y="378302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3" name="02_predicted_pose_782">
              <a:extLst>
                <a:ext uri="{FF2B5EF4-FFF2-40B4-BE49-F238E27FC236}">
                  <a16:creationId xmlns:a16="http://schemas.microsoft.com/office/drawing/2014/main" id="{DE0ED388-979C-4153-814A-30A1092631E5}"/>
                </a:ext>
              </a:extLst>
            </p:cNvPr>
            <p:cNvSpPr>
              <a:spLocks/>
            </p:cNvSpPr>
            <p:nvPr/>
          </p:nvSpPr>
          <p:spPr>
            <a:xfrm>
              <a:off x="4538411" y="3853134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4" name="02_predicted_pose_783">
              <a:extLst>
                <a:ext uri="{FF2B5EF4-FFF2-40B4-BE49-F238E27FC236}">
                  <a16:creationId xmlns:a16="http://schemas.microsoft.com/office/drawing/2014/main" id="{8248A69C-00E7-49AE-B951-E6CE6610938B}"/>
                </a:ext>
              </a:extLst>
            </p:cNvPr>
            <p:cNvSpPr>
              <a:spLocks/>
            </p:cNvSpPr>
            <p:nvPr/>
          </p:nvSpPr>
          <p:spPr>
            <a:xfrm>
              <a:off x="4552192" y="3781236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5" name="02_predicted_pose_784">
              <a:extLst>
                <a:ext uri="{FF2B5EF4-FFF2-40B4-BE49-F238E27FC236}">
                  <a16:creationId xmlns:a16="http://schemas.microsoft.com/office/drawing/2014/main" id="{3E903746-2EFA-4B3D-9DC4-6400BC1CA6BD}"/>
                </a:ext>
              </a:extLst>
            </p:cNvPr>
            <p:cNvSpPr>
              <a:spLocks/>
            </p:cNvSpPr>
            <p:nvPr/>
          </p:nvSpPr>
          <p:spPr>
            <a:xfrm>
              <a:off x="4347196" y="3779245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6" name="02_predicted_pose_785">
              <a:extLst>
                <a:ext uri="{FF2B5EF4-FFF2-40B4-BE49-F238E27FC236}">
                  <a16:creationId xmlns:a16="http://schemas.microsoft.com/office/drawing/2014/main" id="{6B88FB8F-95DB-4E66-889A-45A2402E3466}"/>
                </a:ext>
              </a:extLst>
            </p:cNvPr>
            <p:cNvSpPr>
              <a:spLocks/>
            </p:cNvSpPr>
            <p:nvPr/>
          </p:nvSpPr>
          <p:spPr>
            <a:xfrm>
              <a:off x="4374759" y="3828307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7" name="02_predicted_pose_786">
              <a:extLst>
                <a:ext uri="{FF2B5EF4-FFF2-40B4-BE49-F238E27FC236}">
                  <a16:creationId xmlns:a16="http://schemas.microsoft.com/office/drawing/2014/main" id="{05EAF803-2868-440F-94DC-6D21EE62FFF3}"/>
                </a:ext>
              </a:extLst>
            </p:cNvPr>
            <p:cNvSpPr>
              <a:spLocks/>
            </p:cNvSpPr>
            <p:nvPr/>
          </p:nvSpPr>
          <p:spPr>
            <a:xfrm>
              <a:off x="4586301" y="3285839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8" name="02_predicted_pose_787">
              <a:extLst>
                <a:ext uri="{FF2B5EF4-FFF2-40B4-BE49-F238E27FC236}">
                  <a16:creationId xmlns:a16="http://schemas.microsoft.com/office/drawing/2014/main" id="{CA6D2259-AFD7-4403-AEA4-C6E67A02A0A5}"/>
                </a:ext>
              </a:extLst>
            </p:cNvPr>
            <p:cNvSpPr>
              <a:spLocks/>
            </p:cNvSpPr>
            <p:nvPr/>
          </p:nvSpPr>
          <p:spPr>
            <a:xfrm>
              <a:off x="4621098" y="3847283"/>
              <a:ext cx="28398" cy="28398"/>
            </a:xfrm>
            <a:prstGeom prst="ellipse">
              <a:avLst/>
            </a:prstGeom>
            <a:solidFill>
              <a:srgbClr val="2D887E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89" name="02_predicted_pose_788">
              <a:extLst>
                <a:ext uri="{FF2B5EF4-FFF2-40B4-BE49-F238E27FC236}">
                  <a16:creationId xmlns:a16="http://schemas.microsoft.com/office/drawing/2014/main" id="{6C477D5C-3E56-4FF3-A992-C40AEE2A1B62}"/>
                </a:ext>
              </a:extLst>
            </p:cNvPr>
            <p:cNvSpPr>
              <a:spLocks/>
            </p:cNvSpPr>
            <p:nvPr/>
          </p:nvSpPr>
          <p:spPr>
            <a:xfrm>
              <a:off x="5582684" y="34411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0" name="02_predicted_pose_789">
              <a:extLst>
                <a:ext uri="{FF2B5EF4-FFF2-40B4-BE49-F238E27FC236}">
                  <a16:creationId xmlns:a16="http://schemas.microsoft.com/office/drawing/2014/main" id="{95DC1456-5EB6-4A16-AC05-EEBE458F00F1}"/>
                </a:ext>
              </a:extLst>
            </p:cNvPr>
            <p:cNvSpPr>
              <a:spLocks/>
            </p:cNvSpPr>
            <p:nvPr/>
          </p:nvSpPr>
          <p:spPr>
            <a:xfrm>
              <a:off x="5596465" y="34369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1" name="02_predicted_pose_790">
              <a:extLst>
                <a:ext uri="{FF2B5EF4-FFF2-40B4-BE49-F238E27FC236}">
                  <a16:creationId xmlns:a16="http://schemas.microsoft.com/office/drawing/2014/main" id="{324A9E42-EC21-4C09-AC83-BD152774A409}"/>
                </a:ext>
              </a:extLst>
            </p:cNvPr>
            <p:cNvSpPr>
              <a:spLocks/>
            </p:cNvSpPr>
            <p:nvPr/>
          </p:nvSpPr>
          <p:spPr>
            <a:xfrm>
              <a:off x="5610246" y="33864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2" name="02_predicted_pose_791">
              <a:extLst>
                <a:ext uri="{FF2B5EF4-FFF2-40B4-BE49-F238E27FC236}">
                  <a16:creationId xmlns:a16="http://schemas.microsoft.com/office/drawing/2014/main" id="{26298755-C048-4355-8A4A-61C957B5AFCD}"/>
                </a:ext>
              </a:extLst>
            </p:cNvPr>
            <p:cNvSpPr>
              <a:spLocks/>
            </p:cNvSpPr>
            <p:nvPr/>
          </p:nvSpPr>
          <p:spPr>
            <a:xfrm>
              <a:off x="5624028" y="34047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3" name="02_predicted_pose_792">
              <a:extLst>
                <a:ext uri="{FF2B5EF4-FFF2-40B4-BE49-F238E27FC236}">
                  <a16:creationId xmlns:a16="http://schemas.microsoft.com/office/drawing/2014/main" id="{1C9CD816-EE21-4549-9665-F67CE1E2DFE6}"/>
                </a:ext>
              </a:extLst>
            </p:cNvPr>
            <p:cNvSpPr>
              <a:spLocks/>
            </p:cNvSpPr>
            <p:nvPr/>
          </p:nvSpPr>
          <p:spPr>
            <a:xfrm>
              <a:off x="5637809" y="34788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4" name="02_predicted_pose_793">
              <a:extLst>
                <a:ext uri="{FF2B5EF4-FFF2-40B4-BE49-F238E27FC236}">
                  <a16:creationId xmlns:a16="http://schemas.microsoft.com/office/drawing/2014/main" id="{94895A77-BB77-42BC-92BC-090C88BCD182}"/>
                </a:ext>
              </a:extLst>
            </p:cNvPr>
            <p:cNvSpPr>
              <a:spLocks/>
            </p:cNvSpPr>
            <p:nvPr/>
          </p:nvSpPr>
          <p:spPr>
            <a:xfrm>
              <a:off x="5651590" y="34431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5" name="02_predicted_pose_794">
              <a:extLst>
                <a:ext uri="{FF2B5EF4-FFF2-40B4-BE49-F238E27FC236}">
                  <a16:creationId xmlns:a16="http://schemas.microsoft.com/office/drawing/2014/main" id="{F53DF019-EC3D-4148-B566-C48E28AB0E3A}"/>
                </a:ext>
              </a:extLst>
            </p:cNvPr>
            <p:cNvSpPr>
              <a:spLocks/>
            </p:cNvSpPr>
            <p:nvPr/>
          </p:nvSpPr>
          <p:spPr>
            <a:xfrm>
              <a:off x="5665371" y="34643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6" name="02_predicted_pose_795">
              <a:extLst>
                <a:ext uri="{FF2B5EF4-FFF2-40B4-BE49-F238E27FC236}">
                  <a16:creationId xmlns:a16="http://schemas.microsoft.com/office/drawing/2014/main" id="{58412A1F-2673-4A80-ACFB-B7A65D9A5DE0}"/>
                </a:ext>
              </a:extLst>
            </p:cNvPr>
            <p:cNvSpPr>
              <a:spLocks/>
            </p:cNvSpPr>
            <p:nvPr/>
          </p:nvSpPr>
          <p:spPr>
            <a:xfrm>
              <a:off x="5679152" y="35227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7" name="02_predicted_pose_796">
              <a:extLst>
                <a:ext uri="{FF2B5EF4-FFF2-40B4-BE49-F238E27FC236}">
                  <a16:creationId xmlns:a16="http://schemas.microsoft.com/office/drawing/2014/main" id="{BB79234A-15C0-4F47-91DE-E6195AA670E9}"/>
                </a:ext>
              </a:extLst>
            </p:cNvPr>
            <p:cNvSpPr>
              <a:spLocks/>
            </p:cNvSpPr>
            <p:nvPr/>
          </p:nvSpPr>
          <p:spPr>
            <a:xfrm>
              <a:off x="5692934" y="34292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8" name="02_predicted_pose_797">
              <a:extLst>
                <a:ext uri="{FF2B5EF4-FFF2-40B4-BE49-F238E27FC236}">
                  <a16:creationId xmlns:a16="http://schemas.microsoft.com/office/drawing/2014/main" id="{3323BD14-8182-44C0-88DA-C25FDCC15B8C}"/>
                </a:ext>
              </a:extLst>
            </p:cNvPr>
            <p:cNvSpPr>
              <a:spLocks/>
            </p:cNvSpPr>
            <p:nvPr/>
          </p:nvSpPr>
          <p:spPr>
            <a:xfrm>
              <a:off x="5706715" y="33677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99" name="02_predicted_pose_798">
              <a:extLst>
                <a:ext uri="{FF2B5EF4-FFF2-40B4-BE49-F238E27FC236}">
                  <a16:creationId xmlns:a16="http://schemas.microsoft.com/office/drawing/2014/main" id="{97327937-F851-477C-9451-03CAECB116B9}"/>
                </a:ext>
              </a:extLst>
            </p:cNvPr>
            <p:cNvSpPr>
              <a:spLocks/>
            </p:cNvSpPr>
            <p:nvPr/>
          </p:nvSpPr>
          <p:spPr>
            <a:xfrm>
              <a:off x="5596121" y="35171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0" name="02_predicted_pose_799">
              <a:extLst>
                <a:ext uri="{FF2B5EF4-FFF2-40B4-BE49-F238E27FC236}">
                  <a16:creationId xmlns:a16="http://schemas.microsoft.com/office/drawing/2014/main" id="{0708A2A2-9619-4519-9364-FC50874AD4CF}"/>
                </a:ext>
              </a:extLst>
            </p:cNvPr>
            <p:cNvSpPr>
              <a:spLocks/>
            </p:cNvSpPr>
            <p:nvPr/>
          </p:nvSpPr>
          <p:spPr>
            <a:xfrm>
              <a:off x="5689144" y="33226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1" name="02_predicted_pose_800">
              <a:extLst>
                <a:ext uri="{FF2B5EF4-FFF2-40B4-BE49-F238E27FC236}">
                  <a16:creationId xmlns:a16="http://schemas.microsoft.com/office/drawing/2014/main" id="{73BB3FB4-1AC1-4B0E-8319-012629F1A182}"/>
                </a:ext>
              </a:extLst>
            </p:cNvPr>
            <p:cNvSpPr>
              <a:spLocks/>
            </p:cNvSpPr>
            <p:nvPr/>
          </p:nvSpPr>
          <p:spPr>
            <a:xfrm>
              <a:off x="5782167" y="34552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2" name="02_predicted_pose_801">
              <a:extLst>
                <a:ext uri="{FF2B5EF4-FFF2-40B4-BE49-F238E27FC236}">
                  <a16:creationId xmlns:a16="http://schemas.microsoft.com/office/drawing/2014/main" id="{BFE5B69E-A05A-412E-92F6-F187BA0FC15F}"/>
                </a:ext>
              </a:extLst>
            </p:cNvPr>
            <p:cNvSpPr>
              <a:spLocks/>
            </p:cNvSpPr>
            <p:nvPr/>
          </p:nvSpPr>
          <p:spPr>
            <a:xfrm>
              <a:off x="5531693" y="34835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3" name="02_predicted_pose_802">
              <a:extLst>
                <a:ext uri="{FF2B5EF4-FFF2-40B4-BE49-F238E27FC236}">
                  <a16:creationId xmlns:a16="http://schemas.microsoft.com/office/drawing/2014/main" id="{83AF33C4-5341-41D9-8B88-7EB23882B74F}"/>
                </a:ext>
              </a:extLst>
            </p:cNvPr>
            <p:cNvSpPr>
              <a:spLocks/>
            </p:cNvSpPr>
            <p:nvPr/>
          </p:nvSpPr>
          <p:spPr>
            <a:xfrm>
              <a:off x="5624717" y="33223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4" name="02_predicted_pose_803">
              <a:extLst>
                <a:ext uri="{FF2B5EF4-FFF2-40B4-BE49-F238E27FC236}">
                  <a16:creationId xmlns:a16="http://schemas.microsoft.com/office/drawing/2014/main" id="{50B52E08-B453-4358-AF46-E5606C363B3B}"/>
                </a:ext>
              </a:extLst>
            </p:cNvPr>
            <p:cNvSpPr>
              <a:spLocks/>
            </p:cNvSpPr>
            <p:nvPr/>
          </p:nvSpPr>
          <p:spPr>
            <a:xfrm>
              <a:off x="5717740" y="34079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5" name="02_predicted_pose_804">
              <a:extLst>
                <a:ext uri="{FF2B5EF4-FFF2-40B4-BE49-F238E27FC236}">
                  <a16:creationId xmlns:a16="http://schemas.microsoft.com/office/drawing/2014/main" id="{91263007-D787-4BD8-BFCE-0D2EB576D6E8}"/>
                </a:ext>
              </a:extLst>
            </p:cNvPr>
            <p:cNvSpPr>
              <a:spLocks/>
            </p:cNvSpPr>
            <p:nvPr/>
          </p:nvSpPr>
          <p:spPr>
            <a:xfrm>
              <a:off x="5810763" y="35253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6" name="02_predicted_pose_805">
              <a:extLst>
                <a:ext uri="{FF2B5EF4-FFF2-40B4-BE49-F238E27FC236}">
                  <a16:creationId xmlns:a16="http://schemas.microsoft.com/office/drawing/2014/main" id="{D00B9E44-2CE5-4038-AB66-9E947AC8CA5E}"/>
                </a:ext>
              </a:extLst>
            </p:cNvPr>
            <p:cNvSpPr>
              <a:spLocks/>
            </p:cNvSpPr>
            <p:nvPr/>
          </p:nvSpPr>
          <p:spPr>
            <a:xfrm>
              <a:off x="5560289" y="33194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7" name="02_predicted_pose_806">
              <a:extLst>
                <a:ext uri="{FF2B5EF4-FFF2-40B4-BE49-F238E27FC236}">
                  <a16:creationId xmlns:a16="http://schemas.microsoft.com/office/drawing/2014/main" id="{C4DE8C1E-750F-485F-9A40-A0486A21B2AA}"/>
                </a:ext>
              </a:extLst>
            </p:cNvPr>
            <p:cNvSpPr>
              <a:spLocks/>
            </p:cNvSpPr>
            <p:nvPr/>
          </p:nvSpPr>
          <p:spPr>
            <a:xfrm>
              <a:off x="5653313" y="34068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8" name="02_predicted_pose_807">
              <a:extLst>
                <a:ext uri="{FF2B5EF4-FFF2-40B4-BE49-F238E27FC236}">
                  <a16:creationId xmlns:a16="http://schemas.microsoft.com/office/drawing/2014/main" id="{14E0B263-43EC-4E61-BB10-DCBD02DAA667}"/>
                </a:ext>
              </a:extLst>
            </p:cNvPr>
            <p:cNvSpPr>
              <a:spLocks/>
            </p:cNvSpPr>
            <p:nvPr/>
          </p:nvSpPr>
          <p:spPr>
            <a:xfrm>
              <a:off x="5746336" y="34466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09" name="02_predicted_pose_808">
              <a:extLst>
                <a:ext uri="{FF2B5EF4-FFF2-40B4-BE49-F238E27FC236}">
                  <a16:creationId xmlns:a16="http://schemas.microsoft.com/office/drawing/2014/main" id="{697605F6-4DDA-4186-91C3-AE59B2353158}"/>
                </a:ext>
              </a:extLst>
            </p:cNvPr>
            <p:cNvSpPr>
              <a:spLocks/>
            </p:cNvSpPr>
            <p:nvPr/>
          </p:nvSpPr>
          <p:spPr>
            <a:xfrm>
              <a:off x="5609902" y="34324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0" name="02_predicted_pose_809">
              <a:extLst>
                <a:ext uri="{FF2B5EF4-FFF2-40B4-BE49-F238E27FC236}">
                  <a16:creationId xmlns:a16="http://schemas.microsoft.com/office/drawing/2014/main" id="{400F7D26-24D7-4216-B419-EA6230D0CD2C}"/>
                </a:ext>
              </a:extLst>
            </p:cNvPr>
            <p:cNvSpPr>
              <a:spLocks/>
            </p:cNvSpPr>
            <p:nvPr/>
          </p:nvSpPr>
          <p:spPr>
            <a:xfrm>
              <a:off x="5702925" y="34458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1" name="02_predicted_pose_810">
              <a:extLst>
                <a:ext uri="{FF2B5EF4-FFF2-40B4-BE49-F238E27FC236}">
                  <a16:creationId xmlns:a16="http://schemas.microsoft.com/office/drawing/2014/main" id="{A2F72B90-AF23-43E2-AB86-1B1AAC84D6F9}"/>
                </a:ext>
              </a:extLst>
            </p:cNvPr>
            <p:cNvSpPr>
              <a:spLocks/>
            </p:cNvSpPr>
            <p:nvPr/>
          </p:nvSpPr>
          <p:spPr>
            <a:xfrm>
              <a:off x="5795948" y="33528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2" name="02_predicted_pose_811">
              <a:extLst>
                <a:ext uri="{FF2B5EF4-FFF2-40B4-BE49-F238E27FC236}">
                  <a16:creationId xmlns:a16="http://schemas.microsoft.com/office/drawing/2014/main" id="{EE91CD2A-FE5E-4124-A3BF-0A0EC34FEF19}"/>
                </a:ext>
              </a:extLst>
            </p:cNvPr>
            <p:cNvSpPr>
              <a:spLocks/>
            </p:cNvSpPr>
            <p:nvPr/>
          </p:nvSpPr>
          <p:spPr>
            <a:xfrm>
              <a:off x="5545475" y="33615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3" name="02_predicted_pose_812">
              <a:extLst>
                <a:ext uri="{FF2B5EF4-FFF2-40B4-BE49-F238E27FC236}">
                  <a16:creationId xmlns:a16="http://schemas.microsoft.com/office/drawing/2014/main" id="{2432F1F6-B4BB-4CB5-AF00-CB84C9BF4640}"/>
                </a:ext>
              </a:extLst>
            </p:cNvPr>
            <p:cNvSpPr>
              <a:spLocks/>
            </p:cNvSpPr>
            <p:nvPr/>
          </p:nvSpPr>
          <p:spPr>
            <a:xfrm>
              <a:off x="5638498" y="34293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4" name="02_predicted_pose_813">
              <a:extLst>
                <a:ext uri="{FF2B5EF4-FFF2-40B4-BE49-F238E27FC236}">
                  <a16:creationId xmlns:a16="http://schemas.microsoft.com/office/drawing/2014/main" id="{7D6D3C5D-B732-40C7-8EAC-4CDD3F66B7B8}"/>
                </a:ext>
              </a:extLst>
            </p:cNvPr>
            <p:cNvSpPr>
              <a:spLocks/>
            </p:cNvSpPr>
            <p:nvPr/>
          </p:nvSpPr>
          <p:spPr>
            <a:xfrm>
              <a:off x="5731521" y="34875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5" name="02_predicted_pose_814">
              <a:extLst>
                <a:ext uri="{FF2B5EF4-FFF2-40B4-BE49-F238E27FC236}">
                  <a16:creationId xmlns:a16="http://schemas.microsoft.com/office/drawing/2014/main" id="{6568C749-7F47-4F32-A6EC-9791858B2857}"/>
                </a:ext>
              </a:extLst>
            </p:cNvPr>
            <p:cNvSpPr>
              <a:spLocks/>
            </p:cNvSpPr>
            <p:nvPr/>
          </p:nvSpPr>
          <p:spPr>
            <a:xfrm>
              <a:off x="5481047" y="33559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6" name="02_predicted_pose_815">
              <a:extLst>
                <a:ext uri="{FF2B5EF4-FFF2-40B4-BE49-F238E27FC236}">
                  <a16:creationId xmlns:a16="http://schemas.microsoft.com/office/drawing/2014/main" id="{A1559566-7BF6-43BA-939A-2DB11176BDDF}"/>
                </a:ext>
              </a:extLst>
            </p:cNvPr>
            <p:cNvSpPr>
              <a:spLocks/>
            </p:cNvSpPr>
            <p:nvPr/>
          </p:nvSpPr>
          <p:spPr>
            <a:xfrm>
              <a:off x="5574071" y="34782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7" name="02_predicted_pose_816">
              <a:extLst>
                <a:ext uri="{FF2B5EF4-FFF2-40B4-BE49-F238E27FC236}">
                  <a16:creationId xmlns:a16="http://schemas.microsoft.com/office/drawing/2014/main" id="{F37A203A-DEE4-4FF1-8552-D4175D890191}"/>
                </a:ext>
              </a:extLst>
            </p:cNvPr>
            <p:cNvSpPr>
              <a:spLocks/>
            </p:cNvSpPr>
            <p:nvPr/>
          </p:nvSpPr>
          <p:spPr>
            <a:xfrm>
              <a:off x="5667094" y="34622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8" name="02_predicted_pose_817">
              <a:extLst>
                <a:ext uri="{FF2B5EF4-FFF2-40B4-BE49-F238E27FC236}">
                  <a16:creationId xmlns:a16="http://schemas.microsoft.com/office/drawing/2014/main" id="{7BCF315A-D23F-46FB-99F5-03D113C59BE9}"/>
                </a:ext>
              </a:extLst>
            </p:cNvPr>
            <p:cNvSpPr>
              <a:spLocks/>
            </p:cNvSpPr>
            <p:nvPr/>
          </p:nvSpPr>
          <p:spPr>
            <a:xfrm>
              <a:off x="5760117" y="33966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19" name="02_predicted_pose_818">
              <a:extLst>
                <a:ext uri="{FF2B5EF4-FFF2-40B4-BE49-F238E27FC236}">
                  <a16:creationId xmlns:a16="http://schemas.microsoft.com/office/drawing/2014/main" id="{AFDB0E65-2436-47DA-BE5B-EC51369805C8}"/>
                </a:ext>
              </a:extLst>
            </p:cNvPr>
            <p:cNvSpPr>
              <a:spLocks/>
            </p:cNvSpPr>
            <p:nvPr/>
          </p:nvSpPr>
          <p:spPr>
            <a:xfrm>
              <a:off x="5623683" y="33657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0" name="02_predicted_pose_819">
              <a:extLst>
                <a:ext uri="{FF2B5EF4-FFF2-40B4-BE49-F238E27FC236}">
                  <a16:creationId xmlns:a16="http://schemas.microsoft.com/office/drawing/2014/main" id="{0BA0FB13-E5FF-482E-B107-28C1381A261E}"/>
                </a:ext>
              </a:extLst>
            </p:cNvPr>
            <p:cNvSpPr>
              <a:spLocks/>
            </p:cNvSpPr>
            <p:nvPr/>
          </p:nvSpPr>
          <p:spPr>
            <a:xfrm>
              <a:off x="5716706" y="33650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1" name="02_predicted_pose_820">
              <a:extLst>
                <a:ext uri="{FF2B5EF4-FFF2-40B4-BE49-F238E27FC236}">
                  <a16:creationId xmlns:a16="http://schemas.microsoft.com/office/drawing/2014/main" id="{86BBC5D8-B6BD-4921-9EF7-82E6120A0B7C}"/>
                </a:ext>
              </a:extLst>
            </p:cNvPr>
            <p:cNvSpPr>
              <a:spLocks/>
            </p:cNvSpPr>
            <p:nvPr/>
          </p:nvSpPr>
          <p:spPr>
            <a:xfrm>
              <a:off x="5809730" y="34125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2" name="02_predicted_pose_821">
              <a:extLst>
                <a:ext uri="{FF2B5EF4-FFF2-40B4-BE49-F238E27FC236}">
                  <a16:creationId xmlns:a16="http://schemas.microsoft.com/office/drawing/2014/main" id="{2C99568A-79A9-4DA7-9E9A-A70F175F0E2F}"/>
                </a:ext>
              </a:extLst>
            </p:cNvPr>
            <p:cNvSpPr>
              <a:spLocks/>
            </p:cNvSpPr>
            <p:nvPr/>
          </p:nvSpPr>
          <p:spPr>
            <a:xfrm>
              <a:off x="5559256" y="34025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3" name="02_predicted_pose_822">
              <a:extLst>
                <a:ext uri="{FF2B5EF4-FFF2-40B4-BE49-F238E27FC236}">
                  <a16:creationId xmlns:a16="http://schemas.microsoft.com/office/drawing/2014/main" id="{9361DD6B-5E8C-457A-81C9-98CCEFC74234}"/>
                </a:ext>
              </a:extLst>
            </p:cNvPr>
            <p:cNvSpPr>
              <a:spLocks/>
            </p:cNvSpPr>
            <p:nvPr/>
          </p:nvSpPr>
          <p:spPr>
            <a:xfrm>
              <a:off x="5652279" y="34594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4" name="02_predicted_pose_823">
              <a:extLst>
                <a:ext uri="{FF2B5EF4-FFF2-40B4-BE49-F238E27FC236}">
                  <a16:creationId xmlns:a16="http://schemas.microsoft.com/office/drawing/2014/main" id="{98A54B05-6AD2-411C-BB6F-FBBFC1FFE660}"/>
                </a:ext>
              </a:extLst>
            </p:cNvPr>
            <p:cNvSpPr>
              <a:spLocks/>
            </p:cNvSpPr>
            <p:nvPr/>
          </p:nvSpPr>
          <p:spPr>
            <a:xfrm>
              <a:off x="5745302" y="341521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5" name="02_predicted_pose_824">
              <a:extLst>
                <a:ext uri="{FF2B5EF4-FFF2-40B4-BE49-F238E27FC236}">
                  <a16:creationId xmlns:a16="http://schemas.microsoft.com/office/drawing/2014/main" id="{64CB5805-7DAD-4B51-B5DC-AB078BFDFB4F}"/>
                </a:ext>
              </a:extLst>
            </p:cNvPr>
            <p:cNvSpPr>
              <a:spLocks/>
            </p:cNvSpPr>
            <p:nvPr/>
          </p:nvSpPr>
          <p:spPr>
            <a:xfrm>
              <a:off x="5494828" y="33412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6" name="02_predicted_pose_825">
              <a:extLst>
                <a:ext uri="{FF2B5EF4-FFF2-40B4-BE49-F238E27FC236}">
                  <a16:creationId xmlns:a16="http://schemas.microsoft.com/office/drawing/2014/main" id="{0ECF1105-91BE-45B0-9118-364D32D6FD2B}"/>
                </a:ext>
              </a:extLst>
            </p:cNvPr>
            <p:cNvSpPr>
              <a:spLocks/>
            </p:cNvSpPr>
            <p:nvPr/>
          </p:nvSpPr>
          <p:spPr>
            <a:xfrm>
              <a:off x="5587852" y="34524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7" name="02_predicted_pose_826">
              <a:extLst>
                <a:ext uri="{FF2B5EF4-FFF2-40B4-BE49-F238E27FC236}">
                  <a16:creationId xmlns:a16="http://schemas.microsoft.com/office/drawing/2014/main" id="{881E32E0-9378-4452-B110-4136B04EDCD2}"/>
                </a:ext>
              </a:extLst>
            </p:cNvPr>
            <p:cNvSpPr>
              <a:spLocks/>
            </p:cNvSpPr>
            <p:nvPr/>
          </p:nvSpPr>
          <p:spPr>
            <a:xfrm>
              <a:off x="5680875" y="34647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8" name="02_predicted_pose_827">
              <a:extLst>
                <a:ext uri="{FF2B5EF4-FFF2-40B4-BE49-F238E27FC236}">
                  <a16:creationId xmlns:a16="http://schemas.microsoft.com/office/drawing/2014/main" id="{031C3075-9717-44F3-9DF5-0102A89D4897}"/>
                </a:ext>
              </a:extLst>
            </p:cNvPr>
            <p:cNvSpPr>
              <a:spLocks/>
            </p:cNvSpPr>
            <p:nvPr/>
          </p:nvSpPr>
          <p:spPr>
            <a:xfrm>
              <a:off x="5773898" y="34654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29" name="02_predicted_pose_828">
              <a:extLst>
                <a:ext uri="{FF2B5EF4-FFF2-40B4-BE49-F238E27FC236}">
                  <a16:creationId xmlns:a16="http://schemas.microsoft.com/office/drawing/2014/main" id="{E479B802-A12B-4823-9A4E-AC21E5037849}"/>
                </a:ext>
              </a:extLst>
            </p:cNvPr>
            <p:cNvSpPr>
              <a:spLocks/>
            </p:cNvSpPr>
            <p:nvPr/>
          </p:nvSpPr>
          <p:spPr>
            <a:xfrm>
              <a:off x="5637464" y="34205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0" name="02_predicted_pose_829">
              <a:extLst>
                <a:ext uri="{FF2B5EF4-FFF2-40B4-BE49-F238E27FC236}">
                  <a16:creationId xmlns:a16="http://schemas.microsoft.com/office/drawing/2014/main" id="{376D8096-15A3-4FB0-8459-BFEE16397A3D}"/>
                </a:ext>
              </a:extLst>
            </p:cNvPr>
            <p:cNvSpPr>
              <a:spLocks/>
            </p:cNvSpPr>
            <p:nvPr/>
          </p:nvSpPr>
          <p:spPr>
            <a:xfrm>
              <a:off x="5730488" y="34166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1" name="02_predicted_pose_830">
              <a:extLst>
                <a:ext uri="{FF2B5EF4-FFF2-40B4-BE49-F238E27FC236}">
                  <a16:creationId xmlns:a16="http://schemas.microsoft.com/office/drawing/2014/main" id="{461B2FBA-A8BF-4DCE-8D34-A987461A4503}"/>
                </a:ext>
              </a:extLst>
            </p:cNvPr>
            <p:cNvSpPr>
              <a:spLocks/>
            </p:cNvSpPr>
            <p:nvPr/>
          </p:nvSpPr>
          <p:spPr>
            <a:xfrm>
              <a:off x="5480014" y="33726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2" name="02_predicted_pose_831">
              <a:extLst>
                <a:ext uri="{FF2B5EF4-FFF2-40B4-BE49-F238E27FC236}">
                  <a16:creationId xmlns:a16="http://schemas.microsoft.com/office/drawing/2014/main" id="{CE21BB61-33A9-41AB-BDB6-EF431C9B3AB9}"/>
                </a:ext>
              </a:extLst>
            </p:cNvPr>
            <p:cNvSpPr>
              <a:spLocks/>
            </p:cNvSpPr>
            <p:nvPr/>
          </p:nvSpPr>
          <p:spPr>
            <a:xfrm>
              <a:off x="5573037" y="33622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3" name="02_predicted_pose_832">
              <a:extLst>
                <a:ext uri="{FF2B5EF4-FFF2-40B4-BE49-F238E27FC236}">
                  <a16:creationId xmlns:a16="http://schemas.microsoft.com/office/drawing/2014/main" id="{99783D74-8EEF-4950-AFD0-D8820E464135}"/>
                </a:ext>
              </a:extLst>
            </p:cNvPr>
            <p:cNvSpPr>
              <a:spLocks/>
            </p:cNvSpPr>
            <p:nvPr/>
          </p:nvSpPr>
          <p:spPr>
            <a:xfrm>
              <a:off x="5666060" y="35270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4" name="02_predicted_pose_833">
              <a:extLst>
                <a:ext uri="{FF2B5EF4-FFF2-40B4-BE49-F238E27FC236}">
                  <a16:creationId xmlns:a16="http://schemas.microsoft.com/office/drawing/2014/main" id="{17BD32C0-3C89-40EE-9838-CA10F44E902D}"/>
                </a:ext>
              </a:extLst>
            </p:cNvPr>
            <p:cNvSpPr>
              <a:spLocks/>
            </p:cNvSpPr>
            <p:nvPr/>
          </p:nvSpPr>
          <p:spPr>
            <a:xfrm>
              <a:off x="5759084" y="34771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5" name="02_predicted_pose_834">
              <a:extLst>
                <a:ext uri="{FF2B5EF4-FFF2-40B4-BE49-F238E27FC236}">
                  <a16:creationId xmlns:a16="http://schemas.microsoft.com/office/drawing/2014/main" id="{A3B29647-BE5B-4713-A8EB-AEC44066D330}"/>
                </a:ext>
              </a:extLst>
            </p:cNvPr>
            <p:cNvSpPr>
              <a:spLocks/>
            </p:cNvSpPr>
            <p:nvPr/>
          </p:nvSpPr>
          <p:spPr>
            <a:xfrm>
              <a:off x="5508610" y="33747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6" name="02_predicted_pose_835">
              <a:extLst>
                <a:ext uri="{FF2B5EF4-FFF2-40B4-BE49-F238E27FC236}">
                  <a16:creationId xmlns:a16="http://schemas.microsoft.com/office/drawing/2014/main" id="{6A74F473-1757-45BC-BA29-B9D71533EBD9}"/>
                </a:ext>
              </a:extLst>
            </p:cNvPr>
            <p:cNvSpPr>
              <a:spLocks/>
            </p:cNvSpPr>
            <p:nvPr/>
          </p:nvSpPr>
          <p:spPr>
            <a:xfrm>
              <a:off x="5601633" y="34482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7" name="02_predicted_pose_836">
              <a:extLst>
                <a:ext uri="{FF2B5EF4-FFF2-40B4-BE49-F238E27FC236}">
                  <a16:creationId xmlns:a16="http://schemas.microsoft.com/office/drawing/2014/main" id="{F0447939-151A-460F-9B32-52DBE9B989F4}"/>
                </a:ext>
              </a:extLst>
            </p:cNvPr>
            <p:cNvSpPr>
              <a:spLocks/>
            </p:cNvSpPr>
            <p:nvPr/>
          </p:nvSpPr>
          <p:spPr>
            <a:xfrm>
              <a:off x="5694656" y="34345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8" name="02_predicted_pose_837">
              <a:extLst>
                <a:ext uri="{FF2B5EF4-FFF2-40B4-BE49-F238E27FC236}">
                  <a16:creationId xmlns:a16="http://schemas.microsoft.com/office/drawing/2014/main" id="{4754D352-EFF7-4DCD-B69A-E0EAF3AA852F}"/>
                </a:ext>
              </a:extLst>
            </p:cNvPr>
            <p:cNvSpPr>
              <a:spLocks/>
            </p:cNvSpPr>
            <p:nvPr/>
          </p:nvSpPr>
          <p:spPr>
            <a:xfrm>
              <a:off x="5787680" y="33432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39" name="02_predicted_pose_838">
              <a:extLst>
                <a:ext uri="{FF2B5EF4-FFF2-40B4-BE49-F238E27FC236}">
                  <a16:creationId xmlns:a16="http://schemas.microsoft.com/office/drawing/2014/main" id="{0E173E28-C574-4DFE-8BA5-3F3E645C7DBF}"/>
                </a:ext>
              </a:extLst>
            </p:cNvPr>
            <p:cNvSpPr>
              <a:spLocks/>
            </p:cNvSpPr>
            <p:nvPr/>
          </p:nvSpPr>
          <p:spPr>
            <a:xfrm>
              <a:off x="5651245" y="34075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0" name="02_predicted_pose_839">
              <a:extLst>
                <a:ext uri="{FF2B5EF4-FFF2-40B4-BE49-F238E27FC236}">
                  <a16:creationId xmlns:a16="http://schemas.microsoft.com/office/drawing/2014/main" id="{910EC72E-5F10-4F5B-823B-EE92EE560F75}"/>
                </a:ext>
              </a:extLst>
            </p:cNvPr>
            <p:cNvSpPr>
              <a:spLocks/>
            </p:cNvSpPr>
            <p:nvPr/>
          </p:nvSpPr>
          <p:spPr>
            <a:xfrm>
              <a:off x="5744269" y="34169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1" name="02_predicted_pose_840">
              <a:extLst>
                <a:ext uri="{FF2B5EF4-FFF2-40B4-BE49-F238E27FC236}">
                  <a16:creationId xmlns:a16="http://schemas.microsoft.com/office/drawing/2014/main" id="{C5E5B0AF-CD4F-4895-92D6-43423F21988D}"/>
                </a:ext>
              </a:extLst>
            </p:cNvPr>
            <p:cNvSpPr>
              <a:spLocks/>
            </p:cNvSpPr>
            <p:nvPr/>
          </p:nvSpPr>
          <p:spPr>
            <a:xfrm>
              <a:off x="5493795" y="34491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2" name="02_predicted_pose_841">
              <a:extLst>
                <a:ext uri="{FF2B5EF4-FFF2-40B4-BE49-F238E27FC236}">
                  <a16:creationId xmlns:a16="http://schemas.microsoft.com/office/drawing/2014/main" id="{B7661C5A-FCB5-47B2-B204-A9FFC2C8AC1E}"/>
                </a:ext>
              </a:extLst>
            </p:cNvPr>
            <p:cNvSpPr>
              <a:spLocks/>
            </p:cNvSpPr>
            <p:nvPr/>
          </p:nvSpPr>
          <p:spPr>
            <a:xfrm>
              <a:off x="5586818" y="34967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3" name="02_predicted_pose_842">
              <a:extLst>
                <a:ext uri="{FF2B5EF4-FFF2-40B4-BE49-F238E27FC236}">
                  <a16:creationId xmlns:a16="http://schemas.microsoft.com/office/drawing/2014/main" id="{6511E22D-7644-48EF-AF6C-CDD222E0AC52}"/>
                </a:ext>
              </a:extLst>
            </p:cNvPr>
            <p:cNvSpPr>
              <a:spLocks/>
            </p:cNvSpPr>
            <p:nvPr/>
          </p:nvSpPr>
          <p:spPr>
            <a:xfrm>
              <a:off x="5679842" y="34583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4" name="02_predicted_pose_843">
              <a:extLst>
                <a:ext uri="{FF2B5EF4-FFF2-40B4-BE49-F238E27FC236}">
                  <a16:creationId xmlns:a16="http://schemas.microsoft.com/office/drawing/2014/main" id="{A8525DA1-3FFB-413D-8F42-5B78B5F837B8}"/>
                </a:ext>
              </a:extLst>
            </p:cNvPr>
            <p:cNvSpPr>
              <a:spLocks/>
            </p:cNvSpPr>
            <p:nvPr/>
          </p:nvSpPr>
          <p:spPr>
            <a:xfrm>
              <a:off x="5772865" y="33562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5" name="02_predicted_pose_844">
              <a:extLst>
                <a:ext uri="{FF2B5EF4-FFF2-40B4-BE49-F238E27FC236}">
                  <a16:creationId xmlns:a16="http://schemas.microsoft.com/office/drawing/2014/main" id="{C36FB017-D815-4289-9857-4E1C270D1978}"/>
                </a:ext>
              </a:extLst>
            </p:cNvPr>
            <p:cNvSpPr>
              <a:spLocks/>
            </p:cNvSpPr>
            <p:nvPr/>
          </p:nvSpPr>
          <p:spPr>
            <a:xfrm>
              <a:off x="5522391" y="34889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6" name="02_predicted_pose_845">
              <a:extLst>
                <a:ext uri="{FF2B5EF4-FFF2-40B4-BE49-F238E27FC236}">
                  <a16:creationId xmlns:a16="http://schemas.microsoft.com/office/drawing/2014/main" id="{4A9D7673-D23F-4622-9661-7709FDA4355E}"/>
                </a:ext>
              </a:extLst>
            </p:cNvPr>
            <p:cNvSpPr>
              <a:spLocks/>
            </p:cNvSpPr>
            <p:nvPr/>
          </p:nvSpPr>
          <p:spPr>
            <a:xfrm>
              <a:off x="5615414" y="34331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7" name="02_predicted_pose_846">
              <a:extLst>
                <a:ext uri="{FF2B5EF4-FFF2-40B4-BE49-F238E27FC236}">
                  <a16:creationId xmlns:a16="http://schemas.microsoft.com/office/drawing/2014/main" id="{006C4FA9-DFFB-49FD-BB18-BC08D77665BE}"/>
                </a:ext>
              </a:extLst>
            </p:cNvPr>
            <p:cNvSpPr>
              <a:spLocks/>
            </p:cNvSpPr>
            <p:nvPr/>
          </p:nvSpPr>
          <p:spPr>
            <a:xfrm>
              <a:off x="5708438" y="33403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8" name="02_predicted_pose_847">
              <a:extLst>
                <a:ext uri="{FF2B5EF4-FFF2-40B4-BE49-F238E27FC236}">
                  <a16:creationId xmlns:a16="http://schemas.microsoft.com/office/drawing/2014/main" id="{0A6E2689-F71E-4D7A-ABD1-9388423EEFC5}"/>
                </a:ext>
              </a:extLst>
            </p:cNvPr>
            <p:cNvSpPr>
              <a:spLocks/>
            </p:cNvSpPr>
            <p:nvPr/>
          </p:nvSpPr>
          <p:spPr>
            <a:xfrm>
              <a:off x="5801461" y="35318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49" name="02_predicted_pose_848">
              <a:extLst>
                <a:ext uri="{FF2B5EF4-FFF2-40B4-BE49-F238E27FC236}">
                  <a16:creationId xmlns:a16="http://schemas.microsoft.com/office/drawing/2014/main" id="{10D701DC-E528-4091-B189-95B177888494}"/>
                </a:ext>
              </a:extLst>
            </p:cNvPr>
            <p:cNvSpPr>
              <a:spLocks/>
            </p:cNvSpPr>
            <p:nvPr/>
          </p:nvSpPr>
          <p:spPr>
            <a:xfrm>
              <a:off x="5665027" y="34651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0" name="02_predicted_pose_849">
              <a:extLst>
                <a:ext uri="{FF2B5EF4-FFF2-40B4-BE49-F238E27FC236}">
                  <a16:creationId xmlns:a16="http://schemas.microsoft.com/office/drawing/2014/main" id="{907EAF77-0C58-468A-BAB3-E462B82115AB}"/>
                </a:ext>
              </a:extLst>
            </p:cNvPr>
            <p:cNvSpPr>
              <a:spLocks/>
            </p:cNvSpPr>
            <p:nvPr/>
          </p:nvSpPr>
          <p:spPr>
            <a:xfrm>
              <a:off x="5758050" y="34020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1" name="02_predicted_pose_850">
              <a:extLst>
                <a:ext uri="{FF2B5EF4-FFF2-40B4-BE49-F238E27FC236}">
                  <a16:creationId xmlns:a16="http://schemas.microsoft.com/office/drawing/2014/main" id="{5DD4D84C-96D6-4F98-B302-7A5F236E6F22}"/>
                </a:ext>
              </a:extLst>
            </p:cNvPr>
            <p:cNvSpPr>
              <a:spLocks/>
            </p:cNvSpPr>
            <p:nvPr/>
          </p:nvSpPr>
          <p:spPr>
            <a:xfrm>
              <a:off x="5507576" y="346781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2" name="02_predicted_pose_851">
              <a:extLst>
                <a:ext uri="{FF2B5EF4-FFF2-40B4-BE49-F238E27FC236}">
                  <a16:creationId xmlns:a16="http://schemas.microsoft.com/office/drawing/2014/main" id="{3078F658-8520-44A4-B86A-EDFB6D228DD6}"/>
                </a:ext>
              </a:extLst>
            </p:cNvPr>
            <p:cNvSpPr>
              <a:spLocks/>
            </p:cNvSpPr>
            <p:nvPr/>
          </p:nvSpPr>
          <p:spPr>
            <a:xfrm>
              <a:off x="5600599" y="34344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3" name="02_predicted_pose_852">
              <a:extLst>
                <a:ext uri="{FF2B5EF4-FFF2-40B4-BE49-F238E27FC236}">
                  <a16:creationId xmlns:a16="http://schemas.microsoft.com/office/drawing/2014/main" id="{45D0ABE0-6414-4937-A4D4-3F9686948447}"/>
                </a:ext>
              </a:extLst>
            </p:cNvPr>
            <p:cNvSpPr>
              <a:spLocks/>
            </p:cNvSpPr>
            <p:nvPr/>
          </p:nvSpPr>
          <p:spPr>
            <a:xfrm>
              <a:off x="5693623" y="33792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4" name="02_predicted_pose_853">
              <a:extLst>
                <a:ext uri="{FF2B5EF4-FFF2-40B4-BE49-F238E27FC236}">
                  <a16:creationId xmlns:a16="http://schemas.microsoft.com/office/drawing/2014/main" id="{F348ECBE-7C97-47FD-8006-616E5C35E793}"/>
                </a:ext>
              </a:extLst>
            </p:cNvPr>
            <p:cNvSpPr>
              <a:spLocks/>
            </p:cNvSpPr>
            <p:nvPr/>
          </p:nvSpPr>
          <p:spPr>
            <a:xfrm>
              <a:off x="5786646" y="34314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5" name="02_predicted_pose_854">
              <a:extLst>
                <a:ext uri="{FF2B5EF4-FFF2-40B4-BE49-F238E27FC236}">
                  <a16:creationId xmlns:a16="http://schemas.microsoft.com/office/drawing/2014/main" id="{29F5202D-AB84-4078-AEAD-57C215D2773E}"/>
                </a:ext>
              </a:extLst>
            </p:cNvPr>
            <p:cNvSpPr>
              <a:spLocks/>
            </p:cNvSpPr>
            <p:nvPr/>
          </p:nvSpPr>
          <p:spPr>
            <a:xfrm>
              <a:off x="5536172" y="34905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6" name="02_predicted_pose_855">
              <a:extLst>
                <a:ext uri="{FF2B5EF4-FFF2-40B4-BE49-F238E27FC236}">
                  <a16:creationId xmlns:a16="http://schemas.microsoft.com/office/drawing/2014/main" id="{1AA86C41-3FB5-4716-A37F-3D049D660575}"/>
                </a:ext>
              </a:extLst>
            </p:cNvPr>
            <p:cNvSpPr>
              <a:spLocks/>
            </p:cNvSpPr>
            <p:nvPr/>
          </p:nvSpPr>
          <p:spPr>
            <a:xfrm>
              <a:off x="5629195" y="33454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7" name="02_predicted_pose_856">
              <a:extLst>
                <a:ext uri="{FF2B5EF4-FFF2-40B4-BE49-F238E27FC236}">
                  <a16:creationId xmlns:a16="http://schemas.microsoft.com/office/drawing/2014/main" id="{AC1AE776-3D29-4D76-B927-CB55547DDDFD}"/>
                </a:ext>
              </a:extLst>
            </p:cNvPr>
            <p:cNvSpPr>
              <a:spLocks/>
            </p:cNvSpPr>
            <p:nvPr/>
          </p:nvSpPr>
          <p:spPr>
            <a:xfrm>
              <a:off x="5722219" y="34756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8" name="02_predicted_pose_857">
              <a:extLst>
                <a:ext uri="{FF2B5EF4-FFF2-40B4-BE49-F238E27FC236}">
                  <a16:creationId xmlns:a16="http://schemas.microsoft.com/office/drawing/2014/main" id="{B10E841E-910D-4F25-9012-0F8C2946E2A1}"/>
                </a:ext>
              </a:extLst>
            </p:cNvPr>
            <p:cNvSpPr>
              <a:spLocks/>
            </p:cNvSpPr>
            <p:nvPr/>
          </p:nvSpPr>
          <p:spPr>
            <a:xfrm>
              <a:off x="5471745" y="34844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59" name="02_predicted_pose_858">
              <a:extLst>
                <a:ext uri="{FF2B5EF4-FFF2-40B4-BE49-F238E27FC236}">
                  <a16:creationId xmlns:a16="http://schemas.microsoft.com/office/drawing/2014/main" id="{23428977-6A93-4362-9A63-31908C71BDB5}"/>
                </a:ext>
              </a:extLst>
            </p:cNvPr>
            <p:cNvSpPr>
              <a:spLocks/>
            </p:cNvSpPr>
            <p:nvPr/>
          </p:nvSpPr>
          <p:spPr>
            <a:xfrm>
              <a:off x="5678808" y="33927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0" name="02_predicted_pose_859">
              <a:extLst>
                <a:ext uri="{FF2B5EF4-FFF2-40B4-BE49-F238E27FC236}">
                  <a16:creationId xmlns:a16="http://schemas.microsoft.com/office/drawing/2014/main" id="{C7969939-1164-4CE7-8848-7F7ECA6F0CC4}"/>
                </a:ext>
              </a:extLst>
            </p:cNvPr>
            <p:cNvSpPr>
              <a:spLocks/>
            </p:cNvSpPr>
            <p:nvPr/>
          </p:nvSpPr>
          <p:spPr>
            <a:xfrm>
              <a:off x="5771831" y="34711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1" name="02_predicted_pose_860">
              <a:extLst>
                <a:ext uri="{FF2B5EF4-FFF2-40B4-BE49-F238E27FC236}">
                  <a16:creationId xmlns:a16="http://schemas.microsoft.com/office/drawing/2014/main" id="{31B9505F-C5B8-4FD5-9307-712B038FBBD7}"/>
                </a:ext>
              </a:extLst>
            </p:cNvPr>
            <p:cNvSpPr>
              <a:spLocks/>
            </p:cNvSpPr>
            <p:nvPr/>
          </p:nvSpPr>
          <p:spPr>
            <a:xfrm>
              <a:off x="5521357" y="34028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2" name="02_predicted_pose_861">
              <a:extLst>
                <a:ext uri="{FF2B5EF4-FFF2-40B4-BE49-F238E27FC236}">
                  <a16:creationId xmlns:a16="http://schemas.microsoft.com/office/drawing/2014/main" id="{9A32CC7E-43B1-4EDB-ADB6-F5CF83106737}"/>
                </a:ext>
              </a:extLst>
            </p:cNvPr>
            <p:cNvSpPr>
              <a:spLocks/>
            </p:cNvSpPr>
            <p:nvPr/>
          </p:nvSpPr>
          <p:spPr>
            <a:xfrm>
              <a:off x="5614381" y="33273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3" name="02_predicted_pose_862">
              <a:extLst>
                <a:ext uri="{FF2B5EF4-FFF2-40B4-BE49-F238E27FC236}">
                  <a16:creationId xmlns:a16="http://schemas.microsoft.com/office/drawing/2014/main" id="{F16A504A-22CF-4B45-8492-FF700846EB5C}"/>
                </a:ext>
              </a:extLst>
            </p:cNvPr>
            <p:cNvSpPr>
              <a:spLocks/>
            </p:cNvSpPr>
            <p:nvPr/>
          </p:nvSpPr>
          <p:spPr>
            <a:xfrm>
              <a:off x="5707404" y="34677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4" name="02_predicted_pose_863">
              <a:extLst>
                <a:ext uri="{FF2B5EF4-FFF2-40B4-BE49-F238E27FC236}">
                  <a16:creationId xmlns:a16="http://schemas.microsoft.com/office/drawing/2014/main" id="{E9026D48-58AD-4CC1-869E-F60C2AA43B39}"/>
                </a:ext>
              </a:extLst>
            </p:cNvPr>
            <p:cNvSpPr>
              <a:spLocks/>
            </p:cNvSpPr>
            <p:nvPr/>
          </p:nvSpPr>
          <p:spPr>
            <a:xfrm>
              <a:off x="5800427" y="33678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5" name="02_predicted_pose_864">
              <a:extLst>
                <a:ext uri="{FF2B5EF4-FFF2-40B4-BE49-F238E27FC236}">
                  <a16:creationId xmlns:a16="http://schemas.microsoft.com/office/drawing/2014/main" id="{17D6442F-96C0-47D2-A0ED-CCD004FB4198}"/>
                </a:ext>
              </a:extLst>
            </p:cNvPr>
            <p:cNvSpPr>
              <a:spLocks/>
            </p:cNvSpPr>
            <p:nvPr/>
          </p:nvSpPr>
          <p:spPr>
            <a:xfrm>
              <a:off x="5549953" y="333320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6" name="02_predicted_pose_865">
              <a:extLst>
                <a:ext uri="{FF2B5EF4-FFF2-40B4-BE49-F238E27FC236}">
                  <a16:creationId xmlns:a16="http://schemas.microsoft.com/office/drawing/2014/main" id="{303194D1-8EBA-47B2-A471-AD3393039E53}"/>
                </a:ext>
              </a:extLst>
            </p:cNvPr>
            <p:cNvSpPr>
              <a:spLocks/>
            </p:cNvSpPr>
            <p:nvPr/>
          </p:nvSpPr>
          <p:spPr>
            <a:xfrm>
              <a:off x="5642977" y="34498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7" name="02_predicted_pose_866">
              <a:extLst>
                <a:ext uri="{FF2B5EF4-FFF2-40B4-BE49-F238E27FC236}">
                  <a16:creationId xmlns:a16="http://schemas.microsoft.com/office/drawing/2014/main" id="{504AAA7E-3348-4F4F-AACB-D0894B0B1674}"/>
                </a:ext>
              </a:extLst>
            </p:cNvPr>
            <p:cNvSpPr>
              <a:spLocks/>
            </p:cNvSpPr>
            <p:nvPr/>
          </p:nvSpPr>
          <p:spPr>
            <a:xfrm>
              <a:off x="5607146" y="34693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8" name="02_predicted_pose_867">
              <a:extLst>
                <a:ext uri="{FF2B5EF4-FFF2-40B4-BE49-F238E27FC236}">
                  <a16:creationId xmlns:a16="http://schemas.microsoft.com/office/drawing/2014/main" id="{B465CC41-2A5F-4A17-872B-E1E6E2E47C77}"/>
                </a:ext>
              </a:extLst>
            </p:cNvPr>
            <p:cNvSpPr>
              <a:spLocks/>
            </p:cNvSpPr>
            <p:nvPr/>
          </p:nvSpPr>
          <p:spPr>
            <a:xfrm>
              <a:off x="5620927" y="34621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69" name="02_predicted_pose_868">
              <a:extLst>
                <a:ext uri="{FF2B5EF4-FFF2-40B4-BE49-F238E27FC236}">
                  <a16:creationId xmlns:a16="http://schemas.microsoft.com/office/drawing/2014/main" id="{873B3B26-332B-4D88-9425-6E98BF0C70B9}"/>
                </a:ext>
              </a:extLst>
            </p:cNvPr>
            <p:cNvSpPr>
              <a:spLocks/>
            </p:cNvSpPr>
            <p:nvPr/>
          </p:nvSpPr>
          <p:spPr>
            <a:xfrm>
              <a:off x="5598877" y="34520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0" name="02_predicted_pose_869">
              <a:extLst>
                <a:ext uri="{FF2B5EF4-FFF2-40B4-BE49-F238E27FC236}">
                  <a16:creationId xmlns:a16="http://schemas.microsoft.com/office/drawing/2014/main" id="{7C6EC3B9-76B4-4441-8A14-B4B550A0657A}"/>
                </a:ext>
              </a:extLst>
            </p:cNvPr>
            <p:cNvSpPr>
              <a:spLocks/>
            </p:cNvSpPr>
            <p:nvPr/>
          </p:nvSpPr>
          <p:spPr>
            <a:xfrm>
              <a:off x="5626439" y="34880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1" name="02_predicted_pose_870">
              <a:extLst>
                <a:ext uri="{FF2B5EF4-FFF2-40B4-BE49-F238E27FC236}">
                  <a16:creationId xmlns:a16="http://schemas.microsoft.com/office/drawing/2014/main" id="{3A31779D-AD56-46A8-876A-66C6D5EB481C}"/>
                </a:ext>
              </a:extLst>
            </p:cNvPr>
            <p:cNvSpPr>
              <a:spLocks/>
            </p:cNvSpPr>
            <p:nvPr/>
          </p:nvSpPr>
          <p:spPr>
            <a:xfrm>
              <a:off x="5654002" y="34412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2" name="02_predicted_pose_871">
              <a:extLst>
                <a:ext uri="{FF2B5EF4-FFF2-40B4-BE49-F238E27FC236}">
                  <a16:creationId xmlns:a16="http://schemas.microsoft.com/office/drawing/2014/main" id="{71A12FB9-DFEC-4FE3-B9EC-0CFDF11C3D7F}"/>
                </a:ext>
              </a:extLst>
            </p:cNvPr>
            <p:cNvSpPr>
              <a:spLocks/>
            </p:cNvSpPr>
            <p:nvPr/>
          </p:nvSpPr>
          <p:spPr>
            <a:xfrm>
              <a:off x="5636431" y="3430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3" name="02_predicted_pose_872">
              <a:extLst>
                <a:ext uri="{FF2B5EF4-FFF2-40B4-BE49-F238E27FC236}">
                  <a16:creationId xmlns:a16="http://schemas.microsoft.com/office/drawing/2014/main" id="{5B61C474-4F6B-4D0B-B599-20ADA8F0D18A}"/>
                </a:ext>
              </a:extLst>
            </p:cNvPr>
            <p:cNvSpPr>
              <a:spLocks/>
            </p:cNvSpPr>
            <p:nvPr/>
          </p:nvSpPr>
          <p:spPr>
            <a:xfrm>
              <a:off x="5478980" y="35176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4" name="02_predicted_pose_873">
              <a:extLst>
                <a:ext uri="{FF2B5EF4-FFF2-40B4-BE49-F238E27FC236}">
                  <a16:creationId xmlns:a16="http://schemas.microsoft.com/office/drawing/2014/main" id="{993731C4-6561-4F89-A30C-95219A334B7F}"/>
                </a:ext>
              </a:extLst>
            </p:cNvPr>
            <p:cNvSpPr>
              <a:spLocks/>
            </p:cNvSpPr>
            <p:nvPr/>
          </p:nvSpPr>
          <p:spPr>
            <a:xfrm>
              <a:off x="5665027" y="347836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5" name="02_predicted_pose_874">
              <a:extLst>
                <a:ext uri="{FF2B5EF4-FFF2-40B4-BE49-F238E27FC236}">
                  <a16:creationId xmlns:a16="http://schemas.microsoft.com/office/drawing/2014/main" id="{3253CD61-5ADF-4313-9E4F-E505DC976B2C}"/>
                </a:ext>
              </a:extLst>
            </p:cNvPr>
            <p:cNvSpPr>
              <a:spLocks/>
            </p:cNvSpPr>
            <p:nvPr/>
          </p:nvSpPr>
          <p:spPr>
            <a:xfrm>
              <a:off x="5507576" y="34790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6" name="02_predicted_pose_875">
              <a:extLst>
                <a:ext uri="{FF2B5EF4-FFF2-40B4-BE49-F238E27FC236}">
                  <a16:creationId xmlns:a16="http://schemas.microsoft.com/office/drawing/2014/main" id="{76E40681-EA3F-42B5-A61A-5581C18AC362}"/>
                </a:ext>
              </a:extLst>
            </p:cNvPr>
            <p:cNvSpPr>
              <a:spLocks/>
            </p:cNvSpPr>
            <p:nvPr/>
          </p:nvSpPr>
          <p:spPr>
            <a:xfrm>
              <a:off x="5645388" y="34874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7" name="02_predicted_pose_876">
              <a:extLst>
                <a:ext uri="{FF2B5EF4-FFF2-40B4-BE49-F238E27FC236}">
                  <a16:creationId xmlns:a16="http://schemas.microsoft.com/office/drawing/2014/main" id="{8371977E-2D29-4E94-A499-80040D9903E0}"/>
                </a:ext>
              </a:extLst>
            </p:cNvPr>
            <p:cNvSpPr>
              <a:spLocks/>
            </p:cNvSpPr>
            <p:nvPr/>
          </p:nvSpPr>
          <p:spPr>
            <a:xfrm>
              <a:off x="5659170" y="35475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8" name="02_predicted_pose_877">
              <a:extLst>
                <a:ext uri="{FF2B5EF4-FFF2-40B4-BE49-F238E27FC236}">
                  <a16:creationId xmlns:a16="http://schemas.microsoft.com/office/drawing/2014/main" id="{3F067A41-02A1-4560-9CDF-CBE32BFCC803}"/>
                </a:ext>
              </a:extLst>
            </p:cNvPr>
            <p:cNvSpPr>
              <a:spLocks/>
            </p:cNvSpPr>
            <p:nvPr/>
          </p:nvSpPr>
          <p:spPr>
            <a:xfrm>
              <a:off x="5700513" y="34949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79" name="02_predicted_pose_878">
              <a:extLst>
                <a:ext uri="{FF2B5EF4-FFF2-40B4-BE49-F238E27FC236}">
                  <a16:creationId xmlns:a16="http://schemas.microsoft.com/office/drawing/2014/main" id="{B9C2DCA2-933C-4F24-9640-7B5C09A2055C}"/>
                </a:ext>
              </a:extLst>
            </p:cNvPr>
            <p:cNvSpPr>
              <a:spLocks/>
            </p:cNvSpPr>
            <p:nvPr/>
          </p:nvSpPr>
          <p:spPr>
            <a:xfrm>
              <a:off x="5714295" y="31911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0" name="02_predicted_pose_879">
              <a:extLst>
                <a:ext uri="{FF2B5EF4-FFF2-40B4-BE49-F238E27FC236}">
                  <a16:creationId xmlns:a16="http://schemas.microsoft.com/office/drawing/2014/main" id="{EDA4116F-F0B5-4E50-B5F6-E2DC1F9CF9EC}"/>
                </a:ext>
              </a:extLst>
            </p:cNvPr>
            <p:cNvSpPr>
              <a:spLocks/>
            </p:cNvSpPr>
            <p:nvPr/>
          </p:nvSpPr>
          <p:spPr>
            <a:xfrm>
              <a:off x="5755638" y="35778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1" name="02_predicted_pose_880">
              <a:extLst>
                <a:ext uri="{FF2B5EF4-FFF2-40B4-BE49-F238E27FC236}">
                  <a16:creationId xmlns:a16="http://schemas.microsoft.com/office/drawing/2014/main" id="{EC295927-4281-4021-8B24-73F07C2D3590}"/>
                </a:ext>
              </a:extLst>
            </p:cNvPr>
            <p:cNvSpPr>
              <a:spLocks/>
            </p:cNvSpPr>
            <p:nvPr/>
          </p:nvSpPr>
          <p:spPr>
            <a:xfrm>
              <a:off x="5769420" y="35871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2" name="02_predicted_pose_881">
              <a:extLst>
                <a:ext uri="{FF2B5EF4-FFF2-40B4-BE49-F238E27FC236}">
                  <a16:creationId xmlns:a16="http://schemas.microsoft.com/office/drawing/2014/main" id="{387C5A75-DF2D-4019-B793-A5634EC9694F}"/>
                </a:ext>
              </a:extLst>
            </p:cNvPr>
            <p:cNvSpPr>
              <a:spLocks/>
            </p:cNvSpPr>
            <p:nvPr/>
          </p:nvSpPr>
          <p:spPr>
            <a:xfrm>
              <a:off x="5501375" y="35646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3" name="02_predicted_pose_882">
              <a:extLst>
                <a:ext uri="{FF2B5EF4-FFF2-40B4-BE49-F238E27FC236}">
                  <a16:creationId xmlns:a16="http://schemas.microsoft.com/office/drawing/2014/main" id="{E7C94BDA-82D7-41C7-9F37-71E4FA20117D}"/>
                </a:ext>
              </a:extLst>
            </p:cNvPr>
            <p:cNvSpPr>
              <a:spLocks/>
            </p:cNvSpPr>
            <p:nvPr/>
          </p:nvSpPr>
          <p:spPr>
            <a:xfrm>
              <a:off x="5594398" y="35631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4" name="02_predicted_pose_883">
              <a:extLst>
                <a:ext uri="{FF2B5EF4-FFF2-40B4-BE49-F238E27FC236}">
                  <a16:creationId xmlns:a16="http://schemas.microsoft.com/office/drawing/2014/main" id="{1DE76D6F-5BFC-45B2-A257-AC6156C46083}"/>
                </a:ext>
              </a:extLst>
            </p:cNvPr>
            <p:cNvSpPr>
              <a:spLocks/>
            </p:cNvSpPr>
            <p:nvPr/>
          </p:nvSpPr>
          <p:spPr>
            <a:xfrm>
              <a:off x="5529971" y="28886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5" name="02_predicted_pose_884">
              <a:extLst>
                <a:ext uri="{FF2B5EF4-FFF2-40B4-BE49-F238E27FC236}">
                  <a16:creationId xmlns:a16="http://schemas.microsoft.com/office/drawing/2014/main" id="{CEA4A3B6-2D1B-4793-97EE-FAB11A198C01}"/>
                </a:ext>
              </a:extLst>
            </p:cNvPr>
            <p:cNvSpPr>
              <a:spLocks/>
            </p:cNvSpPr>
            <p:nvPr/>
          </p:nvSpPr>
          <p:spPr>
            <a:xfrm>
              <a:off x="5622994" y="34746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6" name="02_predicted_pose_885">
              <a:extLst>
                <a:ext uri="{FF2B5EF4-FFF2-40B4-BE49-F238E27FC236}">
                  <a16:creationId xmlns:a16="http://schemas.microsoft.com/office/drawing/2014/main" id="{7C99A915-448E-4F46-9C8D-E9BE118F9D6C}"/>
                </a:ext>
              </a:extLst>
            </p:cNvPr>
            <p:cNvSpPr>
              <a:spLocks/>
            </p:cNvSpPr>
            <p:nvPr/>
          </p:nvSpPr>
          <p:spPr>
            <a:xfrm>
              <a:off x="5509643" y="34791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7" name="02_predicted_pose_886">
              <a:extLst>
                <a:ext uri="{FF2B5EF4-FFF2-40B4-BE49-F238E27FC236}">
                  <a16:creationId xmlns:a16="http://schemas.microsoft.com/office/drawing/2014/main" id="{14121A80-328A-48D0-A601-D19500A3188B}"/>
                </a:ext>
              </a:extLst>
            </p:cNvPr>
            <p:cNvSpPr>
              <a:spLocks/>
            </p:cNvSpPr>
            <p:nvPr/>
          </p:nvSpPr>
          <p:spPr>
            <a:xfrm>
              <a:off x="5537206" y="34814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8" name="02_predicted_pose_887">
              <a:extLst>
                <a:ext uri="{FF2B5EF4-FFF2-40B4-BE49-F238E27FC236}">
                  <a16:creationId xmlns:a16="http://schemas.microsoft.com/office/drawing/2014/main" id="{8791CCAC-5A85-4758-8138-E6CFE1422E76}"/>
                </a:ext>
              </a:extLst>
            </p:cNvPr>
            <p:cNvSpPr>
              <a:spLocks/>
            </p:cNvSpPr>
            <p:nvPr/>
          </p:nvSpPr>
          <p:spPr>
            <a:xfrm>
              <a:off x="5637464" y="34652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89" name="02_predicted_pose_888">
              <a:extLst>
                <a:ext uri="{FF2B5EF4-FFF2-40B4-BE49-F238E27FC236}">
                  <a16:creationId xmlns:a16="http://schemas.microsoft.com/office/drawing/2014/main" id="{8516E2D2-FEEF-4426-8829-CCAA2831C275}"/>
                </a:ext>
              </a:extLst>
            </p:cNvPr>
            <p:cNvSpPr>
              <a:spLocks/>
            </p:cNvSpPr>
            <p:nvPr/>
          </p:nvSpPr>
          <p:spPr>
            <a:xfrm>
              <a:off x="5665027" y="32118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0" name="02_predicted_pose_889">
              <a:extLst>
                <a:ext uri="{FF2B5EF4-FFF2-40B4-BE49-F238E27FC236}">
                  <a16:creationId xmlns:a16="http://schemas.microsoft.com/office/drawing/2014/main" id="{8607EBF8-FA80-48D5-B017-5A9EECD1DC7C}"/>
                </a:ext>
              </a:extLst>
            </p:cNvPr>
            <p:cNvSpPr>
              <a:spLocks/>
            </p:cNvSpPr>
            <p:nvPr/>
          </p:nvSpPr>
          <p:spPr>
            <a:xfrm>
              <a:off x="5557189" y="33408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1" name="02_predicted_pose_890">
              <a:extLst>
                <a:ext uri="{FF2B5EF4-FFF2-40B4-BE49-F238E27FC236}">
                  <a16:creationId xmlns:a16="http://schemas.microsoft.com/office/drawing/2014/main" id="{8A9E946B-81F3-4D9B-ACF5-3E36048948E2}"/>
                </a:ext>
              </a:extLst>
            </p:cNvPr>
            <p:cNvSpPr>
              <a:spLocks/>
            </p:cNvSpPr>
            <p:nvPr/>
          </p:nvSpPr>
          <p:spPr>
            <a:xfrm>
              <a:off x="5598532" y="33654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2" name="02_predicted_pose_891">
              <a:extLst>
                <a:ext uri="{FF2B5EF4-FFF2-40B4-BE49-F238E27FC236}">
                  <a16:creationId xmlns:a16="http://schemas.microsoft.com/office/drawing/2014/main" id="{8F6EAB52-062F-4633-AF15-1E5012C2B8C4}"/>
                </a:ext>
              </a:extLst>
            </p:cNvPr>
            <p:cNvSpPr>
              <a:spLocks/>
            </p:cNvSpPr>
            <p:nvPr/>
          </p:nvSpPr>
          <p:spPr>
            <a:xfrm>
              <a:off x="5553054" y="34122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3" name="02_predicted_pose_892">
              <a:extLst>
                <a:ext uri="{FF2B5EF4-FFF2-40B4-BE49-F238E27FC236}">
                  <a16:creationId xmlns:a16="http://schemas.microsoft.com/office/drawing/2014/main" id="{39401F17-1735-48FC-949D-BD6FCD68B2D7}"/>
                </a:ext>
              </a:extLst>
            </p:cNvPr>
            <p:cNvSpPr>
              <a:spLocks/>
            </p:cNvSpPr>
            <p:nvPr/>
          </p:nvSpPr>
          <p:spPr>
            <a:xfrm>
              <a:off x="5649523" y="315174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4" name="02_predicted_pose_893">
              <a:extLst>
                <a:ext uri="{FF2B5EF4-FFF2-40B4-BE49-F238E27FC236}">
                  <a16:creationId xmlns:a16="http://schemas.microsoft.com/office/drawing/2014/main" id="{787E1D47-EF4F-4F2B-BCAD-B99DCF03144F}"/>
                </a:ext>
              </a:extLst>
            </p:cNvPr>
            <p:cNvSpPr>
              <a:spLocks/>
            </p:cNvSpPr>
            <p:nvPr/>
          </p:nvSpPr>
          <p:spPr>
            <a:xfrm>
              <a:off x="5738756" y="33398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5" name="02_predicted_pose_894">
              <a:extLst>
                <a:ext uri="{FF2B5EF4-FFF2-40B4-BE49-F238E27FC236}">
                  <a16:creationId xmlns:a16="http://schemas.microsoft.com/office/drawing/2014/main" id="{A4D60EC6-4CF6-470A-BC0B-F67E9FC10C69}"/>
                </a:ext>
              </a:extLst>
            </p:cNvPr>
            <p:cNvSpPr>
              <a:spLocks/>
            </p:cNvSpPr>
            <p:nvPr/>
          </p:nvSpPr>
          <p:spPr>
            <a:xfrm>
              <a:off x="5772865" y="34989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6" name="02_predicted_pose_895">
              <a:extLst>
                <a:ext uri="{FF2B5EF4-FFF2-40B4-BE49-F238E27FC236}">
                  <a16:creationId xmlns:a16="http://schemas.microsoft.com/office/drawing/2014/main" id="{88C92A30-5893-4533-8722-B759815952C6}"/>
                </a:ext>
              </a:extLst>
            </p:cNvPr>
            <p:cNvSpPr>
              <a:spLocks/>
            </p:cNvSpPr>
            <p:nvPr/>
          </p:nvSpPr>
          <p:spPr>
            <a:xfrm>
              <a:off x="5470711" y="34603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7" name="02_predicted_pose_896">
              <a:extLst>
                <a:ext uri="{FF2B5EF4-FFF2-40B4-BE49-F238E27FC236}">
                  <a16:creationId xmlns:a16="http://schemas.microsoft.com/office/drawing/2014/main" id="{DCDA04D4-7E6B-4C13-859C-1B5C75D75567}"/>
                </a:ext>
              </a:extLst>
            </p:cNvPr>
            <p:cNvSpPr>
              <a:spLocks/>
            </p:cNvSpPr>
            <p:nvPr/>
          </p:nvSpPr>
          <p:spPr>
            <a:xfrm>
              <a:off x="5618171" y="32761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8" name="02_predicted_pose_897">
              <a:extLst>
                <a:ext uri="{FF2B5EF4-FFF2-40B4-BE49-F238E27FC236}">
                  <a16:creationId xmlns:a16="http://schemas.microsoft.com/office/drawing/2014/main" id="{233CECE1-28EC-4A6B-A6B8-8F82B3864E29}"/>
                </a:ext>
              </a:extLst>
            </p:cNvPr>
            <p:cNvSpPr>
              <a:spLocks/>
            </p:cNvSpPr>
            <p:nvPr/>
          </p:nvSpPr>
          <p:spPr>
            <a:xfrm>
              <a:off x="5539962" y="33927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99" name="02_predicted_pose_898">
              <a:extLst>
                <a:ext uri="{FF2B5EF4-FFF2-40B4-BE49-F238E27FC236}">
                  <a16:creationId xmlns:a16="http://schemas.microsoft.com/office/drawing/2014/main" id="{3D5059E4-3F04-44DE-A6CB-4CB8672450A9}"/>
                </a:ext>
              </a:extLst>
            </p:cNvPr>
            <p:cNvSpPr>
              <a:spLocks/>
            </p:cNvSpPr>
            <p:nvPr/>
          </p:nvSpPr>
          <p:spPr>
            <a:xfrm>
              <a:off x="5553743" y="34202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0" name="02_predicted_pose_899">
              <a:extLst>
                <a:ext uri="{FF2B5EF4-FFF2-40B4-BE49-F238E27FC236}">
                  <a16:creationId xmlns:a16="http://schemas.microsoft.com/office/drawing/2014/main" id="{7E10CEAF-1FDB-41DB-A8D4-80C57EA6F51A}"/>
                </a:ext>
              </a:extLst>
            </p:cNvPr>
            <p:cNvSpPr>
              <a:spLocks/>
            </p:cNvSpPr>
            <p:nvPr/>
          </p:nvSpPr>
          <p:spPr>
            <a:xfrm>
              <a:off x="5567524" y="34152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1" name="02_predicted_pose_900">
              <a:extLst>
                <a:ext uri="{FF2B5EF4-FFF2-40B4-BE49-F238E27FC236}">
                  <a16:creationId xmlns:a16="http://schemas.microsoft.com/office/drawing/2014/main" id="{292239F9-F50B-4D83-85B9-676AA7ED214C}"/>
                </a:ext>
              </a:extLst>
            </p:cNvPr>
            <p:cNvSpPr>
              <a:spLocks/>
            </p:cNvSpPr>
            <p:nvPr/>
          </p:nvSpPr>
          <p:spPr>
            <a:xfrm>
              <a:off x="5581306" y="33947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2" name="02_predicted_pose_901">
              <a:extLst>
                <a:ext uri="{FF2B5EF4-FFF2-40B4-BE49-F238E27FC236}">
                  <a16:creationId xmlns:a16="http://schemas.microsoft.com/office/drawing/2014/main" id="{24BD9A4B-5543-4FD2-801B-97FB2E94E523}"/>
                </a:ext>
              </a:extLst>
            </p:cNvPr>
            <p:cNvSpPr>
              <a:spLocks/>
            </p:cNvSpPr>
            <p:nvPr/>
          </p:nvSpPr>
          <p:spPr>
            <a:xfrm>
              <a:off x="5595087" y="34134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3" name="02_predicted_pose_902">
              <a:extLst>
                <a:ext uri="{FF2B5EF4-FFF2-40B4-BE49-F238E27FC236}">
                  <a16:creationId xmlns:a16="http://schemas.microsoft.com/office/drawing/2014/main" id="{01BDF2C6-46F0-47D4-A7A4-68DC7C5D215A}"/>
                </a:ext>
              </a:extLst>
            </p:cNvPr>
            <p:cNvSpPr>
              <a:spLocks/>
            </p:cNvSpPr>
            <p:nvPr/>
          </p:nvSpPr>
          <p:spPr>
            <a:xfrm>
              <a:off x="5608868" y="34117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4" name="02_predicted_pose_903">
              <a:extLst>
                <a:ext uri="{FF2B5EF4-FFF2-40B4-BE49-F238E27FC236}">
                  <a16:creationId xmlns:a16="http://schemas.microsoft.com/office/drawing/2014/main" id="{36684C3F-1364-4D76-8FC3-B1A4C68EF42C}"/>
                </a:ext>
              </a:extLst>
            </p:cNvPr>
            <p:cNvSpPr>
              <a:spLocks/>
            </p:cNvSpPr>
            <p:nvPr/>
          </p:nvSpPr>
          <p:spPr>
            <a:xfrm>
              <a:off x="5622649" y="33254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5" name="02_predicted_pose_904">
              <a:extLst>
                <a:ext uri="{FF2B5EF4-FFF2-40B4-BE49-F238E27FC236}">
                  <a16:creationId xmlns:a16="http://schemas.microsoft.com/office/drawing/2014/main" id="{0148F5D0-CA59-4F01-95F3-F4DA17966F18}"/>
                </a:ext>
              </a:extLst>
            </p:cNvPr>
            <p:cNvSpPr>
              <a:spLocks/>
            </p:cNvSpPr>
            <p:nvPr/>
          </p:nvSpPr>
          <p:spPr>
            <a:xfrm>
              <a:off x="5636431" y="34078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6" name="02_predicted_pose_905">
              <a:extLst>
                <a:ext uri="{FF2B5EF4-FFF2-40B4-BE49-F238E27FC236}">
                  <a16:creationId xmlns:a16="http://schemas.microsoft.com/office/drawing/2014/main" id="{BAA92694-B359-46F3-B4CB-2ED35C2C21B5}"/>
                </a:ext>
              </a:extLst>
            </p:cNvPr>
            <p:cNvSpPr>
              <a:spLocks/>
            </p:cNvSpPr>
            <p:nvPr/>
          </p:nvSpPr>
          <p:spPr>
            <a:xfrm>
              <a:off x="5650212" y="33053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7" name="02_predicted_pose_906">
              <a:extLst>
                <a:ext uri="{FF2B5EF4-FFF2-40B4-BE49-F238E27FC236}">
                  <a16:creationId xmlns:a16="http://schemas.microsoft.com/office/drawing/2014/main" id="{F1FEF067-9169-4FD0-B131-B3C1276CDFC9}"/>
                </a:ext>
              </a:extLst>
            </p:cNvPr>
            <p:cNvSpPr>
              <a:spLocks/>
            </p:cNvSpPr>
            <p:nvPr/>
          </p:nvSpPr>
          <p:spPr>
            <a:xfrm>
              <a:off x="5663993" y="33369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8" name="02_predicted_pose_907">
              <a:extLst>
                <a:ext uri="{FF2B5EF4-FFF2-40B4-BE49-F238E27FC236}">
                  <a16:creationId xmlns:a16="http://schemas.microsoft.com/office/drawing/2014/main" id="{8732388C-D50A-4DF4-93D9-34E5EEC663B7}"/>
                </a:ext>
              </a:extLst>
            </p:cNvPr>
            <p:cNvSpPr>
              <a:spLocks/>
            </p:cNvSpPr>
            <p:nvPr/>
          </p:nvSpPr>
          <p:spPr>
            <a:xfrm>
              <a:off x="5553399" y="32348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09" name="02_predicted_pose_908">
              <a:extLst>
                <a:ext uri="{FF2B5EF4-FFF2-40B4-BE49-F238E27FC236}">
                  <a16:creationId xmlns:a16="http://schemas.microsoft.com/office/drawing/2014/main" id="{DF75780D-8DB2-4F95-803E-CFF7B5F972DC}"/>
                </a:ext>
              </a:extLst>
            </p:cNvPr>
            <p:cNvSpPr>
              <a:spLocks/>
            </p:cNvSpPr>
            <p:nvPr/>
          </p:nvSpPr>
          <p:spPr>
            <a:xfrm>
              <a:off x="5744613" y="35523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0" name="02_predicted_pose_909">
              <a:extLst>
                <a:ext uri="{FF2B5EF4-FFF2-40B4-BE49-F238E27FC236}">
                  <a16:creationId xmlns:a16="http://schemas.microsoft.com/office/drawing/2014/main" id="{6D948BC8-C054-4766-AADC-0A2028561912}"/>
                </a:ext>
              </a:extLst>
            </p:cNvPr>
            <p:cNvSpPr>
              <a:spLocks/>
            </p:cNvSpPr>
            <p:nvPr/>
          </p:nvSpPr>
          <p:spPr>
            <a:xfrm>
              <a:off x="5615759" y="349358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1" name="02_predicted_pose_910">
              <a:extLst>
                <a:ext uri="{FF2B5EF4-FFF2-40B4-BE49-F238E27FC236}">
                  <a16:creationId xmlns:a16="http://schemas.microsoft.com/office/drawing/2014/main" id="{DDEA97BE-FA3C-4466-A8E7-1259A23F9E57}"/>
                </a:ext>
              </a:extLst>
            </p:cNvPr>
            <p:cNvSpPr>
              <a:spLocks/>
            </p:cNvSpPr>
            <p:nvPr/>
          </p:nvSpPr>
          <p:spPr>
            <a:xfrm>
              <a:off x="5507921" y="35949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2" name="02_predicted_pose_911">
              <a:extLst>
                <a:ext uri="{FF2B5EF4-FFF2-40B4-BE49-F238E27FC236}">
                  <a16:creationId xmlns:a16="http://schemas.microsoft.com/office/drawing/2014/main" id="{BE0A3D5D-87AD-44CF-A802-ABF1035ECB35}"/>
                </a:ext>
              </a:extLst>
            </p:cNvPr>
            <p:cNvSpPr>
              <a:spLocks/>
            </p:cNvSpPr>
            <p:nvPr/>
          </p:nvSpPr>
          <p:spPr>
            <a:xfrm>
              <a:off x="5629540" y="35634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3" name="02_predicted_pose_912">
              <a:extLst>
                <a:ext uri="{FF2B5EF4-FFF2-40B4-BE49-F238E27FC236}">
                  <a16:creationId xmlns:a16="http://schemas.microsoft.com/office/drawing/2014/main" id="{972040AE-195A-4782-8014-A5927D49F34E}"/>
                </a:ext>
              </a:extLst>
            </p:cNvPr>
            <p:cNvSpPr>
              <a:spLocks/>
            </p:cNvSpPr>
            <p:nvPr/>
          </p:nvSpPr>
          <p:spPr>
            <a:xfrm>
              <a:off x="5601633" y="32706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4" name="02_predicted_pose_913">
              <a:extLst>
                <a:ext uri="{FF2B5EF4-FFF2-40B4-BE49-F238E27FC236}">
                  <a16:creationId xmlns:a16="http://schemas.microsoft.com/office/drawing/2014/main" id="{68E37424-DB25-4767-AF0D-D42A3DA5DF6D}"/>
                </a:ext>
              </a:extLst>
            </p:cNvPr>
            <p:cNvSpPr>
              <a:spLocks/>
            </p:cNvSpPr>
            <p:nvPr/>
          </p:nvSpPr>
          <p:spPr>
            <a:xfrm>
              <a:off x="5642977" y="30983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5" name="02_predicted_pose_914">
              <a:extLst>
                <a:ext uri="{FF2B5EF4-FFF2-40B4-BE49-F238E27FC236}">
                  <a16:creationId xmlns:a16="http://schemas.microsoft.com/office/drawing/2014/main" id="{30A684F5-650C-4AFC-BC5F-7DF728985C29}"/>
                </a:ext>
              </a:extLst>
            </p:cNvPr>
            <p:cNvSpPr>
              <a:spLocks/>
            </p:cNvSpPr>
            <p:nvPr/>
          </p:nvSpPr>
          <p:spPr>
            <a:xfrm>
              <a:off x="5736689" y="33479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6" name="02_predicted_pose_915">
              <a:extLst>
                <a:ext uri="{FF2B5EF4-FFF2-40B4-BE49-F238E27FC236}">
                  <a16:creationId xmlns:a16="http://schemas.microsoft.com/office/drawing/2014/main" id="{E0B49C36-124A-4AC5-B9E8-D35F9816437A}"/>
                </a:ext>
              </a:extLst>
            </p:cNvPr>
            <p:cNvSpPr>
              <a:spLocks/>
            </p:cNvSpPr>
            <p:nvPr/>
          </p:nvSpPr>
          <p:spPr>
            <a:xfrm>
              <a:off x="5791814" y="33909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7" name="02_predicted_pose_916">
              <a:extLst>
                <a:ext uri="{FF2B5EF4-FFF2-40B4-BE49-F238E27FC236}">
                  <a16:creationId xmlns:a16="http://schemas.microsoft.com/office/drawing/2014/main" id="{AEFCCAE7-F1ED-49D2-A62D-3117230E9D0F}"/>
                </a:ext>
              </a:extLst>
            </p:cNvPr>
            <p:cNvSpPr>
              <a:spLocks/>
            </p:cNvSpPr>
            <p:nvPr/>
          </p:nvSpPr>
          <p:spPr>
            <a:xfrm>
              <a:off x="5706370" y="34963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8" name="02_predicted_pose_917">
              <a:extLst>
                <a:ext uri="{FF2B5EF4-FFF2-40B4-BE49-F238E27FC236}">
                  <a16:creationId xmlns:a16="http://schemas.microsoft.com/office/drawing/2014/main" id="{D4D30C38-DA07-41A5-9035-272804ECDFB0}"/>
                </a:ext>
              </a:extLst>
            </p:cNvPr>
            <p:cNvSpPr>
              <a:spLocks/>
            </p:cNvSpPr>
            <p:nvPr/>
          </p:nvSpPr>
          <p:spPr>
            <a:xfrm>
              <a:off x="5585096" y="33235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19" name="02_predicted_pose_918">
              <a:extLst>
                <a:ext uri="{FF2B5EF4-FFF2-40B4-BE49-F238E27FC236}">
                  <a16:creationId xmlns:a16="http://schemas.microsoft.com/office/drawing/2014/main" id="{CC667614-81AA-4EF0-86CB-CA75CE01400A}"/>
                </a:ext>
              </a:extLst>
            </p:cNvPr>
            <p:cNvSpPr>
              <a:spLocks/>
            </p:cNvSpPr>
            <p:nvPr/>
          </p:nvSpPr>
          <p:spPr>
            <a:xfrm>
              <a:off x="5612658" y="33459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0" name="02_predicted_pose_919">
              <a:extLst>
                <a:ext uri="{FF2B5EF4-FFF2-40B4-BE49-F238E27FC236}">
                  <a16:creationId xmlns:a16="http://schemas.microsoft.com/office/drawing/2014/main" id="{44B0E494-07FE-4CB5-B3BD-8BAEC3C6752F}"/>
                </a:ext>
              </a:extLst>
            </p:cNvPr>
            <p:cNvSpPr>
              <a:spLocks/>
            </p:cNvSpPr>
            <p:nvPr/>
          </p:nvSpPr>
          <p:spPr>
            <a:xfrm>
              <a:off x="5654002" y="33158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1" name="02_predicted_pose_920">
              <a:extLst>
                <a:ext uri="{FF2B5EF4-FFF2-40B4-BE49-F238E27FC236}">
                  <a16:creationId xmlns:a16="http://schemas.microsoft.com/office/drawing/2014/main" id="{7113714C-DBB6-41A2-AD17-0EB55EC746F6}"/>
                </a:ext>
              </a:extLst>
            </p:cNvPr>
            <p:cNvSpPr>
              <a:spLocks/>
            </p:cNvSpPr>
            <p:nvPr/>
          </p:nvSpPr>
          <p:spPr>
            <a:xfrm>
              <a:off x="5681564" y="330526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2" name="02_predicted_pose_921">
              <a:extLst>
                <a:ext uri="{FF2B5EF4-FFF2-40B4-BE49-F238E27FC236}">
                  <a16:creationId xmlns:a16="http://schemas.microsoft.com/office/drawing/2014/main" id="{766A74B5-F4CF-44FF-B07B-6B5101AF24B4}"/>
                </a:ext>
              </a:extLst>
            </p:cNvPr>
            <p:cNvSpPr>
              <a:spLocks/>
            </p:cNvSpPr>
            <p:nvPr/>
          </p:nvSpPr>
          <p:spPr>
            <a:xfrm>
              <a:off x="5695345" y="33185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3" name="02_predicted_pose_922">
              <a:extLst>
                <a:ext uri="{FF2B5EF4-FFF2-40B4-BE49-F238E27FC236}">
                  <a16:creationId xmlns:a16="http://schemas.microsoft.com/office/drawing/2014/main" id="{10A76502-7364-4B6D-957D-E2A9BFD37674}"/>
                </a:ext>
              </a:extLst>
            </p:cNvPr>
            <p:cNvSpPr>
              <a:spLocks/>
            </p:cNvSpPr>
            <p:nvPr/>
          </p:nvSpPr>
          <p:spPr>
            <a:xfrm>
              <a:off x="5598532" y="33281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4" name="02_predicted_pose_923">
              <a:extLst>
                <a:ext uri="{FF2B5EF4-FFF2-40B4-BE49-F238E27FC236}">
                  <a16:creationId xmlns:a16="http://schemas.microsoft.com/office/drawing/2014/main" id="{575F5F62-A1C3-4098-81C8-2DA0F34081C6}"/>
                </a:ext>
              </a:extLst>
            </p:cNvPr>
            <p:cNvSpPr>
              <a:spLocks/>
            </p:cNvSpPr>
            <p:nvPr/>
          </p:nvSpPr>
          <p:spPr>
            <a:xfrm>
              <a:off x="5701202" y="35247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5" name="02_predicted_pose_924">
              <a:extLst>
                <a:ext uri="{FF2B5EF4-FFF2-40B4-BE49-F238E27FC236}">
                  <a16:creationId xmlns:a16="http://schemas.microsoft.com/office/drawing/2014/main" id="{1A5ED047-FE30-4B85-A51F-D14406E83DA1}"/>
                </a:ext>
              </a:extLst>
            </p:cNvPr>
            <p:cNvSpPr>
              <a:spLocks/>
            </p:cNvSpPr>
            <p:nvPr/>
          </p:nvSpPr>
          <p:spPr>
            <a:xfrm>
              <a:off x="5728765" y="35126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6" name="02_predicted_pose_925">
              <a:extLst>
                <a:ext uri="{FF2B5EF4-FFF2-40B4-BE49-F238E27FC236}">
                  <a16:creationId xmlns:a16="http://schemas.microsoft.com/office/drawing/2014/main" id="{E55D2992-4EA3-4141-BC67-E1F2D1186428}"/>
                </a:ext>
              </a:extLst>
            </p:cNvPr>
            <p:cNvSpPr>
              <a:spLocks/>
            </p:cNvSpPr>
            <p:nvPr/>
          </p:nvSpPr>
          <p:spPr>
            <a:xfrm>
              <a:off x="5783890" y="35634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7" name="02_predicted_pose_926">
              <a:extLst>
                <a:ext uri="{FF2B5EF4-FFF2-40B4-BE49-F238E27FC236}">
                  <a16:creationId xmlns:a16="http://schemas.microsoft.com/office/drawing/2014/main" id="{8558E12E-D499-4014-A725-9E2F4CE31642}"/>
                </a:ext>
              </a:extLst>
            </p:cNvPr>
            <p:cNvSpPr>
              <a:spLocks/>
            </p:cNvSpPr>
            <p:nvPr/>
          </p:nvSpPr>
          <p:spPr>
            <a:xfrm>
              <a:off x="5544441" y="34534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8" name="02_predicted_pose_927">
              <a:extLst>
                <a:ext uri="{FF2B5EF4-FFF2-40B4-BE49-F238E27FC236}">
                  <a16:creationId xmlns:a16="http://schemas.microsoft.com/office/drawing/2014/main" id="{36BCABC1-E8A4-4044-8F34-10AC39CF0598}"/>
                </a:ext>
              </a:extLst>
            </p:cNvPr>
            <p:cNvSpPr>
              <a:spLocks/>
            </p:cNvSpPr>
            <p:nvPr/>
          </p:nvSpPr>
          <p:spPr>
            <a:xfrm>
              <a:off x="5553054" y="35360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29" name="02_predicted_pose_928">
              <a:extLst>
                <a:ext uri="{FF2B5EF4-FFF2-40B4-BE49-F238E27FC236}">
                  <a16:creationId xmlns:a16="http://schemas.microsoft.com/office/drawing/2014/main" id="{13B4ED2A-F9B5-45A0-816F-54EC682838D6}"/>
                </a:ext>
              </a:extLst>
            </p:cNvPr>
            <p:cNvSpPr>
              <a:spLocks/>
            </p:cNvSpPr>
            <p:nvPr/>
          </p:nvSpPr>
          <p:spPr>
            <a:xfrm>
              <a:off x="5566835" y="35004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0" name="02_predicted_pose_929">
              <a:extLst>
                <a:ext uri="{FF2B5EF4-FFF2-40B4-BE49-F238E27FC236}">
                  <a16:creationId xmlns:a16="http://schemas.microsoft.com/office/drawing/2014/main" id="{A451637B-D3A3-48DE-A659-4E6E70FF5C31}"/>
                </a:ext>
              </a:extLst>
            </p:cNvPr>
            <p:cNvSpPr>
              <a:spLocks/>
            </p:cNvSpPr>
            <p:nvPr/>
          </p:nvSpPr>
          <p:spPr>
            <a:xfrm>
              <a:off x="5594398" y="35310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1" name="02_predicted_pose_930">
              <a:extLst>
                <a:ext uri="{FF2B5EF4-FFF2-40B4-BE49-F238E27FC236}">
                  <a16:creationId xmlns:a16="http://schemas.microsoft.com/office/drawing/2014/main" id="{E64933CA-B495-48E0-86ED-D5FB9FB9B13A}"/>
                </a:ext>
              </a:extLst>
            </p:cNvPr>
            <p:cNvSpPr>
              <a:spLocks/>
            </p:cNvSpPr>
            <p:nvPr/>
          </p:nvSpPr>
          <p:spPr>
            <a:xfrm>
              <a:off x="5621960" y="35368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2" name="02_predicted_pose_931">
              <a:extLst>
                <a:ext uri="{FF2B5EF4-FFF2-40B4-BE49-F238E27FC236}">
                  <a16:creationId xmlns:a16="http://schemas.microsoft.com/office/drawing/2014/main" id="{BAC2CFF4-791B-4F56-AFF5-D46ABAE185C7}"/>
                </a:ext>
              </a:extLst>
            </p:cNvPr>
            <p:cNvSpPr>
              <a:spLocks/>
            </p:cNvSpPr>
            <p:nvPr/>
          </p:nvSpPr>
          <p:spPr>
            <a:xfrm>
              <a:off x="5649523" y="35139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3" name="02_predicted_pose_932">
              <a:extLst>
                <a:ext uri="{FF2B5EF4-FFF2-40B4-BE49-F238E27FC236}">
                  <a16:creationId xmlns:a16="http://schemas.microsoft.com/office/drawing/2014/main" id="{B72A26F6-C3B8-407C-A45C-1EFA0D29D208}"/>
                </a:ext>
              </a:extLst>
            </p:cNvPr>
            <p:cNvSpPr>
              <a:spLocks/>
            </p:cNvSpPr>
            <p:nvPr/>
          </p:nvSpPr>
          <p:spPr>
            <a:xfrm>
              <a:off x="5619204" y="32925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4" name="02_predicted_pose_933">
              <a:extLst>
                <a:ext uri="{FF2B5EF4-FFF2-40B4-BE49-F238E27FC236}">
                  <a16:creationId xmlns:a16="http://schemas.microsoft.com/office/drawing/2014/main" id="{9244900D-719A-443E-879E-80B7EB2545D6}"/>
                </a:ext>
              </a:extLst>
            </p:cNvPr>
            <p:cNvSpPr>
              <a:spLocks/>
            </p:cNvSpPr>
            <p:nvPr/>
          </p:nvSpPr>
          <p:spPr>
            <a:xfrm>
              <a:off x="5566491" y="34370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5" name="02_predicted_pose_934">
              <a:extLst>
                <a:ext uri="{FF2B5EF4-FFF2-40B4-BE49-F238E27FC236}">
                  <a16:creationId xmlns:a16="http://schemas.microsoft.com/office/drawing/2014/main" id="{F6526BAA-5D10-47DA-8D4E-ED7540ED5EA0}"/>
                </a:ext>
              </a:extLst>
            </p:cNvPr>
            <p:cNvSpPr>
              <a:spLocks/>
            </p:cNvSpPr>
            <p:nvPr/>
          </p:nvSpPr>
          <p:spPr>
            <a:xfrm>
              <a:off x="5483114" y="34763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6" name="02_predicted_pose_935">
              <a:extLst>
                <a:ext uri="{FF2B5EF4-FFF2-40B4-BE49-F238E27FC236}">
                  <a16:creationId xmlns:a16="http://schemas.microsoft.com/office/drawing/2014/main" id="{C52F5687-2731-4759-9F51-239A0EF770DB}"/>
                </a:ext>
              </a:extLst>
            </p:cNvPr>
            <p:cNvSpPr>
              <a:spLocks/>
            </p:cNvSpPr>
            <p:nvPr/>
          </p:nvSpPr>
          <p:spPr>
            <a:xfrm>
              <a:off x="5727042" y="31422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7" name="02_predicted_pose_936">
              <a:extLst>
                <a:ext uri="{FF2B5EF4-FFF2-40B4-BE49-F238E27FC236}">
                  <a16:creationId xmlns:a16="http://schemas.microsoft.com/office/drawing/2014/main" id="{F8D2F000-6030-4BE8-8B97-6D7024CA19F7}"/>
                </a:ext>
              </a:extLst>
            </p:cNvPr>
            <p:cNvSpPr>
              <a:spLocks/>
            </p:cNvSpPr>
            <p:nvPr/>
          </p:nvSpPr>
          <p:spPr>
            <a:xfrm>
              <a:off x="5683976" y="27200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8" name="02_predicted_pose_937">
              <a:extLst>
                <a:ext uri="{FF2B5EF4-FFF2-40B4-BE49-F238E27FC236}">
                  <a16:creationId xmlns:a16="http://schemas.microsoft.com/office/drawing/2014/main" id="{A45E94F4-0D7B-4843-BB91-D25454EB8630}"/>
                </a:ext>
              </a:extLst>
            </p:cNvPr>
            <p:cNvSpPr>
              <a:spLocks/>
            </p:cNvSpPr>
            <p:nvPr/>
          </p:nvSpPr>
          <p:spPr>
            <a:xfrm>
              <a:off x="5503786" y="34393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39" name="02_predicted_pose_938">
              <a:extLst>
                <a:ext uri="{FF2B5EF4-FFF2-40B4-BE49-F238E27FC236}">
                  <a16:creationId xmlns:a16="http://schemas.microsoft.com/office/drawing/2014/main" id="{BE3C339F-893B-462E-95C5-06F25A886A40}"/>
                </a:ext>
              </a:extLst>
            </p:cNvPr>
            <p:cNvSpPr>
              <a:spLocks/>
            </p:cNvSpPr>
            <p:nvPr/>
          </p:nvSpPr>
          <p:spPr>
            <a:xfrm>
              <a:off x="5684320" y="36439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0" name="02_predicted_pose_939">
              <a:extLst>
                <a:ext uri="{FF2B5EF4-FFF2-40B4-BE49-F238E27FC236}">
                  <a16:creationId xmlns:a16="http://schemas.microsoft.com/office/drawing/2014/main" id="{2562AB0F-EAE3-4479-BB7B-F0083B6F7455}"/>
                </a:ext>
              </a:extLst>
            </p:cNvPr>
            <p:cNvSpPr>
              <a:spLocks/>
            </p:cNvSpPr>
            <p:nvPr/>
          </p:nvSpPr>
          <p:spPr>
            <a:xfrm>
              <a:off x="5698102" y="35423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1" name="02_predicted_pose_940">
              <a:extLst>
                <a:ext uri="{FF2B5EF4-FFF2-40B4-BE49-F238E27FC236}">
                  <a16:creationId xmlns:a16="http://schemas.microsoft.com/office/drawing/2014/main" id="{4947B7BB-822F-41C3-99FE-ECC6DEDF49B0}"/>
                </a:ext>
              </a:extLst>
            </p:cNvPr>
            <p:cNvSpPr>
              <a:spLocks/>
            </p:cNvSpPr>
            <p:nvPr/>
          </p:nvSpPr>
          <p:spPr>
            <a:xfrm>
              <a:off x="5711883" y="35168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2" name="02_predicted_pose_941">
              <a:extLst>
                <a:ext uri="{FF2B5EF4-FFF2-40B4-BE49-F238E27FC236}">
                  <a16:creationId xmlns:a16="http://schemas.microsoft.com/office/drawing/2014/main" id="{A0F74456-17BA-4432-8EDE-4F4397475183}"/>
                </a:ext>
              </a:extLst>
            </p:cNvPr>
            <p:cNvSpPr>
              <a:spLocks/>
            </p:cNvSpPr>
            <p:nvPr/>
          </p:nvSpPr>
          <p:spPr>
            <a:xfrm>
              <a:off x="5725664" y="32278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3" name="02_predicted_pose_942">
              <a:extLst>
                <a:ext uri="{FF2B5EF4-FFF2-40B4-BE49-F238E27FC236}">
                  <a16:creationId xmlns:a16="http://schemas.microsoft.com/office/drawing/2014/main" id="{C81DEE58-B45D-4F2D-8F29-06059DC9ACB8}"/>
                </a:ext>
              </a:extLst>
            </p:cNvPr>
            <p:cNvSpPr>
              <a:spLocks/>
            </p:cNvSpPr>
            <p:nvPr/>
          </p:nvSpPr>
          <p:spPr>
            <a:xfrm>
              <a:off x="5739445" y="35090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4" name="02_predicted_pose_943">
              <a:extLst>
                <a:ext uri="{FF2B5EF4-FFF2-40B4-BE49-F238E27FC236}">
                  <a16:creationId xmlns:a16="http://schemas.microsoft.com/office/drawing/2014/main" id="{6566BC6D-90C0-4B11-BB35-8071328DE396}"/>
                </a:ext>
              </a:extLst>
            </p:cNvPr>
            <p:cNvSpPr>
              <a:spLocks/>
            </p:cNvSpPr>
            <p:nvPr/>
          </p:nvSpPr>
          <p:spPr>
            <a:xfrm>
              <a:off x="5524803" y="33154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5" name="02_predicted_pose_944">
              <a:extLst>
                <a:ext uri="{FF2B5EF4-FFF2-40B4-BE49-F238E27FC236}">
                  <a16:creationId xmlns:a16="http://schemas.microsoft.com/office/drawing/2014/main" id="{0A1FE5AF-1C39-4ADA-934E-FB3CC47EDD3C}"/>
                </a:ext>
              </a:extLst>
            </p:cNvPr>
            <p:cNvSpPr>
              <a:spLocks/>
            </p:cNvSpPr>
            <p:nvPr/>
          </p:nvSpPr>
          <p:spPr>
            <a:xfrm>
              <a:off x="5538584" y="33945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6" name="02_predicted_pose_945">
              <a:extLst>
                <a:ext uri="{FF2B5EF4-FFF2-40B4-BE49-F238E27FC236}">
                  <a16:creationId xmlns:a16="http://schemas.microsoft.com/office/drawing/2014/main" id="{26635CE9-7ACE-4BD7-86BC-B7F68E5F138E}"/>
                </a:ext>
              </a:extLst>
            </p:cNvPr>
            <p:cNvSpPr>
              <a:spLocks/>
            </p:cNvSpPr>
            <p:nvPr/>
          </p:nvSpPr>
          <p:spPr>
            <a:xfrm>
              <a:off x="5566146" y="32539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7" name="02_predicted_pose_946">
              <a:extLst>
                <a:ext uri="{FF2B5EF4-FFF2-40B4-BE49-F238E27FC236}">
                  <a16:creationId xmlns:a16="http://schemas.microsoft.com/office/drawing/2014/main" id="{19A471B2-44CE-47C9-91BB-88BB49284377}"/>
                </a:ext>
              </a:extLst>
            </p:cNvPr>
            <p:cNvSpPr>
              <a:spLocks/>
            </p:cNvSpPr>
            <p:nvPr/>
          </p:nvSpPr>
          <p:spPr>
            <a:xfrm>
              <a:off x="5649523" y="33477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8" name="02_predicted_pose_947">
              <a:extLst>
                <a:ext uri="{FF2B5EF4-FFF2-40B4-BE49-F238E27FC236}">
                  <a16:creationId xmlns:a16="http://schemas.microsoft.com/office/drawing/2014/main" id="{7C5DA917-8AAF-473B-A4F9-99EBAE6F7A9D}"/>
                </a:ext>
              </a:extLst>
            </p:cNvPr>
            <p:cNvSpPr>
              <a:spLocks/>
            </p:cNvSpPr>
            <p:nvPr/>
          </p:nvSpPr>
          <p:spPr>
            <a:xfrm>
              <a:off x="5677085" y="33151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49" name="02_predicted_pose_948">
              <a:extLst>
                <a:ext uri="{FF2B5EF4-FFF2-40B4-BE49-F238E27FC236}">
                  <a16:creationId xmlns:a16="http://schemas.microsoft.com/office/drawing/2014/main" id="{D7EB6F1D-B50B-44E9-AB22-36488076CD81}"/>
                </a:ext>
              </a:extLst>
            </p:cNvPr>
            <p:cNvSpPr>
              <a:spLocks/>
            </p:cNvSpPr>
            <p:nvPr/>
          </p:nvSpPr>
          <p:spPr>
            <a:xfrm>
              <a:off x="5704648" y="33693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0" name="02_predicted_pose_949">
              <a:extLst>
                <a:ext uri="{FF2B5EF4-FFF2-40B4-BE49-F238E27FC236}">
                  <a16:creationId xmlns:a16="http://schemas.microsoft.com/office/drawing/2014/main" id="{8B150FBF-2E93-47EE-A0A5-866048B67579}"/>
                </a:ext>
              </a:extLst>
            </p:cNvPr>
            <p:cNvSpPr>
              <a:spLocks/>
            </p:cNvSpPr>
            <p:nvPr/>
          </p:nvSpPr>
          <p:spPr>
            <a:xfrm>
              <a:off x="5732210" y="33997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1" name="02_predicted_pose_950">
              <a:extLst>
                <a:ext uri="{FF2B5EF4-FFF2-40B4-BE49-F238E27FC236}">
                  <a16:creationId xmlns:a16="http://schemas.microsoft.com/office/drawing/2014/main" id="{392CFD5C-201F-4D85-804C-9139C2B18F2F}"/>
                </a:ext>
              </a:extLst>
            </p:cNvPr>
            <p:cNvSpPr>
              <a:spLocks/>
            </p:cNvSpPr>
            <p:nvPr/>
          </p:nvSpPr>
          <p:spPr>
            <a:xfrm>
              <a:off x="5812141" y="33337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2" name="02_predicted_pose_951">
              <a:extLst>
                <a:ext uri="{FF2B5EF4-FFF2-40B4-BE49-F238E27FC236}">
                  <a16:creationId xmlns:a16="http://schemas.microsoft.com/office/drawing/2014/main" id="{E3820C1B-24CA-49DB-A53F-725C8DB9AC6B}"/>
                </a:ext>
              </a:extLst>
            </p:cNvPr>
            <p:cNvSpPr>
              <a:spLocks/>
            </p:cNvSpPr>
            <p:nvPr/>
          </p:nvSpPr>
          <p:spPr>
            <a:xfrm>
              <a:off x="5496207" y="34117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3" name="02_predicted_pose_952">
              <a:extLst>
                <a:ext uri="{FF2B5EF4-FFF2-40B4-BE49-F238E27FC236}">
                  <a16:creationId xmlns:a16="http://schemas.microsoft.com/office/drawing/2014/main" id="{920C1207-E514-455B-AE24-B5634C7C9E39}"/>
                </a:ext>
              </a:extLst>
            </p:cNvPr>
            <p:cNvSpPr>
              <a:spLocks/>
            </p:cNvSpPr>
            <p:nvPr/>
          </p:nvSpPr>
          <p:spPr>
            <a:xfrm>
              <a:off x="5523769" y="335331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4" name="02_predicted_pose_953">
              <a:extLst>
                <a:ext uri="{FF2B5EF4-FFF2-40B4-BE49-F238E27FC236}">
                  <a16:creationId xmlns:a16="http://schemas.microsoft.com/office/drawing/2014/main" id="{C93BEA2C-1D40-4A59-B8D4-A951BA17952D}"/>
                </a:ext>
              </a:extLst>
            </p:cNvPr>
            <p:cNvSpPr>
              <a:spLocks/>
            </p:cNvSpPr>
            <p:nvPr/>
          </p:nvSpPr>
          <p:spPr>
            <a:xfrm>
              <a:off x="5551332" y="34541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5" name="02_predicted_pose_954">
              <a:extLst>
                <a:ext uri="{FF2B5EF4-FFF2-40B4-BE49-F238E27FC236}">
                  <a16:creationId xmlns:a16="http://schemas.microsoft.com/office/drawing/2014/main" id="{DAB4344D-3F21-4852-B251-5F705B7037EF}"/>
                </a:ext>
              </a:extLst>
            </p:cNvPr>
            <p:cNvSpPr>
              <a:spLocks/>
            </p:cNvSpPr>
            <p:nvPr/>
          </p:nvSpPr>
          <p:spPr>
            <a:xfrm>
              <a:off x="5578894" y="34542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6" name="02_predicted_pose_955">
              <a:extLst>
                <a:ext uri="{FF2B5EF4-FFF2-40B4-BE49-F238E27FC236}">
                  <a16:creationId xmlns:a16="http://schemas.microsoft.com/office/drawing/2014/main" id="{DE8743E2-17D0-455E-B1A0-A0A632924AD0}"/>
                </a:ext>
              </a:extLst>
            </p:cNvPr>
            <p:cNvSpPr>
              <a:spLocks/>
            </p:cNvSpPr>
            <p:nvPr/>
          </p:nvSpPr>
          <p:spPr>
            <a:xfrm>
              <a:off x="5482081" y="33839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7" name="02_predicted_pose_956">
              <a:extLst>
                <a:ext uri="{FF2B5EF4-FFF2-40B4-BE49-F238E27FC236}">
                  <a16:creationId xmlns:a16="http://schemas.microsoft.com/office/drawing/2014/main" id="{FCBAA589-0E25-4A68-BFE0-C40B43A7E303}"/>
                </a:ext>
              </a:extLst>
            </p:cNvPr>
            <p:cNvSpPr>
              <a:spLocks/>
            </p:cNvSpPr>
            <p:nvPr/>
          </p:nvSpPr>
          <p:spPr>
            <a:xfrm>
              <a:off x="5531693" y="36207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8" name="02_predicted_pose_957">
              <a:extLst>
                <a:ext uri="{FF2B5EF4-FFF2-40B4-BE49-F238E27FC236}">
                  <a16:creationId xmlns:a16="http://schemas.microsoft.com/office/drawing/2014/main" id="{FEDB2171-E426-446B-B607-DA22222A474B}"/>
                </a:ext>
              </a:extLst>
            </p:cNvPr>
            <p:cNvSpPr>
              <a:spLocks/>
            </p:cNvSpPr>
            <p:nvPr/>
          </p:nvSpPr>
          <p:spPr>
            <a:xfrm>
              <a:off x="5673640" y="33219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59" name="02_predicted_pose_958">
              <a:extLst>
                <a:ext uri="{FF2B5EF4-FFF2-40B4-BE49-F238E27FC236}">
                  <a16:creationId xmlns:a16="http://schemas.microsoft.com/office/drawing/2014/main" id="{D20E682C-983D-44DA-8A85-7152F94922F8}"/>
                </a:ext>
              </a:extLst>
            </p:cNvPr>
            <p:cNvSpPr>
              <a:spLocks/>
            </p:cNvSpPr>
            <p:nvPr/>
          </p:nvSpPr>
          <p:spPr>
            <a:xfrm>
              <a:off x="5701202" y="32870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0" name="02_predicted_pose_959">
              <a:extLst>
                <a:ext uri="{FF2B5EF4-FFF2-40B4-BE49-F238E27FC236}">
                  <a16:creationId xmlns:a16="http://schemas.microsoft.com/office/drawing/2014/main" id="{07DA33A8-981E-43BC-B97D-9F8CA81DC96E}"/>
                </a:ext>
              </a:extLst>
            </p:cNvPr>
            <p:cNvSpPr>
              <a:spLocks/>
            </p:cNvSpPr>
            <p:nvPr/>
          </p:nvSpPr>
          <p:spPr>
            <a:xfrm>
              <a:off x="5742546" y="34361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1" name="02_predicted_pose_960">
              <a:extLst>
                <a:ext uri="{FF2B5EF4-FFF2-40B4-BE49-F238E27FC236}">
                  <a16:creationId xmlns:a16="http://schemas.microsoft.com/office/drawing/2014/main" id="{F737DCF4-587E-409A-A3E2-C9C5264BC4B1}"/>
                </a:ext>
              </a:extLst>
            </p:cNvPr>
            <p:cNvSpPr>
              <a:spLocks/>
            </p:cNvSpPr>
            <p:nvPr/>
          </p:nvSpPr>
          <p:spPr>
            <a:xfrm>
              <a:off x="5770109" y="34526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2" name="02_predicted_pose_961">
              <a:extLst>
                <a:ext uri="{FF2B5EF4-FFF2-40B4-BE49-F238E27FC236}">
                  <a16:creationId xmlns:a16="http://schemas.microsoft.com/office/drawing/2014/main" id="{29B1D656-748A-4129-B6F6-BE594A5AA1E6}"/>
                </a:ext>
              </a:extLst>
            </p:cNvPr>
            <p:cNvSpPr>
              <a:spLocks/>
            </p:cNvSpPr>
            <p:nvPr/>
          </p:nvSpPr>
          <p:spPr>
            <a:xfrm>
              <a:off x="5797671" y="34412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3" name="02_predicted_pose_962">
              <a:extLst>
                <a:ext uri="{FF2B5EF4-FFF2-40B4-BE49-F238E27FC236}">
                  <a16:creationId xmlns:a16="http://schemas.microsoft.com/office/drawing/2014/main" id="{889BCE20-F1B1-45AB-AE22-A86E4EC6D8B3}"/>
                </a:ext>
              </a:extLst>
            </p:cNvPr>
            <p:cNvSpPr>
              <a:spLocks/>
            </p:cNvSpPr>
            <p:nvPr/>
          </p:nvSpPr>
          <p:spPr>
            <a:xfrm>
              <a:off x="5780100" y="32479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4" name="02_predicted_pose_963">
              <a:extLst>
                <a:ext uri="{FF2B5EF4-FFF2-40B4-BE49-F238E27FC236}">
                  <a16:creationId xmlns:a16="http://schemas.microsoft.com/office/drawing/2014/main" id="{1C3E58B1-0D2D-4017-AA10-70BDF909B49E}"/>
                </a:ext>
              </a:extLst>
            </p:cNvPr>
            <p:cNvSpPr>
              <a:spLocks/>
            </p:cNvSpPr>
            <p:nvPr/>
          </p:nvSpPr>
          <p:spPr>
            <a:xfrm>
              <a:off x="5529626" y="33142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5" name="02_predicted_pose_964">
              <a:extLst>
                <a:ext uri="{FF2B5EF4-FFF2-40B4-BE49-F238E27FC236}">
                  <a16:creationId xmlns:a16="http://schemas.microsoft.com/office/drawing/2014/main" id="{7AC01B44-3EC9-4381-BA1E-F6D00F3BB949}"/>
                </a:ext>
              </a:extLst>
            </p:cNvPr>
            <p:cNvSpPr>
              <a:spLocks/>
            </p:cNvSpPr>
            <p:nvPr/>
          </p:nvSpPr>
          <p:spPr>
            <a:xfrm>
              <a:off x="5808696" y="34740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6" name="02_predicted_pose_965">
              <a:extLst>
                <a:ext uri="{FF2B5EF4-FFF2-40B4-BE49-F238E27FC236}">
                  <a16:creationId xmlns:a16="http://schemas.microsoft.com/office/drawing/2014/main" id="{9BB457C1-28C7-4E50-8C8C-8B644F6BF422}"/>
                </a:ext>
              </a:extLst>
            </p:cNvPr>
            <p:cNvSpPr>
              <a:spLocks/>
            </p:cNvSpPr>
            <p:nvPr/>
          </p:nvSpPr>
          <p:spPr>
            <a:xfrm>
              <a:off x="5651245" y="33001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7" name="02_predicted_pose_966">
              <a:extLst>
                <a:ext uri="{FF2B5EF4-FFF2-40B4-BE49-F238E27FC236}">
                  <a16:creationId xmlns:a16="http://schemas.microsoft.com/office/drawing/2014/main" id="{594A7594-32B2-4F56-9604-D6A331675432}"/>
                </a:ext>
              </a:extLst>
            </p:cNvPr>
            <p:cNvSpPr>
              <a:spLocks/>
            </p:cNvSpPr>
            <p:nvPr/>
          </p:nvSpPr>
          <p:spPr>
            <a:xfrm>
              <a:off x="5744269" y="33732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8" name="02_predicted_pose_967">
              <a:extLst>
                <a:ext uri="{FF2B5EF4-FFF2-40B4-BE49-F238E27FC236}">
                  <a16:creationId xmlns:a16="http://schemas.microsoft.com/office/drawing/2014/main" id="{D96FA4F9-DA43-4765-9E79-8D5DF2724AF1}"/>
                </a:ext>
              </a:extLst>
            </p:cNvPr>
            <p:cNvSpPr>
              <a:spLocks/>
            </p:cNvSpPr>
            <p:nvPr/>
          </p:nvSpPr>
          <p:spPr>
            <a:xfrm>
              <a:off x="5489316" y="33526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69" name="02_predicted_pose_968">
              <a:extLst>
                <a:ext uri="{FF2B5EF4-FFF2-40B4-BE49-F238E27FC236}">
                  <a16:creationId xmlns:a16="http://schemas.microsoft.com/office/drawing/2014/main" id="{FA9FB64D-0177-48A9-86A9-7DAB142703C5}"/>
                </a:ext>
              </a:extLst>
            </p:cNvPr>
            <p:cNvSpPr>
              <a:spLocks/>
            </p:cNvSpPr>
            <p:nvPr/>
          </p:nvSpPr>
          <p:spPr>
            <a:xfrm>
              <a:off x="5503097" y="34725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0" name="02_predicted_pose_969">
              <a:extLst>
                <a:ext uri="{FF2B5EF4-FFF2-40B4-BE49-F238E27FC236}">
                  <a16:creationId xmlns:a16="http://schemas.microsoft.com/office/drawing/2014/main" id="{8EFAA6E3-DDF5-4B4B-9067-FE4B621A156D}"/>
                </a:ext>
              </a:extLst>
            </p:cNvPr>
            <p:cNvSpPr>
              <a:spLocks/>
            </p:cNvSpPr>
            <p:nvPr/>
          </p:nvSpPr>
          <p:spPr>
            <a:xfrm>
              <a:off x="5516878" y="33681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1" name="02_predicted_pose_970">
              <a:extLst>
                <a:ext uri="{FF2B5EF4-FFF2-40B4-BE49-F238E27FC236}">
                  <a16:creationId xmlns:a16="http://schemas.microsoft.com/office/drawing/2014/main" id="{0634E8BE-BA9F-4568-861C-6BF133BA9189}"/>
                </a:ext>
              </a:extLst>
            </p:cNvPr>
            <p:cNvSpPr>
              <a:spLocks/>
            </p:cNvSpPr>
            <p:nvPr/>
          </p:nvSpPr>
          <p:spPr>
            <a:xfrm>
              <a:off x="5530660" y="33220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2" name="02_predicted_pose_971">
              <a:extLst>
                <a:ext uri="{FF2B5EF4-FFF2-40B4-BE49-F238E27FC236}">
                  <a16:creationId xmlns:a16="http://schemas.microsoft.com/office/drawing/2014/main" id="{51BB4476-320C-4C2C-87B4-D95B1CF3B69D}"/>
                </a:ext>
              </a:extLst>
            </p:cNvPr>
            <p:cNvSpPr>
              <a:spLocks/>
            </p:cNvSpPr>
            <p:nvPr/>
          </p:nvSpPr>
          <p:spPr>
            <a:xfrm>
              <a:off x="5486215" y="32638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3" name="02_predicted_pose_972">
              <a:extLst>
                <a:ext uri="{FF2B5EF4-FFF2-40B4-BE49-F238E27FC236}">
                  <a16:creationId xmlns:a16="http://schemas.microsoft.com/office/drawing/2014/main" id="{F5D8D2E4-C24A-4295-BEFF-7F38899EDDFB}"/>
                </a:ext>
              </a:extLst>
            </p:cNvPr>
            <p:cNvSpPr>
              <a:spLocks/>
            </p:cNvSpPr>
            <p:nvPr/>
          </p:nvSpPr>
          <p:spPr>
            <a:xfrm>
              <a:off x="5513778" y="34219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4" name="02_predicted_pose_973">
              <a:extLst>
                <a:ext uri="{FF2B5EF4-FFF2-40B4-BE49-F238E27FC236}">
                  <a16:creationId xmlns:a16="http://schemas.microsoft.com/office/drawing/2014/main" id="{FF59AC28-006E-4927-871B-AB287D443F08}"/>
                </a:ext>
              </a:extLst>
            </p:cNvPr>
            <p:cNvSpPr>
              <a:spLocks/>
            </p:cNvSpPr>
            <p:nvPr/>
          </p:nvSpPr>
          <p:spPr>
            <a:xfrm>
              <a:off x="5598188" y="30217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5" name="02_predicted_pose_974">
              <a:extLst>
                <a:ext uri="{FF2B5EF4-FFF2-40B4-BE49-F238E27FC236}">
                  <a16:creationId xmlns:a16="http://schemas.microsoft.com/office/drawing/2014/main" id="{441B97B0-77B1-4760-859D-6E8F3F348E6A}"/>
                </a:ext>
              </a:extLst>
            </p:cNvPr>
            <p:cNvSpPr>
              <a:spLocks/>
            </p:cNvSpPr>
            <p:nvPr/>
          </p:nvSpPr>
          <p:spPr>
            <a:xfrm>
              <a:off x="5546164" y="36560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6" name="02_predicted_pose_975">
              <a:extLst>
                <a:ext uri="{FF2B5EF4-FFF2-40B4-BE49-F238E27FC236}">
                  <a16:creationId xmlns:a16="http://schemas.microsoft.com/office/drawing/2014/main" id="{874F9EBD-26D3-43CB-B651-B81909442A99}"/>
                </a:ext>
              </a:extLst>
            </p:cNvPr>
            <p:cNvSpPr>
              <a:spLocks/>
            </p:cNvSpPr>
            <p:nvPr/>
          </p:nvSpPr>
          <p:spPr>
            <a:xfrm>
              <a:off x="5573726" y="36640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7" name="02_predicted_pose_976">
              <a:extLst>
                <a:ext uri="{FF2B5EF4-FFF2-40B4-BE49-F238E27FC236}">
                  <a16:creationId xmlns:a16="http://schemas.microsoft.com/office/drawing/2014/main" id="{B5D14750-556B-4439-A58A-3F3AB3C91FBC}"/>
                </a:ext>
              </a:extLst>
            </p:cNvPr>
            <p:cNvSpPr>
              <a:spLocks/>
            </p:cNvSpPr>
            <p:nvPr/>
          </p:nvSpPr>
          <p:spPr>
            <a:xfrm>
              <a:off x="5587507" y="36445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8" name="02_predicted_pose_977">
              <a:extLst>
                <a:ext uri="{FF2B5EF4-FFF2-40B4-BE49-F238E27FC236}">
                  <a16:creationId xmlns:a16="http://schemas.microsoft.com/office/drawing/2014/main" id="{2132B6C8-47DE-408F-8507-184DDDA64C26}"/>
                </a:ext>
              </a:extLst>
            </p:cNvPr>
            <p:cNvSpPr>
              <a:spLocks/>
            </p:cNvSpPr>
            <p:nvPr/>
          </p:nvSpPr>
          <p:spPr>
            <a:xfrm>
              <a:off x="5525147" y="32328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79" name="02_predicted_pose_978">
              <a:extLst>
                <a:ext uri="{FF2B5EF4-FFF2-40B4-BE49-F238E27FC236}">
                  <a16:creationId xmlns:a16="http://schemas.microsoft.com/office/drawing/2014/main" id="{9AE3C69A-2046-45DF-A60B-39D2285F45AD}"/>
                </a:ext>
              </a:extLst>
            </p:cNvPr>
            <p:cNvSpPr>
              <a:spLocks/>
            </p:cNvSpPr>
            <p:nvPr/>
          </p:nvSpPr>
          <p:spPr>
            <a:xfrm>
              <a:off x="5538928" y="325145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0" name="02_predicted_pose_979">
              <a:extLst>
                <a:ext uri="{FF2B5EF4-FFF2-40B4-BE49-F238E27FC236}">
                  <a16:creationId xmlns:a16="http://schemas.microsoft.com/office/drawing/2014/main" id="{DB2C768D-0FD7-4964-B7D1-415F6662BC59}"/>
                </a:ext>
              </a:extLst>
            </p:cNvPr>
            <p:cNvSpPr>
              <a:spLocks/>
            </p:cNvSpPr>
            <p:nvPr/>
          </p:nvSpPr>
          <p:spPr>
            <a:xfrm>
              <a:off x="5552710" y="31279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1" name="02_predicted_pose_980">
              <a:extLst>
                <a:ext uri="{FF2B5EF4-FFF2-40B4-BE49-F238E27FC236}">
                  <a16:creationId xmlns:a16="http://schemas.microsoft.com/office/drawing/2014/main" id="{8C901C21-BB3B-4653-B0C0-75A80145A6E9}"/>
                </a:ext>
              </a:extLst>
            </p:cNvPr>
            <p:cNvSpPr>
              <a:spLocks/>
            </p:cNvSpPr>
            <p:nvPr/>
          </p:nvSpPr>
          <p:spPr>
            <a:xfrm>
              <a:off x="5572003" y="29032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2" name="02_predicted_pose_981">
              <a:extLst>
                <a:ext uri="{FF2B5EF4-FFF2-40B4-BE49-F238E27FC236}">
                  <a16:creationId xmlns:a16="http://schemas.microsoft.com/office/drawing/2014/main" id="{B12C2789-C80F-4AB0-930F-544AE5CF5EFA}"/>
                </a:ext>
              </a:extLst>
            </p:cNvPr>
            <p:cNvSpPr>
              <a:spLocks/>
            </p:cNvSpPr>
            <p:nvPr/>
          </p:nvSpPr>
          <p:spPr>
            <a:xfrm>
              <a:off x="5599566" y="31543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3" name="02_predicted_pose_982">
              <a:extLst>
                <a:ext uri="{FF2B5EF4-FFF2-40B4-BE49-F238E27FC236}">
                  <a16:creationId xmlns:a16="http://schemas.microsoft.com/office/drawing/2014/main" id="{6E18BD1E-45CD-4CF1-84AB-9A7963D67C7B}"/>
                </a:ext>
              </a:extLst>
            </p:cNvPr>
            <p:cNvSpPr>
              <a:spLocks/>
            </p:cNvSpPr>
            <p:nvPr/>
          </p:nvSpPr>
          <p:spPr>
            <a:xfrm>
              <a:off x="5613347" y="31418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4" name="02_predicted_pose_983">
              <a:extLst>
                <a:ext uri="{FF2B5EF4-FFF2-40B4-BE49-F238E27FC236}">
                  <a16:creationId xmlns:a16="http://schemas.microsoft.com/office/drawing/2014/main" id="{A5C659FB-7253-4E9D-8B61-B4DF9A67B626}"/>
                </a:ext>
              </a:extLst>
            </p:cNvPr>
            <p:cNvSpPr>
              <a:spLocks/>
            </p:cNvSpPr>
            <p:nvPr/>
          </p:nvSpPr>
          <p:spPr>
            <a:xfrm>
              <a:off x="5696034" y="31549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5" name="02_predicted_pose_984">
              <a:extLst>
                <a:ext uri="{FF2B5EF4-FFF2-40B4-BE49-F238E27FC236}">
                  <a16:creationId xmlns:a16="http://schemas.microsoft.com/office/drawing/2014/main" id="{EF8D41C9-317A-47E5-B75F-87003D364D36}"/>
                </a:ext>
              </a:extLst>
            </p:cNvPr>
            <p:cNvSpPr>
              <a:spLocks/>
            </p:cNvSpPr>
            <p:nvPr/>
          </p:nvSpPr>
          <p:spPr>
            <a:xfrm>
              <a:off x="5585440" y="30844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6" name="02_predicted_pose_985">
              <a:extLst>
                <a:ext uri="{FF2B5EF4-FFF2-40B4-BE49-F238E27FC236}">
                  <a16:creationId xmlns:a16="http://schemas.microsoft.com/office/drawing/2014/main" id="{7727CEBC-FCE4-45F1-BEC0-E5D363A6A8E4}"/>
                </a:ext>
              </a:extLst>
            </p:cNvPr>
            <p:cNvSpPr>
              <a:spLocks/>
            </p:cNvSpPr>
            <p:nvPr/>
          </p:nvSpPr>
          <p:spPr>
            <a:xfrm>
              <a:off x="5678463" y="29684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7" name="02_predicted_pose_986">
              <a:extLst>
                <a:ext uri="{FF2B5EF4-FFF2-40B4-BE49-F238E27FC236}">
                  <a16:creationId xmlns:a16="http://schemas.microsoft.com/office/drawing/2014/main" id="{9B569876-7A3B-4B80-960F-792123076973}"/>
                </a:ext>
              </a:extLst>
            </p:cNvPr>
            <p:cNvSpPr>
              <a:spLocks/>
            </p:cNvSpPr>
            <p:nvPr/>
          </p:nvSpPr>
          <p:spPr>
            <a:xfrm>
              <a:off x="5549609" y="28980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8" name="02_predicted_pose_987">
              <a:extLst>
                <a:ext uri="{FF2B5EF4-FFF2-40B4-BE49-F238E27FC236}">
                  <a16:creationId xmlns:a16="http://schemas.microsoft.com/office/drawing/2014/main" id="{D0075AB9-9E11-438A-B5A1-61F9CA2FC35F}"/>
                </a:ext>
              </a:extLst>
            </p:cNvPr>
            <p:cNvSpPr>
              <a:spLocks/>
            </p:cNvSpPr>
            <p:nvPr/>
          </p:nvSpPr>
          <p:spPr>
            <a:xfrm>
              <a:off x="5696724" y="33462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89" name="02_predicted_pose_988">
              <a:extLst>
                <a:ext uri="{FF2B5EF4-FFF2-40B4-BE49-F238E27FC236}">
                  <a16:creationId xmlns:a16="http://schemas.microsoft.com/office/drawing/2014/main" id="{E2843889-586A-4765-9179-5676A6BB7699}"/>
                </a:ext>
              </a:extLst>
            </p:cNvPr>
            <p:cNvSpPr>
              <a:spLocks/>
            </p:cNvSpPr>
            <p:nvPr/>
          </p:nvSpPr>
          <p:spPr>
            <a:xfrm>
              <a:off x="5710505" y="348890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0" name="02_predicted_pose_989">
              <a:extLst>
                <a:ext uri="{FF2B5EF4-FFF2-40B4-BE49-F238E27FC236}">
                  <a16:creationId xmlns:a16="http://schemas.microsoft.com/office/drawing/2014/main" id="{0BF5FE68-8491-42AD-BCFE-D7DC326F34B3}"/>
                </a:ext>
              </a:extLst>
            </p:cNvPr>
            <p:cNvSpPr>
              <a:spLocks/>
            </p:cNvSpPr>
            <p:nvPr/>
          </p:nvSpPr>
          <p:spPr>
            <a:xfrm>
              <a:off x="5670884" y="318604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1" name="02_predicted_pose_990">
              <a:extLst>
                <a:ext uri="{FF2B5EF4-FFF2-40B4-BE49-F238E27FC236}">
                  <a16:creationId xmlns:a16="http://schemas.microsoft.com/office/drawing/2014/main" id="{74F34233-B5DA-4782-B4E3-45B5EC5D4200}"/>
                </a:ext>
              </a:extLst>
            </p:cNvPr>
            <p:cNvSpPr>
              <a:spLocks/>
            </p:cNvSpPr>
            <p:nvPr/>
          </p:nvSpPr>
          <p:spPr>
            <a:xfrm>
              <a:off x="5684665" y="331271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2" name="02_predicted_pose_991">
              <a:extLst>
                <a:ext uri="{FF2B5EF4-FFF2-40B4-BE49-F238E27FC236}">
                  <a16:creationId xmlns:a16="http://schemas.microsoft.com/office/drawing/2014/main" id="{6A40A3B9-E432-4935-8C5A-FCD0DAC5F0CF}"/>
                </a:ext>
              </a:extLst>
            </p:cNvPr>
            <p:cNvSpPr>
              <a:spLocks/>
            </p:cNvSpPr>
            <p:nvPr/>
          </p:nvSpPr>
          <p:spPr>
            <a:xfrm>
              <a:off x="5698446" y="32983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3" name="02_predicted_pose_992">
              <a:extLst>
                <a:ext uri="{FF2B5EF4-FFF2-40B4-BE49-F238E27FC236}">
                  <a16:creationId xmlns:a16="http://schemas.microsoft.com/office/drawing/2014/main" id="{C9EAFD81-66DE-4D45-8E5D-B4116B1C7FEA}"/>
                </a:ext>
              </a:extLst>
            </p:cNvPr>
            <p:cNvSpPr>
              <a:spLocks/>
            </p:cNvSpPr>
            <p:nvPr/>
          </p:nvSpPr>
          <p:spPr>
            <a:xfrm>
              <a:off x="5726009" y="33652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4" name="02_predicted_pose_993">
              <a:extLst>
                <a:ext uri="{FF2B5EF4-FFF2-40B4-BE49-F238E27FC236}">
                  <a16:creationId xmlns:a16="http://schemas.microsoft.com/office/drawing/2014/main" id="{D84DD4C5-FBCF-48D0-8290-C4D44437785A}"/>
                </a:ext>
              </a:extLst>
            </p:cNvPr>
            <p:cNvSpPr>
              <a:spLocks/>
            </p:cNvSpPr>
            <p:nvPr/>
          </p:nvSpPr>
          <p:spPr>
            <a:xfrm>
              <a:off x="5739790" y="33535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5" name="02_predicted_pose_994">
              <a:extLst>
                <a:ext uri="{FF2B5EF4-FFF2-40B4-BE49-F238E27FC236}">
                  <a16:creationId xmlns:a16="http://schemas.microsoft.com/office/drawing/2014/main" id="{95D74EE5-B05A-4EAC-BB64-7F0C42A7F1D4}"/>
                </a:ext>
              </a:extLst>
            </p:cNvPr>
            <p:cNvSpPr>
              <a:spLocks/>
            </p:cNvSpPr>
            <p:nvPr/>
          </p:nvSpPr>
          <p:spPr>
            <a:xfrm>
              <a:off x="5553399" y="33559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6" name="02_predicted_pose_995">
              <a:extLst>
                <a:ext uri="{FF2B5EF4-FFF2-40B4-BE49-F238E27FC236}">
                  <a16:creationId xmlns:a16="http://schemas.microsoft.com/office/drawing/2014/main" id="{6AB41953-C5EC-424E-B4A3-4126C4D6E772}"/>
                </a:ext>
              </a:extLst>
            </p:cNvPr>
            <p:cNvSpPr>
              <a:spLocks/>
            </p:cNvSpPr>
            <p:nvPr/>
          </p:nvSpPr>
          <p:spPr>
            <a:xfrm>
              <a:off x="5594742" y="34715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7" name="02_predicted_pose_996">
              <a:extLst>
                <a:ext uri="{FF2B5EF4-FFF2-40B4-BE49-F238E27FC236}">
                  <a16:creationId xmlns:a16="http://schemas.microsoft.com/office/drawing/2014/main" id="{CA46D665-8F7A-4863-8BEE-68177E4E7FE8}"/>
                </a:ext>
              </a:extLst>
            </p:cNvPr>
            <p:cNvSpPr>
              <a:spLocks/>
            </p:cNvSpPr>
            <p:nvPr/>
          </p:nvSpPr>
          <p:spPr>
            <a:xfrm>
              <a:off x="5608524" y="34730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8" name="02_predicted_pose_997">
              <a:extLst>
                <a:ext uri="{FF2B5EF4-FFF2-40B4-BE49-F238E27FC236}">
                  <a16:creationId xmlns:a16="http://schemas.microsoft.com/office/drawing/2014/main" id="{A2E85E49-8E19-4EFA-A757-6D10C5C281D6}"/>
                </a:ext>
              </a:extLst>
            </p:cNvPr>
            <p:cNvSpPr>
              <a:spLocks/>
            </p:cNvSpPr>
            <p:nvPr/>
          </p:nvSpPr>
          <p:spPr>
            <a:xfrm>
              <a:off x="5628506" y="32385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99" name="02_predicted_pose_998">
              <a:extLst>
                <a:ext uri="{FF2B5EF4-FFF2-40B4-BE49-F238E27FC236}">
                  <a16:creationId xmlns:a16="http://schemas.microsoft.com/office/drawing/2014/main" id="{4639CACA-8843-4079-9226-401B0695BE50}"/>
                </a:ext>
              </a:extLst>
            </p:cNvPr>
            <p:cNvSpPr>
              <a:spLocks/>
            </p:cNvSpPr>
            <p:nvPr/>
          </p:nvSpPr>
          <p:spPr>
            <a:xfrm>
              <a:off x="5642288" y="31594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0" name="02_predicted_pose_999">
              <a:extLst>
                <a:ext uri="{FF2B5EF4-FFF2-40B4-BE49-F238E27FC236}">
                  <a16:creationId xmlns:a16="http://schemas.microsoft.com/office/drawing/2014/main" id="{038EB5C6-BB52-4328-8ECA-9F2D170FEEE0}"/>
                </a:ext>
              </a:extLst>
            </p:cNvPr>
            <p:cNvSpPr>
              <a:spLocks/>
            </p:cNvSpPr>
            <p:nvPr/>
          </p:nvSpPr>
          <p:spPr>
            <a:xfrm>
              <a:off x="5656069" y="30904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1" name="02_predicted_pose_1000">
              <a:extLst>
                <a:ext uri="{FF2B5EF4-FFF2-40B4-BE49-F238E27FC236}">
                  <a16:creationId xmlns:a16="http://schemas.microsoft.com/office/drawing/2014/main" id="{0D2CC343-0975-4252-9EE4-256E20181625}"/>
                </a:ext>
              </a:extLst>
            </p:cNvPr>
            <p:cNvSpPr>
              <a:spLocks/>
            </p:cNvSpPr>
            <p:nvPr/>
          </p:nvSpPr>
          <p:spPr>
            <a:xfrm>
              <a:off x="5697413" y="31856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2" name="02_predicted_pose_1001">
              <a:extLst>
                <a:ext uri="{FF2B5EF4-FFF2-40B4-BE49-F238E27FC236}">
                  <a16:creationId xmlns:a16="http://schemas.microsoft.com/office/drawing/2014/main" id="{CDEC6FD5-811B-4A4D-ACA5-38BC90DC56DA}"/>
                </a:ext>
              </a:extLst>
            </p:cNvPr>
            <p:cNvSpPr>
              <a:spLocks/>
            </p:cNvSpPr>
            <p:nvPr/>
          </p:nvSpPr>
          <p:spPr>
            <a:xfrm>
              <a:off x="5711194" y="327952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3" name="02_predicted_pose_1002">
              <a:extLst>
                <a:ext uri="{FF2B5EF4-FFF2-40B4-BE49-F238E27FC236}">
                  <a16:creationId xmlns:a16="http://schemas.microsoft.com/office/drawing/2014/main" id="{637F1347-49E5-4D4A-A5E6-7B8F4CFD9D6F}"/>
                </a:ext>
              </a:extLst>
            </p:cNvPr>
            <p:cNvSpPr>
              <a:spLocks/>
            </p:cNvSpPr>
            <p:nvPr/>
          </p:nvSpPr>
          <p:spPr>
            <a:xfrm>
              <a:off x="5724975" y="32584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4" name="02_predicted_pose_1003">
              <a:extLst>
                <a:ext uri="{FF2B5EF4-FFF2-40B4-BE49-F238E27FC236}">
                  <a16:creationId xmlns:a16="http://schemas.microsoft.com/office/drawing/2014/main" id="{84E64AEC-421E-41EA-BA3E-712412CAE1EC}"/>
                </a:ext>
              </a:extLst>
            </p:cNvPr>
            <p:cNvSpPr>
              <a:spLocks/>
            </p:cNvSpPr>
            <p:nvPr/>
          </p:nvSpPr>
          <p:spPr>
            <a:xfrm>
              <a:off x="5738756" y="31281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5" name="02_predicted_pose_1004">
              <a:extLst>
                <a:ext uri="{FF2B5EF4-FFF2-40B4-BE49-F238E27FC236}">
                  <a16:creationId xmlns:a16="http://schemas.microsoft.com/office/drawing/2014/main" id="{6E0867DB-4393-4540-BE9A-4CFD6F1B3AE0}"/>
                </a:ext>
              </a:extLst>
            </p:cNvPr>
            <p:cNvSpPr>
              <a:spLocks/>
            </p:cNvSpPr>
            <p:nvPr/>
          </p:nvSpPr>
          <p:spPr>
            <a:xfrm>
              <a:off x="5628162" y="30792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6" name="02_predicted_pose_1005">
              <a:extLst>
                <a:ext uri="{FF2B5EF4-FFF2-40B4-BE49-F238E27FC236}">
                  <a16:creationId xmlns:a16="http://schemas.microsoft.com/office/drawing/2014/main" id="{BB2BC4A5-B371-4543-AB15-17A59B506FD6}"/>
                </a:ext>
              </a:extLst>
            </p:cNvPr>
            <p:cNvSpPr>
              <a:spLocks/>
            </p:cNvSpPr>
            <p:nvPr/>
          </p:nvSpPr>
          <p:spPr>
            <a:xfrm>
              <a:off x="5721185" y="338409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7" name="02_predicted_pose_1006">
              <a:extLst>
                <a:ext uri="{FF2B5EF4-FFF2-40B4-BE49-F238E27FC236}">
                  <a16:creationId xmlns:a16="http://schemas.microsoft.com/office/drawing/2014/main" id="{5E11C7C8-0C0C-47F2-A68C-0559B59D211C}"/>
                </a:ext>
              </a:extLst>
            </p:cNvPr>
            <p:cNvSpPr>
              <a:spLocks/>
            </p:cNvSpPr>
            <p:nvPr/>
          </p:nvSpPr>
          <p:spPr>
            <a:xfrm>
              <a:off x="5470711" y="30713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8" name="02_predicted_pose_1007">
              <a:extLst>
                <a:ext uri="{FF2B5EF4-FFF2-40B4-BE49-F238E27FC236}">
                  <a16:creationId xmlns:a16="http://schemas.microsoft.com/office/drawing/2014/main" id="{95DB3A2A-AAC8-482E-91E3-7099F003376C}"/>
                </a:ext>
              </a:extLst>
            </p:cNvPr>
            <p:cNvSpPr>
              <a:spLocks/>
            </p:cNvSpPr>
            <p:nvPr/>
          </p:nvSpPr>
          <p:spPr>
            <a:xfrm>
              <a:off x="5563735" y="31555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09" name="02_predicted_pose_1008">
              <a:extLst>
                <a:ext uri="{FF2B5EF4-FFF2-40B4-BE49-F238E27FC236}">
                  <a16:creationId xmlns:a16="http://schemas.microsoft.com/office/drawing/2014/main" id="{FB6A6D36-A23E-4A4F-BC7D-CC21B40D6D0A}"/>
                </a:ext>
              </a:extLst>
            </p:cNvPr>
            <p:cNvSpPr>
              <a:spLocks/>
            </p:cNvSpPr>
            <p:nvPr/>
          </p:nvSpPr>
          <p:spPr>
            <a:xfrm>
              <a:off x="5629540" y="35098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0" name="02_predicted_pose_1009">
              <a:extLst>
                <a:ext uri="{FF2B5EF4-FFF2-40B4-BE49-F238E27FC236}">
                  <a16:creationId xmlns:a16="http://schemas.microsoft.com/office/drawing/2014/main" id="{717489DE-C092-4D25-9B74-F5FF0E98DB3C}"/>
                </a:ext>
              </a:extLst>
            </p:cNvPr>
            <p:cNvSpPr>
              <a:spLocks/>
            </p:cNvSpPr>
            <p:nvPr/>
          </p:nvSpPr>
          <p:spPr>
            <a:xfrm>
              <a:off x="5657102" y="34339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1" name="02_predicted_pose_1010">
              <a:extLst>
                <a:ext uri="{FF2B5EF4-FFF2-40B4-BE49-F238E27FC236}">
                  <a16:creationId xmlns:a16="http://schemas.microsoft.com/office/drawing/2014/main" id="{A277E9C4-A304-4072-B8BB-B93023428C15}"/>
                </a:ext>
              </a:extLst>
            </p:cNvPr>
            <p:cNvSpPr>
              <a:spLocks/>
            </p:cNvSpPr>
            <p:nvPr/>
          </p:nvSpPr>
          <p:spPr>
            <a:xfrm>
              <a:off x="5684665" y="34763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2" name="02_predicted_pose_1011">
              <a:extLst>
                <a:ext uri="{FF2B5EF4-FFF2-40B4-BE49-F238E27FC236}">
                  <a16:creationId xmlns:a16="http://schemas.microsoft.com/office/drawing/2014/main" id="{7F76C753-76B4-493C-A980-682AC1F5FC36}"/>
                </a:ext>
              </a:extLst>
            </p:cNvPr>
            <p:cNvSpPr>
              <a:spLocks/>
            </p:cNvSpPr>
            <p:nvPr/>
          </p:nvSpPr>
          <p:spPr>
            <a:xfrm>
              <a:off x="5712227" y="35426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3" name="02_predicted_pose_1012">
              <a:extLst>
                <a:ext uri="{FF2B5EF4-FFF2-40B4-BE49-F238E27FC236}">
                  <a16:creationId xmlns:a16="http://schemas.microsoft.com/office/drawing/2014/main" id="{2BCAAEA6-2E61-498A-8D7F-07DCC2128BA8}"/>
                </a:ext>
              </a:extLst>
            </p:cNvPr>
            <p:cNvSpPr>
              <a:spLocks/>
            </p:cNvSpPr>
            <p:nvPr/>
          </p:nvSpPr>
          <p:spPr>
            <a:xfrm>
              <a:off x="5739790" y="36064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4" name="02_predicted_pose_1013">
              <a:extLst>
                <a:ext uri="{FF2B5EF4-FFF2-40B4-BE49-F238E27FC236}">
                  <a16:creationId xmlns:a16="http://schemas.microsoft.com/office/drawing/2014/main" id="{98A3D53B-64DD-408C-9E93-FD8D6452434D}"/>
                </a:ext>
              </a:extLst>
            </p:cNvPr>
            <p:cNvSpPr>
              <a:spLocks/>
            </p:cNvSpPr>
            <p:nvPr/>
          </p:nvSpPr>
          <p:spPr>
            <a:xfrm>
              <a:off x="5642977" y="34625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5" name="02_predicted_pose_1014">
              <a:extLst>
                <a:ext uri="{FF2B5EF4-FFF2-40B4-BE49-F238E27FC236}">
                  <a16:creationId xmlns:a16="http://schemas.microsoft.com/office/drawing/2014/main" id="{366C9035-A4E3-4468-9A0B-2F5E111F1F23}"/>
                </a:ext>
              </a:extLst>
            </p:cNvPr>
            <p:cNvSpPr>
              <a:spLocks/>
            </p:cNvSpPr>
            <p:nvPr/>
          </p:nvSpPr>
          <p:spPr>
            <a:xfrm>
              <a:off x="5760117" y="32702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6" name="02_predicted_pose_1015">
              <a:extLst>
                <a:ext uri="{FF2B5EF4-FFF2-40B4-BE49-F238E27FC236}">
                  <a16:creationId xmlns:a16="http://schemas.microsoft.com/office/drawing/2014/main" id="{20243E5A-D5F9-4B04-8E22-F208A9EF284A}"/>
                </a:ext>
              </a:extLst>
            </p:cNvPr>
            <p:cNvSpPr>
              <a:spLocks/>
            </p:cNvSpPr>
            <p:nvPr/>
          </p:nvSpPr>
          <p:spPr>
            <a:xfrm>
              <a:off x="5773898" y="31907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7" name="02_predicted_pose_1016">
              <a:extLst>
                <a:ext uri="{FF2B5EF4-FFF2-40B4-BE49-F238E27FC236}">
                  <a16:creationId xmlns:a16="http://schemas.microsoft.com/office/drawing/2014/main" id="{950F011D-2F54-4822-B3D8-16EAFF328581}"/>
                </a:ext>
              </a:extLst>
            </p:cNvPr>
            <p:cNvSpPr>
              <a:spLocks/>
            </p:cNvSpPr>
            <p:nvPr/>
          </p:nvSpPr>
          <p:spPr>
            <a:xfrm>
              <a:off x="5556844" y="32295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8" name="02_predicted_pose_1017">
              <a:extLst>
                <a:ext uri="{FF2B5EF4-FFF2-40B4-BE49-F238E27FC236}">
                  <a16:creationId xmlns:a16="http://schemas.microsoft.com/office/drawing/2014/main" id="{29B9CF42-147C-46A7-B758-B14CD8540A34}"/>
                </a:ext>
              </a:extLst>
            </p:cNvPr>
            <p:cNvSpPr>
              <a:spLocks/>
            </p:cNvSpPr>
            <p:nvPr/>
          </p:nvSpPr>
          <p:spPr>
            <a:xfrm>
              <a:off x="5569247" y="35346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19" name="02_predicted_pose_1018">
              <a:extLst>
                <a:ext uri="{FF2B5EF4-FFF2-40B4-BE49-F238E27FC236}">
                  <a16:creationId xmlns:a16="http://schemas.microsoft.com/office/drawing/2014/main" id="{59AB0B72-555E-4E93-8762-6588EC7B12A7}"/>
                </a:ext>
              </a:extLst>
            </p:cNvPr>
            <p:cNvSpPr>
              <a:spLocks/>
            </p:cNvSpPr>
            <p:nvPr/>
          </p:nvSpPr>
          <p:spPr>
            <a:xfrm>
              <a:off x="5610935" y="34834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0" name="02_predicted_pose_1019">
              <a:extLst>
                <a:ext uri="{FF2B5EF4-FFF2-40B4-BE49-F238E27FC236}">
                  <a16:creationId xmlns:a16="http://schemas.microsoft.com/office/drawing/2014/main" id="{A85F388B-F855-4D91-8E69-8B448DF1428D}"/>
                </a:ext>
              </a:extLst>
            </p:cNvPr>
            <p:cNvSpPr>
              <a:spLocks/>
            </p:cNvSpPr>
            <p:nvPr/>
          </p:nvSpPr>
          <p:spPr>
            <a:xfrm>
              <a:off x="5574415" y="34840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1" name="02_predicted_pose_1020">
              <a:extLst>
                <a:ext uri="{FF2B5EF4-FFF2-40B4-BE49-F238E27FC236}">
                  <a16:creationId xmlns:a16="http://schemas.microsoft.com/office/drawing/2014/main" id="{724F69BC-0EDA-4D16-8B80-F79332540D26}"/>
                </a:ext>
              </a:extLst>
            </p:cNvPr>
            <p:cNvSpPr>
              <a:spLocks/>
            </p:cNvSpPr>
            <p:nvPr/>
          </p:nvSpPr>
          <p:spPr>
            <a:xfrm>
              <a:off x="5522391" y="34787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2" name="02_predicted_pose_1021">
              <a:extLst>
                <a:ext uri="{FF2B5EF4-FFF2-40B4-BE49-F238E27FC236}">
                  <a16:creationId xmlns:a16="http://schemas.microsoft.com/office/drawing/2014/main" id="{7FD38836-E81B-4509-983F-442DF7F08A37}"/>
                </a:ext>
              </a:extLst>
            </p:cNvPr>
            <p:cNvSpPr>
              <a:spLocks/>
            </p:cNvSpPr>
            <p:nvPr/>
          </p:nvSpPr>
          <p:spPr>
            <a:xfrm>
              <a:off x="5654691" y="35938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3" name="02_predicted_pose_1022">
              <a:extLst>
                <a:ext uri="{FF2B5EF4-FFF2-40B4-BE49-F238E27FC236}">
                  <a16:creationId xmlns:a16="http://schemas.microsoft.com/office/drawing/2014/main" id="{6C64B6B0-EC8F-4441-BDF1-99EADDEB4A6A}"/>
                </a:ext>
              </a:extLst>
            </p:cNvPr>
            <p:cNvSpPr>
              <a:spLocks/>
            </p:cNvSpPr>
            <p:nvPr/>
          </p:nvSpPr>
          <p:spPr>
            <a:xfrm>
              <a:off x="5668472" y="35779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4" name="02_predicted_pose_1023">
              <a:extLst>
                <a:ext uri="{FF2B5EF4-FFF2-40B4-BE49-F238E27FC236}">
                  <a16:creationId xmlns:a16="http://schemas.microsoft.com/office/drawing/2014/main" id="{8FD0D49B-ED19-4F26-A55E-ED90D33F13F3}"/>
                </a:ext>
              </a:extLst>
            </p:cNvPr>
            <p:cNvSpPr>
              <a:spLocks/>
            </p:cNvSpPr>
            <p:nvPr/>
          </p:nvSpPr>
          <p:spPr>
            <a:xfrm>
              <a:off x="5682253" y="35783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5" name="02_predicted_pose_1024">
              <a:extLst>
                <a:ext uri="{FF2B5EF4-FFF2-40B4-BE49-F238E27FC236}">
                  <a16:creationId xmlns:a16="http://schemas.microsoft.com/office/drawing/2014/main" id="{51C4DC68-B67E-4AE5-9D3B-2731D24366BB}"/>
                </a:ext>
              </a:extLst>
            </p:cNvPr>
            <p:cNvSpPr>
              <a:spLocks/>
            </p:cNvSpPr>
            <p:nvPr/>
          </p:nvSpPr>
          <p:spPr>
            <a:xfrm>
              <a:off x="5696034" y="354181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6" name="02_predicted_pose_1025">
              <a:extLst>
                <a:ext uri="{FF2B5EF4-FFF2-40B4-BE49-F238E27FC236}">
                  <a16:creationId xmlns:a16="http://schemas.microsoft.com/office/drawing/2014/main" id="{0A3C64CF-B6A6-4429-9899-CF3EE777A331}"/>
                </a:ext>
              </a:extLst>
            </p:cNvPr>
            <p:cNvSpPr>
              <a:spLocks/>
            </p:cNvSpPr>
            <p:nvPr/>
          </p:nvSpPr>
          <p:spPr>
            <a:xfrm>
              <a:off x="5491039" y="35771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7" name="02_predicted_pose_1026">
              <a:extLst>
                <a:ext uri="{FF2B5EF4-FFF2-40B4-BE49-F238E27FC236}">
                  <a16:creationId xmlns:a16="http://schemas.microsoft.com/office/drawing/2014/main" id="{3C8A46CC-2147-4A88-B2C5-2269E005D52B}"/>
                </a:ext>
              </a:extLst>
            </p:cNvPr>
            <p:cNvSpPr>
              <a:spLocks/>
            </p:cNvSpPr>
            <p:nvPr/>
          </p:nvSpPr>
          <p:spPr>
            <a:xfrm>
              <a:off x="5518601" y="35147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8" name="02_predicted_pose_1027">
              <a:extLst>
                <a:ext uri="{FF2B5EF4-FFF2-40B4-BE49-F238E27FC236}">
                  <a16:creationId xmlns:a16="http://schemas.microsoft.com/office/drawing/2014/main" id="{8C42BA00-A14B-496D-AA42-5565F820828A}"/>
                </a:ext>
              </a:extLst>
            </p:cNvPr>
            <p:cNvSpPr>
              <a:spLocks/>
            </p:cNvSpPr>
            <p:nvPr/>
          </p:nvSpPr>
          <p:spPr>
            <a:xfrm>
              <a:off x="5730143" y="33263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29" name="02_predicted_pose_1028">
              <a:extLst>
                <a:ext uri="{FF2B5EF4-FFF2-40B4-BE49-F238E27FC236}">
                  <a16:creationId xmlns:a16="http://schemas.microsoft.com/office/drawing/2014/main" id="{88BA90F0-D243-45F7-B92E-D7EFA09B22D9}"/>
                </a:ext>
              </a:extLst>
            </p:cNvPr>
            <p:cNvSpPr>
              <a:spLocks/>
            </p:cNvSpPr>
            <p:nvPr/>
          </p:nvSpPr>
          <p:spPr>
            <a:xfrm>
              <a:off x="5764941" y="32228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30" name="02_predicted_pose_1029">
              <a:extLst>
                <a:ext uri="{FF2B5EF4-FFF2-40B4-BE49-F238E27FC236}">
                  <a16:creationId xmlns:a16="http://schemas.microsoft.com/office/drawing/2014/main" id="{EBD2F0D0-489F-4003-B229-58BED74DB610}"/>
                </a:ext>
              </a:extLst>
            </p:cNvPr>
            <p:cNvSpPr>
              <a:spLocks/>
            </p:cNvSpPr>
            <p:nvPr/>
          </p:nvSpPr>
          <p:spPr>
            <a:xfrm>
              <a:off x="3883531" y="2493000"/>
              <a:ext cx="191" cy="1545120"/>
            </a:xfrm>
            <a:custGeom>
              <a:avLst/>
              <a:gdLst/>
              <a:ahLst/>
              <a:cxnLst/>
              <a:rect l="0" t="0" r="0" b="0"/>
              <a:pathLst>
                <a:path w="191" h="1545120">
                  <a:moveTo>
                    <a:pt x="0" y="154512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1031" name="02_predicted_pose_1030">
              <a:extLst>
                <a:ext uri="{FF2B5EF4-FFF2-40B4-BE49-F238E27FC236}">
                  <a16:creationId xmlns:a16="http://schemas.microsoft.com/office/drawing/2014/main" id="{D0DD2C05-DCC3-49B3-BA60-E231B729BAFE}"/>
                </a:ext>
              </a:extLst>
            </p:cNvPr>
            <p:cNvSpPr>
              <a:spLocks/>
            </p:cNvSpPr>
            <p:nvPr/>
          </p:nvSpPr>
          <p:spPr>
            <a:xfrm>
              <a:off x="3883531" y="4038120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1032" name="02_predicted_pose_1031">
              <a:extLst>
                <a:ext uri="{FF2B5EF4-FFF2-40B4-BE49-F238E27FC236}">
                  <a16:creationId xmlns:a16="http://schemas.microsoft.com/office/drawing/2014/main" id="{D05AC2CA-88AD-4FFD-B751-3C0CD50B7AA8}"/>
                </a:ext>
              </a:extLst>
            </p:cNvPr>
            <p:cNvSpPr>
              <a:spLocks/>
            </p:cNvSpPr>
            <p:nvPr/>
          </p:nvSpPr>
          <p:spPr>
            <a:xfrm>
              <a:off x="4369664" y="3542353"/>
              <a:ext cx="285961" cy="173494"/>
            </a:xfrm>
            <a:custGeom>
              <a:avLst/>
              <a:gdLst/>
              <a:ahLst/>
              <a:cxnLst/>
              <a:rect l="0" t="0" r="0" b="0"/>
              <a:pathLst>
                <a:path w="285961" h="173494">
                  <a:moveTo>
                    <a:pt x="0" y="173494"/>
                  </a:moveTo>
                  <a:lnTo>
                    <a:pt x="285961" y="173494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73494"/>
                  </a:lnTo>
                  <a:lnTo>
                    <a:pt x="0" y="173494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2D887E"/>
              </a:solidFill>
              <a:prstDash val="solid"/>
            </a:ln>
          </p:spPr>
        </p:sp>
        <p:sp>
          <p:nvSpPr>
            <p:cNvPr id="1033" name="02_predicted_pose_1032">
              <a:extLst>
                <a:ext uri="{FF2B5EF4-FFF2-40B4-BE49-F238E27FC236}">
                  <a16:creationId xmlns:a16="http://schemas.microsoft.com/office/drawing/2014/main" id="{69C3D06C-90A9-4FFC-8CED-A43B9EE29DB8}"/>
                </a:ext>
              </a:extLst>
            </p:cNvPr>
            <p:cNvSpPr>
              <a:spLocks/>
            </p:cNvSpPr>
            <p:nvPr/>
          </p:nvSpPr>
          <p:spPr>
            <a:xfrm>
              <a:off x="4512644" y="3715848"/>
              <a:ext cx="191" cy="124896"/>
            </a:xfrm>
            <a:custGeom>
              <a:avLst/>
              <a:gdLst/>
              <a:ahLst/>
              <a:cxnLst/>
              <a:rect l="0" t="0" r="0" b="0"/>
              <a:pathLst>
                <a:path w="191" h="124896">
                  <a:moveTo>
                    <a:pt x="0" y="0"/>
                  </a:moveTo>
                  <a:lnTo>
                    <a:pt x="0" y="124896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1034" name="02_predicted_pose_1033">
              <a:extLst>
                <a:ext uri="{FF2B5EF4-FFF2-40B4-BE49-F238E27FC236}">
                  <a16:creationId xmlns:a16="http://schemas.microsoft.com/office/drawing/2014/main" id="{0908D391-4B06-4F87-8513-7B9AAAD8018A}"/>
                </a:ext>
              </a:extLst>
            </p:cNvPr>
            <p:cNvSpPr>
              <a:spLocks/>
            </p:cNvSpPr>
            <p:nvPr/>
          </p:nvSpPr>
          <p:spPr>
            <a:xfrm>
              <a:off x="4512644" y="3243306"/>
              <a:ext cx="191" cy="299047"/>
            </a:xfrm>
            <a:custGeom>
              <a:avLst/>
              <a:gdLst/>
              <a:ahLst/>
              <a:cxnLst/>
              <a:rect l="0" t="0" r="0" b="0"/>
              <a:pathLst>
                <a:path w="191" h="299047">
                  <a:moveTo>
                    <a:pt x="0" y="299047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1035" name="02_predicted_pose_1034">
              <a:extLst>
                <a:ext uri="{FF2B5EF4-FFF2-40B4-BE49-F238E27FC236}">
                  <a16:creationId xmlns:a16="http://schemas.microsoft.com/office/drawing/2014/main" id="{B3F3D8EC-FFD9-45D1-AF1A-530A7AC7BDB9}"/>
                </a:ext>
              </a:extLst>
            </p:cNvPr>
            <p:cNvSpPr>
              <a:spLocks/>
            </p:cNvSpPr>
            <p:nvPr/>
          </p:nvSpPr>
          <p:spPr>
            <a:xfrm>
              <a:off x="4441154" y="3840743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1036" name="02_predicted_pose_1035">
              <a:extLst>
                <a:ext uri="{FF2B5EF4-FFF2-40B4-BE49-F238E27FC236}">
                  <a16:creationId xmlns:a16="http://schemas.microsoft.com/office/drawing/2014/main" id="{6D1F83E2-5675-4D8C-AC8C-FC09AF1DC8F9}"/>
                </a:ext>
              </a:extLst>
            </p:cNvPr>
            <p:cNvSpPr>
              <a:spLocks/>
            </p:cNvSpPr>
            <p:nvPr/>
          </p:nvSpPr>
          <p:spPr>
            <a:xfrm>
              <a:off x="4441154" y="3243306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2D887E"/>
              </a:solidFill>
              <a:prstDash val="solid"/>
            </a:ln>
          </p:spPr>
        </p:sp>
        <p:sp>
          <p:nvSpPr>
            <p:cNvPr id="1037" name="02_predicted_pose_1036">
              <a:extLst>
                <a:ext uri="{FF2B5EF4-FFF2-40B4-BE49-F238E27FC236}">
                  <a16:creationId xmlns:a16="http://schemas.microsoft.com/office/drawing/2014/main" id="{A4444875-9EBD-444B-B4EA-40BCA6FE51CE}"/>
                </a:ext>
              </a:extLst>
            </p:cNvPr>
            <p:cNvSpPr>
              <a:spLocks/>
            </p:cNvSpPr>
            <p:nvPr/>
          </p:nvSpPr>
          <p:spPr>
            <a:xfrm>
              <a:off x="5513506" y="3341554"/>
              <a:ext cx="285961" cy="151011"/>
            </a:xfrm>
            <a:custGeom>
              <a:avLst/>
              <a:gdLst/>
              <a:ahLst/>
              <a:cxnLst/>
              <a:rect l="0" t="0" r="0" b="0"/>
              <a:pathLst>
                <a:path w="285961" h="151011">
                  <a:moveTo>
                    <a:pt x="0" y="151011"/>
                  </a:moveTo>
                  <a:lnTo>
                    <a:pt x="285961" y="151011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51011"/>
                  </a:lnTo>
                  <a:lnTo>
                    <a:pt x="0" y="1510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B57442"/>
              </a:solidFill>
              <a:prstDash val="solid"/>
            </a:ln>
          </p:spPr>
        </p:sp>
        <p:sp>
          <p:nvSpPr>
            <p:cNvPr id="1038" name="02_predicted_pose_1037">
              <a:extLst>
                <a:ext uri="{FF2B5EF4-FFF2-40B4-BE49-F238E27FC236}">
                  <a16:creationId xmlns:a16="http://schemas.microsoft.com/office/drawing/2014/main" id="{A558DEF5-6E36-49A9-A36A-F82A247A748B}"/>
                </a:ext>
              </a:extLst>
            </p:cNvPr>
            <p:cNvSpPr>
              <a:spLocks/>
            </p:cNvSpPr>
            <p:nvPr/>
          </p:nvSpPr>
          <p:spPr>
            <a:xfrm>
              <a:off x="5656487" y="3492565"/>
              <a:ext cx="191" cy="98759"/>
            </a:xfrm>
            <a:custGeom>
              <a:avLst/>
              <a:gdLst/>
              <a:ahLst/>
              <a:cxnLst/>
              <a:rect l="0" t="0" r="0" b="0"/>
              <a:pathLst>
                <a:path w="191" h="98759">
                  <a:moveTo>
                    <a:pt x="0" y="0"/>
                  </a:moveTo>
                  <a:lnTo>
                    <a:pt x="0" y="98759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039" name="02_predicted_pose_1038">
              <a:extLst>
                <a:ext uri="{FF2B5EF4-FFF2-40B4-BE49-F238E27FC236}">
                  <a16:creationId xmlns:a16="http://schemas.microsoft.com/office/drawing/2014/main" id="{3E0D23BD-37BC-45E3-8BC8-51006843F00D}"/>
                </a:ext>
              </a:extLst>
            </p:cNvPr>
            <p:cNvSpPr>
              <a:spLocks/>
            </p:cNvSpPr>
            <p:nvPr/>
          </p:nvSpPr>
          <p:spPr>
            <a:xfrm>
              <a:off x="5656487" y="3142351"/>
              <a:ext cx="191" cy="199202"/>
            </a:xfrm>
            <a:custGeom>
              <a:avLst/>
              <a:gdLst/>
              <a:ahLst/>
              <a:cxnLst/>
              <a:rect l="0" t="0" r="0" b="0"/>
              <a:pathLst>
                <a:path w="191" h="199202">
                  <a:moveTo>
                    <a:pt x="0" y="199202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040" name="02_predicted_pose_1039">
              <a:extLst>
                <a:ext uri="{FF2B5EF4-FFF2-40B4-BE49-F238E27FC236}">
                  <a16:creationId xmlns:a16="http://schemas.microsoft.com/office/drawing/2014/main" id="{F797C66A-90B4-456F-B07F-B08F722DB0D4}"/>
                </a:ext>
              </a:extLst>
            </p:cNvPr>
            <p:cNvSpPr>
              <a:spLocks/>
            </p:cNvSpPr>
            <p:nvPr/>
          </p:nvSpPr>
          <p:spPr>
            <a:xfrm>
              <a:off x="5584997" y="3591323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041" name="02_predicted_pose_1040">
              <a:extLst>
                <a:ext uri="{FF2B5EF4-FFF2-40B4-BE49-F238E27FC236}">
                  <a16:creationId xmlns:a16="http://schemas.microsoft.com/office/drawing/2014/main" id="{D30D5EBD-2AA7-4BF1-8725-05475AF4B315}"/>
                </a:ext>
              </a:extLst>
            </p:cNvPr>
            <p:cNvSpPr>
              <a:spLocks/>
            </p:cNvSpPr>
            <p:nvPr/>
          </p:nvSpPr>
          <p:spPr>
            <a:xfrm>
              <a:off x="5584997" y="3142351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042" name="text_1041">
              <a:extLst>
                <a:ext uri="{FF2B5EF4-FFF2-40B4-BE49-F238E27FC236}">
                  <a16:creationId xmlns:a16="http://schemas.microsoft.com/office/drawing/2014/main" id="{5CC7BA54-8777-4820-8DF1-C4504D6DDA31}"/>
                </a:ext>
              </a:extLst>
            </p:cNvPr>
            <p:cNvSpPr>
              <a:spLocks/>
            </p:cNvSpPr>
            <p:nvPr/>
          </p:nvSpPr>
          <p:spPr>
            <a:xfrm>
              <a:off x="3451159" y="2329062"/>
              <a:ext cx="90297" cy="158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b</a:t>
              </a:r>
            </a:p>
          </p:txBody>
        </p:sp>
        <p:sp>
          <p:nvSpPr>
            <p:cNvPr id="1043" name="text_1042">
              <a:extLst>
                <a:ext uri="{FF2B5EF4-FFF2-40B4-BE49-F238E27FC236}">
                  <a16:creationId xmlns:a16="http://schemas.microsoft.com/office/drawing/2014/main" id="{59C9C1FA-0084-4FF2-BED8-5E84B83442DE}"/>
                </a:ext>
              </a:extLst>
            </p:cNvPr>
            <p:cNvSpPr>
              <a:spLocks/>
            </p:cNvSpPr>
            <p:nvPr/>
          </p:nvSpPr>
          <p:spPr>
            <a:xfrm>
              <a:off x="3883531" y="2280719"/>
              <a:ext cx="708574" cy="1349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GT, Best of 50</a:t>
              </a:r>
            </a:p>
          </p:txBody>
        </p:sp>
        <p:sp>
          <p:nvSpPr>
            <p:cNvPr id="1044" name="02_predicted_pose_1043">
              <a:extLst>
                <a:ext uri="{FF2B5EF4-FFF2-40B4-BE49-F238E27FC236}">
                  <a16:creationId xmlns:a16="http://schemas.microsoft.com/office/drawing/2014/main" id="{2EEB0BF1-872E-48BA-8F2E-670FDE200345}"/>
                </a:ext>
              </a:extLst>
            </p:cNvPr>
            <p:cNvSpPr>
              <a:spLocks/>
            </p:cNvSpPr>
            <p:nvPr/>
          </p:nvSpPr>
          <p:spPr>
            <a:xfrm>
              <a:off x="4369664" y="3665198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2D887E"/>
              </a:solidFill>
              <a:prstDash val="solid"/>
            </a:ln>
          </p:spPr>
        </p:sp>
        <p:sp>
          <p:nvSpPr>
            <p:cNvPr id="1045" name="02_predicted_pose_1044">
              <a:extLst>
                <a:ext uri="{FF2B5EF4-FFF2-40B4-BE49-F238E27FC236}">
                  <a16:creationId xmlns:a16="http://schemas.microsoft.com/office/drawing/2014/main" id="{BAC53013-19DF-4A77-AD3D-416C516E786E}"/>
                </a:ext>
              </a:extLst>
            </p:cNvPr>
            <p:cNvSpPr>
              <a:spLocks/>
            </p:cNvSpPr>
            <p:nvPr/>
          </p:nvSpPr>
          <p:spPr>
            <a:xfrm>
              <a:off x="5513506" y="3429463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B57442"/>
              </a:solidFill>
              <a:prstDash val="solid"/>
            </a:ln>
          </p:spPr>
        </p:sp>
        <p:sp>
          <p:nvSpPr>
            <p:cNvPr id="1046" name="02_predicted_pose_1045">
              <a:extLst>
                <a:ext uri="{FF2B5EF4-FFF2-40B4-BE49-F238E27FC236}">
                  <a16:creationId xmlns:a16="http://schemas.microsoft.com/office/drawing/2014/main" id="{8AAFCFAF-0F35-46B6-8783-918374CD4EDD}"/>
                </a:ext>
              </a:extLst>
            </p:cNvPr>
            <p:cNvSpPr>
              <a:spLocks/>
            </p:cNvSpPr>
            <p:nvPr/>
          </p:nvSpPr>
          <p:spPr>
            <a:xfrm>
              <a:off x="712800" y="4810680"/>
              <a:ext cx="2402069" cy="1545120"/>
            </a:xfrm>
            <a:custGeom>
              <a:avLst/>
              <a:gdLst/>
              <a:ahLst/>
              <a:cxnLst/>
              <a:rect l="0" t="0" r="0" b="0"/>
              <a:pathLst>
                <a:path w="2402069" h="1545120">
                  <a:moveTo>
                    <a:pt x="0" y="1545120"/>
                  </a:moveTo>
                  <a:lnTo>
                    <a:pt x="2402069" y="1545120"/>
                  </a:lnTo>
                  <a:lnTo>
                    <a:pt x="2402069" y="0"/>
                  </a:lnTo>
                  <a:lnTo>
                    <a:pt x="0" y="0"/>
                  </a:lnTo>
                  <a:lnTo>
                    <a:pt x="0" y="154512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47" name="02_predicted_pose_1046">
              <a:extLst>
                <a:ext uri="{FF2B5EF4-FFF2-40B4-BE49-F238E27FC236}">
                  <a16:creationId xmlns:a16="http://schemas.microsoft.com/office/drawing/2014/main" id="{C5060426-0CA7-4A33-BD01-E74167EF3C08}"/>
                </a:ext>
              </a:extLst>
            </p:cNvPr>
            <p:cNvSpPr>
              <a:spLocks/>
            </p:cNvSpPr>
            <p:nvPr/>
          </p:nvSpPr>
          <p:spPr>
            <a:xfrm>
              <a:off x="712800" y="5618944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1048" name="02_predicted_pose_1047">
              <a:extLst>
                <a:ext uri="{FF2B5EF4-FFF2-40B4-BE49-F238E27FC236}">
                  <a16:creationId xmlns:a16="http://schemas.microsoft.com/office/drawing/2014/main" id="{956D0F39-53A5-47DE-B1BD-62DB56534D7E}"/>
                </a:ext>
              </a:extLst>
            </p:cNvPr>
            <p:cNvSpPr>
              <a:spLocks/>
            </p:cNvSpPr>
            <p:nvPr/>
          </p:nvSpPr>
          <p:spPr>
            <a:xfrm>
              <a:off x="712800" y="5489191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1049" name="02_predicted_pose_1048">
              <a:extLst>
                <a:ext uri="{FF2B5EF4-FFF2-40B4-BE49-F238E27FC236}">
                  <a16:creationId xmlns:a16="http://schemas.microsoft.com/office/drawing/2014/main" id="{DFDF07F3-B135-41C1-9717-3B756998EDD5}"/>
                </a:ext>
              </a:extLst>
            </p:cNvPr>
            <p:cNvSpPr>
              <a:spLocks/>
            </p:cNvSpPr>
            <p:nvPr/>
          </p:nvSpPr>
          <p:spPr>
            <a:xfrm>
              <a:off x="1341913" y="635580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50" name="text_1049">
              <a:extLst>
                <a:ext uri="{FF2B5EF4-FFF2-40B4-BE49-F238E27FC236}">
                  <a16:creationId xmlns:a16="http://schemas.microsoft.com/office/drawing/2014/main" id="{A7784A3F-A0AB-410C-A47D-558673E0B1DD}"/>
                </a:ext>
              </a:extLst>
            </p:cNvPr>
            <p:cNvSpPr>
              <a:spLocks/>
            </p:cNvSpPr>
            <p:nvPr/>
          </p:nvSpPr>
          <p:spPr>
            <a:xfrm>
              <a:off x="1023296" y="6425402"/>
              <a:ext cx="649935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DG-PocketXmol</a:t>
              </a:r>
            </a:p>
          </p:txBody>
        </p:sp>
        <p:sp>
          <p:nvSpPr>
            <p:cNvPr id="1051" name="02_predicted_pose_1050">
              <a:extLst>
                <a:ext uri="{FF2B5EF4-FFF2-40B4-BE49-F238E27FC236}">
                  <a16:creationId xmlns:a16="http://schemas.microsoft.com/office/drawing/2014/main" id="{6095EABD-26C7-4885-AA44-BBE2F9BFC851}"/>
                </a:ext>
              </a:extLst>
            </p:cNvPr>
            <p:cNvSpPr>
              <a:spLocks/>
            </p:cNvSpPr>
            <p:nvPr/>
          </p:nvSpPr>
          <p:spPr>
            <a:xfrm>
              <a:off x="2485756" y="635580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52" name="text_1051">
              <a:extLst>
                <a:ext uri="{FF2B5EF4-FFF2-40B4-BE49-F238E27FC236}">
                  <a16:creationId xmlns:a16="http://schemas.microsoft.com/office/drawing/2014/main" id="{29353AB6-1C2B-4D4D-AEDD-AE778DA2473B}"/>
                </a:ext>
              </a:extLst>
            </p:cNvPr>
            <p:cNvSpPr>
              <a:spLocks/>
            </p:cNvSpPr>
            <p:nvPr/>
          </p:nvSpPr>
          <p:spPr>
            <a:xfrm>
              <a:off x="2186874" y="6425666"/>
              <a:ext cx="610464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Emap2lig-Build</a:t>
              </a:r>
            </a:p>
          </p:txBody>
        </p:sp>
        <p:sp>
          <p:nvSpPr>
            <p:cNvPr id="1053" name="02_predicted_pose_1052">
              <a:extLst>
                <a:ext uri="{FF2B5EF4-FFF2-40B4-BE49-F238E27FC236}">
                  <a16:creationId xmlns:a16="http://schemas.microsoft.com/office/drawing/2014/main" id="{39083DE0-3F0A-4878-A439-81ED13E1D592}"/>
                </a:ext>
              </a:extLst>
            </p:cNvPr>
            <p:cNvSpPr>
              <a:spLocks/>
            </p:cNvSpPr>
            <p:nvPr/>
          </p:nvSpPr>
          <p:spPr>
            <a:xfrm>
              <a:off x="674700" y="635580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54" name="text_1053">
              <a:extLst>
                <a:ext uri="{FF2B5EF4-FFF2-40B4-BE49-F238E27FC236}">
                  <a16:creationId xmlns:a16="http://schemas.microsoft.com/office/drawing/2014/main" id="{E96BB7E4-9152-4471-A3E2-7F885EDDFD43}"/>
                </a:ext>
              </a:extLst>
            </p:cNvPr>
            <p:cNvSpPr>
              <a:spLocks/>
            </p:cNvSpPr>
            <p:nvPr/>
          </p:nvSpPr>
          <p:spPr>
            <a:xfrm>
              <a:off x="513029" y="6317385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0.2</a:t>
              </a:r>
            </a:p>
          </p:txBody>
        </p:sp>
        <p:sp>
          <p:nvSpPr>
            <p:cNvPr id="1055" name="02_predicted_pose_1054">
              <a:extLst>
                <a:ext uri="{FF2B5EF4-FFF2-40B4-BE49-F238E27FC236}">
                  <a16:creationId xmlns:a16="http://schemas.microsoft.com/office/drawing/2014/main" id="{B91853D5-7F48-4FEF-AC9D-36A28258232B}"/>
                </a:ext>
              </a:extLst>
            </p:cNvPr>
            <p:cNvSpPr>
              <a:spLocks/>
            </p:cNvSpPr>
            <p:nvPr/>
          </p:nvSpPr>
          <p:spPr>
            <a:xfrm>
              <a:off x="674700" y="6062576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56" name="text_1055">
              <a:extLst>
                <a:ext uri="{FF2B5EF4-FFF2-40B4-BE49-F238E27FC236}">
                  <a16:creationId xmlns:a16="http://schemas.microsoft.com/office/drawing/2014/main" id="{78AB43F7-EA04-49BC-8890-F9912E8A8740}"/>
                </a:ext>
              </a:extLst>
            </p:cNvPr>
            <p:cNvSpPr>
              <a:spLocks/>
            </p:cNvSpPr>
            <p:nvPr/>
          </p:nvSpPr>
          <p:spPr>
            <a:xfrm>
              <a:off x="513029" y="6024161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0.5</a:t>
              </a:r>
            </a:p>
          </p:txBody>
        </p:sp>
        <p:sp>
          <p:nvSpPr>
            <p:cNvPr id="1057" name="02_predicted_pose_1056">
              <a:extLst>
                <a:ext uri="{FF2B5EF4-FFF2-40B4-BE49-F238E27FC236}">
                  <a16:creationId xmlns:a16="http://schemas.microsoft.com/office/drawing/2014/main" id="{EE58F29D-9EDA-4ABC-BCB5-D9DC84803A2E}"/>
                </a:ext>
              </a:extLst>
            </p:cNvPr>
            <p:cNvSpPr>
              <a:spLocks/>
            </p:cNvSpPr>
            <p:nvPr/>
          </p:nvSpPr>
          <p:spPr>
            <a:xfrm>
              <a:off x="674700" y="584076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58" name="text_1057">
              <a:extLst>
                <a:ext uri="{FF2B5EF4-FFF2-40B4-BE49-F238E27FC236}">
                  <a16:creationId xmlns:a16="http://schemas.microsoft.com/office/drawing/2014/main" id="{78D53579-3051-442F-B62B-155A894B29B0}"/>
                </a:ext>
              </a:extLst>
            </p:cNvPr>
            <p:cNvSpPr>
              <a:spLocks/>
            </p:cNvSpPr>
            <p:nvPr/>
          </p:nvSpPr>
          <p:spPr>
            <a:xfrm>
              <a:off x="587172" y="580234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</a:t>
              </a:r>
            </a:p>
          </p:txBody>
        </p:sp>
        <p:sp>
          <p:nvSpPr>
            <p:cNvPr id="1059" name="02_predicted_pose_1058">
              <a:extLst>
                <a:ext uri="{FF2B5EF4-FFF2-40B4-BE49-F238E27FC236}">
                  <a16:creationId xmlns:a16="http://schemas.microsoft.com/office/drawing/2014/main" id="{94464CC1-E5DF-4524-9954-412F1A876A28}"/>
                </a:ext>
              </a:extLst>
            </p:cNvPr>
            <p:cNvSpPr>
              <a:spLocks/>
            </p:cNvSpPr>
            <p:nvPr/>
          </p:nvSpPr>
          <p:spPr>
            <a:xfrm>
              <a:off x="674700" y="561894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60" name="text_1059">
              <a:extLst>
                <a:ext uri="{FF2B5EF4-FFF2-40B4-BE49-F238E27FC236}">
                  <a16:creationId xmlns:a16="http://schemas.microsoft.com/office/drawing/2014/main" id="{E1FE81A6-69B1-498A-8C8D-FBEADDEF8F3D}"/>
                </a:ext>
              </a:extLst>
            </p:cNvPr>
            <p:cNvSpPr>
              <a:spLocks/>
            </p:cNvSpPr>
            <p:nvPr/>
          </p:nvSpPr>
          <p:spPr>
            <a:xfrm>
              <a:off x="587172" y="5580530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</a:t>
              </a:r>
            </a:p>
          </p:txBody>
        </p:sp>
        <p:sp>
          <p:nvSpPr>
            <p:cNvPr id="1061" name="02_predicted_pose_1060">
              <a:extLst>
                <a:ext uri="{FF2B5EF4-FFF2-40B4-BE49-F238E27FC236}">
                  <a16:creationId xmlns:a16="http://schemas.microsoft.com/office/drawing/2014/main" id="{5C0FDBB1-30A7-46B3-9618-B63D7B8E13B8}"/>
                </a:ext>
              </a:extLst>
            </p:cNvPr>
            <p:cNvSpPr>
              <a:spLocks/>
            </p:cNvSpPr>
            <p:nvPr/>
          </p:nvSpPr>
          <p:spPr>
            <a:xfrm>
              <a:off x="674700" y="5489191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62" name="text_1061">
              <a:extLst>
                <a:ext uri="{FF2B5EF4-FFF2-40B4-BE49-F238E27FC236}">
                  <a16:creationId xmlns:a16="http://schemas.microsoft.com/office/drawing/2014/main" id="{D1921E37-659F-494A-BB82-45910C2E20D2}"/>
                </a:ext>
              </a:extLst>
            </p:cNvPr>
            <p:cNvSpPr>
              <a:spLocks/>
            </p:cNvSpPr>
            <p:nvPr/>
          </p:nvSpPr>
          <p:spPr>
            <a:xfrm>
              <a:off x="587172" y="5450776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3</a:t>
              </a:r>
            </a:p>
          </p:txBody>
        </p:sp>
        <p:sp>
          <p:nvSpPr>
            <p:cNvPr id="1063" name="02_predicted_pose_1062">
              <a:extLst>
                <a:ext uri="{FF2B5EF4-FFF2-40B4-BE49-F238E27FC236}">
                  <a16:creationId xmlns:a16="http://schemas.microsoft.com/office/drawing/2014/main" id="{CF639715-27DE-436C-8E22-0BF4E4EE59CD}"/>
                </a:ext>
              </a:extLst>
            </p:cNvPr>
            <p:cNvSpPr>
              <a:spLocks/>
            </p:cNvSpPr>
            <p:nvPr/>
          </p:nvSpPr>
          <p:spPr>
            <a:xfrm>
              <a:off x="674700" y="532572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64" name="text_1063">
              <a:extLst>
                <a:ext uri="{FF2B5EF4-FFF2-40B4-BE49-F238E27FC236}">
                  <a16:creationId xmlns:a16="http://schemas.microsoft.com/office/drawing/2014/main" id="{AE9C2E57-ADE6-404A-A3B3-6104A3F7237A}"/>
                </a:ext>
              </a:extLst>
            </p:cNvPr>
            <p:cNvSpPr>
              <a:spLocks/>
            </p:cNvSpPr>
            <p:nvPr/>
          </p:nvSpPr>
          <p:spPr>
            <a:xfrm>
              <a:off x="587172" y="528730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5</a:t>
              </a:r>
            </a:p>
          </p:txBody>
        </p:sp>
        <p:sp>
          <p:nvSpPr>
            <p:cNvPr id="1065" name="02_predicted_pose_1064">
              <a:extLst>
                <a:ext uri="{FF2B5EF4-FFF2-40B4-BE49-F238E27FC236}">
                  <a16:creationId xmlns:a16="http://schemas.microsoft.com/office/drawing/2014/main" id="{773DB653-11DC-493F-A769-C0E716A7ECE1}"/>
                </a:ext>
              </a:extLst>
            </p:cNvPr>
            <p:cNvSpPr>
              <a:spLocks/>
            </p:cNvSpPr>
            <p:nvPr/>
          </p:nvSpPr>
          <p:spPr>
            <a:xfrm>
              <a:off x="674700" y="510390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66" name="text_1065">
              <a:extLst>
                <a:ext uri="{FF2B5EF4-FFF2-40B4-BE49-F238E27FC236}">
                  <a16:creationId xmlns:a16="http://schemas.microsoft.com/office/drawing/2014/main" id="{4E692E0F-A8C1-4B42-9489-2CF75FB4390E}"/>
                </a:ext>
              </a:extLst>
            </p:cNvPr>
            <p:cNvSpPr>
              <a:spLocks/>
            </p:cNvSpPr>
            <p:nvPr/>
          </p:nvSpPr>
          <p:spPr>
            <a:xfrm>
              <a:off x="537743" y="5065490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10</a:t>
              </a:r>
            </a:p>
          </p:txBody>
        </p:sp>
        <p:sp>
          <p:nvSpPr>
            <p:cNvPr id="1067" name="02_predicted_pose_1066">
              <a:extLst>
                <a:ext uri="{FF2B5EF4-FFF2-40B4-BE49-F238E27FC236}">
                  <a16:creationId xmlns:a16="http://schemas.microsoft.com/office/drawing/2014/main" id="{4E69F329-BE87-40E3-AE63-BD23F8D3FB06}"/>
                </a:ext>
              </a:extLst>
            </p:cNvPr>
            <p:cNvSpPr>
              <a:spLocks/>
            </p:cNvSpPr>
            <p:nvPr/>
          </p:nvSpPr>
          <p:spPr>
            <a:xfrm>
              <a:off x="674700" y="4882089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068" name="text_1067">
              <a:extLst>
                <a:ext uri="{FF2B5EF4-FFF2-40B4-BE49-F238E27FC236}">
                  <a16:creationId xmlns:a16="http://schemas.microsoft.com/office/drawing/2014/main" id="{BF354E7D-F0AF-4C01-81DB-2EEABD0EFA2A}"/>
                </a:ext>
              </a:extLst>
            </p:cNvPr>
            <p:cNvSpPr>
              <a:spLocks/>
            </p:cNvSpPr>
            <p:nvPr/>
          </p:nvSpPr>
          <p:spPr>
            <a:xfrm>
              <a:off x="537743" y="4843674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20</a:t>
              </a:r>
            </a:p>
          </p:txBody>
        </p:sp>
        <p:sp>
          <p:nvSpPr>
            <p:cNvPr id="1069" name="text_1068">
              <a:extLst>
                <a:ext uri="{FF2B5EF4-FFF2-40B4-BE49-F238E27FC236}">
                  <a16:creationId xmlns:a16="http://schemas.microsoft.com/office/drawing/2014/main" id="{DA4B6E29-E94F-4564-B1E9-1E14A4C66546}"/>
                </a:ext>
              </a:extLst>
            </p:cNvPr>
            <p:cNvSpPr>
              <a:spLocks/>
            </p:cNvSpPr>
            <p:nvPr/>
          </p:nvSpPr>
          <p:spPr>
            <a:xfrm rot="-5400000">
              <a:off x="192687" y="5519740"/>
              <a:ext cx="475488" cy="127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RMSD (Å)</a:t>
              </a:r>
            </a:p>
          </p:txBody>
        </p:sp>
        <p:sp>
          <p:nvSpPr>
            <p:cNvPr id="1070" name="02_predicted_pose_1069">
              <a:extLst>
                <a:ext uri="{FF2B5EF4-FFF2-40B4-BE49-F238E27FC236}">
                  <a16:creationId xmlns:a16="http://schemas.microsoft.com/office/drawing/2014/main" id="{1F8A69F8-A55B-460F-B6F0-9F81CE54FA5E}"/>
                </a:ext>
              </a:extLst>
            </p:cNvPr>
            <p:cNvSpPr>
              <a:spLocks/>
            </p:cNvSpPr>
            <p:nvPr/>
          </p:nvSpPr>
          <p:spPr>
            <a:xfrm>
              <a:off x="1268110" y="589558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1" name="02_predicted_pose_1070">
              <a:extLst>
                <a:ext uri="{FF2B5EF4-FFF2-40B4-BE49-F238E27FC236}">
                  <a16:creationId xmlns:a16="http://schemas.microsoft.com/office/drawing/2014/main" id="{2DEE7B60-26A6-4992-9C44-CF1BABEE91E8}"/>
                </a:ext>
              </a:extLst>
            </p:cNvPr>
            <p:cNvSpPr>
              <a:spLocks/>
            </p:cNvSpPr>
            <p:nvPr/>
          </p:nvSpPr>
          <p:spPr>
            <a:xfrm>
              <a:off x="1281892" y="568987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2" name="02_predicted_pose_1071">
              <a:extLst>
                <a:ext uri="{FF2B5EF4-FFF2-40B4-BE49-F238E27FC236}">
                  <a16:creationId xmlns:a16="http://schemas.microsoft.com/office/drawing/2014/main" id="{E64EBC2C-8089-4BDB-B346-3D4EB6DB77B1}"/>
                </a:ext>
              </a:extLst>
            </p:cNvPr>
            <p:cNvSpPr>
              <a:spLocks/>
            </p:cNvSpPr>
            <p:nvPr/>
          </p:nvSpPr>
          <p:spPr>
            <a:xfrm>
              <a:off x="1295673" y="582868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3" name="02_predicted_pose_1072">
              <a:extLst>
                <a:ext uri="{FF2B5EF4-FFF2-40B4-BE49-F238E27FC236}">
                  <a16:creationId xmlns:a16="http://schemas.microsoft.com/office/drawing/2014/main" id="{38C46F4A-3EC7-4D04-AC01-2C2DEEC21536}"/>
                </a:ext>
              </a:extLst>
            </p:cNvPr>
            <p:cNvSpPr>
              <a:spLocks/>
            </p:cNvSpPr>
            <p:nvPr/>
          </p:nvSpPr>
          <p:spPr>
            <a:xfrm>
              <a:off x="1309454" y="58606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4" name="02_predicted_pose_1073">
              <a:extLst>
                <a:ext uri="{FF2B5EF4-FFF2-40B4-BE49-F238E27FC236}">
                  <a16:creationId xmlns:a16="http://schemas.microsoft.com/office/drawing/2014/main" id="{B5F34A4F-D185-421B-B3A1-C65E201FA927}"/>
                </a:ext>
              </a:extLst>
            </p:cNvPr>
            <p:cNvSpPr>
              <a:spLocks/>
            </p:cNvSpPr>
            <p:nvPr/>
          </p:nvSpPr>
          <p:spPr>
            <a:xfrm>
              <a:off x="1323235" y="590111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5" name="02_predicted_pose_1074">
              <a:extLst>
                <a:ext uri="{FF2B5EF4-FFF2-40B4-BE49-F238E27FC236}">
                  <a16:creationId xmlns:a16="http://schemas.microsoft.com/office/drawing/2014/main" id="{9CA9B70F-FB72-4800-93F0-23AA2427B14B}"/>
                </a:ext>
              </a:extLst>
            </p:cNvPr>
            <p:cNvSpPr>
              <a:spLocks/>
            </p:cNvSpPr>
            <p:nvPr/>
          </p:nvSpPr>
          <p:spPr>
            <a:xfrm>
              <a:off x="1337017" y="56691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6" name="02_predicted_pose_1075">
              <a:extLst>
                <a:ext uri="{FF2B5EF4-FFF2-40B4-BE49-F238E27FC236}">
                  <a16:creationId xmlns:a16="http://schemas.microsoft.com/office/drawing/2014/main" id="{84F0886D-5EBF-49A3-BCDC-C57DEF8E86B9}"/>
                </a:ext>
              </a:extLst>
            </p:cNvPr>
            <p:cNvSpPr>
              <a:spLocks/>
            </p:cNvSpPr>
            <p:nvPr/>
          </p:nvSpPr>
          <p:spPr>
            <a:xfrm>
              <a:off x="1350798" y="586759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7" name="02_predicted_pose_1076">
              <a:extLst>
                <a:ext uri="{FF2B5EF4-FFF2-40B4-BE49-F238E27FC236}">
                  <a16:creationId xmlns:a16="http://schemas.microsoft.com/office/drawing/2014/main" id="{3EC37164-EF81-4FF8-970B-55880107B82D}"/>
                </a:ext>
              </a:extLst>
            </p:cNvPr>
            <p:cNvSpPr>
              <a:spLocks/>
            </p:cNvSpPr>
            <p:nvPr/>
          </p:nvSpPr>
          <p:spPr>
            <a:xfrm>
              <a:off x="1364579" y="569967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8" name="02_predicted_pose_1077">
              <a:extLst>
                <a:ext uri="{FF2B5EF4-FFF2-40B4-BE49-F238E27FC236}">
                  <a16:creationId xmlns:a16="http://schemas.microsoft.com/office/drawing/2014/main" id="{4D2D8B9B-89D5-45A0-97D2-3E4630FD96E8}"/>
                </a:ext>
              </a:extLst>
            </p:cNvPr>
            <p:cNvSpPr>
              <a:spLocks/>
            </p:cNvSpPr>
            <p:nvPr/>
          </p:nvSpPr>
          <p:spPr>
            <a:xfrm>
              <a:off x="1378360" y="57585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79" name="02_predicted_pose_1078">
              <a:extLst>
                <a:ext uri="{FF2B5EF4-FFF2-40B4-BE49-F238E27FC236}">
                  <a16:creationId xmlns:a16="http://schemas.microsoft.com/office/drawing/2014/main" id="{D5267E4A-EC00-45F3-8E0F-3D3815150342}"/>
                </a:ext>
              </a:extLst>
            </p:cNvPr>
            <p:cNvSpPr>
              <a:spLocks/>
            </p:cNvSpPr>
            <p:nvPr/>
          </p:nvSpPr>
          <p:spPr>
            <a:xfrm>
              <a:off x="1392142" y="58218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0" name="02_predicted_pose_1079">
              <a:extLst>
                <a:ext uri="{FF2B5EF4-FFF2-40B4-BE49-F238E27FC236}">
                  <a16:creationId xmlns:a16="http://schemas.microsoft.com/office/drawing/2014/main" id="{16CDAFFE-01ED-4FE2-990A-B68138044814}"/>
                </a:ext>
              </a:extLst>
            </p:cNvPr>
            <p:cNvSpPr>
              <a:spLocks/>
            </p:cNvSpPr>
            <p:nvPr/>
          </p:nvSpPr>
          <p:spPr>
            <a:xfrm>
              <a:off x="1281547" y="583383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1" name="02_predicted_pose_1080">
              <a:extLst>
                <a:ext uri="{FF2B5EF4-FFF2-40B4-BE49-F238E27FC236}">
                  <a16:creationId xmlns:a16="http://schemas.microsoft.com/office/drawing/2014/main" id="{56F312F4-E10C-4651-98FD-3F19BDDC3B5C}"/>
                </a:ext>
              </a:extLst>
            </p:cNvPr>
            <p:cNvSpPr>
              <a:spLocks/>
            </p:cNvSpPr>
            <p:nvPr/>
          </p:nvSpPr>
          <p:spPr>
            <a:xfrm>
              <a:off x="1374570" y="59251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2" name="02_predicted_pose_1081">
              <a:extLst>
                <a:ext uri="{FF2B5EF4-FFF2-40B4-BE49-F238E27FC236}">
                  <a16:creationId xmlns:a16="http://schemas.microsoft.com/office/drawing/2014/main" id="{A30EAF24-FC41-43A8-9801-B414C91895BC}"/>
                </a:ext>
              </a:extLst>
            </p:cNvPr>
            <p:cNvSpPr>
              <a:spLocks/>
            </p:cNvSpPr>
            <p:nvPr/>
          </p:nvSpPr>
          <p:spPr>
            <a:xfrm>
              <a:off x="1467594" y="582817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3" name="02_predicted_pose_1082">
              <a:extLst>
                <a:ext uri="{FF2B5EF4-FFF2-40B4-BE49-F238E27FC236}">
                  <a16:creationId xmlns:a16="http://schemas.microsoft.com/office/drawing/2014/main" id="{0E4FEB09-52D7-41A5-A607-E360E752677C}"/>
                </a:ext>
              </a:extLst>
            </p:cNvPr>
            <p:cNvSpPr>
              <a:spLocks/>
            </p:cNvSpPr>
            <p:nvPr/>
          </p:nvSpPr>
          <p:spPr>
            <a:xfrm>
              <a:off x="1217120" y="58371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4" name="02_predicted_pose_1083">
              <a:extLst>
                <a:ext uri="{FF2B5EF4-FFF2-40B4-BE49-F238E27FC236}">
                  <a16:creationId xmlns:a16="http://schemas.microsoft.com/office/drawing/2014/main" id="{7EFC1218-A9FE-4B52-984B-A59CF949BEE3}"/>
                </a:ext>
              </a:extLst>
            </p:cNvPr>
            <p:cNvSpPr>
              <a:spLocks/>
            </p:cNvSpPr>
            <p:nvPr/>
          </p:nvSpPr>
          <p:spPr>
            <a:xfrm>
              <a:off x="1310143" y="514186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5" name="02_predicted_pose_1084">
              <a:extLst>
                <a:ext uri="{FF2B5EF4-FFF2-40B4-BE49-F238E27FC236}">
                  <a16:creationId xmlns:a16="http://schemas.microsoft.com/office/drawing/2014/main" id="{BEBFEEFD-DE28-4164-A284-78F04B4E3A63}"/>
                </a:ext>
              </a:extLst>
            </p:cNvPr>
            <p:cNvSpPr>
              <a:spLocks/>
            </p:cNvSpPr>
            <p:nvPr/>
          </p:nvSpPr>
          <p:spPr>
            <a:xfrm>
              <a:off x="1403167" y="582989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6" name="02_predicted_pose_1085">
              <a:extLst>
                <a:ext uri="{FF2B5EF4-FFF2-40B4-BE49-F238E27FC236}">
                  <a16:creationId xmlns:a16="http://schemas.microsoft.com/office/drawing/2014/main" id="{27EA0EA5-86CD-4186-B95B-8108CA6A6307}"/>
                </a:ext>
              </a:extLst>
            </p:cNvPr>
            <p:cNvSpPr>
              <a:spLocks/>
            </p:cNvSpPr>
            <p:nvPr/>
          </p:nvSpPr>
          <p:spPr>
            <a:xfrm>
              <a:off x="1496190" y="57055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7" name="02_predicted_pose_1086">
              <a:extLst>
                <a:ext uri="{FF2B5EF4-FFF2-40B4-BE49-F238E27FC236}">
                  <a16:creationId xmlns:a16="http://schemas.microsoft.com/office/drawing/2014/main" id="{69055A2E-E441-4F26-93F7-A9724A3640A2}"/>
                </a:ext>
              </a:extLst>
            </p:cNvPr>
            <p:cNvSpPr>
              <a:spLocks/>
            </p:cNvSpPr>
            <p:nvPr/>
          </p:nvSpPr>
          <p:spPr>
            <a:xfrm>
              <a:off x="1245716" y="583709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8" name="02_predicted_pose_1087">
              <a:extLst>
                <a:ext uri="{FF2B5EF4-FFF2-40B4-BE49-F238E27FC236}">
                  <a16:creationId xmlns:a16="http://schemas.microsoft.com/office/drawing/2014/main" id="{2A0F3053-99A2-40FD-89C0-510C08F4F0D2}"/>
                </a:ext>
              </a:extLst>
            </p:cNvPr>
            <p:cNvSpPr>
              <a:spLocks/>
            </p:cNvSpPr>
            <p:nvPr/>
          </p:nvSpPr>
          <p:spPr>
            <a:xfrm>
              <a:off x="1338739" y="587485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89" name="02_predicted_pose_1088">
              <a:extLst>
                <a:ext uri="{FF2B5EF4-FFF2-40B4-BE49-F238E27FC236}">
                  <a16:creationId xmlns:a16="http://schemas.microsoft.com/office/drawing/2014/main" id="{56EF69CC-37E2-43D1-848C-25496861A08C}"/>
                </a:ext>
              </a:extLst>
            </p:cNvPr>
            <p:cNvSpPr>
              <a:spLocks/>
            </p:cNvSpPr>
            <p:nvPr/>
          </p:nvSpPr>
          <p:spPr>
            <a:xfrm>
              <a:off x="1431763" y="579774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0" name="02_predicted_pose_1089">
              <a:extLst>
                <a:ext uri="{FF2B5EF4-FFF2-40B4-BE49-F238E27FC236}">
                  <a16:creationId xmlns:a16="http://schemas.microsoft.com/office/drawing/2014/main" id="{5ED18324-C84D-4186-8CD5-59ADFCE86C8B}"/>
                </a:ext>
              </a:extLst>
            </p:cNvPr>
            <p:cNvSpPr>
              <a:spLocks/>
            </p:cNvSpPr>
            <p:nvPr/>
          </p:nvSpPr>
          <p:spPr>
            <a:xfrm>
              <a:off x="1295328" y="58100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1" name="02_predicted_pose_1090">
              <a:extLst>
                <a:ext uri="{FF2B5EF4-FFF2-40B4-BE49-F238E27FC236}">
                  <a16:creationId xmlns:a16="http://schemas.microsoft.com/office/drawing/2014/main" id="{76E26309-8B3D-4DB1-AE92-DAF75496F9D5}"/>
                </a:ext>
              </a:extLst>
            </p:cNvPr>
            <p:cNvSpPr>
              <a:spLocks/>
            </p:cNvSpPr>
            <p:nvPr/>
          </p:nvSpPr>
          <p:spPr>
            <a:xfrm>
              <a:off x="1388352" y="586683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2" name="02_predicted_pose_1091">
              <a:extLst>
                <a:ext uri="{FF2B5EF4-FFF2-40B4-BE49-F238E27FC236}">
                  <a16:creationId xmlns:a16="http://schemas.microsoft.com/office/drawing/2014/main" id="{030B9937-992A-4491-8785-2EE409285F08}"/>
                </a:ext>
              </a:extLst>
            </p:cNvPr>
            <p:cNvSpPr>
              <a:spLocks/>
            </p:cNvSpPr>
            <p:nvPr/>
          </p:nvSpPr>
          <p:spPr>
            <a:xfrm>
              <a:off x="1481375" y="588942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3" name="02_predicted_pose_1092">
              <a:extLst>
                <a:ext uri="{FF2B5EF4-FFF2-40B4-BE49-F238E27FC236}">
                  <a16:creationId xmlns:a16="http://schemas.microsoft.com/office/drawing/2014/main" id="{6B528BD0-0756-40AD-AA27-6F49BAEF80F1}"/>
                </a:ext>
              </a:extLst>
            </p:cNvPr>
            <p:cNvSpPr>
              <a:spLocks/>
            </p:cNvSpPr>
            <p:nvPr/>
          </p:nvSpPr>
          <p:spPr>
            <a:xfrm>
              <a:off x="1230901" y="56909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4" name="02_predicted_pose_1093">
              <a:extLst>
                <a:ext uri="{FF2B5EF4-FFF2-40B4-BE49-F238E27FC236}">
                  <a16:creationId xmlns:a16="http://schemas.microsoft.com/office/drawing/2014/main" id="{1C279861-F7F1-41A2-A180-8CADA6683B43}"/>
                </a:ext>
              </a:extLst>
            </p:cNvPr>
            <p:cNvSpPr>
              <a:spLocks/>
            </p:cNvSpPr>
            <p:nvPr/>
          </p:nvSpPr>
          <p:spPr>
            <a:xfrm>
              <a:off x="1323924" y="58323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5" name="02_predicted_pose_1094">
              <a:extLst>
                <a:ext uri="{FF2B5EF4-FFF2-40B4-BE49-F238E27FC236}">
                  <a16:creationId xmlns:a16="http://schemas.microsoft.com/office/drawing/2014/main" id="{BD5FE883-185F-4B03-AB8F-B8BA4AC2AF4D}"/>
                </a:ext>
              </a:extLst>
            </p:cNvPr>
            <p:cNvSpPr>
              <a:spLocks/>
            </p:cNvSpPr>
            <p:nvPr/>
          </p:nvSpPr>
          <p:spPr>
            <a:xfrm>
              <a:off x="1416948" y="58144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6" name="02_predicted_pose_1095">
              <a:extLst>
                <a:ext uri="{FF2B5EF4-FFF2-40B4-BE49-F238E27FC236}">
                  <a16:creationId xmlns:a16="http://schemas.microsoft.com/office/drawing/2014/main" id="{6D2F1B2C-4A5B-4573-830F-084BB4D2536A}"/>
                </a:ext>
              </a:extLst>
            </p:cNvPr>
            <p:cNvSpPr>
              <a:spLocks/>
            </p:cNvSpPr>
            <p:nvPr/>
          </p:nvSpPr>
          <p:spPr>
            <a:xfrm>
              <a:off x="1166474" y="591175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7" name="02_predicted_pose_1096">
              <a:extLst>
                <a:ext uri="{FF2B5EF4-FFF2-40B4-BE49-F238E27FC236}">
                  <a16:creationId xmlns:a16="http://schemas.microsoft.com/office/drawing/2014/main" id="{77D0F3E3-CEA1-4BE9-A9EE-9342B3C32291}"/>
                </a:ext>
              </a:extLst>
            </p:cNvPr>
            <p:cNvSpPr>
              <a:spLocks/>
            </p:cNvSpPr>
            <p:nvPr/>
          </p:nvSpPr>
          <p:spPr>
            <a:xfrm>
              <a:off x="1259497" y="57093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8" name="02_predicted_pose_1097">
              <a:extLst>
                <a:ext uri="{FF2B5EF4-FFF2-40B4-BE49-F238E27FC236}">
                  <a16:creationId xmlns:a16="http://schemas.microsoft.com/office/drawing/2014/main" id="{6066F2CE-7266-475A-970C-18543B8B7E03}"/>
                </a:ext>
              </a:extLst>
            </p:cNvPr>
            <p:cNvSpPr>
              <a:spLocks/>
            </p:cNvSpPr>
            <p:nvPr/>
          </p:nvSpPr>
          <p:spPr>
            <a:xfrm>
              <a:off x="1352520" y="581835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99" name="02_predicted_pose_1098">
              <a:extLst>
                <a:ext uri="{FF2B5EF4-FFF2-40B4-BE49-F238E27FC236}">
                  <a16:creationId xmlns:a16="http://schemas.microsoft.com/office/drawing/2014/main" id="{99BDFA15-2C79-425E-AC16-729A7CA89856}"/>
                </a:ext>
              </a:extLst>
            </p:cNvPr>
            <p:cNvSpPr>
              <a:spLocks/>
            </p:cNvSpPr>
            <p:nvPr/>
          </p:nvSpPr>
          <p:spPr>
            <a:xfrm>
              <a:off x="1445544" y="573121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0" name="02_predicted_pose_1099">
              <a:extLst>
                <a:ext uri="{FF2B5EF4-FFF2-40B4-BE49-F238E27FC236}">
                  <a16:creationId xmlns:a16="http://schemas.microsoft.com/office/drawing/2014/main" id="{06FF21FE-4637-4751-9163-5F1367D13082}"/>
                </a:ext>
              </a:extLst>
            </p:cNvPr>
            <p:cNvSpPr>
              <a:spLocks/>
            </p:cNvSpPr>
            <p:nvPr/>
          </p:nvSpPr>
          <p:spPr>
            <a:xfrm>
              <a:off x="1309110" y="56944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1" name="02_predicted_pose_1100">
              <a:extLst>
                <a:ext uri="{FF2B5EF4-FFF2-40B4-BE49-F238E27FC236}">
                  <a16:creationId xmlns:a16="http://schemas.microsoft.com/office/drawing/2014/main" id="{DBC0BE68-686D-4B4B-8B04-B08D295F5181}"/>
                </a:ext>
              </a:extLst>
            </p:cNvPr>
            <p:cNvSpPr>
              <a:spLocks/>
            </p:cNvSpPr>
            <p:nvPr/>
          </p:nvSpPr>
          <p:spPr>
            <a:xfrm>
              <a:off x="1402133" y="51664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2" name="02_predicted_pose_1101">
              <a:extLst>
                <a:ext uri="{FF2B5EF4-FFF2-40B4-BE49-F238E27FC236}">
                  <a16:creationId xmlns:a16="http://schemas.microsoft.com/office/drawing/2014/main" id="{648A0B5F-FB9A-457D-BAE4-951D56696055}"/>
                </a:ext>
              </a:extLst>
            </p:cNvPr>
            <p:cNvSpPr>
              <a:spLocks/>
            </p:cNvSpPr>
            <p:nvPr/>
          </p:nvSpPr>
          <p:spPr>
            <a:xfrm>
              <a:off x="1495156" y="58674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3" name="02_predicted_pose_1102">
              <a:extLst>
                <a:ext uri="{FF2B5EF4-FFF2-40B4-BE49-F238E27FC236}">
                  <a16:creationId xmlns:a16="http://schemas.microsoft.com/office/drawing/2014/main" id="{35553484-5BF6-4535-8466-527E7A584DD1}"/>
                </a:ext>
              </a:extLst>
            </p:cNvPr>
            <p:cNvSpPr>
              <a:spLocks/>
            </p:cNvSpPr>
            <p:nvPr/>
          </p:nvSpPr>
          <p:spPr>
            <a:xfrm>
              <a:off x="1244682" y="588077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4" name="02_predicted_pose_1103">
              <a:extLst>
                <a:ext uri="{FF2B5EF4-FFF2-40B4-BE49-F238E27FC236}">
                  <a16:creationId xmlns:a16="http://schemas.microsoft.com/office/drawing/2014/main" id="{B9FEBD0A-9C3E-4D8D-87CD-DB2BABCC6EF2}"/>
                </a:ext>
              </a:extLst>
            </p:cNvPr>
            <p:cNvSpPr>
              <a:spLocks/>
            </p:cNvSpPr>
            <p:nvPr/>
          </p:nvSpPr>
          <p:spPr>
            <a:xfrm>
              <a:off x="1337706" y="57706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5" name="02_predicted_pose_1104">
              <a:extLst>
                <a:ext uri="{FF2B5EF4-FFF2-40B4-BE49-F238E27FC236}">
                  <a16:creationId xmlns:a16="http://schemas.microsoft.com/office/drawing/2014/main" id="{CA601202-C886-4348-A337-5E296F03328F}"/>
                </a:ext>
              </a:extLst>
            </p:cNvPr>
            <p:cNvSpPr>
              <a:spLocks/>
            </p:cNvSpPr>
            <p:nvPr/>
          </p:nvSpPr>
          <p:spPr>
            <a:xfrm>
              <a:off x="1430729" y="572213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6" name="02_predicted_pose_1105">
              <a:extLst>
                <a:ext uri="{FF2B5EF4-FFF2-40B4-BE49-F238E27FC236}">
                  <a16:creationId xmlns:a16="http://schemas.microsoft.com/office/drawing/2014/main" id="{1F380787-DC98-4C71-AD02-BC8D8823B9E9}"/>
                </a:ext>
              </a:extLst>
            </p:cNvPr>
            <p:cNvSpPr>
              <a:spLocks/>
            </p:cNvSpPr>
            <p:nvPr/>
          </p:nvSpPr>
          <p:spPr>
            <a:xfrm>
              <a:off x="1180255" y="58253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7" name="02_predicted_pose_1106">
              <a:extLst>
                <a:ext uri="{FF2B5EF4-FFF2-40B4-BE49-F238E27FC236}">
                  <a16:creationId xmlns:a16="http://schemas.microsoft.com/office/drawing/2014/main" id="{99F16704-48ED-4420-A267-348152C86983}"/>
                </a:ext>
              </a:extLst>
            </p:cNvPr>
            <p:cNvSpPr>
              <a:spLocks/>
            </p:cNvSpPr>
            <p:nvPr/>
          </p:nvSpPr>
          <p:spPr>
            <a:xfrm>
              <a:off x="1273278" y="56791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8" name="02_predicted_pose_1107">
              <a:extLst>
                <a:ext uri="{FF2B5EF4-FFF2-40B4-BE49-F238E27FC236}">
                  <a16:creationId xmlns:a16="http://schemas.microsoft.com/office/drawing/2014/main" id="{A395A4D6-A0E5-4C1F-B2D9-BC7C479741DE}"/>
                </a:ext>
              </a:extLst>
            </p:cNvPr>
            <p:cNvSpPr>
              <a:spLocks/>
            </p:cNvSpPr>
            <p:nvPr/>
          </p:nvSpPr>
          <p:spPr>
            <a:xfrm>
              <a:off x="1366302" y="58679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09" name="02_predicted_pose_1108">
              <a:extLst>
                <a:ext uri="{FF2B5EF4-FFF2-40B4-BE49-F238E27FC236}">
                  <a16:creationId xmlns:a16="http://schemas.microsoft.com/office/drawing/2014/main" id="{A07CE929-DCD7-4B01-968F-E0ED5F7B1549}"/>
                </a:ext>
              </a:extLst>
            </p:cNvPr>
            <p:cNvSpPr>
              <a:spLocks/>
            </p:cNvSpPr>
            <p:nvPr/>
          </p:nvSpPr>
          <p:spPr>
            <a:xfrm>
              <a:off x="1459325" y="582293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0" name="02_predicted_pose_1109">
              <a:extLst>
                <a:ext uri="{FF2B5EF4-FFF2-40B4-BE49-F238E27FC236}">
                  <a16:creationId xmlns:a16="http://schemas.microsoft.com/office/drawing/2014/main" id="{AED5B582-9C81-4649-B4AA-E6A03E5D8F9D}"/>
                </a:ext>
              </a:extLst>
            </p:cNvPr>
            <p:cNvSpPr>
              <a:spLocks/>
            </p:cNvSpPr>
            <p:nvPr/>
          </p:nvSpPr>
          <p:spPr>
            <a:xfrm>
              <a:off x="1322891" y="581863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1" name="02_predicted_pose_1110">
              <a:extLst>
                <a:ext uri="{FF2B5EF4-FFF2-40B4-BE49-F238E27FC236}">
                  <a16:creationId xmlns:a16="http://schemas.microsoft.com/office/drawing/2014/main" id="{63EF5BD0-BF11-45DE-B6B9-7EB931C54274}"/>
                </a:ext>
              </a:extLst>
            </p:cNvPr>
            <p:cNvSpPr>
              <a:spLocks/>
            </p:cNvSpPr>
            <p:nvPr/>
          </p:nvSpPr>
          <p:spPr>
            <a:xfrm>
              <a:off x="1415914" y="589402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2" name="02_predicted_pose_1111">
              <a:extLst>
                <a:ext uri="{FF2B5EF4-FFF2-40B4-BE49-F238E27FC236}">
                  <a16:creationId xmlns:a16="http://schemas.microsoft.com/office/drawing/2014/main" id="{0A9F35F9-D6B0-426E-828F-DF15894A65E6}"/>
                </a:ext>
              </a:extLst>
            </p:cNvPr>
            <p:cNvSpPr>
              <a:spLocks/>
            </p:cNvSpPr>
            <p:nvPr/>
          </p:nvSpPr>
          <p:spPr>
            <a:xfrm>
              <a:off x="1165440" y="571652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3" name="02_predicted_pose_1112">
              <a:extLst>
                <a:ext uri="{FF2B5EF4-FFF2-40B4-BE49-F238E27FC236}">
                  <a16:creationId xmlns:a16="http://schemas.microsoft.com/office/drawing/2014/main" id="{DBD0CCB1-DCAD-4FC8-8E01-43EC11BC3296}"/>
                </a:ext>
              </a:extLst>
            </p:cNvPr>
            <p:cNvSpPr>
              <a:spLocks/>
            </p:cNvSpPr>
            <p:nvPr/>
          </p:nvSpPr>
          <p:spPr>
            <a:xfrm>
              <a:off x="1258464" y="591780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4" name="02_predicted_pose_1113">
              <a:extLst>
                <a:ext uri="{FF2B5EF4-FFF2-40B4-BE49-F238E27FC236}">
                  <a16:creationId xmlns:a16="http://schemas.microsoft.com/office/drawing/2014/main" id="{DA39BB59-44D4-4909-867A-391F71FEC09F}"/>
                </a:ext>
              </a:extLst>
            </p:cNvPr>
            <p:cNvSpPr>
              <a:spLocks/>
            </p:cNvSpPr>
            <p:nvPr/>
          </p:nvSpPr>
          <p:spPr>
            <a:xfrm>
              <a:off x="1351487" y="579660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5" name="02_predicted_pose_1114">
              <a:extLst>
                <a:ext uri="{FF2B5EF4-FFF2-40B4-BE49-F238E27FC236}">
                  <a16:creationId xmlns:a16="http://schemas.microsoft.com/office/drawing/2014/main" id="{D732A933-A773-4944-93E6-C32BAA580896}"/>
                </a:ext>
              </a:extLst>
            </p:cNvPr>
            <p:cNvSpPr>
              <a:spLocks/>
            </p:cNvSpPr>
            <p:nvPr/>
          </p:nvSpPr>
          <p:spPr>
            <a:xfrm>
              <a:off x="1444510" y="566249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6" name="02_predicted_pose_1115">
              <a:extLst>
                <a:ext uri="{FF2B5EF4-FFF2-40B4-BE49-F238E27FC236}">
                  <a16:creationId xmlns:a16="http://schemas.microsoft.com/office/drawing/2014/main" id="{10153CB3-9A2B-40F5-9569-B89E9E99B1A3}"/>
                </a:ext>
              </a:extLst>
            </p:cNvPr>
            <p:cNvSpPr>
              <a:spLocks/>
            </p:cNvSpPr>
            <p:nvPr/>
          </p:nvSpPr>
          <p:spPr>
            <a:xfrm>
              <a:off x="1194036" y="57996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7" name="02_predicted_pose_1116">
              <a:extLst>
                <a:ext uri="{FF2B5EF4-FFF2-40B4-BE49-F238E27FC236}">
                  <a16:creationId xmlns:a16="http://schemas.microsoft.com/office/drawing/2014/main" id="{847F7952-20A1-4645-90F6-6174AB0C5ECE}"/>
                </a:ext>
              </a:extLst>
            </p:cNvPr>
            <p:cNvSpPr>
              <a:spLocks/>
            </p:cNvSpPr>
            <p:nvPr/>
          </p:nvSpPr>
          <p:spPr>
            <a:xfrm>
              <a:off x="1287060" y="590230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8" name="02_predicted_pose_1117">
              <a:extLst>
                <a:ext uri="{FF2B5EF4-FFF2-40B4-BE49-F238E27FC236}">
                  <a16:creationId xmlns:a16="http://schemas.microsoft.com/office/drawing/2014/main" id="{405EB2B4-B14B-4207-8E95-D4B730041A6D}"/>
                </a:ext>
              </a:extLst>
            </p:cNvPr>
            <p:cNvSpPr>
              <a:spLocks/>
            </p:cNvSpPr>
            <p:nvPr/>
          </p:nvSpPr>
          <p:spPr>
            <a:xfrm>
              <a:off x="1380083" y="56704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19" name="02_predicted_pose_1118">
              <a:extLst>
                <a:ext uri="{FF2B5EF4-FFF2-40B4-BE49-F238E27FC236}">
                  <a16:creationId xmlns:a16="http://schemas.microsoft.com/office/drawing/2014/main" id="{B94A695C-2803-47CA-875D-4C48F9118BB3}"/>
                </a:ext>
              </a:extLst>
            </p:cNvPr>
            <p:cNvSpPr>
              <a:spLocks/>
            </p:cNvSpPr>
            <p:nvPr/>
          </p:nvSpPr>
          <p:spPr>
            <a:xfrm>
              <a:off x="1473106" y="590745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0" name="02_predicted_pose_1119">
              <a:extLst>
                <a:ext uri="{FF2B5EF4-FFF2-40B4-BE49-F238E27FC236}">
                  <a16:creationId xmlns:a16="http://schemas.microsoft.com/office/drawing/2014/main" id="{52215CEF-C810-4C93-B0E3-7A7771CD9E24}"/>
                </a:ext>
              </a:extLst>
            </p:cNvPr>
            <p:cNvSpPr>
              <a:spLocks/>
            </p:cNvSpPr>
            <p:nvPr/>
          </p:nvSpPr>
          <p:spPr>
            <a:xfrm>
              <a:off x="1336672" y="58892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1" name="02_predicted_pose_1120">
              <a:extLst>
                <a:ext uri="{FF2B5EF4-FFF2-40B4-BE49-F238E27FC236}">
                  <a16:creationId xmlns:a16="http://schemas.microsoft.com/office/drawing/2014/main" id="{79423F1A-6BE2-474C-BDA4-F3121AFD6E98}"/>
                </a:ext>
              </a:extLst>
            </p:cNvPr>
            <p:cNvSpPr>
              <a:spLocks/>
            </p:cNvSpPr>
            <p:nvPr/>
          </p:nvSpPr>
          <p:spPr>
            <a:xfrm>
              <a:off x="1429695" y="580948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2" name="02_predicted_pose_1121">
              <a:extLst>
                <a:ext uri="{FF2B5EF4-FFF2-40B4-BE49-F238E27FC236}">
                  <a16:creationId xmlns:a16="http://schemas.microsoft.com/office/drawing/2014/main" id="{5BDA261B-CFBE-41E8-A5B4-68F66379E44E}"/>
                </a:ext>
              </a:extLst>
            </p:cNvPr>
            <p:cNvSpPr>
              <a:spLocks/>
            </p:cNvSpPr>
            <p:nvPr/>
          </p:nvSpPr>
          <p:spPr>
            <a:xfrm>
              <a:off x="1179221" y="588831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3" name="02_predicted_pose_1122">
              <a:extLst>
                <a:ext uri="{FF2B5EF4-FFF2-40B4-BE49-F238E27FC236}">
                  <a16:creationId xmlns:a16="http://schemas.microsoft.com/office/drawing/2014/main" id="{0AF00267-F44B-4852-8D51-922F09E4FC2D}"/>
                </a:ext>
              </a:extLst>
            </p:cNvPr>
            <p:cNvSpPr>
              <a:spLocks/>
            </p:cNvSpPr>
            <p:nvPr/>
          </p:nvSpPr>
          <p:spPr>
            <a:xfrm>
              <a:off x="1272245" y="580419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4" name="02_predicted_pose_1123">
              <a:extLst>
                <a:ext uri="{FF2B5EF4-FFF2-40B4-BE49-F238E27FC236}">
                  <a16:creationId xmlns:a16="http://schemas.microsoft.com/office/drawing/2014/main" id="{F1A1F975-2F2A-4732-8922-80880FDEC19F}"/>
                </a:ext>
              </a:extLst>
            </p:cNvPr>
            <p:cNvSpPr>
              <a:spLocks/>
            </p:cNvSpPr>
            <p:nvPr/>
          </p:nvSpPr>
          <p:spPr>
            <a:xfrm>
              <a:off x="1365268" y="58711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5" name="02_predicted_pose_1124">
              <a:extLst>
                <a:ext uri="{FF2B5EF4-FFF2-40B4-BE49-F238E27FC236}">
                  <a16:creationId xmlns:a16="http://schemas.microsoft.com/office/drawing/2014/main" id="{E8375049-8E05-4C4B-90E0-56E56B305A04}"/>
                </a:ext>
              </a:extLst>
            </p:cNvPr>
            <p:cNvSpPr>
              <a:spLocks/>
            </p:cNvSpPr>
            <p:nvPr/>
          </p:nvSpPr>
          <p:spPr>
            <a:xfrm>
              <a:off x="1458291" y="585508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6" name="02_predicted_pose_1125">
              <a:extLst>
                <a:ext uri="{FF2B5EF4-FFF2-40B4-BE49-F238E27FC236}">
                  <a16:creationId xmlns:a16="http://schemas.microsoft.com/office/drawing/2014/main" id="{6CAB9B8D-478C-48FD-B2E6-1713FFC8EE85}"/>
                </a:ext>
              </a:extLst>
            </p:cNvPr>
            <p:cNvSpPr>
              <a:spLocks/>
            </p:cNvSpPr>
            <p:nvPr/>
          </p:nvSpPr>
          <p:spPr>
            <a:xfrm>
              <a:off x="1207818" y="583379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7" name="02_predicted_pose_1126">
              <a:extLst>
                <a:ext uri="{FF2B5EF4-FFF2-40B4-BE49-F238E27FC236}">
                  <a16:creationId xmlns:a16="http://schemas.microsoft.com/office/drawing/2014/main" id="{54FA4CDB-AFAA-471A-9C46-5EFEB0BE1CF3}"/>
                </a:ext>
              </a:extLst>
            </p:cNvPr>
            <p:cNvSpPr>
              <a:spLocks/>
            </p:cNvSpPr>
            <p:nvPr/>
          </p:nvSpPr>
          <p:spPr>
            <a:xfrm>
              <a:off x="1300841" y="58539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8" name="02_predicted_pose_1127">
              <a:extLst>
                <a:ext uri="{FF2B5EF4-FFF2-40B4-BE49-F238E27FC236}">
                  <a16:creationId xmlns:a16="http://schemas.microsoft.com/office/drawing/2014/main" id="{54691B77-DD3F-4390-8873-1BC4C661C46F}"/>
                </a:ext>
              </a:extLst>
            </p:cNvPr>
            <p:cNvSpPr>
              <a:spLocks/>
            </p:cNvSpPr>
            <p:nvPr/>
          </p:nvSpPr>
          <p:spPr>
            <a:xfrm>
              <a:off x="1393864" y="56867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29" name="02_predicted_pose_1128">
              <a:extLst>
                <a:ext uri="{FF2B5EF4-FFF2-40B4-BE49-F238E27FC236}">
                  <a16:creationId xmlns:a16="http://schemas.microsoft.com/office/drawing/2014/main" id="{0D9B750C-5EB6-4DEF-B464-F7BC8BF806A1}"/>
                </a:ext>
              </a:extLst>
            </p:cNvPr>
            <p:cNvSpPr>
              <a:spLocks/>
            </p:cNvSpPr>
            <p:nvPr/>
          </p:nvSpPr>
          <p:spPr>
            <a:xfrm>
              <a:off x="1486888" y="59487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0" name="02_predicted_pose_1129">
              <a:extLst>
                <a:ext uri="{FF2B5EF4-FFF2-40B4-BE49-F238E27FC236}">
                  <a16:creationId xmlns:a16="http://schemas.microsoft.com/office/drawing/2014/main" id="{3C250366-0779-4211-BFF4-48298450B43C}"/>
                </a:ext>
              </a:extLst>
            </p:cNvPr>
            <p:cNvSpPr>
              <a:spLocks/>
            </p:cNvSpPr>
            <p:nvPr/>
          </p:nvSpPr>
          <p:spPr>
            <a:xfrm>
              <a:off x="1350453" y="59125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1" name="02_predicted_pose_1130">
              <a:extLst>
                <a:ext uri="{FF2B5EF4-FFF2-40B4-BE49-F238E27FC236}">
                  <a16:creationId xmlns:a16="http://schemas.microsoft.com/office/drawing/2014/main" id="{44161304-CDF1-47B7-8374-A8F908357150}"/>
                </a:ext>
              </a:extLst>
            </p:cNvPr>
            <p:cNvSpPr>
              <a:spLocks/>
            </p:cNvSpPr>
            <p:nvPr/>
          </p:nvSpPr>
          <p:spPr>
            <a:xfrm>
              <a:off x="1443477" y="595901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2" name="02_predicted_pose_1131">
              <a:extLst>
                <a:ext uri="{FF2B5EF4-FFF2-40B4-BE49-F238E27FC236}">
                  <a16:creationId xmlns:a16="http://schemas.microsoft.com/office/drawing/2014/main" id="{6D113AE5-7C29-4450-882D-69BB0C25867D}"/>
                </a:ext>
              </a:extLst>
            </p:cNvPr>
            <p:cNvSpPr>
              <a:spLocks/>
            </p:cNvSpPr>
            <p:nvPr/>
          </p:nvSpPr>
          <p:spPr>
            <a:xfrm>
              <a:off x="1193003" y="581602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3" name="02_predicted_pose_1132">
              <a:extLst>
                <a:ext uri="{FF2B5EF4-FFF2-40B4-BE49-F238E27FC236}">
                  <a16:creationId xmlns:a16="http://schemas.microsoft.com/office/drawing/2014/main" id="{EA88AA9F-E65F-4CE0-A268-913B195B9349}"/>
                </a:ext>
              </a:extLst>
            </p:cNvPr>
            <p:cNvSpPr>
              <a:spLocks/>
            </p:cNvSpPr>
            <p:nvPr/>
          </p:nvSpPr>
          <p:spPr>
            <a:xfrm>
              <a:off x="1286026" y="59634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4" name="02_predicted_pose_1133">
              <a:extLst>
                <a:ext uri="{FF2B5EF4-FFF2-40B4-BE49-F238E27FC236}">
                  <a16:creationId xmlns:a16="http://schemas.microsoft.com/office/drawing/2014/main" id="{C3807FB6-9BA3-47E9-920B-823F8132C486}"/>
                </a:ext>
              </a:extLst>
            </p:cNvPr>
            <p:cNvSpPr>
              <a:spLocks/>
            </p:cNvSpPr>
            <p:nvPr/>
          </p:nvSpPr>
          <p:spPr>
            <a:xfrm>
              <a:off x="1379049" y="57586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5" name="02_predicted_pose_1134">
              <a:extLst>
                <a:ext uri="{FF2B5EF4-FFF2-40B4-BE49-F238E27FC236}">
                  <a16:creationId xmlns:a16="http://schemas.microsoft.com/office/drawing/2014/main" id="{BACED98A-9E95-45A0-8EC2-ABBCD6383445}"/>
                </a:ext>
              </a:extLst>
            </p:cNvPr>
            <p:cNvSpPr>
              <a:spLocks/>
            </p:cNvSpPr>
            <p:nvPr/>
          </p:nvSpPr>
          <p:spPr>
            <a:xfrm>
              <a:off x="1472073" y="589808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6" name="02_predicted_pose_1135">
              <a:extLst>
                <a:ext uri="{FF2B5EF4-FFF2-40B4-BE49-F238E27FC236}">
                  <a16:creationId xmlns:a16="http://schemas.microsoft.com/office/drawing/2014/main" id="{14ABB7DE-B43F-44A2-8F48-650D0578A660}"/>
                </a:ext>
              </a:extLst>
            </p:cNvPr>
            <p:cNvSpPr>
              <a:spLocks/>
            </p:cNvSpPr>
            <p:nvPr/>
          </p:nvSpPr>
          <p:spPr>
            <a:xfrm>
              <a:off x="1221599" y="564825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7" name="02_predicted_pose_1136">
              <a:extLst>
                <a:ext uri="{FF2B5EF4-FFF2-40B4-BE49-F238E27FC236}">
                  <a16:creationId xmlns:a16="http://schemas.microsoft.com/office/drawing/2014/main" id="{9863FE05-50A1-4439-A251-48E70668C00F}"/>
                </a:ext>
              </a:extLst>
            </p:cNvPr>
            <p:cNvSpPr>
              <a:spLocks/>
            </p:cNvSpPr>
            <p:nvPr/>
          </p:nvSpPr>
          <p:spPr>
            <a:xfrm>
              <a:off x="1314622" y="585066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8" name="02_predicted_pose_1137">
              <a:extLst>
                <a:ext uri="{FF2B5EF4-FFF2-40B4-BE49-F238E27FC236}">
                  <a16:creationId xmlns:a16="http://schemas.microsoft.com/office/drawing/2014/main" id="{73C2EFA2-D091-4F78-A2A3-BAD16D9CE3AD}"/>
                </a:ext>
              </a:extLst>
            </p:cNvPr>
            <p:cNvSpPr>
              <a:spLocks/>
            </p:cNvSpPr>
            <p:nvPr/>
          </p:nvSpPr>
          <p:spPr>
            <a:xfrm>
              <a:off x="1407645" y="59037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39" name="02_predicted_pose_1138">
              <a:extLst>
                <a:ext uri="{FF2B5EF4-FFF2-40B4-BE49-F238E27FC236}">
                  <a16:creationId xmlns:a16="http://schemas.microsoft.com/office/drawing/2014/main" id="{B89A3068-F834-4A6A-9F93-44FE28AB36BD}"/>
                </a:ext>
              </a:extLst>
            </p:cNvPr>
            <p:cNvSpPr>
              <a:spLocks/>
            </p:cNvSpPr>
            <p:nvPr/>
          </p:nvSpPr>
          <p:spPr>
            <a:xfrm>
              <a:off x="1157172" y="576451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0" name="02_predicted_pose_1139">
              <a:extLst>
                <a:ext uri="{FF2B5EF4-FFF2-40B4-BE49-F238E27FC236}">
                  <a16:creationId xmlns:a16="http://schemas.microsoft.com/office/drawing/2014/main" id="{7693068F-838B-402C-BC73-9B7638E364E3}"/>
                </a:ext>
              </a:extLst>
            </p:cNvPr>
            <p:cNvSpPr>
              <a:spLocks/>
            </p:cNvSpPr>
            <p:nvPr/>
          </p:nvSpPr>
          <p:spPr>
            <a:xfrm>
              <a:off x="1364235" y="569857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1" name="02_predicted_pose_1140">
              <a:extLst>
                <a:ext uri="{FF2B5EF4-FFF2-40B4-BE49-F238E27FC236}">
                  <a16:creationId xmlns:a16="http://schemas.microsoft.com/office/drawing/2014/main" id="{B494D9E4-B38F-4E28-B0AC-9C4AD8194C0D}"/>
                </a:ext>
              </a:extLst>
            </p:cNvPr>
            <p:cNvSpPr>
              <a:spLocks/>
            </p:cNvSpPr>
            <p:nvPr/>
          </p:nvSpPr>
          <p:spPr>
            <a:xfrm>
              <a:off x="1457258" y="56840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2" name="02_predicted_pose_1141">
              <a:extLst>
                <a:ext uri="{FF2B5EF4-FFF2-40B4-BE49-F238E27FC236}">
                  <a16:creationId xmlns:a16="http://schemas.microsoft.com/office/drawing/2014/main" id="{6F147C80-529C-44F9-9B42-0369832D3809}"/>
                </a:ext>
              </a:extLst>
            </p:cNvPr>
            <p:cNvSpPr>
              <a:spLocks/>
            </p:cNvSpPr>
            <p:nvPr/>
          </p:nvSpPr>
          <p:spPr>
            <a:xfrm>
              <a:off x="1206784" y="58983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3" name="02_predicted_pose_1142">
              <a:extLst>
                <a:ext uri="{FF2B5EF4-FFF2-40B4-BE49-F238E27FC236}">
                  <a16:creationId xmlns:a16="http://schemas.microsoft.com/office/drawing/2014/main" id="{0AD873AB-9B53-4509-86B9-7CFE071471EC}"/>
                </a:ext>
              </a:extLst>
            </p:cNvPr>
            <p:cNvSpPr>
              <a:spLocks/>
            </p:cNvSpPr>
            <p:nvPr/>
          </p:nvSpPr>
          <p:spPr>
            <a:xfrm>
              <a:off x="1299807" y="590905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4" name="02_predicted_pose_1143">
              <a:extLst>
                <a:ext uri="{FF2B5EF4-FFF2-40B4-BE49-F238E27FC236}">
                  <a16:creationId xmlns:a16="http://schemas.microsoft.com/office/drawing/2014/main" id="{7BB2AACA-61D8-40D9-BB8C-47FEE18DA311}"/>
                </a:ext>
              </a:extLst>
            </p:cNvPr>
            <p:cNvSpPr>
              <a:spLocks/>
            </p:cNvSpPr>
            <p:nvPr/>
          </p:nvSpPr>
          <p:spPr>
            <a:xfrm>
              <a:off x="1392831" y="58657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5" name="02_predicted_pose_1144">
              <a:extLst>
                <a:ext uri="{FF2B5EF4-FFF2-40B4-BE49-F238E27FC236}">
                  <a16:creationId xmlns:a16="http://schemas.microsoft.com/office/drawing/2014/main" id="{0B3E512E-4B87-4781-9B95-42C83EECE808}"/>
                </a:ext>
              </a:extLst>
            </p:cNvPr>
            <p:cNvSpPr>
              <a:spLocks/>
            </p:cNvSpPr>
            <p:nvPr/>
          </p:nvSpPr>
          <p:spPr>
            <a:xfrm>
              <a:off x="1485854" y="58222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6" name="02_predicted_pose_1145">
              <a:extLst>
                <a:ext uri="{FF2B5EF4-FFF2-40B4-BE49-F238E27FC236}">
                  <a16:creationId xmlns:a16="http://schemas.microsoft.com/office/drawing/2014/main" id="{79DF52EC-D728-473C-9866-C7F9DD944D67}"/>
                </a:ext>
              </a:extLst>
            </p:cNvPr>
            <p:cNvSpPr>
              <a:spLocks/>
            </p:cNvSpPr>
            <p:nvPr/>
          </p:nvSpPr>
          <p:spPr>
            <a:xfrm>
              <a:off x="1235380" y="565810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7" name="02_predicted_pose_1146">
              <a:extLst>
                <a:ext uri="{FF2B5EF4-FFF2-40B4-BE49-F238E27FC236}">
                  <a16:creationId xmlns:a16="http://schemas.microsoft.com/office/drawing/2014/main" id="{A273057F-506D-4F79-8BF9-12DBF852653C}"/>
                </a:ext>
              </a:extLst>
            </p:cNvPr>
            <p:cNvSpPr>
              <a:spLocks/>
            </p:cNvSpPr>
            <p:nvPr/>
          </p:nvSpPr>
          <p:spPr>
            <a:xfrm>
              <a:off x="1328403" y="585590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8" name="02_predicted_pose_1147">
              <a:extLst>
                <a:ext uri="{FF2B5EF4-FFF2-40B4-BE49-F238E27FC236}">
                  <a16:creationId xmlns:a16="http://schemas.microsoft.com/office/drawing/2014/main" id="{AA143815-D27F-4693-B347-8E3EDA049F5D}"/>
                </a:ext>
              </a:extLst>
            </p:cNvPr>
            <p:cNvSpPr>
              <a:spLocks/>
            </p:cNvSpPr>
            <p:nvPr/>
          </p:nvSpPr>
          <p:spPr>
            <a:xfrm>
              <a:off x="1292572" y="59162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49" name="02_predicted_pose_1148">
              <a:extLst>
                <a:ext uri="{FF2B5EF4-FFF2-40B4-BE49-F238E27FC236}">
                  <a16:creationId xmlns:a16="http://schemas.microsoft.com/office/drawing/2014/main" id="{1D503E1D-38B4-4B1D-88CC-31F88FC70F4F}"/>
                </a:ext>
              </a:extLst>
            </p:cNvPr>
            <p:cNvSpPr>
              <a:spLocks/>
            </p:cNvSpPr>
            <p:nvPr/>
          </p:nvSpPr>
          <p:spPr>
            <a:xfrm>
              <a:off x="1306353" y="584004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0" name="02_predicted_pose_1149">
              <a:extLst>
                <a:ext uri="{FF2B5EF4-FFF2-40B4-BE49-F238E27FC236}">
                  <a16:creationId xmlns:a16="http://schemas.microsoft.com/office/drawing/2014/main" id="{98C26558-9DF7-46D6-910C-AF438700E98C}"/>
                </a:ext>
              </a:extLst>
            </p:cNvPr>
            <p:cNvSpPr>
              <a:spLocks/>
            </p:cNvSpPr>
            <p:nvPr/>
          </p:nvSpPr>
          <p:spPr>
            <a:xfrm>
              <a:off x="1284303" y="58045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1" name="02_predicted_pose_1150">
              <a:extLst>
                <a:ext uri="{FF2B5EF4-FFF2-40B4-BE49-F238E27FC236}">
                  <a16:creationId xmlns:a16="http://schemas.microsoft.com/office/drawing/2014/main" id="{E94C178A-1D27-4EF4-8878-BBF4AB735EC2}"/>
                </a:ext>
              </a:extLst>
            </p:cNvPr>
            <p:cNvSpPr>
              <a:spLocks/>
            </p:cNvSpPr>
            <p:nvPr/>
          </p:nvSpPr>
          <p:spPr>
            <a:xfrm>
              <a:off x="1311866" y="58964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2" name="02_predicted_pose_1151">
              <a:extLst>
                <a:ext uri="{FF2B5EF4-FFF2-40B4-BE49-F238E27FC236}">
                  <a16:creationId xmlns:a16="http://schemas.microsoft.com/office/drawing/2014/main" id="{7E468BCE-569F-43CC-AA5A-7B018E7C8308}"/>
                </a:ext>
              </a:extLst>
            </p:cNvPr>
            <p:cNvSpPr>
              <a:spLocks/>
            </p:cNvSpPr>
            <p:nvPr/>
          </p:nvSpPr>
          <p:spPr>
            <a:xfrm>
              <a:off x="1339428" y="58989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3" name="02_predicted_pose_1152">
              <a:extLst>
                <a:ext uri="{FF2B5EF4-FFF2-40B4-BE49-F238E27FC236}">
                  <a16:creationId xmlns:a16="http://schemas.microsoft.com/office/drawing/2014/main" id="{9BF4C123-F5B7-48A8-91D4-0EC00320AF66}"/>
                </a:ext>
              </a:extLst>
            </p:cNvPr>
            <p:cNvSpPr>
              <a:spLocks/>
            </p:cNvSpPr>
            <p:nvPr/>
          </p:nvSpPr>
          <p:spPr>
            <a:xfrm>
              <a:off x="1321857" y="581535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4" name="02_predicted_pose_1153">
              <a:extLst>
                <a:ext uri="{FF2B5EF4-FFF2-40B4-BE49-F238E27FC236}">
                  <a16:creationId xmlns:a16="http://schemas.microsoft.com/office/drawing/2014/main" id="{52FA1095-177D-42A4-814D-FCF4DA0B8CE2}"/>
                </a:ext>
              </a:extLst>
            </p:cNvPr>
            <p:cNvSpPr>
              <a:spLocks/>
            </p:cNvSpPr>
            <p:nvPr/>
          </p:nvSpPr>
          <p:spPr>
            <a:xfrm>
              <a:off x="1164407" y="589749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5" name="02_predicted_pose_1154">
              <a:extLst>
                <a:ext uri="{FF2B5EF4-FFF2-40B4-BE49-F238E27FC236}">
                  <a16:creationId xmlns:a16="http://schemas.microsoft.com/office/drawing/2014/main" id="{4D1E92C6-54DE-432F-8E37-1AC520778BCB}"/>
                </a:ext>
              </a:extLst>
            </p:cNvPr>
            <p:cNvSpPr>
              <a:spLocks/>
            </p:cNvSpPr>
            <p:nvPr/>
          </p:nvSpPr>
          <p:spPr>
            <a:xfrm>
              <a:off x="1350453" y="58305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6" name="02_predicted_pose_1155">
              <a:extLst>
                <a:ext uri="{FF2B5EF4-FFF2-40B4-BE49-F238E27FC236}">
                  <a16:creationId xmlns:a16="http://schemas.microsoft.com/office/drawing/2014/main" id="{0BC1A01C-BE29-4529-B9BF-A98A708544E1}"/>
                </a:ext>
              </a:extLst>
            </p:cNvPr>
            <p:cNvSpPr>
              <a:spLocks/>
            </p:cNvSpPr>
            <p:nvPr/>
          </p:nvSpPr>
          <p:spPr>
            <a:xfrm>
              <a:off x="1193003" y="58415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7" name="02_predicted_pose_1156">
              <a:extLst>
                <a:ext uri="{FF2B5EF4-FFF2-40B4-BE49-F238E27FC236}">
                  <a16:creationId xmlns:a16="http://schemas.microsoft.com/office/drawing/2014/main" id="{5389A686-2098-4FE8-95A6-C375A5091E18}"/>
                </a:ext>
              </a:extLst>
            </p:cNvPr>
            <p:cNvSpPr>
              <a:spLocks/>
            </p:cNvSpPr>
            <p:nvPr/>
          </p:nvSpPr>
          <p:spPr>
            <a:xfrm>
              <a:off x="1330815" y="59829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8" name="02_predicted_pose_1157">
              <a:extLst>
                <a:ext uri="{FF2B5EF4-FFF2-40B4-BE49-F238E27FC236}">
                  <a16:creationId xmlns:a16="http://schemas.microsoft.com/office/drawing/2014/main" id="{A04731D1-BA35-4FFD-AD1A-13468114D8B7}"/>
                </a:ext>
              </a:extLst>
            </p:cNvPr>
            <p:cNvSpPr>
              <a:spLocks/>
            </p:cNvSpPr>
            <p:nvPr/>
          </p:nvSpPr>
          <p:spPr>
            <a:xfrm>
              <a:off x="1344596" y="600482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59" name="02_predicted_pose_1158">
              <a:extLst>
                <a:ext uri="{FF2B5EF4-FFF2-40B4-BE49-F238E27FC236}">
                  <a16:creationId xmlns:a16="http://schemas.microsoft.com/office/drawing/2014/main" id="{8CAB53CD-C524-44C7-A00E-381506045DF9}"/>
                </a:ext>
              </a:extLst>
            </p:cNvPr>
            <p:cNvSpPr>
              <a:spLocks/>
            </p:cNvSpPr>
            <p:nvPr/>
          </p:nvSpPr>
          <p:spPr>
            <a:xfrm>
              <a:off x="1385940" y="58961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0" name="02_predicted_pose_1159">
              <a:extLst>
                <a:ext uri="{FF2B5EF4-FFF2-40B4-BE49-F238E27FC236}">
                  <a16:creationId xmlns:a16="http://schemas.microsoft.com/office/drawing/2014/main" id="{78E1C548-4B99-4D80-83C8-CA45C07E36A7}"/>
                </a:ext>
              </a:extLst>
            </p:cNvPr>
            <p:cNvSpPr>
              <a:spLocks/>
            </p:cNvSpPr>
            <p:nvPr/>
          </p:nvSpPr>
          <p:spPr>
            <a:xfrm>
              <a:off x="1399721" y="601052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1" name="02_predicted_pose_1160">
              <a:extLst>
                <a:ext uri="{FF2B5EF4-FFF2-40B4-BE49-F238E27FC236}">
                  <a16:creationId xmlns:a16="http://schemas.microsoft.com/office/drawing/2014/main" id="{6E6E3ABF-E1F5-4896-B3E6-D571999860B6}"/>
                </a:ext>
              </a:extLst>
            </p:cNvPr>
            <p:cNvSpPr>
              <a:spLocks/>
            </p:cNvSpPr>
            <p:nvPr/>
          </p:nvSpPr>
          <p:spPr>
            <a:xfrm>
              <a:off x="1441065" y="601700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2" name="02_predicted_pose_1161">
              <a:extLst>
                <a:ext uri="{FF2B5EF4-FFF2-40B4-BE49-F238E27FC236}">
                  <a16:creationId xmlns:a16="http://schemas.microsoft.com/office/drawing/2014/main" id="{D11500F5-F6C3-41A8-BCAF-DFDDA2ADB434}"/>
                </a:ext>
              </a:extLst>
            </p:cNvPr>
            <p:cNvSpPr>
              <a:spLocks/>
            </p:cNvSpPr>
            <p:nvPr/>
          </p:nvSpPr>
          <p:spPr>
            <a:xfrm>
              <a:off x="1454846" y="601598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3" name="02_predicted_pose_1162">
              <a:extLst>
                <a:ext uri="{FF2B5EF4-FFF2-40B4-BE49-F238E27FC236}">
                  <a16:creationId xmlns:a16="http://schemas.microsoft.com/office/drawing/2014/main" id="{61C0855B-F43E-44D7-A406-040BC4138095}"/>
                </a:ext>
              </a:extLst>
            </p:cNvPr>
            <p:cNvSpPr>
              <a:spLocks/>
            </p:cNvSpPr>
            <p:nvPr/>
          </p:nvSpPr>
          <p:spPr>
            <a:xfrm>
              <a:off x="1186801" y="60461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4" name="02_predicted_pose_1163">
              <a:extLst>
                <a:ext uri="{FF2B5EF4-FFF2-40B4-BE49-F238E27FC236}">
                  <a16:creationId xmlns:a16="http://schemas.microsoft.com/office/drawing/2014/main" id="{BF8FF3E4-4DBE-4EC6-8044-8A61A994A3E3}"/>
                </a:ext>
              </a:extLst>
            </p:cNvPr>
            <p:cNvSpPr>
              <a:spLocks/>
            </p:cNvSpPr>
            <p:nvPr/>
          </p:nvSpPr>
          <p:spPr>
            <a:xfrm>
              <a:off x="1279824" y="596414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5" name="02_predicted_pose_1164">
              <a:extLst>
                <a:ext uri="{FF2B5EF4-FFF2-40B4-BE49-F238E27FC236}">
                  <a16:creationId xmlns:a16="http://schemas.microsoft.com/office/drawing/2014/main" id="{CB2C10C9-69F5-476C-A143-EF28673E75C5}"/>
                </a:ext>
              </a:extLst>
            </p:cNvPr>
            <p:cNvSpPr>
              <a:spLocks/>
            </p:cNvSpPr>
            <p:nvPr/>
          </p:nvSpPr>
          <p:spPr>
            <a:xfrm>
              <a:off x="1215397" y="58084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6" name="02_predicted_pose_1165">
              <a:extLst>
                <a:ext uri="{FF2B5EF4-FFF2-40B4-BE49-F238E27FC236}">
                  <a16:creationId xmlns:a16="http://schemas.microsoft.com/office/drawing/2014/main" id="{AFF2D026-A51D-4AC2-8381-0FE949BF69AE}"/>
                </a:ext>
              </a:extLst>
            </p:cNvPr>
            <p:cNvSpPr>
              <a:spLocks/>
            </p:cNvSpPr>
            <p:nvPr/>
          </p:nvSpPr>
          <p:spPr>
            <a:xfrm>
              <a:off x="1308421" y="57914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7" name="02_predicted_pose_1166">
              <a:extLst>
                <a:ext uri="{FF2B5EF4-FFF2-40B4-BE49-F238E27FC236}">
                  <a16:creationId xmlns:a16="http://schemas.microsoft.com/office/drawing/2014/main" id="{3369C558-2B59-4A21-86EE-68F78A16175F}"/>
                </a:ext>
              </a:extLst>
            </p:cNvPr>
            <p:cNvSpPr>
              <a:spLocks/>
            </p:cNvSpPr>
            <p:nvPr/>
          </p:nvSpPr>
          <p:spPr>
            <a:xfrm>
              <a:off x="1195070" y="59037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8" name="02_predicted_pose_1167">
              <a:extLst>
                <a:ext uri="{FF2B5EF4-FFF2-40B4-BE49-F238E27FC236}">
                  <a16:creationId xmlns:a16="http://schemas.microsoft.com/office/drawing/2014/main" id="{2BD1D715-8393-46C9-8427-6D6AE0AD89F9}"/>
                </a:ext>
              </a:extLst>
            </p:cNvPr>
            <p:cNvSpPr>
              <a:spLocks/>
            </p:cNvSpPr>
            <p:nvPr/>
          </p:nvSpPr>
          <p:spPr>
            <a:xfrm>
              <a:off x="1322891" y="586801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69" name="02_predicted_pose_1168">
              <a:extLst>
                <a:ext uri="{FF2B5EF4-FFF2-40B4-BE49-F238E27FC236}">
                  <a16:creationId xmlns:a16="http://schemas.microsoft.com/office/drawing/2014/main" id="{15F27ADA-27EC-43CE-9AEA-E0A0CD907377}"/>
                </a:ext>
              </a:extLst>
            </p:cNvPr>
            <p:cNvSpPr>
              <a:spLocks/>
            </p:cNvSpPr>
            <p:nvPr/>
          </p:nvSpPr>
          <p:spPr>
            <a:xfrm>
              <a:off x="1242615" y="579878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0" name="02_predicted_pose_1169">
              <a:extLst>
                <a:ext uri="{FF2B5EF4-FFF2-40B4-BE49-F238E27FC236}">
                  <a16:creationId xmlns:a16="http://schemas.microsoft.com/office/drawing/2014/main" id="{117220E3-30E7-4EFD-8FFD-3AC71F5FEFF4}"/>
                </a:ext>
              </a:extLst>
            </p:cNvPr>
            <p:cNvSpPr>
              <a:spLocks/>
            </p:cNvSpPr>
            <p:nvPr/>
          </p:nvSpPr>
          <p:spPr>
            <a:xfrm>
              <a:off x="1283959" y="574462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1" name="02_predicted_pose_1170">
              <a:extLst>
                <a:ext uri="{FF2B5EF4-FFF2-40B4-BE49-F238E27FC236}">
                  <a16:creationId xmlns:a16="http://schemas.microsoft.com/office/drawing/2014/main" id="{43177FE9-040B-472D-9D2A-CCD09825DB39}"/>
                </a:ext>
              </a:extLst>
            </p:cNvPr>
            <p:cNvSpPr>
              <a:spLocks/>
            </p:cNvSpPr>
            <p:nvPr/>
          </p:nvSpPr>
          <p:spPr>
            <a:xfrm>
              <a:off x="1293606" y="56684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2" name="02_predicted_pose_1171">
              <a:extLst>
                <a:ext uri="{FF2B5EF4-FFF2-40B4-BE49-F238E27FC236}">
                  <a16:creationId xmlns:a16="http://schemas.microsoft.com/office/drawing/2014/main" id="{C9980CA6-4CE7-4AFC-8511-B396503A9AF2}"/>
                </a:ext>
              </a:extLst>
            </p:cNvPr>
            <p:cNvSpPr>
              <a:spLocks/>
            </p:cNvSpPr>
            <p:nvPr/>
          </p:nvSpPr>
          <p:spPr>
            <a:xfrm>
              <a:off x="1334949" y="51181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3" name="02_predicted_pose_1172">
              <a:extLst>
                <a:ext uri="{FF2B5EF4-FFF2-40B4-BE49-F238E27FC236}">
                  <a16:creationId xmlns:a16="http://schemas.microsoft.com/office/drawing/2014/main" id="{F6BBC12D-AAC9-461A-BC24-86CC55715389}"/>
                </a:ext>
              </a:extLst>
            </p:cNvPr>
            <p:cNvSpPr>
              <a:spLocks/>
            </p:cNvSpPr>
            <p:nvPr/>
          </p:nvSpPr>
          <p:spPr>
            <a:xfrm>
              <a:off x="1424183" y="511859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4" name="02_predicted_pose_1173">
              <a:extLst>
                <a:ext uri="{FF2B5EF4-FFF2-40B4-BE49-F238E27FC236}">
                  <a16:creationId xmlns:a16="http://schemas.microsoft.com/office/drawing/2014/main" id="{6EA5DC75-B2AF-429A-AFED-962AB481D943}"/>
                </a:ext>
              </a:extLst>
            </p:cNvPr>
            <p:cNvSpPr>
              <a:spLocks/>
            </p:cNvSpPr>
            <p:nvPr/>
          </p:nvSpPr>
          <p:spPr>
            <a:xfrm>
              <a:off x="1458291" y="567961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5" name="02_predicted_pose_1174">
              <a:extLst>
                <a:ext uri="{FF2B5EF4-FFF2-40B4-BE49-F238E27FC236}">
                  <a16:creationId xmlns:a16="http://schemas.microsoft.com/office/drawing/2014/main" id="{F8B5ED8F-334F-4327-8922-93F07D717482}"/>
                </a:ext>
              </a:extLst>
            </p:cNvPr>
            <p:cNvSpPr>
              <a:spLocks/>
            </p:cNvSpPr>
            <p:nvPr/>
          </p:nvSpPr>
          <p:spPr>
            <a:xfrm>
              <a:off x="1156138" y="561799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6" name="02_predicted_pose_1175">
              <a:extLst>
                <a:ext uri="{FF2B5EF4-FFF2-40B4-BE49-F238E27FC236}">
                  <a16:creationId xmlns:a16="http://schemas.microsoft.com/office/drawing/2014/main" id="{881F3882-09BC-4A36-A8F4-ABAD9FDF5D49}"/>
                </a:ext>
              </a:extLst>
            </p:cNvPr>
            <p:cNvSpPr>
              <a:spLocks/>
            </p:cNvSpPr>
            <p:nvPr/>
          </p:nvSpPr>
          <p:spPr>
            <a:xfrm>
              <a:off x="1303597" y="55551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7" name="02_predicted_pose_1176">
              <a:extLst>
                <a:ext uri="{FF2B5EF4-FFF2-40B4-BE49-F238E27FC236}">
                  <a16:creationId xmlns:a16="http://schemas.microsoft.com/office/drawing/2014/main" id="{CFC53211-155C-4E7D-B6CD-0F2748728F36}"/>
                </a:ext>
              </a:extLst>
            </p:cNvPr>
            <p:cNvSpPr>
              <a:spLocks/>
            </p:cNvSpPr>
            <p:nvPr/>
          </p:nvSpPr>
          <p:spPr>
            <a:xfrm>
              <a:off x="1225389" y="562251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8" name="02_predicted_pose_1177">
              <a:extLst>
                <a:ext uri="{FF2B5EF4-FFF2-40B4-BE49-F238E27FC236}">
                  <a16:creationId xmlns:a16="http://schemas.microsoft.com/office/drawing/2014/main" id="{3B4CEF8D-31DA-42D7-A897-F50DC97F3411}"/>
                </a:ext>
              </a:extLst>
            </p:cNvPr>
            <p:cNvSpPr>
              <a:spLocks/>
            </p:cNvSpPr>
            <p:nvPr/>
          </p:nvSpPr>
          <p:spPr>
            <a:xfrm>
              <a:off x="1239170" y="55835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79" name="02_predicted_pose_1178">
              <a:extLst>
                <a:ext uri="{FF2B5EF4-FFF2-40B4-BE49-F238E27FC236}">
                  <a16:creationId xmlns:a16="http://schemas.microsoft.com/office/drawing/2014/main" id="{C4A4294E-CDBF-40A7-AE0F-FDAA1F7ACFE1}"/>
                </a:ext>
              </a:extLst>
            </p:cNvPr>
            <p:cNvSpPr>
              <a:spLocks/>
            </p:cNvSpPr>
            <p:nvPr/>
          </p:nvSpPr>
          <p:spPr>
            <a:xfrm>
              <a:off x="1252951" y="561980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0" name="02_predicted_pose_1179">
              <a:extLst>
                <a:ext uri="{FF2B5EF4-FFF2-40B4-BE49-F238E27FC236}">
                  <a16:creationId xmlns:a16="http://schemas.microsoft.com/office/drawing/2014/main" id="{DC4FDA32-E254-47C2-8A3E-99168F84AB06}"/>
                </a:ext>
              </a:extLst>
            </p:cNvPr>
            <p:cNvSpPr>
              <a:spLocks/>
            </p:cNvSpPr>
            <p:nvPr/>
          </p:nvSpPr>
          <p:spPr>
            <a:xfrm>
              <a:off x="1266732" y="55645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1" name="02_predicted_pose_1180">
              <a:extLst>
                <a:ext uri="{FF2B5EF4-FFF2-40B4-BE49-F238E27FC236}">
                  <a16:creationId xmlns:a16="http://schemas.microsoft.com/office/drawing/2014/main" id="{1DA37A0F-8231-42D8-AE3E-82C4D0AD1442}"/>
                </a:ext>
              </a:extLst>
            </p:cNvPr>
            <p:cNvSpPr>
              <a:spLocks/>
            </p:cNvSpPr>
            <p:nvPr/>
          </p:nvSpPr>
          <p:spPr>
            <a:xfrm>
              <a:off x="1280514" y="562190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2" name="02_predicted_pose_1181">
              <a:extLst>
                <a:ext uri="{FF2B5EF4-FFF2-40B4-BE49-F238E27FC236}">
                  <a16:creationId xmlns:a16="http://schemas.microsoft.com/office/drawing/2014/main" id="{668340BF-4BFC-49FA-9E9A-BAA273889ACC}"/>
                </a:ext>
              </a:extLst>
            </p:cNvPr>
            <p:cNvSpPr>
              <a:spLocks/>
            </p:cNvSpPr>
            <p:nvPr/>
          </p:nvSpPr>
          <p:spPr>
            <a:xfrm>
              <a:off x="1294295" y="559903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3" name="02_predicted_pose_1182">
              <a:extLst>
                <a:ext uri="{FF2B5EF4-FFF2-40B4-BE49-F238E27FC236}">
                  <a16:creationId xmlns:a16="http://schemas.microsoft.com/office/drawing/2014/main" id="{4136AF2F-810E-43E0-A3DE-1446732D56C6}"/>
                </a:ext>
              </a:extLst>
            </p:cNvPr>
            <p:cNvSpPr>
              <a:spLocks/>
            </p:cNvSpPr>
            <p:nvPr/>
          </p:nvSpPr>
          <p:spPr>
            <a:xfrm>
              <a:off x="1308076" y="562411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4" name="02_predicted_pose_1183">
              <a:extLst>
                <a:ext uri="{FF2B5EF4-FFF2-40B4-BE49-F238E27FC236}">
                  <a16:creationId xmlns:a16="http://schemas.microsoft.com/office/drawing/2014/main" id="{20BFC85C-FB55-480D-9A5E-A575D0921851}"/>
                </a:ext>
              </a:extLst>
            </p:cNvPr>
            <p:cNvSpPr>
              <a:spLocks/>
            </p:cNvSpPr>
            <p:nvPr/>
          </p:nvSpPr>
          <p:spPr>
            <a:xfrm>
              <a:off x="1321857" y="561896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5" name="02_predicted_pose_1184">
              <a:extLst>
                <a:ext uri="{FF2B5EF4-FFF2-40B4-BE49-F238E27FC236}">
                  <a16:creationId xmlns:a16="http://schemas.microsoft.com/office/drawing/2014/main" id="{284339B4-64F8-4346-B7CC-40322A982BC8}"/>
                </a:ext>
              </a:extLst>
            </p:cNvPr>
            <p:cNvSpPr>
              <a:spLocks/>
            </p:cNvSpPr>
            <p:nvPr/>
          </p:nvSpPr>
          <p:spPr>
            <a:xfrm>
              <a:off x="1335638" y="56142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6" name="02_predicted_pose_1185">
              <a:extLst>
                <a:ext uri="{FF2B5EF4-FFF2-40B4-BE49-F238E27FC236}">
                  <a16:creationId xmlns:a16="http://schemas.microsoft.com/office/drawing/2014/main" id="{EF6A4CE2-478F-4641-AF99-BD9A731BC9E9}"/>
                </a:ext>
              </a:extLst>
            </p:cNvPr>
            <p:cNvSpPr>
              <a:spLocks/>
            </p:cNvSpPr>
            <p:nvPr/>
          </p:nvSpPr>
          <p:spPr>
            <a:xfrm>
              <a:off x="1349420" y="56312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7" name="02_predicted_pose_1186">
              <a:extLst>
                <a:ext uri="{FF2B5EF4-FFF2-40B4-BE49-F238E27FC236}">
                  <a16:creationId xmlns:a16="http://schemas.microsoft.com/office/drawing/2014/main" id="{BBA7CFE6-B1DA-4D66-93FA-42AC03B0F5AD}"/>
                </a:ext>
              </a:extLst>
            </p:cNvPr>
            <p:cNvSpPr>
              <a:spLocks/>
            </p:cNvSpPr>
            <p:nvPr/>
          </p:nvSpPr>
          <p:spPr>
            <a:xfrm>
              <a:off x="1238825" y="56176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8" name="02_predicted_pose_1187">
              <a:extLst>
                <a:ext uri="{FF2B5EF4-FFF2-40B4-BE49-F238E27FC236}">
                  <a16:creationId xmlns:a16="http://schemas.microsoft.com/office/drawing/2014/main" id="{850A7D37-50C8-4BDB-B909-75B96B207070}"/>
                </a:ext>
              </a:extLst>
            </p:cNvPr>
            <p:cNvSpPr>
              <a:spLocks/>
            </p:cNvSpPr>
            <p:nvPr/>
          </p:nvSpPr>
          <p:spPr>
            <a:xfrm>
              <a:off x="1430040" y="60461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89" name="02_predicted_pose_1188">
              <a:extLst>
                <a:ext uri="{FF2B5EF4-FFF2-40B4-BE49-F238E27FC236}">
                  <a16:creationId xmlns:a16="http://schemas.microsoft.com/office/drawing/2014/main" id="{04D54373-4027-43ED-84EA-79ED6D3AF112}"/>
                </a:ext>
              </a:extLst>
            </p:cNvPr>
            <p:cNvSpPr>
              <a:spLocks/>
            </p:cNvSpPr>
            <p:nvPr/>
          </p:nvSpPr>
          <p:spPr>
            <a:xfrm>
              <a:off x="1301185" y="60132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0" name="02_predicted_pose_1189">
              <a:extLst>
                <a:ext uri="{FF2B5EF4-FFF2-40B4-BE49-F238E27FC236}">
                  <a16:creationId xmlns:a16="http://schemas.microsoft.com/office/drawing/2014/main" id="{ECD5D818-EB84-4338-B1AA-40CAF8A56FEC}"/>
                </a:ext>
              </a:extLst>
            </p:cNvPr>
            <p:cNvSpPr>
              <a:spLocks/>
            </p:cNvSpPr>
            <p:nvPr/>
          </p:nvSpPr>
          <p:spPr>
            <a:xfrm>
              <a:off x="1193347" y="599000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1" name="02_predicted_pose_1190">
              <a:extLst>
                <a:ext uri="{FF2B5EF4-FFF2-40B4-BE49-F238E27FC236}">
                  <a16:creationId xmlns:a16="http://schemas.microsoft.com/office/drawing/2014/main" id="{2511F49E-1098-4A22-8A0C-1D71F46F07FC}"/>
                </a:ext>
              </a:extLst>
            </p:cNvPr>
            <p:cNvSpPr>
              <a:spLocks/>
            </p:cNvSpPr>
            <p:nvPr/>
          </p:nvSpPr>
          <p:spPr>
            <a:xfrm>
              <a:off x="1314967" y="605828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2" name="02_predicted_pose_1191">
              <a:extLst>
                <a:ext uri="{FF2B5EF4-FFF2-40B4-BE49-F238E27FC236}">
                  <a16:creationId xmlns:a16="http://schemas.microsoft.com/office/drawing/2014/main" id="{D513A1B5-FDB7-44F8-A4E3-0E41EB7D0267}"/>
                </a:ext>
              </a:extLst>
            </p:cNvPr>
            <p:cNvSpPr>
              <a:spLocks/>
            </p:cNvSpPr>
            <p:nvPr/>
          </p:nvSpPr>
          <p:spPr>
            <a:xfrm>
              <a:off x="1328403" y="55350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3" name="02_predicted_pose_1192">
              <a:extLst>
                <a:ext uri="{FF2B5EF4-FFF2-40B4-BE49-F238E27FC236}">
                  <a16:creationId xmlns:a16="http://schemas.microsoft.com/office/drawing/2014/main" id="{28DDC87F-B4C0-4881-9752-01EFC74AC665}"/>
                </a:ext>
              </a:extLst>
            </p:cNvPr>
            <p:cNvSpPr>
              <a:spLocks/>
            </p:cNvSpPr>
            <p:nvPr/>
          </p:nvSpPr>
          <p:spPr>
            <a:xfrm>
              <a:off x="1422116" y="580188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4" name="02_predicted_pose_1193">
              <a:extLst>
                <a:ext uri="{FF2B5EF4-FFF2-40B4-BE49-F238E27FC236}">
                  <a16:creationId xmlns:a16="http://schemas.microsoft.com/office/drawing/2014/main" id="{CB642400-D2B6-4333-BF32-A47C63AD2993}"/>
                </a:ext>
              </a:extLst>
            </p:cNvPr>
            <p:cNvSpPr>
              <a:spLocks/>
            </p:cNvSpPr>
            <p:nvPr/>
          </p:nvSpPr>
          <p:spPr>
            <a:xfrm>
              <a:off x="1477241" y="58644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5" name="02_predicted_pose_1194">
              <a:extLst>
                <a:ext uri="{FF2B5EF4-FFF2-40B4-BE49-F238E27FC236}">
                  <a16:creationId xmlns:a16="http://schemas.microsoft.com/office/drawing/2014/main" id="{924395AB-AE9F-435E-9FD8-D532ABA3E8F1}"/>
                </a:ext>
              </a:extLst>
            </p:cNvPr>
            <p:cNvSpPr>
              <a:spLocks/>
            </p:cNvSpPr>
            <p:nvPr/>
          </p:nvSpPr>
          <p:spPr>
            <a:xfrm>
              <a:off x="1391797" y="58333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6" name="02_predicted_pose_1195">
              <a:extLst>
                <a:ext uri="{FF2B5EF4-FFF2-40B4-BE49-F238E27FC236}">
                  <a16:creationId xmlns:a16="http://schemas.microsoft.com/office/drawing/2014/main" id="{5D10315F-49C9-4238-96BE-FCCCCCB72B35}"/>
                </a:ext>
              </a:extLst>
            </p:cNvPr>
            <p:cNvSpPr>
              <a:spLocks/>
            </p:cNvSpPr>
            <p:nvPr/>
          </p:nvSpPr>
          <p:spPr>
            <a:xfrm>
              <a:off x="1270522" y="566131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7" name="02_predicted_pose_1196">
              <a:extLst>
                <a:ext uri="{FF2B5EF4-FFF2-40B4-BE49-F238E27FC236}">
                  <a16:creationId xmlns:a16="http://schemas.microsoft.com/office/drawing/2014/main" id="{4873EE5B-313C-42DF-BB35-329FB24FED9F}"/>
                </a:ext>
              </a:extLst>
            </p:cNvPr>
            <p:cNvSpPr>
              <a:spLocks/>
            </p:cNvSpPr>
            <p:nvPr/>
          </p:nvSpPr>
          <p:spPr>
            <a:xfrm>
              <a:off x="1298085" y="563601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8" name="02_predicted_pose_1197">
              <a:extLst>
                <a:ext uri="{FF2B5EF4-FFF2-40B4-BE49-F238E27FC236}">
                  <a16:creationId xmlns:a16="http://schemas.microsoft.com/office/drawing/2014/main" id="{0482B80D-4034-456E-A7A7-6FDBAC29DE17}"/>
                </a:ext>
              </a:extLst>
            </p:cNvPr>
            <p:cNvSpPr>
              <a:spLocks/>
            </p:cNvSpPr>
            <p:nvPr/>
          </p:nvSpPr>
          <p:spPr>
            <a:xfrm>
              <a:off x="1339428" y="566638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99" name="02_predicted_pose_1198">
              <a:extLst>
                <a:ext uri="{FF2B5EF4-FFF2-40B4-BE49-F238E27FC236}">
                  <a16:creationId xmlns:a16="http://schemas.microsoft.com/office/drawing/2014/main" id="{1B05823C-13F0-48F2-B6A0-3B36BD7D8AFC}"/>
                </a:ext>
              </a:extLst>
            </p:cNvPr>
            <p:cNvSpPr>
              <a:spLocks/>
            </p:cNvSpPr>
            <p:nvPr/>
          </p:nvSpPr>
          <p:spPr>
            <a:xfrm>
              <a:off x="1366991" y="56295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0" name="02_predicted_pose_1199">
              <a:extLst>
                <a:ext uri="{FF2B5EF4-FFF2-40B4-BE49-F238E27FC236}">
                  <a16:creationId xmlns:a16="http://schemas.microsoft.com/office/drawing/2014/main" id="{43ADBD59-A557-4C6C-B1AB-A0186BA4599B}"/>
                </a:ext>
              </a:extLst>
            </p:cNvPr>
            <p:cNvSpPr>
              <a:spLocks/>
            </p:cNvSpPr>
            <p:nvPr/>
          </p:nvSpPr>
          <p:spPr>
            <a:xfrm>
              <a:off x="1380772" y="565069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1" name="02_predicted_pose_1200">
              <a:extLst>
                <a:ext uri="{FF2B5EF4-FFF2-40B4-BE49-F238E27FC236}">
                  <a16:creationId xmlns:a16="http://schemas.microsoft.com/office/drawing/2014/main" id="{7BF805BD-1667-485C-A50A-C41B17CE3C7B}"/>
                </a:ext>
              </a:extLst>
            </p:cNvPr>
            <p:cNvSpPr>
              <a:spLocks/>
            </p:cNvSpPr>
            <p:nvPr/>
          </p:nvSpPr>
          <p:spPr>
            <a:xfrm>
              <a:off x="1283959" y="564750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2" name="02_predicted_pose_1201">
              <a:extLst>
                <a:ext uri="{FF2B5EF4-FFF2-40B4-BE49-F238E27FC236}">
                  <a16:creationId xmlns:a16="http://schemas.microsoft.com/office/drawing/2014/main" id="{47E7CD4C-6BA0-47A2-A39B-98E57157EEDC}"/>
                </a:ext>
              </a:extLst>
            </p:cNvPr>
            <p:cNvSpPr>
              <a:spLocks/>
            </p:cNvSpPr>
            <p:nvPr/>
          </p:nvSpPr>
          <p:spPr>
            <a:xfrm>
              <a:off x="1320824" y="495540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3" name="02_predicted_pose_1202">
              <a:extLst>
                <a:ext uri="{FF2B5EF4-FFF2-40B4-BE49-F238E27FC236}">
                  <a16:creationId xmlns:a16="http://schemas.microsoft.com/office/drawing/2014/main" id="{236B32FF-A1B2-4E53-B87C-45077A70D7B3}"/>
                </a:ext>
              </a:extLst>
            </p:cNvPr>
            <p:cNvSpPr>
              <a:spLocks/>
            </p:cNvSpPr>
            <p:nvPr/>
          </p:nvSpPr>
          <p:spPr>
            <a:xfrm>
              <a:off x="1386629" y="51104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4" name="02_predicted_pose_1203">
              <a:extLst>
                <a:ext uri="{FF2B5EF4-FFF2-40B4-BE49-F238E27FC236}">
                  <a16:creationId xmlns:a16="http://schemas.microsoft.com/office/drawing/2014/main" id="{105D2375-9370-46B4-B84D-1A47E42CFF4C}"/>
                </a:ext>
              </a:extLst>
            </p:cNvPr>
            <p:cNvSpPr>
              <a:spLocks/>
            </p:cNvSpPr>
            <p:nvPr/>
          </p:nvSpPr>
          <p:spPr>
            <a:xfrm>
              <a:off x="1414192" y="58662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5" name="02_predicted_pose_1204">
              <a:extLst>
                <a:ext uri="{FF2B5EF4-FFF2-40B4-BE49-F238E27FC236}">
                  <a16:creationId xmlns:a16="http://schemas.microsoft.com/office/drawing/2014/main" id="{58F679A6-F1E1-401A-A71D-16BA49B5E2E6}"/>
                </a:ext>
              </a:extLst>
            </p:cNvPr>
            <p:cNvSpPr>
              <a:spLocks/>
            </p:cNvSpPr>
            <p:nvPr/>
          </p:nvSpPr>
          <p:spPr>
            <a:xfrm>
              <a:off x="1469316" y="512059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6" name="02_predicted_pose_1205">
              <a:extLst>
                <a:ext uri="{FF2B5EF4-FFF2-40B4-BE49-F238E27FC236}">
                  <a16:creationId xmlns:a16="http://schemas.microsoft.com/office/drawing/2014/main" id="{C4367897-F983-48CA-AF49-B0AFEA090EFC}"/>
                </a:ext>
              </a:extLst>
            </p:cNvPr>
            <p:cNvSpPr>
              <a:spLocks/>
            </p:cNvSpPr>
            <p:nvPr/>
          </p:nvSpPr>
          <p:spPr>
            <a:xfrm>
              <a:off x="1238481" y="58668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7" name="02_predicted_pose_1206">
              <a:extLst>
                <a:ext uri="{FF2B5EF4-FFF2-40B4-BE49-F238E27FC236}">
                  <a16:creationId xmlns:a16="http://schemas.microsoft.com/office/drawing/2014/main" id="{FA7B9247-1AC6-4BF4-921E-5DE117BE37DD}"/>
                </a:ext>
              </a:extLst>
            </p:cNvPr>
            <p:cNvSpPr>
              <a:spLocks/>
            </p:cNvSpPr>
            <p:nvPr/>
          </p:nvSpPr>
          <p:spPr>
            <a:xfrm>
              <a:off x="1252262" y="596016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8" name="02_predicted_pose_1207">
              <a:extLst>
                <a:ext uri="{FF2B5EF4-FFF2-40B4-BE49-F238E27FC236}">
                  <a16:creationId xmlns:a16="http://schemas.microsoft.com/office/drawing/2014/main" id="{84876A3C-6111-4853-B039-BBFFF6B5C753}"/>
                </a:ext>
              </a:extLst>
            </p:cNvPr>
            <p:cNvSpPr>
              <a:spLocks/>
            </p:cNvSpPr>
            <p:nvPr/>
          </p:nvSpPr>
          <p:spPr>
            <a:xfrm>
              <a:off x="1279824" y="600065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09" name="02_predicted_pose_1208">
              <a:extLst>
                <a:ext uri="{FF2B5EF4-FFF2-40B4-BE49-F238E27FC236}">
                  <a16:creationId xmlns:a16="http://schemas.microsoft.com/office/drawing/2014/main" id="{7CBF85C2-0228-4910-8B54-18887AB9216E}"/>
                </a:ext>
              </a:extLst>
            </p:cNvPr>
            <p:cNvSpPr>
              <a:spLocks/>
            </p:cNvSpPr>
            <p:nvPr/>
          </p:nvSpPr>
          <p:spPr>
            <a:xfrm>
              <a:off x="1307387" y="595978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0" name="02_predicted_pose_1209">
              <a:extLst>
                <a:ext uri="{FF2B5EF4-FFF2-40B4-BE49-F238E27FC236}">
                  <a16:creationId xmlns:a16="http://schemas.microsoft.com/office/drawing/2014/main" id="{67165A4A-90DF-4C2C-89B2-D4121A74FF04}"/>
                </a:ext>
              </a:extLst>
            </p:cNvPr>
            <p:cNvSpPr>
              <a:spLocks/>
            </p:cNvSpPr>
            <p:nvPr/>
          </p:nvSpPr>
          <p:spPr>
            <a:xfrm>
              <a:off x="1334949" y="591734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1" name="02_predicted_pose_1210">
              <a:extLst>
                <a:ext uri="{FF2B5EF4-FFF2-40B4-BE49-F238E27FC236}">
                  <a16:creationId xmlns:a16="http://schemas.microsoft.com/office/drawing/2014/main" id="{7E2E81D6-49AF-42C9-9202-C4D1369A3FAC}"/>
                </a:ext>
              </a:extLst>
            </p:cNvPr>
            <p:cNvSpPr>
              <a:spLocks/>
            </p:cNvSpPr>
            <p:nvPr/>
          </p:nvSpPr>
          <p:spPr>
            <a:xfrm>
              <a:off x="1304631" y="59252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2" name="02_predicted_pose_1211">
              <a:extLst>
                <a:ext uri="{FF2B5EF4-FFF2-40B4-BE49-F238E27FC236}">
                  <a16:creationId xmlns:a16="http://schemas.microsoft.com/office/drawing/2014/main" id="{0B0126B0-12D5-4EFC-B6A6-9597781C3F71}"/>
                </a:ext>
              </a:extLst>
            </p:cNvPr>
            <p:cNvSpPr>
              <a:spLocks/>
            </p:cNvSpPr>
            <p:nvPr/>
          </p:nvSpPr>
          <p:spPr>
            <a:xfrm>
              <a:off x="1251917" y="578795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3" name="02_predicted_pose_1212">
              <a:extLst>
                <a:ext uri="{FF2B5EF4-FFF2-40B4-BE49-F238E27FC236}">
                  <a16:creationId xmlns:a16="http://schemas.microsoft.com/office/drawing/2014/main" id="{9B321654-F30B-4146-9707-417B46DF0E5D}"/>
                </a:ext>
              </a:extLst>
            </p:cNvPr>
            <p:cNvSpPr>
              <a:spLocks/>
            </p:cNvSpPr>
            <p:nvPr/>
          </p:nvSpPr>
          <p:spPr>
            <a:xfrm>
              <a:off x="1168541" y="597273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4" name="02_predicted_pose_1213">
              <a:extLst>
                <a:ext uri="{FF2B5EF4-FFF2-40B4-BE49-F238E27FC236}">
                  <a16:creationId xmlns:a16="http://schemas.microsoft.com/office/drawing/2014/main" id="{940B7C6C-11CA-4E6D-8248-A2B8F719D507}"/>
                </a:ext>
              </a:extLst>
            </p:cNvPr>
            <p:cNvSpPr>
              <a:spLocks/>
            </p:cNvSpPr>
            <p:nvPr/>
          </p:nvSpPr>
          <p:spPr>
            <a:xfrm>
              <a:off x="1412469" y="50531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5" name="02_predicted_pose_1214">
              <a:extLst>
                <a:ext uri="{FF2B5EF4-FFF2-40B4-BE49-F238E27FC236}">
                  <a16:creationId xmlns:a16="http://schemas.microsoft.com/office/drawing/2014/main" id="{02BE3619-2486-4B85-8856-831C5FB059E3}"/>
                </a:ext>
              </a:extLst>
            </p:cNvPr>
            <p:cNvSpPr>
              <a:spLocks/>
            </p:cNvSpPr>
            <p:nvPr/>
          </p:nvSpPr>
          <p:spPr>
            <a:xfrm>
              <a:off x="1369402" y="504047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6" name="02_predicted_pose_1215">
              <a:extLst>
                <a:ext uri="{FF2B5EF4-FFF2-40B4-BE49-F238E27FC236}">
                  <a16:creationId xmlns:a16="http://schemas.microsoft.com/office/drawing/2014/main" id="{D8C5DA9C-22F7-405E-A788-A33AC38E0059}"/>
                </a:ext>
              </a:extLst>
            </p:cNvPr>
            <p:cNvSpPr>
              <a:spLocks/>
            </p:cNvSpPr>
            <p:nvPr/>
          </p:nvSpPr>
          <p:spPr>
            <a:xfrm>
              <a:off x="1189213" y="53680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7" name="02_predicted_pose_1216">
              <a:extLst>
                <a:ext uri="{FF2B5EF4-FFF2-40B4-BE49-F238E27FC236}">
                  <a16:creationId xmlns:a16="http://schemas.microsoft.com/office/drawing/2014/main" id="{75EF8FFB-9689-48BC-845E-2DACA115EF3F}"/>
                </a:ext>
              </a:extLst>
            </p:cNvPr>
            <p:cNvSpPr>
              <a:spLocks/>
            </p:cNvSpPr>
            <p:nvPr/>
          </p:nvSpPr>
          <p:spPr>
            <a:xfrm>
              <a:off x="1369747" y="53685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8" name="02_predicted_pose_1217">
              <a:extLst>
                <a:ext uri="{FF2B5EF4-FFF2-40B4-BE49-F238E27FC236}">
                  <a16:creationId xmlns:a16="http://schemas.microsoft.com/office/drawing/2014/main" id="{B9513549-C127-4B46-ABD0-259C9A3BEF9F}"/>
                </a:ext>
              </a:extLst>
            </p:cNvPr>
            <p:cNvSpPr>
              <a:spLocks/>
            </p:cNvSpPr>
            <p:nvPr/>
          </p:nvSpPr>
          <p:spPr>
            <a:xfrm>
              <a:off x="1383528" y="527787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19" name="02_predicted_pose_1218">
              <a:extLst>
                <a:ext uri="{FF2B5EF4-FFF2-40B4-BE49-F238E27FC236}">
                  <a16:creationId xmlns:a16="http://schemas.microsoft.com/office/drawing/2014/main" id="{A669BF3D-92BE-4A83-9468-5B88EBABEB8B}"/>
                </a:ext>
              </a:extLst>
            </p:cNvPr>
            <p:cNvSpPr>
              <a:spLocks/>
            </p:cNvSpPr>
            <p:nvPr/>
          </p:nvSpPr>
          <p:spPr>
            <a:xfrm>
              <a:off x="1397309" y="578639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0" name="02_predicted_pose_1219">
              <a:extLst>
                <a:ext uri="{FF2B5EF4-FFF2-40B4-BE49-F238E27FC236}">
                  <a16:creationId xmlns:a16="http://schemas.microsoft.com/office/drawing/2014/main" id="{918CF55B-1442-4FAB-9798-1738B6868754}"/>
                </a:ext>
              </a:extLst>
            </p:cNvPr>
            <p:cNvSpPr>
              <a:spLocks/>
            </p:cNvSpPr>
            <p:nvPr/>
          </p:nvSpPr>
          <p:spPr>
            <a:xfrm>
              <a:off x="1411091" y="538023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1" name="02_predicted_pose_1220">
              <a:extLst>
                <a:ext uri="{FF2B5EF4-FFF2-40B4-BE49-F238E27FC236}">
                  <a16:creationId xmlns:a16="http://schemas.microsoft.com/office/drawing/2014/main" id="{1979495B-3FE9-4715-A5AA-1EBD30128E68}"/>
                </a:ext>
              </a:extLst>
            </p:cNvPr>
            <p:cNvSpPr>
              <a:spLocks/>
            </p:cNvSpPr>
            <p:nvPr/>
          </p:nvSpPr>
          <p:spPr>
            <a:xfrm>
              <a:off x="1424872" y="53058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2" name="02_predicted_pose_1221">
              <a:extLst>
                <a:ext uri="{FF2B5EF4-FFF2-40B4-BE49-F238E27FC236}">
                  <a16:creationId xmlns:a16="http://schemas.microsoft.com/office/drawing/2014/main" id="{842111E6-14ED-431E-8F26-955DA2300D94}"/>
                </a:ext>
              </a:extLst>
            </p:cNvPr>
            <p:cNvSpPr>
              <a:spLocks/>
            </p:cNvSpPr>
            <p:nvPr/>
          </p:nvSpPr>
          <p:spPr>
            <a:xfrm>
              <a:off x="1210229" y="559827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3" name="02_predicted_pose_1222">
              <a:extLst>
                <a:ext uri="{FF2B5EF4-FFF2-40B4-BE49-F238E27FC236}">
                  <a16:creationId xmlns:a16="http://schemas.microsoft.com/office/drawing/2014/main" id="{5DF21E3D-4EED-4286-8228-A38A4EFEA8CA}"/>
                </a:ext>
              </a:extLst>
            </p:cNvPr>
            <p:cNvSpPr>
              <a:spLocks/>
            </p:cNvSpPr>
            <p:nvPr/>
          </p:nvSpPr>
          <p:spPr>
            <a:xfrm>
              <a:off x="1224010" y="50939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4" name="02_predicted_pose_1223">
              <a:extLst>
                <a:ext uri="{FF2B5EF4-FFF2-40B4-BE49-F238E27FC236}">
                  <a16:creationId xmlns:a16="http://schemas.microsoft.com/office/drawing/2014/main" id="{ACD76B98-865B-4827-BCDF-B89F062C16FC}"/>
                </a:ext>
              </a:extLst>
            </p:cNvPr>
            <p:cNvSpPr>
              <a:spLocks/>
            </p:cNvSpPr>
            <p:nvPr/>
          </p:nvSpPr>
          <p:spPr>
            <a:xfrm>
              <a:off x="1251573" y="53177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5" name="02_predicted_pose_1224">
              <a:extLst>
                <a:ext uri="{FF2B5EF4-FFF2-40B4-BE49-F238E27FC236}">
                  <a16:creationId xmlns:a16="http://schemas.microsoft.com/office/drawing/2014/main" id="{89860EB4-772C-4899-BE0C-FD3B9C0AA8DD}"/>
                </a:ext>
              </a:extLst>
            </p:cNvPr>
            <p:cNvSpPr>
              <a:spLocks/>
            </p:cNvSpPr>
            <p:nvPr/>
          </p:nvSpPr>
          <p:spPr>
            <a:xfrm>
              <a:off x="1334949" y="594590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6" name="02_predicted_pose_1225">
              <a:extLst>
                <a:ext uri="{FF2B5EF4-FFF2-40B4-BE49-F238E27FC236}">
                  <a16:creationId xmlns:a16="http://schemas.microsoft.com/office/drawing/2014/main" id="{ABA1F848-67CB-4606-9738-85785AA02236}"/>
                </a:ext>
              </a:extLst>
            </p:cNvPr>
            <p:cNvSpPr>
              <a:spLocks/>
            </p:cNvSpPr>
            <p:nvPr/>
          </p:nvSpPr>
          <p:spPr>
            <a:xfrm>
              <a:off x="1362512" y="595012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7" name="02_predicted_pose_1226">
              <a:extLst>
                <a:ext uri="{FF2B5EF4-FFF2-40B4-BE49-F238E27FC236}">
                  <a16:creationId xmlns:a16="http://schemas.microsoft.com/office/drawing/2014/main" id="{E90481F9-1093-4187-AE22-39EA88D88EC3}"/>
                </a:ext>
              </a:extLst>
            </p:cNvPr>
            <p:cNvSpPr>
              <a:spLocks/>
            </p:cNvSpPr>
            <p:nvPr/>
          </p:nvSpPr>
          <p:spPr>
            <a:xfrm>
              <a:off x="1390074" y="590883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8" name="02_predicted_pose_1227">
              <a:extLst>
                <a:ext uri="{FF2B5EF4-FFF2-40B4-BE49-F238E27FC236}">
                  <a16:creationId xmlns:a16="http://schemas.microsoft.com/office/drawing/2014/main" id="{E00D2E09-31C3-45F9-91DB-5A16188BA563}"/>
                </a:ext>
              </a:extLst>
            </p:cNvPr>
            <p:cNvSpPr>
              <a:spLocks/>
            </p:cNvSpPr>
            <p:nvPr/>
          </p:nvSpPr>
          <p:spPr>
            <a:xfrm>
              <a:off x="1417637" y="59780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29" name="02_predicted_pose_1228">
              <a:extLst>
                <a:ext uri="{FF2B5EF4-FFF2-40B4-BE49-F238E27FC236}">
                  <a16:creationId xmlns:a16="http://schemas.microsoft.com/office/drawing/2014/main" id="{EDB7046B-A46C-4FBF-B416-D34005E63207}"/>
                </a:ext>
              </a:extLst>
            </p:cNvPr>
            <p:cNvSpPr>
              <a:spLocks/>
            </p:cNvSpPr>
            <p:nvPr/>
          </p:nvSpPr>
          <p:spPr>
            <a:xfrm>
              <a:off x="1497568" y="59249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0" name="02_predicted_pose_1229">
              <a:extLst>
                <a:ext uri="{FF2B5EF4-FFF2-40B4-BE49-F238E27FC236}">
                  <a16:creationId xmlns:a16="http://schemas.microsoft.com/office/drawing/2014/main" id="{72619472-F1A0-468A-B52C-C154D87A1F59}"/>
                </a:ext>
              </a:extLst>
            </p:cNvPr>
            <p:cNvSpPr>
              <a:spLocks/>
            </p:cNvSpPr>
            <p:nvPr/>
          </p:nvSpPr>
          <p:spPr>
            <a:xfrm>
              <a:off x="1181633" y="58860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1" name="02_predicted_pose_1230">
              <a:extLst>
                <a:ext uri="{FF2B5EF4-FFF2-40B4-BE49-F238E27FC236}">
                  <a16:creationId xmlns:a16="http://schemas.microsoft.com/office/drawing/2014/main" id="{B68A05C0-F5B6-467D-869D-E0DE2E2EAAAF}"/>
                </a:ext>
              </a:extLst>
            </p:cNvPr>
            <p:cNvSpPr>
              <a:spLocks/>
            </p:cNvSpPr>
            <p:nvPr/>
          </p:nvSpPr>
          <p:spPr>
            <a:xfrm>
              <a:off x="1209196" y="58568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2" name="02_predicted_pose_1231">
              <a:extLst>
                <a:ext uri="{FF2B5EF4-FFF2-40B4-BE49-F238E27FC236}">
                  <a16:creationId xmlns:a16="http://schemas.microsoft.com/office/drawing/2014/main" id="{D20D8EBF-53FC-4501-9CDB-4173CE539694}"/>
                </a:ext>
              </a:extLst>
            </p:cNvPr>
            <p:cNvSpPr>
              <a:spLocks/>
            </p:cNvSpPr>
            <p:nvPr/>
          </p:nvSpPr>
          <p:spPr>
            <a:xfrm>
              <a:off x="1236758" y="58054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3" name="02_predicted_pose_1232">
              <a:extLst>
                <a:ext uri="{FF2B5EF4-FFF2-40B4-BE49-F238E27FC236}">
                  <a16:creationId xmlns:a16="http://schemas.microsoft.com/office/drawing/2014/main" id="{EDF14570-F97B-4603-A81E-C0DF65CD7213}"/>
                </a:ext>
              </a:extLst>
            </p:cNvPr>
            <p:cNvSpPr>
              <a:spLocks/>
            </p:cNvSpPr>
            <p:nvPr/>
          </p:nvSpPr>
          <p:spPr>
            <a:xfrm>
              <a:off x="1264321" y="588199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4" name="02_predicted_pose_1233">
              <a:extLst>
                <a:ext uri="{FF2B5EF4-FFF2-40B4-BE49-F238E27FC236}">
                  <a16:creationId xmlns:a16="http://schemas.microsoft.com/office/drawing/2014/main" id="{A41EA7B3-78B6-43ED-9AE4-53352E052B65}"/>
                </a:ext>
              </a:extLst>
            </p:cNvPr>
            <p:cNvSpPr>
              <a:spLocks/>
            </p:cNvSpPr>
            <p:nvPr/>
          </p:nvSpPr>
          <p:spPr>
            <a:xfrm>
              <a:off x="1167507" y="591376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5" name="02_predicted_pose_1234">
              <a:extLst>
                <a:ext uri="{FF2B5EF4-FFF2-40B4-BE49-F238E27FC236}">
                  <a16:creationId xmlns:a16="http://schemas.microsoft.com/office/drawing/2014/main" id="{7DAA87E0-8B26-4666-A924-9DC32417BFA7}"/>
                </a:ext>
              </a:extLst>
            </p:cNvPr>
            <p:cNvSpPr>
              <a:spLocks/>
            </p:cNvSpPr>
            <p:nvPr/>
          </p:nvSpPr>
          <p:spPr>
            <a:xfrm>
              <a:off x="1217120" y="56125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6" name="02_predicted_pose_1235">
              <a:extLst>
                <a:ext uri="{FF2B5EF4-FFF2-40B4-BE49-F238E27FC236}">
                  <a16:creationId xmlns:a16="http://schemas.microsoft.com/office/drawing/2014/main" id="{5E63F3CA-945C-46C1-820B-075B0B5D7551}"/>
                </a:ext>
              </a:extLst>
            </p:cNvPr>
            <p:cNvSpPr>
              <a:spLocks/>
            </p:cNvSpPr>
            <p:nvPr/>
          </p:nvSpPr>
          <p:spPr>
            <a:xfrm>
              <a:off x="1359067" y="59091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7" name="02_predicted_pose_1236">
              <a:extLst>
                <a:ext uri="{FF2B5EF4-FFF2-40B4-BE49-F238E27FC236}">
                  <a16:creationId xmlns:a16="http://schemas.microsoft.com/office/drawing/2014/main" id="{8608E6AC-6DEA-4535-95BB-5A6D36A0061E}"/>
                </a:ext>
              </a:extLst>
            </p:cNvPr>
            <p:cNvSpPr>
              <a:spLocks/>
            </p:cNvSpPr>
            <p:nvPr/>
          </p:nvSpPr>
          <p:spPr>
            <a:xfrm>
              <a:off x="1386629" y="59455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8" name="02_predicted_pose_1237">
              <a:extLst>
                <a:ext uri="{FF2B5EF4-FFF2-40B4-BE49-F238E27FC236}">
                  <a16:creationId xmlns:a16="http://schemas.microsoft.com/office/drawing/2014/main" id="{F1D6BEFF-612E-40E7-A3F2-0CD50FFC8A1C}"/>
                </a:ext>
              </a:extLst>
            </p:cNvPr>
            <p:cNvSpPr>
              <a:spLocks/>
            </p:cNvSpPr>
            <p:nvPr/>
          </p:nvSpPr>
          <p:spPr>
            <a:xfrm>
              <a:off x="1427973" y="59347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39" name="02_predicted_pose_1238">
              <a:extLst>
                <a:ext uri="{FF2B5EF4-FFF2-40B4-BE49-F238E27FC236}">
                  <a16:creationId xmlns:a16="http://schemas.microsoft.com/office/drawing/2014/main" id="{155A7A15-DFF9-420B-BCFB-89AD4527A42F}"/>
                </a:ext>
              </a:extLst>
            </p:cNvPr>
            <p:cNvSpPr>
              <a:spLocks/>
            </p:cNvSpPr>
            <p:nvPr/>
          </p:nvSpPr>
          <p:spPr>
            <a:xfrm>
              <a:off x="1455535" y="592528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0" name="02_predicted_pose_1239">
              <a:extLst>
                <a:ext uri="{FF2B5EF4-FFF2-40B4-BE49-F238E27FC236}">
                  <a16:creationId xmlns:a16="http://schemas.microsoft.com/office/drawing/2014/main" id="{008A0F01-E38A-467B-A1AB-419B1B056ADB}"/>
                </a:ext>
              </a:extLst>
            </p:cNvPr>
            <p:cNvSpPr>
              <a:spLocks/>
            </p:cNvSpPr>
            <p:nvPr/>
          </p:nvSpPr>
          <p:spPr>
            <a:xfrm>
              <a:off x="1483098" y="593223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1" name="02_predicted_pose_1240">
              <a:extLst>
                <a:ext uri="{FF2B5EF4-FFF2-40B4-BE49-F238E27FC236}">
                  <a16:creationId xmlns:a16="http://schemas.microsoft.com/office/drawing/2014/main" id="{807AF333-3C21-4DC5-BE0F-3885D6494EAF}"/>
                </a:ext>
              </a:extLst>
            </p:cNvPr>
            <p:cNvSpPr>
              <a:spLocks/>
            </p:cNvSpPr>
            <p:nvPr/>
          </p:nvSpPr>
          <p:spPr>
            <a:xfrm>
              <a:off x="1465527" y="597135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2" name="02_predicted_pose_1241">
              <a:extLst>
                <a:ext uri="{FF2B5EF4-FFF2-40B4-BE49-F238E27FC236}">
                  <a16:creationId xmlns:a16="http://schemas.microsoft.com/office/drawing/2014/main" id="{97D23C4E-4445-45B5-9BC2-CA27EDE67C95}"/>
                </a:ext>
              </a:extLst>
            </p:cNvPr>
            <p:cNvSpPr>
              <a:spLocks/>
            </p:cNvSpPr>
            <p:nvPr/>
          </p:nvSpPr>
          <p:spPr>
            <a:xfrm>
              <a:off x="1215053" y="598127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3" name="02_predicted_pose_1242">
              <a:extLst>
                <a:ext uri="{FF2B5EF4-FFF2-40B4-BE49-F238E27FC236}">
                  <a16:creationId xmlns:a16="http://schemas.microsoft.com/office/drawing/2014/main" id="{BF157EA6-484C-432A-B3F4-8C6082F5DAB1}"/>
                </a:ext>
              </a:extLst>
            </p:cNvPr>
            <p:cNvSpPr>
              <a:spLocks/>
            </p:cNvSpPr>
            <p:nvPr/>
          </p:nvSpPr>
          <p:spPr>
            <a:xfrm>
              <a:off x="1494123" y="595671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4" name="02_predicted_pose_1243">
              <a:extLst>
                <a:ext uri="{FF2B5EF4-FFF2-40B4-BE49-F238E27FC236}">
                  <a16:creationId xmlns:a16="http://schemas.microsoft.com/office/drawing/2014/main" id="{070A7CE5-23FA-404F-BB03-CFA2207579BA}"/>
                </a:ext>
              </a:extLst>
            </p:cNvPr>
            <p:cNvSpPr>
              <a:spLocks/>
            </p:cNvSpPr>
            <p:nvPr/>
          </p:nvSpPr>
          <p:spPr>
            <a:xfrm>
              <a:off x="1336672" y="589604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5" name="02_predicted_pose_1244">
              <a:extLst>
                <a:ext uri="{FF2B5EF4-FFF2-40B4-BE49-F238E27FC236}">
                  <a16:creationId xmlns:a16="http://schemas.microsoft.com/office/drawing/2014/main" id="{9A8E3D08-C4DA-48AB-BCE5-BAF42B5FAEE5}"/>
                </a:ext>
              </a:extLst>
            </p:cNvPr>
            <p:cNvSpPr>
              <a:spLocks/>
            </p:cNvSpPr>
            <p:nvPr/>
          </p:nvSpPr>
          <p:spPr>
            <a:xfrm>
              <a:off x="1429695" y="602587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6" name="02_predicted_pose_1245">
              <a:extLst>
                <a:ext uri="{FF2B5EF4-FFF2-40B4-BE49-F238E27FC236}">
                  <a16:creationId xmlns:a16="http://schemas.microsoft.com/office/drawing/2014/main" id="{5D198B77-4E8E-4238-9B25-AB967C3E30A8}"/>
                </a:ext>
              </a:extLst>
            </p:cNvPr>
            <p:cNvSpPr>
              <a:spLocks/>
            </p:cNvSpPr>
            <p:nvPr/>
          </p:nvSpPr>
          <p:spPr>
            <a:xfrm>
              <a:off x="1174743" y="563273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7" name="02_predicted_pose_1246">
              <a:extLst>
                <a:ext uri="{FF2B5EF4-FFF2-40B4-BE49-F238E27FC236}">
                  <a16:creationId xmlns:a16="http://schemas.microsoft.com/office/drawing/2014/main" id="{D5B0CCA9-C288-45B8-8884-B79FB6CFDA69}"/>
                </a:ext>
              </a:extLst>
            </p:cNvPr>
            <p:cNvSpPr>
              <a:spLocks/>
            </p:cNvSpPr>
            <p:nvPr/>
          </p:nvSpPr>
          <p:spPr>
            <a:xfrm>
              <a:off x="1188524" y="56596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8" name="02_predicted_pose_1247">
              <a:extLst>
                <a:ext uri="{FF2B5EF4-FFF2-40B4-BE49-F238E27FC236}">
                  <a16:creationId xmlns:a16="http://schemas.microsoft.com/office/drawing/2014/main" id="{284A73FA-FB92-43B8-B978-23065F616B13}"/>
                </a:ext>
              </a:extLst>
            </p:cNvPr>
            <p:cNvSpPr>
              <a:spLocks/>
            </p:cNvSpPr>
            <p:nvPr/>
          </p:nvSpPr>
          <p:spPr>
            <a:xfrm>
              <a:off x="1202305" y="57115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49" name="02_predicted_pose_1248">
              <a:extLst>
                <a:ext uri="{FF2B5EF4-FFF2-40B4-BE49-F238E27FC236}">
                  <a16:creationId xmlns:a16="http://schemas.microsoft.com/office/drawing/2014/main" id="{D02BDA5D-60AB-4F53-AB72-F618ACB0D5EE}"/>
                </a:ext>
              </a:extLst>
            </p:cNvPr>
            <p:cNvSpPr>
              <a:spLocks/>
            </p:cNvSpPr>
            <p:nvPr/>
          </p:nvSpPr>
          <p:spPr>
            <a:xfrm>
              <a:off x="1216086" y="57320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0" name="02_predicted_pose_1249">
              <a:extLst>
                <a:ext uri="{FF2B5EF4-FFF2-40B4-BE49-F238E27FC236}">
                  <a16:creationId xmlns:a16="http://schemas.microsoft.com/office/drawing/2014/main" id="{8F3B3A6F-461A-4842-B6A1-2187355F654A}"/>
                </a:ext>
              </a:extLst>
            </p:cNvPr>
            <p:cNvSpPr>
              <a:spLocks/>
            </p:cNvSpPr>
            <p:nvPr/>
          </p:nvSpPr>
          <p:spPr>
            <a:xfrm>
              <a:off x="1171642" y="55376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1" name="02_predicted_pose_1250">
              <a:extLst>
                <a:ext uri="{FF2B5EF4-FFF2-40B4-BE49-F238E27FC236}">
                  <a16:creationId xmlns:a16="http://schemas.microsoft.com/office/drawing/2014/main" id="{3BBFAAC1-753D-4E88-B832-5F83DDAB06C0}"/>
                </a:ext>
              </a:extLst>
            </p:cNvPr>
            <p:cNvSpPr>
              <a:spLocks/>
            </p:cNvSpPr>
            <p:nvPr/>
          </p:nvSpPr>
          <p:spPr>
            <a:xfrm>
              <a:off x="1199204" y="54803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2" name="02_predicted_pose_1251">
              <a:extLst>
                <a:ext uri="{FF2B5EF4-FFF2-40B4-BE49-F238E27FC236}">
                  <a16:creationId xmlns:a16="http://schemas.microsoft.com/office/drawing/2014/main" id="{EC677157-6BAF-423F-ACCD-B815D03899E8}"/>
                </a:ext>
              </a:extLst>
            </p:cNvPr>
            <p:cNvSpPr>
              <a:spLocks/>
            </p:cNvSpPr>
            <p:nvPr/>
          </p:nvSpPr>
          <p:spPr>
            <a:xfrm>
              <a:off x="1283614" y="58994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3" name="02_predicted_pose_1252">
              <a:extLst>
                <a:ext uri="{FF2B5EF4-FFF2-40B4-BE49-F238E27FC236}">
                  <a16:creationId xmlns:a16="http://schemas.microsoft.com/office/drawing/2014/main" id="{D0D00076-7284-47DF-BE13-10D53CFDC14F}"/>
                </a:ext>
              </a:extLst>
            </p:cNvPr>
            <p:cNvSpPr>
              <a:spLocks/>
            </p:cNvSpPr>
            <p:nvPr/>
          </p:nvSpPr>
          <p:spPr>
            <a:xfrm>
              <a:off x="1231590" y="553417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4" name="02_predicted_pose_1253">
              <a:extLst>
                <a:ext uri="{FF2B5EF4-FFF2-40B4-BE49-F238E27FC236}">
                  <a16:creationId xmlns:a16="http://schemas.microsoft.com/office/drawing/2014/main" id="{420F7E2A-4108-4682-AF1D-A2C72CF5EC53}"/>
                </a:ext>
              </a:extLst>
            </p:cNvPr>
            <p:cNvSpPr>
              <a:spLocks/>
            </p:cNvSpPr>
            <p:nvPr/>
          </p:nvSpPr>
          <p:spPr>
            <a:xfrm>
              <a:off x="1259153" y="554178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5" name="02_predicted_pose_1254">
              <a:extLst>
                <a:ext uri="{FF2B5EF4-FFF2-40B4-BE49-F238E27FC236}">
                  <a16:creationId xmlns:a16="http://schemas.microsoft.com/office/drawing/2014/main" id="{06E01034-5CB8-4C91-9C61-46A54B09F393}"/>
                </a:ext>
              </a:extLst>
            </p:cNvPr>
            <p:cNvSpPr>
              <a:spLocks/>
            </p:cNvSpPr>
            <p:nvPr/>
          </p:nvSpPr>
          <p:spPr>
            <a:xfrm>
              <a:off x="1272934" y="584513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6" name="02_predicted_pose_1255">
              <a:extLst>
                <a:ext uri="{FF2B5EF4-FFF2-40B4-BE49-F238E27FC236}">
                  <a16:creationId xmlns:a16="http://schemas.microsoft.com/office/drawing/2014/main" id="{FB60EDC9-BB8A-47CC-8627-7A951EEF3B83}"/>
                </a:ext>
              </a:extLst>
            </p:cNvPr>
            <p:cNvSpPr>
              <a:spLocks/>
            </p:cNvSpPr>
            <p:nvPr/>
          </p:nvSpPr>
          <p:spPr>
            <a:xfrm>
              <a:off x="1210574" y="50867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7" name="02_predicted_pose_1256">
              <a:extLst>
                <a:ext uri="{FF2B5EF4-FFF2-40B4-BE49-F238E27FC236}">
                  <a16:creationId xmlns:a16="http://schemas.microsoft.com/office/drawing/2014/main" id="{B01B9679-D0BA-4DF0-85C0-42BDBC41DD7B}"/>
                </a:ext>
              </a:extLst>
            </p:cNvPr>
            <p:cNvSpPr>
              <a:spLocks/>
            </p:cNvSpPr>
            <p:nvPr/>
          </p:nvSpPr>
          <p:spPr>
            <a:xfrm>
              <a:off x="1224355" y="54761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8" name="02_predicted_pose_1257">
              <a:extLst>
                <a:ext uri="{FF2B5EF4-FFF2-40B4-BE49-F238E27FC236}">
                  <a16:creationId xmlns:a16="http://schemas.microsoft.com/office/drawing/2014/main" id="{1650E88C-731E-4659-A2FD-25E3B83DC214}"/>
                </a:ext>
              </a:extLst>
            </p:cNvPr>
            <p:cNvSpPr>
              <a:spLocks/>
            </p:cNvSpPr>
            <p:nvPr/>
          </p:nvSpPr>
          <p:spPr>
            <a:xfrm>
              <a:off x="1238136" y="54507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59" name="02_predicted_pose_1258">
              <a:extLst>
                <a:ext uri="{FF2B5EF4-FFF2-40B4-BE49-F238E27FC236}">
                  <a16:creationId xmlns:a16="http://schemas.microsoft.com/office/drawing/2014/main" id="{2A26DB00-D825-447A-870A-6E762BD98CC8}"/>
                </a:ext>
              </a:extLst>
            </p:cNvPr>
            <p:cNvSpPr>
              <a:spLocks/>
            </p:cNvSpPr>
            <p:nvPr/>
          </p:nvSpPr>
          <p:spPr>
            <a:xfrm>
              <a:off x="1257430" y="522590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0" name="02_predicted_pose_1259">
              <a:extLst>
                <a:ext uri="{FF2B5EF4-FFF2-40B4-BE49-F238E27FC236}">
                  <a16:creationId xmlns:a16="http://schemas.microsoft.com/office/drawing/2014/main" id="{990CC39C-7678-428E-BD50-F3E0A01F2706}"/>
                </a:ext>
              </a:extLst>
            </p:cNvPr>
            <p:cNvSpPr>
              <a:spLocks/>
            </p:cNvSpPr>
            <p:nvPr/>
          </p:nvSpPr>
          <p:spPr>
            <a:xfrm>
              <a:off x="1284992" y="524446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1" name="02_predicted_pose_1260">
              <a:extLst>
                <a:ext uri="{FF2B5EF4-FFF2-40B4-BE49-F238E27FC236}">
                  <a16:creationId xmlns:a16="http://schemas.microsoft.com/office/drawing/2014/main" id="{65411667-82FF-4649-B630-3803BC6F6F0E}"/>
                </a:ext>
              </a:extLst>
            </p:cNvPr>
            <p:cNvSpPr>
              <a:spLocks/>
            </p:cNvSpPr>
            <p:nvPr/>
          </p:nvSpPr>
          <p:spPr>
            <a:xfrm>
              <a:off x="1298774" y="50754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2" name="02_predicted_pose_1261">
              <a:extLst>
                <a:ext uri="{FF2B5EF4-FFF2-40B4-BE49-F238E27FC236}">
                  <a16:creationId xmlns:a16="http://schemas.microsoft.com/office/drawing/2014/main" id="{C2615EF7-4786-42F1-A409-C92F63723F2F}"/>
                </a:ext>
              </a:extLst>
            </p:cNvPr>
            <p:cNvSpPr>
              <a:spLocks/>
            </p:cNvSpPr>
            <p:nvPr/>
          </p:nvSpPr>
          <p:spPr>
            <a:xfrm>
              <a:off x="1381461" y="527186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3" name="02_predicted_pose_1262">
              <a:extLst>
                <a:ext uri="{FF2B5EF4-FFF2-40B4-BE49-F238E27FC236}">
                  <a16:creationId xmlns:a16="http://schemas.microsoft.com/office/drawing/2014/main" id="{089BB60D-DB31-474E-8E81-76FDA47F186B}"/>
                </a:ext>
              </a:extLst>
            </p:cNvPr>
            <p:cNvSpPr>
              <a:spLocks/>
            </p:cNvSpPr>
            <p:nvPr/>
          </p:nvSpPr>
          <p:spPr>
            <a:xfrm>
              <a:off x="1363890" y="519148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4" name="02_predicted_pose_1263">
              <a:extLst>
                <a:ext uri="{FF2B5EF4-FFF2-40B4-BE49-F238E27FC236}">
                  <a16:creationId xmlns:a16="http://schemas.microsoft.com/office/drawing/2014/main" id="{E3C7DE91-C57A-41E5-8A38-DEA0507A7F50}"/>
                </a:ext>
              </a:extLst>
            </p:cNvPr>
            <p:cNvSpPr>
              <a:spLocks/>
            </p:cNvSpPr>
            <p:nvPr/>
          </p:nvSpPr>
          <p:spPr>
            <a:xfrm>
              <a:off x="1235035" y="522759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5" name="02_predicted_pose_1264">
              <a:extLst>
                <a:ext uri="{FF2B5EF4-FFF2-40B4-BE49-F238E27FC236}">
                  <a16:creationId xmlns:a16="http://schemas.microsoft.com/office/drawing/2014/main" id="{D9ABAD5D-B882-448D-A313-F0AA468C5B92}"/>
                </a:ext>
              </a:extLst>
            </p:cNvPr>
            <p:cNvSpPr>
              <a:spLocks/>
            </p:cNvSpPr>
            <p:nvPr/>
          </p:nvSpPr>
          <p:spPr>
            <a:xfrm>
              <a:off x="1382150" y="56949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6" name="02_predicted_pose_1265">
              <a:extLst>
                <a:ext uri="{FF2B5EF4-FFF2-40B4-BE49-F238E27FC236}">
                  <a16:creationId xmlns:a16="http://schemas.microsoft.com/office/drawing/2014/main" id="{D0DC4ACD-3C0B-4ECB-993F-94E7F02168DE}"/>
                </a:ext>
              </a:extLst>
            </p:cNvPr>
            <p:cNvSpPr>
              <a:spLocks/>
            </p:cNvSpPr>
            <p:nvPr/>
          </p:nvSpPr>
          <p:spPr>
            <a:xfrm>
              <a:off x="1395931" y="59023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7" name="02_predicted_pose_1266">
              <a:extLst>
                <a:ext uri="{FF2B5EF4-FFF2-40B4-BE49-F238E27FC236}">
                  <a16:creationId xmlns:a16="http://schemas.microsoft.com/office/drawing/2014/main" id="{1D366123-124A-46EE-B3DF-E92C2292BCED}"/>
                </a:ext>
              </a:extLst>
            </p:cNvPr>
            <p:cNvSpPr>
              <a:spLocks/>
            </p:cNvSpPr>
            <p:nvPr/>
          </p:nvSpPr>
          <p:spPr>
            <a:xfrm>
              <a:off x="1356310" y="56861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8" name="02_predicted_pose_1267">
              <a:extLst>
                <a:ext uri="{FF2B5EF4-FFF2-40B4-BE49-F238E27FC236}">
                  <a16:creationId xmlns:a16="http://schemas.microsoft.com/office/drawing/2014/main" id="{49EB5893-D763-493D-A02E-F08BA47FA950}"/>
                </a:ext>
              </a:extLst>
            </p:cNvPr>
            <p:cNvSpPr>
              <a:spLocks/>
            </p:cNvSpPr>
            <p:nvPr/>
          </p:nvSpPr>
          <p:spPr>
            <a:xfrm>
              <a:off x="1370092" y="56930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69" name="02_predicted_pose_1268">
              <a:extLst>
                <a:ext uri="{FF2B5EF4-FFF2-40B4-BE49-F238E27FC236}">
                  <a16:creationId xmlns:a16="http://schemas.microsoft.com/office/drawing/2014/main" id="{2CE071C4-FABD-4C47-94CA-1A974AE515CA}"/>
                </a:ext>
              </a:extLst>
            </p:cNvPr>
            <p:cNvSpPr>
              <a:spLocks/>
            </p:cNvSpPr>
            <p:nvPr/>
          </p:nvSpPr>
          <p:spPr>
            <a:xfrm>
              <a:off x="1383873" y="58216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0" name="02_predicted_pose_1269">
              <a:extLst>
                <a:ext uri="{FF2B5EF4-FFF2-40B4-BE49-F238E27FC236}">
                  <a16:creationId xmlns:a16="http://schemas.microsoft.com/office/drawing/2014/main" id="{EFCC6B79-959D-4B88-8682-F9DACB09DE88}"/>
                </a:ext>
              </a:extLst>
            </p:cNvPr>
            <p:cNvSpPr>
              <a:spLocks/>
            </p:cNvSpPr>
            <p:nvPr/>
          </p:nvSpPr>
          <p:spPr>
            <a:xfrm>
              <a:off x="1411435" y="55712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1" name="02_predicted_pose_1270">
              <a:extLst>
                <a:ext uri="{FF2B5EF4-FFF2-40B4-BE49-F238E27FC236}">
                  <a16:creationId xmlns:a16="http://schemas.microsoft.com/office/drawing/2014/main" id="{B51C3B1D-4583-4FCA-8EAE-4FD36DD4D284}"/>
                </a:ext>
              </a:extLst>
            </p:cNvPr>
            <p:cNvSpPr>
              <a:spLocks/>
            </p:cNvSpPr>
            <p:nvPr/>
          </p:nvSpPr>
          <p:spPr>
            <a:xfrm>
              <a:off x="1425216" y="557059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2" name="02_predicted_pose_1271">
              <a:extLst>
                <a:ext uri="{FF2B5EF4-FFF2-40B4-BE49-F238E27FC236}">
                  <a16:creationId xmlns:a16="http://schemas.microsoft.com/office/drawing/2014/main" id="{8250B1C1-D68A-47B1-BF6E-9DDBC2FBBCCB}"/>
                </a:ext>
              </a:extLst>
            </p:cNvPr>
            <p:cNvSpPr>
              <a:spLocks/>
            </p:cNvSpPr>
            <p:nvPr/>
          </p:nvSpPr>
          <p:spPr>
            <a:xfrm>
              <a:off x="1238825" y="59749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3" name="02_predicted_pose_1272">
              <a:extLst>
                <a:ext uri="{FF2B5EF4-FFF2-40B4-BE49-F238E27FC236}">
                  <a16:creationId xmlns:a16="http://schemas.microsoft.com/office/drawing/2014/main" id="{3D3CDB68-6E8A-432A-A78E-404F2C3D56DA}"/>
                </a:ext>
              </a:extLst>
            </p:cNvPr>
            <p:cNvSpPr>
              <a:spLocks/>
            </p:cNvSpPr>
            <p:nvPr/>
          </p:nvSpPr>
          <p:spPr>
            <a:xfrm>
              <a:off x="1280169" y="51847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4" name="02_predicted_pose_1273">
              <a:extLst>
                <a:ext uri="{FF2B5EF4-FFF2-40B4-BE49-F238E27FC236}">
                  <a16:creationId xmlns:a16="http://schemas.microsoft.com/office/drawing/2014/main" id="{05724913-B677-4099-827C-7077CFA66DAA}"/>
                </a:ext>
              </a:extLst>
            </p:cNvPr>
            <p:cNvSpPr>
              <a:spLocks/>
            </p:cNvSpPr>
            <p:nvPr/>
          </p:nvSpPr>
          <p:spPr>
            <a:xfrm>
              <a:off x="1293950" y="603343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5" name="02_predicted_pose_1274">
              <a:extLst>
                <a:ext uri="{FF2B5EF4-FFF2-40B4-BE49-F238E27FC236}">
                  <a16:creationId xmlns:a16="http://schemas.microsoft.com/office/drawing/2014/main" id="{AFE38154-AF56-436F-BDE5-942CBD9B1E50}"/>
                </a:ext>
              </a:extLst>
            </p:cNvPr>
            <p:cNvSpPr>
              <a:spLocks/>
            </p:cNvSpPr>
            <p:nvPr/>
          </p:nvSpPr>
          <p:spPr>
            <a:xfrm>
              <a:off x="1313933" y="50637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6" name="02_predicted_pose_1275">
              <a:extLst>
                <a:ext uri="{FF2B5EF4-FFF2-40B4-BE49-F238E27FC236}">
                  <a16:creationId xmlns:a16="http://schemas.microsoft.com/office/drawing/2014/main" id="{F98FCC54-F44A-40DA-B380-EE239D5A96DD}"/>
                </a:ext>
              </a:extLst>
            </p:cNvPr>
            <p:cNvSpPr>
              <a:spLocks/>
            </p:cNvSpPr>
            <p:nvPr/>
          </p:nvSpPr>
          <p:spPr>
            <a:xfrm>
              <a:off x="1327714" y="506935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7" name="02_predicted_pose_1276">
              <a:extLst>
                <a:ext uri="{FF2B5EF4-FFF2-40B4-BE49-F238E27FC236}">
                  <a16:creationId xmlns:a16="http://schemas.microsoft.com/office/drawing/2014/main" id="{295D8AA9-5D2D-495E-A2C6-B047AB2FE467}"/>
                </a:ext>
              </a:extLst>
            </p:cNvPr>
            <p:cNvSpPr>
              <a:spLocks/>
            </p:cNvSpPr>
            <p:nvPr/>
          </p:nvSpPr>
          <p:spPr>
            <a:xfrm>
              <a:off x="1341496" y="50837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8" name="02_predicted_pose_1277">
              <a:extLst>
                <a:ext uri="{FF2B5EF4-FFF2-40B4-BE49-F238E27FC236}">
                  <a16:creationId xmlns:a16="http://schemas.microsoft.com/office/drawing/2014/main" id="{EDAA8795-849B-49E6-B498-55E196ACD45B}"/>
                </a:ext>
              </a:extLst>
            </p:cNvPr>
            <p:cNvSpPr>
              <a:spLocks/>
            </p:cNvSpPr>
            <p:nvPr/>
          </p:nvSpPr>
          <p:spPr>
            <a:xfrm>
              <a:off x="1382839" y="506506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79" name="02_predicted_pose_1278">
              <a:extLst>
                <a:ext uri="{FF2B5EF4-FFF2-40B4-BE49-F238E27FC236}">
                  <a16:creationId xmlns:a16="http://schemas.microsoft.com/office/drawing/2014/main" id="{9F9AFD83-9631-4D21-9F36-2A486B095C9E}"/>
                </a:ext>
              </a:extLst>
            </p:cNvPr>
            <p:cNvSpPr>
              <a:spLocks/>
            </p:cNvSpPr>
            <p:nvPr/>
          </p:nvSpPr>
          <p:spPr>
            <a:xfrm>
              <a:off x="1396620" y="568748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0" name="02_predicted_pose_1279">
              <a:extLst>
                <a:ext uri="{FF2B5EF4-FFF2-40B4-BE49-F238E27FC236}">
                  <a16:creationId xmlns:a16="http://schemas.microsoft.com/office/drawing/2014/main" id="{3CDF3550-BB3F-4E4A-904F-FC290546E0F3}"/>
                </a:ext>
              </a:extLst>
            </p:cNvPr>
            <p:cNvSpPr>
              <a:spLocks/>
            </p:cNvSpPr>
            <p:nvPr/>
          </p:nvSpPr>
          <p:spPr>
            <a:xfrm>
              <a:off x="1410402" y="567368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1" name="02_predicted_pose_1280">
              <a:extLst>
                <a:ext uri="{FF2B5EF4-FFF2-40B4-BE49-F238E27FC236}">
                  <a16:creationId xmlns:a16="http://schemas.microsoft.com/office/drawing/2014/main" id="{193DDB9C-A2E6-4EEE-B519-C67C93EB0228}"/>
                </a:ext>
              </a:extLst>
            </p:cNvPr>
            <p:cNvSpPr>
              <a:spLocks/>
            </p:cNvSpPr>
            <p:nvPr/>
          </p:nvSpPr>
          <p:spPr>
            <a:xfrm>
              <a:off x="1424183" y="573470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2" name="02_predicted_pose_1281">
              <a:extLst>
                <a:ext uri="{FF2B5EF4-FFF2-40B4-BE49-F238E27FC236}">
                  <a16:creationId xmlns:a16="http://schemas.microsoft.com/office/drawing/2014/main" id="{F26326FD-FD2D-493D-87FB-07E02E427328}"/>
                </a:ext>
              </a:extLst>
            </p:cNvPr>
            <p:cNvSpPr>
              <a:spLocks/>
            </p:cNvSpPr>
            <p:nvPr/>
          </p:nvSpPr>
          <p:spPr>
            <a:xfrm>
              <a:off x="1313589" y="565156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3" name="02_predicted_pose_1282">
              <a:extLst>
                <a:ext uri="{FF2B5EF4-FFF2-40B4-BE49-F238E27FC236}">
                  <a16:creationId xmlns:a16="http://schemas.microsoft.com/office/drawing/2014/main" id="{77117FB3-EEC1-4B0D-B4AC-7B966E1D4731}"/>
                </a:ext>
              </a:extLst>
            </p:cNvPr>
            <p:cNvSpPr>
              <a:spLocks/>
            </p:cNvSpPr>
            <p:nvPr/>
          </p:nvSpPr>
          <p:spPr>
            <a:xfrm>
              <a:off x="1406612" y="506813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4" name="02_predicted_pose_1283">
              <a:extLst>
                <a:ext uri="{FF2B5EF4-FFF2-40B4-BE49-F238E27FC236}">
                  <a16:creationId xmlns:a16="http://schemas.microsoft.com/office/drawing/2014/main" id="{662AAD82-D198-4238-8A61-674C176B813D}"/>
                </a:ext>
              </a:extLst>
            </p:cNvPr>
            <p:cNvSpPr>
              <a:spLocks/>
            </p:cNvSpPr>
            <p:nvPr/>
          </p:nvSpPr>
          <p:spPr>
            <a:xfrm>
              <a:off x="1156138" y="506663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5" name="02_predicted_pose_1284">
              <a:extLst>
                <a:ext uri="{FF2B5EF4-FFF2-40B4-BE49-F238E27FC236}">
                  <a16:creationId xmlns:a16="http://schemas.microsoft.com/office/drawing/2014/main" id="{CFA01323-5069-4497-A4AF-E00F26BA807E}"/>
                </a:ext>
              </a:extLst>
            </p:cNvPr>
            <p:cNvSpPr>
              <a:spLocks/>
            </p:cNvSpPr>
            <p:nvPr/>
          </p:nvSpPr>
          <p:spPr>
            <a:xfrm>
              <a:off x="1249161" y="506436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6" name="02_predicted_pose_1285">
              <a:extLst>
                <a:ext uri="{FF2B5EF4-FFF2-40B4-BE49-F238E27FC236}">
                  <a16:creationId xmlns:a16="http://schemas.microsoft.com/office/drawing/2014/main" id="{25B4D0A0-6CB7-40CE-A54C-DB5C0B76405F}"/>
                </a:ext>
              </a:extLst>
            </p:cNvPr>
            <p:cNvSpPr>
              <a:spLocks/>
            </p:cNvSpPr>
            <p:nvPr/>
          </p:nvSpPr>
          <p:spPr>
            <a:xfrm>
              <a:off x="1314967" y="58800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7" name="02_predicted_pose_1286">
              <a:extLst>
                <a:ext uri="{FF2B5EF4-FFF2-40B4-BE49-F238E27FC236}">
                  <a16:creationId xmlns:a16="http://schemas.microsoft.com/office/drawing/2014/main" id="{B968C711-AE2B-477B-8E2D-5D2197E7EC02}"/>
                </a:ext>
              </a:extLst>
            </p:cNvPr>
            <p:cNvSpPr>
              <a:spLocks/>
            </p:cNvSpPr>
            <p:nvPr/>
          </p:nvSpPr>
          <p:spPr>
            <a:xfrm>
              <a:off x="1342529" y="58377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8" name="02_predicted_pose_1287">
              <a:extLst>
                <a:ext uri="{FF2B5EF4-FFF2-40B4-BE49-F238E27FC236}">
                  <a16:creationId xmlns:a16="http://schemas.microsoft.com/office/drawing/2014/main" id="{1E094E2C-7889-4D6E-B43E-0DA8097CDE53}"/>
                </a:ext>
              </a:extLst>
            </p:cNvPr>
            <p:cNvSpPr>
              <a:spLocks/>
            </p:cNvSpPr>
            <p:nvPr/>
          </p:nvSpPr>
          <p:spPr>
            <a:xfrm>
              <a:off x="1370092" y="58315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89" name="02_predicted_pose_1288">
              <a:extLst>
                <a:ext uri="{FF2B5EF4-FFF2-40B4-BE49-F238E27FC236}">
                  <a16:creationId xmlns:a16="http://schemas.microsoft.com/office/drawing/2014/main" id="{39D914C9-3857-409D-8E13-80CD599C5A41}"/>
                </a:ext>
              </a:extLst>
            </p:cNvPr>
            <p:cNvSpPr>
              <a:spLocks/>
            </p:cNvSpPr>
            <p:nvPr/>
          </p:nvSpPr>
          <p:spPr>
            <a:xfrm>
              <a:off x="1397654" y="586791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0" name="02_predicted_pose_1289">
              <a:extLst>
                <a:ext uri="{FF2B5EF4-FFF2-40B4-BE49-F238E27FC236}">
                  <a16:creationId xmlns:a16="http://schemas.microsoft.com/office/drawing/2014/main" id="{78B87A9A-485E-47C3-AFC9-2E8A0DE97863}"/>
                </a:ext>
              </a:extLst>
            </p:cNvPr>
            <p:cNvSpPr>
              <a:spLocks/>
            </p:cNvSpPr>
            <p:nvPr/>
          </p:nvSpPr>
          <p:spPr>
            <a:xfrm>
              <a:off x="1425216" y="59960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1" name="02_predicted_pose_1290">
              <a:extLst>
                <a:ext uri="{FF2B5EF4-FFF2-40B4-BE49-F238E27FC236}">
                  <a16:creationId xmlns:a16="http://schemas.microsoft.com/office/drawing/2014/main" id="{220702AF-627D-427E-B37E-AF55569E1EC4}"/>
                </a:ext>
              </a:extLst>
            </p:cNvPr>
            <p:cNvSpPr>
              <a:spLocks/>
            </p:cNvSpPr>
            <p:nvPr/>
          </p:nvSpPr>
          <p:spPr>
            <a:xfrm>
              <a:off x="1328403" y="583949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2" name="02_predicted_pose_1291">
              <a:extLst>
                <a:ext uri="{FF2B5EF4-FFF2-40B4-BE49-F238E27FC236}">
                  <a16:creationId xmlns:a16="http://schemas.microsoft.com/office/drawing/2014/main" id="{0C50B938-6B40-4D9A-A91B-C6FC78003A9F}"/>
                </a:ext>
              </a:extLst>
            </p:cNvPr>
            <p:cNvSpPr>
              <a:spLocks/>
            </p:cNvSpPr>
            <p:nvPr/>
          </p:nvSpPr>
          <p:spPr>
            <a:xfrm>
              <a:off x="1445544" y="557173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3" name="02_predicted_pose_1292">
              <a:extLst>
                <a:ext uri="{FF2B5EF4-FFF2-40B4-BE49-F238E27FC236}">
                  <a16:creationId xmlns:a16="http://schemas.microsoft.com/office/drawing/2014/main" id="{96B0DCF9-1E38-4750-95BA-1D8490BA81D9}"/>
                </a:ext>
              </a:extLst>
            </p:cNvPr>
            <p:cNvSpPr>
              <a:spLocks/>
            </p:cNvSpPr>
            <p:nvPr/>
          </p:nvSpPr>
          <p:spPr>
            <a:xfrm>
              <a:off x="1459325" y="56434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4" name="02_predicted_pose_1293">
              <a:extLst>
                <a:ext uri="{FF2B5EF4-FFF2-40B4-BE49-F238E27FC236}">
                  <a16:creationId xmlns:a16="http://schemas.microsoft.com/office/drawing/2014/main" id="{5C32967B-0A5E-4513-A388-0E63BEDFD4A2}"/>
                </a:ext>
              </a:extLst>
            </p:cNvPr>
            <p:cNvSpPr>
              <a:spLocks/>
            </p:cNvSpPr>
            <p:nvPr/>
          </p:nvSpPr>
          <p:spPr>
            <a:xfrm>
              <a:off x="1242271" y="52106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5" name="02_predicted_pose_1294">
              <a:extLst>
                <a:ext uri="{FF2B5EF4-FFF2-40B4-BE49-F238E27FC236}">
                  <a16:creationId xmlns:a16="http://schemas.microsoft.com/office/drawing/2014/main" id="{14562DDD-7CD0-4C2C-A8F8-07B2A550FE26}"/>
                </a:ext>
              </a:extLst>
            </p:cNvPr>
            <p:cNvSpPr>
              <a:spLocks/>
            </p:cNvSpPr>
            <p:nvPr/>
          </p:nvSpPr>
          <p:spPr>
            <a:xfrm>
              <a:off x="1254674" y="58561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6" name="02_predicted_pose_1295">
              <a:extLst>
                <a:ext uri="{FF2B5EF4-FFF2-40B4-BE49-F238E27FC236}">
                  <a16:creationId xmlns:a16="http://schemas.microsoft.com/office/drawing/2014/main" id="{8D0CCF49-43D2-4AC3-B19A-671C80DD0B88}"/>
                </a:ext>
              </a:extLst>
            </p:cNvPr>
            <p:cNvSpPr>
              <a:spLocks/>
            </p:cNvSpPr>
            <p:nvPr/>
          </p:nvSpPr>
          <p:spPr>
            <a:xfrm>
              <a:off x="1296362" y="58334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7" name="02_predicted_pose_1296">
              <a:extLst>
                <a:ext uri="{FF2B5EF4-FFF2-40B4-BE49-F238E27FC236}">
                  <a16:creationId xmlns:a16="http://schemas.microsoft.com/office/drawing/2014/main" id="{D66C2318-3FDA-4A27-A706-5ED71FC3BBD1}"/>
                </a:ext>
              </a:extLst>
            </p:cNvPr>
            <p:cNvSpPr>
              <a:spLocks/>
            </p:cNvSpPr>
            <p:nvPr/>
          </p:nvSpPr>
          <p:spPr>
            <a:xfrm>
              <a:off x="1259842" y="579077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8" name="02_predicted_pose_1297">
              <a:extLst>
                <a:ext uri="{FF2B5EF4-FFF2-40B4-BE49-F238E27FC236}">
                  <a16:creationId xmlns:a16="http://schemas.microsoft.com/office/drawing/2014/main" id="{EB75DB01-D828-451B-B66E-96BEE5F198EC}"/>
                </a:ext>
              </a:extLst>
            </p:cNvPr>
            <p:cNvSpPr>
              <a:spLocks/>
            </p:cNvSpPr>
            <p:nvPr/>
          </p:nvSpPr>
          <p:spPr>
            <a:xfrm>
              <a:off x="1207818" y="59727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299" name="02_predicted_pose_1298">
              <a:extLst>
                <a:ext uri="{FF2B5EF4-FFF2-40B4-BE49-F238E27FC236}">
                  <a16:creationId xmlns:a16="http://schemas.microsoft.com/office/drawing/2014/main" id="{CE3358EC-E52B-426C-B1B4-56C76AB99459}"/>
                </a:ext>
              </a:extLst>
            </p:cNvPr>
            <p:cNvSpPr>
              <a:spLocks/>
            </p:cNvSpPr>
            <p:nvPr/>
          </p:nvSpPr>
          <p:spPr>
            <a:xfrm>
              <a:off x="1340117" y="597268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0" name="02_predicted_pose_1299">
              <a:extLst>
                <a:ext uri="{FF2B5EF4-FFF2-40B4-BE49-F238E27FC236}">
                  <a16:creationId xmlns:a16="http://schemas.microsoft.com/office/drawing/2014/main" id="{6D098BE0-1AE6-4427-A6B5-913A5127FF8D}"/>
                </a:ext>
              </a:extLst>
            </p:cNvPr>
            <p:cNvSpPr>
              <a:spLocks/>
            </p:cNvSpPr>
            <p:nvPr/>
          </p:nvSpPr>
          <p:spPr>
            <a:xfrm>
              <a:off x="1353899" y="596762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1" name="02_predicted_pose_1300">
              <a:extLst>
                <a:ext uri="{FF2B5EF4-FFF2-40B4-BE49-F238E27FC236}">
                  <a16:creationId xmlns:a16="http://schemas.microsoft.com/office/drawing/2014/main" id="{01383045-BC78-40E1-ADF9-F639CC325293}"/>
                </a:ext>
              </a:extLst>
            </p:cNvPr>
            <p:cNvSpPr>
              <a:spLocks/>
            </p:cNvSpPr>
            <p:nvPr/>
          </p:nvSpPr>
          <p:spPr>
            <a:xfrm>
              <a:off x="1367680" y="597192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2" name="02_predicted_pose_1301">
              <a:extLst>
                <a:ext uri="{FF2B5EF4-FFF2-40B4-BE49-F238E27FC236}">
                  <a16:creationId xmlns:a16="http://schemas.microsoft.com/office/drawing/2014/main" id="{1EC85AFD-10DC-4AC4-A442-C561DEB219A4}"/>
                </a:ext>
              </a:extLst>
            </p:cNvPr>
            <p:cNvSpPr>
              <a:spLocks/>
            </p:cNvSpPr>
            <p:nvPr/>
          </p:nvSpPr>
          <p:spPr>
            <a:xfrm>
              <a:off x="1381461" y="60235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3" name="02_predicted_pose_1302">
              <a:extLst>
                <a:ext uri="{FF2B5EF4-FFF2-40B4-BE49-F238E27FC236}">
                  <a16:creationId xmlns:a16="http://schemas.microsoft.com/office/drawing/2014/main" id="{29C65142-9B54-4CC6-B9CE-DE0209E7443F}"/>
                </a:ext>
              </a:extLst>
            </p:cNvPr>
            <p:cNvSpPr>
              <a:spLocks/>
            </p:cNvSpPr>
            <p:nvPr/>
          </p:nvSpPr>
          <p:spPr>
            <a:xfrm>
              <a:off x="1176465" y="59894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4" name="02_predicted_pose_1303">
              <a:extLst>
                <a:ext uri="{FF2B5EF4-FFF2-40B4-BE49-F238E27FC236}">
                  <a16:creationId xmlns:a16="http://schemas.microsoft.com/office/drawing/2014/main" id="{A2E53526-24D8-4B64-8845-83CF2F950C39}"/>
                </a:ext>
              </a:extLst>
            </p:cNvPr>
            <p:cNvSpPr>
              <a:spLocks/>
            </p:cNvSpPr>
            <p:nvPr/>
          </p:nvSpPr>
          <p:spPr>
            <a:xfrm>
              <a:off x="1204028" y="60546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5" name="02_predicted_pose_1304">
              <a:extLst>
                <a:ext uri="{FF2B5EF4-FFF2-40B4-BE49-F238E27FC236}">
                  <a16:creationId xmlns:a16="http://schemas.microsoft.com/office/drawing/2014/main" id="{308929B9-8FCC-496C-9994-1EFD513AC946}"/>
                </a:ext>
              </a:extLst>
            </p:cNvPr>
            <p:cNvSpPr>
              <a:spLocks/>
            </p:cNvSpPr>
            <p:nvPr/>
          </p:nvSpPr>
          <p:spPr>
            <a:xfrm>
              <a:off x="1415570" y="55231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6" name="02_predicted_pose_1305">
              <a:extLst>
                <a:ext uri="{FF2B5EF4-FFF2-40B4-BE49-F238E27FC236}">
                  <a16:creationId xmlns:a16="http://schemas.microsoft.com/office/drawing/2014/main" id="{D6055444-F825-42A3-87BC-C0FAC353207B}"/>
                </a:ext>
              </a:extLst>
            </p:cNvPr>
            <p:cNvSpPr>
              <a:spLocks/>
            </p:cNvSpPr>
            <p:nvPr/>
          </p:nvSpPr>
          <p:spPr>
            <a:xfrm>
              <a:off x="1450367" y="597161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7" name="02_predicted_pose_1306">
              <a:extLst>
                <a:ext uri="{FF2B5EF4-FFF2-40B4-BE49-F238E27FC236}">
                  <a16:creationId xmlns:a16="http://schemas.microsoft.com/office/drawing/2014/main" id="{88B346B1-EC61-41B8-B67E-8C3709ABDD87}"/>
                </a:ext>
              </a:extLst>
            </p:cNvPr>
            <p:cNvSpPr>
              <a:spLocks/>
            </p:cNvSpPr>
            <p:nvPr/>
          </p:nvSpPr>
          <p:spPr>
            <a:xfrm>
              <a:off x="2411953" y="57554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8" name="02_predicted_pose_1307">
              <a:extLst>
                <a:ext uri="{FF2B5EF4-FFF2-40B4-BE49-F238E27FC236}">
                  <a16:creationId xmlns:a16="http://schemas.microsoft.com/office/drawing/2014/main" id="{6A01B702-1EFE-48F6-9D92-C7453F588FFC}"/>
                </a:ext>
              </a:extLst>
            </p:cNvPr>
            <p:cNvSpPr>
              <a:spLocks/>
            </p:cNvSpPr>
            <p:nvPr/>
          </p:nvSpPr>
          <p:spPr>
            <a:xfrm>
              <a:off x="2425734" y="56431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09" name="02_predicted_pose_1308">
              <a:extLst>
                <a:ext uri="{FF2B5EF4-FFF2-40B4-BE49-F238E27FC236}">
                  <a16:creationId xmlns:a16="http://schemas.microsoft.com/office/drawing/2014/main" id="{9C191155-4AE1-4310-AE4F-48935DB0E817}"/>
                </a:ext>
              </a:extLst>
            </p:cNvPr>
            <p:cNvSpPr>
              <a:spLocks/>
            </p:cNvSpPr>
            <p:nvPr/>
          </p:nvSpPr>
          <p:spPr>
            <a:xfrm>
              <a:off x="2439515" y="56325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0" name="02_predicted_pose_1309">
              <a:extLst>
                <a:ext uri="{FF2B5EF4-FFF2-40B4-BE49-F238E27FC236}">
                  <a16:creationId xmlns:a16="http://schemas.microsoft.com/office/drawing/2014/main" id="{70B0091E-47B5-4DD5-8B9E-14E5A64888F6}"/>
                </a:ext>
              </a:extLst>
            </p:cNvPr>
            <p:cNvSpPr>
              <a:spLocks/>
            </p:cNvSpPr>
            <p:nvPr/>
          </p:nvSpPr>
          <p:spPr>
            <a:xfrm>
              <a:off x="2453297" y="56850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1" name="02_predicted_pose_1310">
              <a:extLst>
                <a:ext uri="{FF2B5EF4-FFF2-40B4-BE49-F238E27FC236}">
                  <a16:creationId xmlns:a16="http://schemas.microsoft.com/office/drawing/2014/main" id="{8FF434F7-D17C-4A8C-A255-4B42E3BC3150}"/>
                </a:ext>
              </a:extLst>
            </p:cNvPr>
            <p:cNvSpPr>
              <a:spLocks/>
            </p:cNvSpPr>
            <p:nvPr/>
          </p:nvSpPr>
          <p:spPr>
            <a:xfrm>
              <a:off x="2467078" y="56517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2" name="02_predicted_pose_1311">
              <a:extLst>
                <a:ext uri="{FF2B5EF4-FFF2-40B4-BE49-F238E27FC236}">
                  <a16:creationId xmlns:a16="http://schemas.microsoft.com/office/drawing/2014/main" id="{36873147-D349-4101-8F1F-2D4B74E6880F}"/>
                </a:ext>
              </a:extLst>
            </p:cNvPr>
            <p:cNvSpPr>
              <a:spLocks/>
            </p:cNvSpPr>
            <p:nvPr/>
          </p:nvSpPr>
          <p:spPr>
            <a:xfrm>
              <a:off x="2480859" y="56627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3" name="02_predicted_pose_1312">
              <a:extLst>
                <a:ext uri="{FF2B5EF4-FFF2-40B4-BE49-F238E27FC236}">
                  <a16:creationId xmlns:a16="http://schemas.microsoft.com/office/drawing/2014/main" id="{051DFF20-DC1F-4F8C-9859-007E18C37989}"/>
                </a:ext>
              </a:extLst>
            </p:cNvPr>
            <p:cNvSpPr>
              <a:spLocks/>
            </p:cNvSpPr>
            <p:nvPr/>
          </p:nvSpPr>
          <p:spPr>
            <a:xfrm>
              <a:off x="2494640" y="56462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4" name="02_predicted_pose_1313">
              <a:extLst>
                <a:ext uri="{FF2B5EF4-FFF2-40B4-BE49-F238E27FC236}">
                  <a16:creationId xmlns:a16="http://schemas.microsoft.com/office/drawing/2014/main" id="{7A203690-72BC-40FD-A10D-39A55430B128}"/>
                </a:ext>
              </a:extLst>
            </p:cNvPr>
            <p:cNvSpPr>
              <a:spLocks/>
            </p:cNvSpPr>
            <p:nvPr/>
          </p:nvSpPr>
          <p:spPr>
            <a:xfrm>
              <a:off x="2508421" y="58119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5" name="02_predicted_pose_1314">
              <a:extLst>
                <a:ext uri="{FF2B5EF4-FFF2-40B4-BE49-F238E27FC236}">
                  <a16:creationId xmlns:a16="http://schemas.microsoft.com/office/drawing/2014/main" id="{3CEDD3A4-14E7-4721-AD21-2EF0271098B3}"/>
                </a:ext>
              </a:extLst>
            </p:cNvPr>
            <p:cNvSpPr>
              <a:spLocks/>
            </p:cNvSpPr>
            <p:nvPr/>
          </p:nvSpPr>
          <p:spPr>
            <a:xfrm>
              <a:off x="2522203" y="56379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6" name="02_predicted_pose_1315">
              <a:extLst>
                <a:ext uri="{FF2B5EF4-FFF2-40B4-BE49-F238E27FC236}">
                  <a16:creationId xmlns:a16="http://schemas.microsoft.com/office/drawing/2014/main" id="{0282DE09-150D-495B-822B-E57B0A50096A}"/>
                </a:ext>
              </a:extLst>
            </p:cNvPr>
            <p:cNvSpPr>
              <a:spLocks/>
            </p:cNvSpPr>
            <p:nvPr/>
          </p:nvSpPr>
          <p:spPr>
            <a:xfrm>
              <a:off x="2535984" y="568546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7" name="02_predicted_pose_1316">
              <a:extLst>
                <a:ext uri="{FF2B5EF4-FFF2-40B4-BE49-F238E27FC236}">
                  <a16:creationId xmlns:a16="http://schemas.microsoft.com/office/drawing/2014/main" id="{1F4613F8-2600-4AD4-B3FB-B21C5AF488DB}"/>
                </a:ext>
              </a:extLst>
            </p:cNvPr>
            <p:cNvSpPr>
              <a:spLocks/>
            </p:cNvSpPr>
            <p:nvPr/>
          </p:nvSpPr>
          <p:spPr>
            <a:xfrm>
              <a:off x="2425389" y="56576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8" name="02_predicted_pose_1317">
              <a:extLst>
                <a:ext uri="{FF2B5EF4-FFF2-40B4-BE49-F238E27FC236}">
                  <a16:creationId xmlns:a16="http://schemas.microsoft.com/office/drawing/2014/main" id="{1E0E6DA4-8384-4528-89C6-C262DBDFAB89}"/>
                </a:ext>
              </a:extLst>
            </p:cNvPr>
            <p:cNvSpPr>
              <a:spLocks/>
            </p:cNvSpPr>
            <p:nvPr/>
          </p:nvSpPr>
          <p:spPr>
            <a:xfrm>
              <a:off x="2518413" y="56403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19" name="02_predicted_pose_1318">
              <a:extLst>
                <a:ext uri="{FF2B5EF4-FFF2-40B4-BE49-F238E27FC236}">
                  <a16:creationId xmlns:a16="http://schemas.microsoft.com/office/drawing/2014/main" id="{8706AD65-55CD-48AB-B0DE-6A322F3D6DAD}"/>
                </a:ext>
              </a:extLst>
            </p:cNvPr>
            <p:cNvSpPr>
              <a:spLocks/>
            </p:cNvSpPr>
            <p:nvPr/>
          </p:nvSpPr>
          <p:spPr>
            <a:xfrm>
              <a:off x="2611436" y="57729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0" name="02_predicted_pose_1319">
              <a:extLst>
                <a:ext uri="{FF2B5EF4-FFF2-40B4-BE49-F238E27FC236}">
                  <a16:creationId xmlns:a16="http://schemas.microsoft.com/office/drawing/2014/main" id="{57EB081C-F4F0-489F-9760-EDB4561DE39D}"/>
                </a:ext>
              </a:extLst>
            </p:cNvPr>
            <p:cNvSpPr>
              <a:spLocks/>
            </p:cNvSpPr>
            <p:nvPr/>
          </p:nvSpPr>
          <p:spPr>
            <a:xfrm>
              <a:off x="2360962" y="56013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1" name="02_predicted_pose_1320">
              <a:extLst>
                <a:ext uri="{FF2B5EF4-FFF2-40B4-BE49-F238E27FC236}">
                  <a16:creationId xmlns:a16="http://schemas.microsoft.com/office/drawing/2014/main" id="{7E264C2A-F63E-486C-9474-1B21BD206761}"/>
                </a:ext>
              </a:extLst>
            </p:cNvPr>
            <p:cNvSpPr>
              <a:spLocks/>
            </p:cNvSpPr>
            <p:nvPr/>
          </p:nvSpPr>
          <p:spPr>
            <a:xfrm>
              <a:off x="2453986" y="56181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2" name="02_predicted_pose_1321">
              <a:extLst>
                <a:ext uri="{FF2B5EF4-FFF2-40B4-BE49-F238E27FC236}">
                  <a16:creationId xmlns:a16="http://schemas.microsoft.com/office/drawing/2014/main" id="{35E4475A-4548-49F1-8B52-58A75502CC75}"/>
                </a:ext>
              </a:extLst>
            </p:cNvPr>
            <p:cNvSpPr>
              <a:spLocks/>
            </p:cNvSpPr>
            <p:nvPr/>
          </p:nvSpPr>
          <p:spPr>
            <a:xfrm>
              <a:off x="2547009" y="56826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3" name="02_predicted_pose_1322">
              <a:extLst>
                <a:ext uri="{FF2B5EF4-FFF2-40B4-BE49-F238E27FC236}">
                  <a16:creationId xmlns:a16="http://schemas.microsoft.com/office/drawing/2014/main" id="{AF039DDD-CF0F-48DE-AA54-1C2D58FA512D}"/>
                </a:ext>
              </a:extLst>
            </p:cNvPr>
            <p:cNvSpPr>
              <a:spLocks/>
            </p:cNvSpPr>
            <p:nvPr/>
          </p:nvSpPr>
          <p:spPr>
            <a:xfrm>
              <a:off x="2640032" y="58429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4" name="02_predicted_pose_1323">
              <a:extLst>
                <a:ext uri="{FF2B5EF4-FFF2-40B4-BE49-F238E27FC236}">
                  <a16:creationId xmlns:a16="http://schemas.microsoft.com/office/drawing/2014/main" id="{56CA2127-8981-467C-963D-D1B85A8A2910}"/>
                </a:ext>
              </a:extLst>
            </p:cNvPr>
            <p:cNvSpPr>
              <a:spLocks/>
            </p:cNvSpPr>
            <p:nvPr/>
          </p:nvSpPr>
          <p:spPr>
            <a:xfrm>
              <a:off x="2389558" y="55677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5" name="02_predicted_pose_1324">
              <a:extLst>
                <a:ext uri="{FF2B5EF4-FFF2-40B4-BE49-F238E27FC236}">
                  <a16:creationId xmlns:a16="http://schemas.microsoft.com/office/drawing/2014/main" id="{0AA36C57-13AB-4543-BCA9-2E64F94B1DDA}"/>
                </a:ext>
              </a:extLst>
            </p:cNvPr>
            <p:cNvSpPr>
              <a:spLocks/>
            </p:cNvSpPr>
            <p:nvPr/>
          </p:nvSpPr>
          <p:spPr>
            <a:xfrm>
              <a:off x="2482582" y="57137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6" name="02_predicted_pose_1325">
              <a:extLst>
                <a:ext uri="{FF2B5EF4-FFF2-40B4-BE49-F238E27FC236}">
                  <a16:creationId xmlns:a16="http://schemas.microsoft.com/office/drawing/2014/main" id="{913D5B4C-49CF-47C8-8B66-02AAA93CBD21}"/>
                </a:ext>
              </a:extLst>
            </p:cNvPr>
            <p:cNvSpPr>
              <a:spLocks/>
            </p:cNvSpPr>
            <p:nvPr/>
          </p:nvSpPr>
          <p:spPr>
            <a:xfrm>
              <a:off x="2575605" y="57274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7" name="02_predicted_pose_1326">
              <a:extLst>
                <a:ext uri="{FF2B5EF4-FFF2-40B4-BE49-F238E27FC236}">
                  <a16:creationId xmlns:a16="http://schemas.microsoft.com/office/drawing/2014/main" id="{A465EC34-C494-415B-A332-1515D1FE6B66}"/>
                </a:ext>
              </a:extLst>
            </p:cNvPr>
            <p:cNvSpPr>
              <a:spLocks/>
            </p:cNvSpPr>
            <p:nvPr/>
          </p:nvSpPr>
          <p:spPr>
            <a:xfrm>
              <a:off x="2439171" y="56993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8" name="02_predicted_pose_1327">
              <a:extLst>
                <a:ext uri="{FF2B5EF4-FFF2-40B4-BE49-F238E27FC236}">
                  <a16:creationId xmlns:a16="http://schemas.microsoft.com/office/drawing/2014/main" id="{E107FFC7-8E80-4CF7-84DB-B5E20914CC7D}"/>
                </a:ext>
              </a:extLst>
            </p:cNvPr>
            <p:cNvSpPr>
              <a:spLocks/>
            </p:cNvSpPr>
            <p:nvPr/>
          </p:nvSpPr>
          <p:spPr>
            <a:xfrm>
              <a:off x="2532194" y="57635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29" name="02_predicted_pose_1328">
              <a:extLst>
                <a:ext uri="{FF2B5EF4-FFF2-40B4-BE49-F238E27FC236}">
                  <a16:creationId xmlns:a16="http://schemas.microsoft.com/office/drawing/2014/main" id="{2F52F54E-87A9-4C8A-B25B-10D1AA006557}"/>
                </a:ext>
              </a:extLst>
            </p:cNvPr>
            <p:cNvSpPr>
              <a:spLocks/>
            </p:cNvSpPr>
            <p:nvPr/>
          </p:nvSpPr>
          <p:spPr>
            <a:xfrm>
              <a:off x="2625217" y="567052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0" name="02_predicted_pose_1329">
              <a:extLst>
                <a:ext uri="{FF2B5EF4-FFF2-40B4-BE49-F238E27FC236}">
                  <a16:creationId xmlns:a16="http://schemas.microsoft.com/office/drawing/2014/main" id="{F646A05F-5F68-43ED-8930-0AC5C6B15549}"/>
                </a:ext>
              </a:extLst>
            </p:cNvPr>
            <p:cNvSpPr>
              <a:spLocks/>
            </p:cNvSpPr>
            <p:nvPr/>
          </p:nvSpPr>
          <p:spPr>
            <a:xfrm>
              <a:off x="2374743" y="55394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1" name="02_predicted_pose_1330">
              <a:extLst>
                <a:ext uri="{FF2B5EF4-FFF2-40B4-BE49-F238E27FC236}">
                  <a16:creationId xmlns:a16="http://schemas.microsoft.com/office/drawing/2014/main" id="{8A918DBF-8B20-4FEA-9A42-A142C044DBF1}"/>
                </a:ext>
              </a:extLst>
            </p:cNvPr>
            <p:cNvSpPr>
              <a:spLocks/>
            </p:cNvSpPr>
            <p:nvPr/>
          </p:nvSpPr>
          <p:spPr>
            <a:xfrm>
              <a:off x="2467767" y="57087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2" name="02_predicted_pose_1331">
              <a:extLst>
                <a:ext uri="{FF2B5EF4-FFF2-40B4-BE49-F238E27FC236}">
                  <a16:creationId xmlns:a16="http://schemas.microsoft.com/office/drawing/2014/main" id="{92984B99-6E52-41A4-81D8-1D594FD8F78D}"/>
                </a:ext>
              </a:extLst>
            </p:cNvPr>
            <p:cNvSpPr>
              <a:spLocks/>
            </p:cNvSpPr>
            <p:nvPr/>
          </p:nvSpPr>
          <p:spPr>
            <a:xfrm>
              <a:off x="2560790" y="58052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3" name="02_predicted_pose_1332">
              <a:extLst>
                <a:ext uri="{FF2B5EF4-FFF2-40B4-BE49-F238E27FC236}">
                  <a16:creationId xmlns:a16="http://schemas.microsoft.com/office/drawing/2014/main" id="{52670E83-09E7-48A2-90FE-0A91601B9287}"/>
                </a:ext>
              </a:extLst>
            </p:cNvPr>
            <p:cNvSpPr>
              <a:spLocks/>
            </p:cNvSpPr>
            <p:nvPr/>
          </p:nvSpPr>
          <p:spPr>
            <a:xfrm>
              <a:off x="2310316" y="55860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4" name="02_predicted_pose_1333">
              <a:extLst>
                <a:ext uri="{FF2B5EF4-FFF2-40B4-BE49-F238E27FC236}">
                  <a16:creationId xmlns:a16="http://schemas.microsoft.com/office/drawing/2014/main" id="{7A2349E5-F51E-4999-8EB7-2125368183DE}"/>
                </a:ext>
              </a:extLst>
            </p:cNvPr>
            <p:cNvSpPr>
              <a:spLocks/>
            </p:cNvSpPr>
            <p:nvPr/>
          </p:nvSpPr>
          <p:spPr>
            <a:xfrm>
              <a:off x="2403340" y="57212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5" name="02_predicted_pose_1334">
              <a:extLst>
                <a:ext uri="{FF2B5EF4-FFF2-40B4-BE49-F238E27FC236}">
                  <a16:creationId xmlns:a16="http://schemas.microsoft.com/office/drawing/2014/main" id="{C0D7C8F5-AD1C-401D-B3B5-8AAE0A9256AC}"/>
                </a:ext>
              </a:extLst>
            </p:cNvPr>
            <p:cNvSpPr>
              <a:spLocks/>
            </p:cNvSpPr>
            <p:nvPr/>
          </p:nvSpPr>
          <p:spPr>
            <a:xfrm>
              <a:off x="2496363" y="57799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6" name="02_predicted_pose_1335">
              <a:extLst>
                <a:ext uri="{FF2B5EF4-FFF2-40B4-BE49-F238E27FC236}">
                  <a16:creationId xmlns:a16="http://schemas.microsoft.com/office/drawing/2014/main" id="{F01BFFDA-C2B7-4651-B9E7-08198388BB1C}"/>
                </a:ext>
              </a:extLst>
            </p:cNvPr>
            <p:cNvSpPr>
              <a:spLocks/>
            </p:cNvSpPr>
            <p:nvPr/>
          </p:nvSpPr>
          <p:spPr>
            <a:xfrm>
              <a:off x="2589386" y="57143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7" name="02_predicted_pose_1336">
              <a:extLst>
                <a:ext uri="{FF2B5EF4-FFF2-40B4-BE49-F238E27FC236}">
                  <a16:creationId xmlns:a16="http://schemas.microsoft.com/office/drawing/2014/main" id="{033B2252-0841-4B1F-ADB7-BDBC55FB4F47}"/>
                </a:ext>
              </a:extLst>
            </p:cNvPr>
            <p:cNvSpPr>
              <a:spLocks/>
            </p:cNvSpPr>
            <p:nvPr/>
          </p:nvSpPr>
          <p:spPr>
            <a:xfrm>
              <a:off x="2452952" y="5644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8" name="02_predicted_pose_1337">
              <a:extLst>
                <a:ext uri="{FF2B5EF4-FFF2-40B4-BE49-F238E27FC236}">
                  <a16:creationId xmlns:a16="http://schemas.microsoft.com/office/drawing/2014/main" id="{84A3A39D-1172-4D0A-ACE2-514AF3D6CEC1}"/>
                </a:ext>
              </a:extLst>
            </p:cNvPr>
            <p:cNvSpPr>
              <a:spLocks/>
            </p:cNvSpPr>
            <p:nvPr/>
          </p:nvSpPr>
          <p:spPr>
            <a:xfrm>
              <a:off x="2545975" y="56617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39" name="02_predicted_pose_1338">
              <a:extLst>
                <a:ext uri="{FF2B5EF4-FFF2-40B4-BE49-F238E27FC236}">
                  <a16:creationId xmlns:a16="http://schemas.microsoft.com/office/drawing/2014/main" id="{F2438C63-F0F2-4ABC-BDBA-BF7D8578B8A1}"/>
                </a:ext>
              </a:extLst>
            </p:cNvPr>
            <p:cNvSpPr>
              <a:spLocks/>
            </p:cNvSpPr>
            <p:nvPr/>
          </p:nvSpPr>
          <p:spPr>
            <a:xfrm>
              <a:off x="2638999" y="55874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0" name="02_predicted_pose_1339">
              <a:extLst>
                <a:ext uri="{FF2B5EF4-FFF2-40B4-BE49-F238E27FC236}">
                  <a16:creationId xmlns:a16="http://schemas.microsoft.com/office/drawing/2014/main" id="{68294E02-AB0B-45F3-AA44-816589A0B0F2}"/>
                </a:ext>
              </a:extLst>
            </p:cNvPr>
            <p:cNvSpPr>
              <a:spLocks/>
            </p:cNvSpPr>
            <p:nvPr/>
          </p:nvSpPr>
          <p:spPr>
            <a:xfrm>
              <a:off x="2388525" y="566442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1" name="02_predicted_pose_1340">
              <a:extLst>
                <a:ext uri="{FF2B5EF4-FFF2-40B4-BE49-F238E27FC236}">
                  <a16:creationId xmlns:a16="http://schemas.microsoft.com/office/drawing/2014/main" id="{473BD8FC-6A5F-46F0-AE46-4D8BEF2457C5}"/>
                </a:ext>
              </a:extLst>
            </p:cNvPr>
            <p:cNvSpPr>
              <a:spLocks/>
            </p:cNvSpPr>
            <p:nvPr/>
          </p:nvSpPr>
          <p:spPr>
            <a:xfrm>
              <a:off x="2481548" y="57676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2" name="02_predicted_pose_1341">
              <a:extLst>
                <a:ext uri="{FF2B5EF4-FFF2-40B4-BE49-F238E27FC236}">
                  <a16:creationId xmlns:a16="http://schemas.microsoft.com/office/drawing/2014/main" id="{A8E74C74-CBCD-40AF-9545-8BC431B80834}"/>
                </a:ext>
              </a:extLst>
            </p:cNvPr>
            <p:cNvSpPr>
              <a:spLocks/>
            </p:cNvSpPr>
            <p:nvPr/>
          </p:nvSpPr>
          <p:spPr>
            <a:xfrm>
              <a:off x="2574571" y="55637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3" name="02_predicted_pose_1342">
              <a:extLst>
                <a:ext uri="{FF2B5EF4-FFF2-40B4-BE49-F238E27FC236}">
                  <a16:creationId xmlns:a16="http://schemas.microsoft.com/office/drawing/2014/main" id="{70E83881-F30E-44F9-BC48-B894FD7192EE}"/>
                </a:ext>
              </a:extLst>
            </p:cNvPr>
            <p:cNvSpPr>
              <a:spLocks/>
            </p:cNvSpPr>
            <p:nvPr/>
          </p:nvSpPr>
          <p:spPr>
            <a:xfrm>
              <a:off x="2324097" y="55956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4" name="02_predicted_pose_1343">
              <a:extLst>
                <a:ext uri="{FF2B5EF4-FFF2-40B4-BE49-F238E27FC236}">
                  <a16:creationId xmlns:a16="http://schemas.microsoft.com/office/drawing/2014/main" id="{37F75CA4-080E-40C8-93C0-DAF09EF3D902}"/>
                </a:ext>
              </a:extLst>
            </p:cNvPr>
            <p:cNvSpPr>
              <a:spLocks/>
            </p:cNvSpPr>
            <p:nvPr/>
          </p:nvSpPr>
          <p:spPr>
            <a:xfrm>
              <a:off x="2417121" y="55951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5" name="02_predicted_pose_1344">
              <a:extLst>
                <a:ext uri="{FF2B5EF4-FFF2-40B4-BE49-F238E27FC236}">
                  <a16:creationId xmlns:a16="http://schemas.microsoft.com/office/drawing/2014/main" id="{41B53A42-A63C-45F3-9B13-1998BD106A17}"/>
                </a:ext>
              </a:extLst>
            </p:cNvPr>
            <p:cNvSpPr>
              <a:spLocks/>
            </p:cNvSpPr>
            <p:nvPr/>
          </p:nvSpPr>
          <p:spPr>
            <a:xfrm>
              <a:off x="2510144" y="570219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6" name="02_predicted_pose_1345">
              <a:extLst>
                <a:ext uri="{FF2B5EF4-FFF2-40B4-BE49-F238E27FC236}">
                  <a16:creationId xmlns:a16="http://schemas.microsoft.com/office/drawing/2014/main" id="{B76D3522-76A7-4EE6-A239-96D08F86CDCF}"/>
                </a:ext>
              </a:extLst>
            </p:cNvPr>
            <p:cNvSpPr>
              <a:spLocks/>
            </p:cNvSpPr>
            <p:nvPr/>
          </p:nvSpPr>
          <p:spPr>
            <a:xfrm>
              <a:off x="2603167" y="577685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7" name="02_predicted_pose_1346">
              <a:extLst>
                <a:ext uri="{FF2B5EF4-FFF2-40B4-BE49-F238E27FC236}">
                  <a16:creationId xmlns:a16="http://schemas.microsoft.com/office/drawing/2014/main" id="{5101A152-B5A0-45E9-B66C-F071D6B59ED3}"/>
                </a:ext>
              </a:extLst>
            </p:cNvPr>
            <p:cNvSpPr>
              <a:spLocks/>
            </p:cNvSpPr>
            <p:nvPr/>
          </p:nvSpPr>
          <p:spPr>
            <a:xfrm>
              <a:off x="2466733" y="573823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8" name="02_predicted_pose_1347">
              <a:extLst>
                <a:ext uri="{FF2B5EF4-FFF2-40B4-BE49-F238E27FC236}">
                  <a16:creationId xmlns:a16="http://schemas.microsoft.com/office/drawing/2014/main" id="{355C34A4-8722-4F6E-AF66-F06FE8DA4521}"/>
                </a:ext>
              </a:extLst>
            </p:cNvPr>
            <p:cNvSpPr>
              <a:spLocks/>
            </p:cNvSpPr>
            <p:nvPr/>
          </p:nvSpPr>
          <p:spPr>
            <a:xfrm>
              <a:off x="2559757" y="55984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49" name="02_predicted_pose_1348">
              <a:extLst>
                <a:ext uri="{FF2B5EF4-FFF2-40B4-BE49-F238E27FC236}">
                  <a16:creationId xmlns:a16="http://schemas.microsoft.com/office/drawing/2014/main" id="{9FDC1FD2-9F97-4835-B000-376CFAC22A53}"/>
                </a:ext>
              </a:extLst>
            </p:cNvPr>
            <p:cNvSpPr>
              <a:spLocks/>
            </p:cNvSpPr>
            <p:nvPr/>
          </p:nvSpPr>
          <p:spPr>
            <a:xfrm>
              <a:off x="2309283" y="56371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0" name="02_predicted_pose_1349">
              <a:extLst>
                <a:ext uri="{FF2B5EF4-FFF2-40B4-BE49-F238E27FC236}">
                  <a16:creationId xmlns:a16="http://schemas.microsoft.com/office/drawing/2014/main" id="{3E5D3780-4216-44DF-81C1-D315B0D30D5C}"/>
                </a:ext>
              </a:extLst>
            </p:cNvPr>
            <p:cNvSpPr>
              <a:spLocks/>
            </p:cNvSpPr>
            <p:nvPr/>
          </p:nvSpPr>
          <p:spPr>
            <a:xfrm>
              <a:off x="2402306" y="56798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1" name="02_predicted_pose_1350">
              <a:extLst>
                <a:ext uri="{FF2B5EF4-FFF2-40B4-BE49-F238E27FC236}">
                  <a16:creationId xmlns:a16="http://schemas.microsoft.com/office/drawing/2014/main" id="{841BADDE-FA9E-4E02-9C4E-502ABE1EA1C9}"/>
                </a:ext>
              </a:extLst>
            </p:cNvPr>
            <p:cNvSpPr>
              <a:spLocks/>
            </p:cNvSpPr>
            <p:nvPr/>
          </p:nvSpPr>
          <p:spPr>
            <a:xfrm>
              <a:off x="2495329" y="58447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2" name="02_predicted_pose_1351">
              <a:extLst>
                <a:ext uri="{FF2B5EF4-FFF2-40B4-BE49-F238E27FC236}">
                  <a16:creationId xmlns:a16="http://schemas.microsoft.com/office/drawing/2014/main" id="{DF8F8D60-32C6-41F1-9579-247F278FB22F}"/>
                </a:ext>
              </a:extLst>
            </p:cNvPr>
            <p:cNvSpPr>
              <a:spLocks/>
            </p:cNvSpPr>
            <p:nvPr/>
          </p:nvSpPr>
          <p:spPr>
            <a:xfrm>
              <a:off x="2588353" y="57581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3" name="02_predicted_pose_1352">
              <a:extLst>
                <a:ext uri="{FF2B5EF4-FFF2-40B4-BE49-F238E27FC236}">
                  <a16:creationId xmlns:a16="http://schemas.microsoft.com/office/drawing/2014/main" id="{25C9A506-4276-4E48-A54C-11CE1C0AE62E}"/>
                </a:ext>
              </a:extLst>
            </p:cNvPr>
            <p:cNvSpPr>
              <a:spLocks/>
            </p:cNvSpPr>
            <p:nvPr/>
          </p:nvSpPr>
          <p:spPr>
            <a:xfrm>
              <a:off x="2337879" y="55288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4" name="02_predicted_pose_1353">
              <a:extLst>
                <a:ext uri="{FF2B5EF4-FFF2-40B4-BE49-F238E27FC236}">
                  <a16:creationId xmlns:a16="http://schemas.microsoft.com/office/drawing/2014/main" id="{7D3DFCE6-704D-46F4-9120-F6D8F2FE92C0}"/>
                </a:ext>
              </a:extLst>
            </p:cNvPr>
            <p:cNvSpPr>
              <a:spLocks/>
            </p:cNvSpPr>
            <p:nvPr/>
          </p:nvSpPr>
          <p:spPr>
            <a:xfrm>
              <a:off x="2430902" y="57303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5" name="02_predicted_pose_1354">
              <a:extLst>
                <a:ext uri="{FF2B5EF4-FFF2-40B4-BE49-F238E27FC236}">
                  <a16:creationId xmlns:a16="http://schemas.microsoft.com/office/drawing/2014/main" id="{FEB43559-8772-4B29-9CF2-45EA871EF462}"/>
                </a:ext>
              </a:extLst>
            </p:cNvPr>
            <p:cNvSpPr>
              <a:spLocks/>
            </p:cNvSpPr>
            <p:nvPr/>
          </p:nvSpPr>
          <p:spPr>
            <a:xfrm>
              <a:off x="2523925" y="57522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6" name="02_predicted_pose_1355">
              <a:extLst>
                <a:ext uri="{FF2B5EF4-FFF2-40B4-BE49-F238E27FC236}">
                  <a16:creationId xmlns:a16="http://schemas.microsoft.com/office/drawing/2014/main" id="{8F2F4D25-5960-40E4-9B34-6F61B26BCB2E}"/>
                </a:ext>
              </a:extLst>
            </p:cNvPr>
            <p:cNvSpPr>
              <a:spLocks/>
            </p:cNvSpPr>
            <p:nvPr/>
          </p:nvSpPr>
          <p:spPr>
            <a:xfrm>
              <a:off x="2616949" y="56609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7" name="02_predicted_pose_1356">
              <a:extLst>
                <a:ext uri="{FF2B5EF4-FFF2-40B4-BE49-F238E27FC236}">
                  <a16:creationId xmlns:a16="http://schemas.microsoft.com/office/drawing/2014/main" id="{F33AB411-8850-4DE1-961C-5765D0F57738}"/>
                </a:ext>
              </a:extLst>
            </p:cNvPr>
            <p:cNvSpPr>
              <a:spLocks/>
            </p:cNvSpPr>
            <p:nvPr/>
          </p:nvSpPr>
          <p:spPr>
            <a:xfrm>
              <a:off x="2480514" y="56273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8" name="02_predicted_pose_1357">
              <a:extLst>
                <a:ext uri="{FF2B5EF4-FFF2-40B4-BE49-F238E27FC236}">
                  <a16:creationId xmlns:a16="http://schemas.microsoft.com/office/drawing/2014/main" id="{1943D821-FAE4-419D-ACE8-BB5B7F6686B0}"/>
                </a:ext>
              </a:extLst>
            </p:cNvPr>
            <p:cNvSpPr>
              <a:spLocks/>
            </p:cNvSpPr>
            <p:nvPr/>
          </p:nvSpPr>
          <p:spPr>
            <a:xfrm>
              <a:off x="2573538" y="57229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59" name="02_predicted_pose_1358">
              <a:extLst>
                <a:ext uri="{FF2B5EF4-FFF2-40B4-BE49-F238E27FC236}">
                  <a16:creationId xmlns:a16="http://schemas.microsoft.com/office/drawing/2014/main" id="{B9190B42-6BC2-4B95-9720-DA4AFEA73EED}"/>
                </a:ext>
              </a:extLst>
            </p:cNvPr>
            <p:cNvSpPr>
              <a:spLocks/>
            </p:cNvSpPr>
            <p:nvPr/>
          </p:nvSpPr>
          <p:spPr>
            <a:xfrm>
              <a:off x="2323064" y="57466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0" name="02_predicted_pose_1359">
              <a:extLst>
                <a:ext uri="{FF2B5EF4-FFF2-40B4-BE49-F238E27FC236}">
                  <a16:creationId xmlns:a16="http://schemas.microsoft.com/office/drawing/2014/main" id="{372D2A7C-B2E4-41FE-B669-84CDFFEAA4EA}"/>
                </a:ext>
              </a:extLst>
            </p:cNvPr>
            <p:cNvSpPr>
              <a:spLocks/>
            </p:cNvSpPr>
            <p:nvPr/>
          </p:nvSpPr>
          <p:spPr>
            <a:xfrm>
              <a:off x="2416087" y="56091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1" name="02_predicted_pose_1360">
              <a:extLst>
                <a:ext uri="{FF2B5EF4-FFF2-40B4-BE49-F238E27FC236}">
                  <a16:creationId xmlns:a16="http://schemas.microsoft.com/office/drawing/2014/main" id="{2CE88873-51DA-4AD4-B63A-B9F5BAACC1F4}"/>
                </a:ext>
              </a:extLst>
            </p:cNvPr>
            <p:cNvSpPr>
              <a:spLocks/>
            </p:cNvSpPr>
            <p:nvPr/>
          </p:nvSpPr>
          <p:spPr>
            <a:xfrm>
              <a:off x="2509110" y="56386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2" name="02_predicted_pose_1361">
              <a:extLst>
                <a:ext uri="{FF2B5EF4-FFF2-40B4-BE49-F238E27FC236}">
                  <a16:creationId xmlns:a16="http://schemas.microsoft.com/office/drawing/2014/main" id="{239191EC-8EA6-4C6F-A437-6D8914CAEE16}"/>
                </a:ext>
              </a:extLst>
            </p:cNvPr>
            <p:cNvSpPr>
              <a:spLocks/>
            </p:cNvSpPr>
            <p:nvPr/>
          </p:nvSpPr>
          <p:spPr>
            <a:xfrm>
              <a:off x="2602134" y="56164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3" name="02_predicted_pose_1362">
              <a:extLst>
                <a:ext uri="{FF2B5EF4-FFF2-40B4-BE49-F238E27FC236}">
                  <a16:creationId xmlns:a16="http://schemas.microsoft.com/office/drawing/2014/main" id="{1232F371-B04F-4B2B-B629-D3CB015D9CCF}"/>
                </a:ext>
              </a:extLst>
            </p:cNvPr>
            <p:cNvSpPr>
              <a:spLocks/>
            </p:cNvSpPr>
            <p:nvPr/>
          </p:nvSpPr>
          <p:spPr>
            <a:xfrm>
              <a:off x="2351660" y="57637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4" name="02_predicted_pose_1363">
              <a:extLst>
                <a:ext uri="{FF2B5EF4-FFF2-40B4-BE49-F238E27FC236}">
                  <a16:creationId xmlns:a16="http://schemas.microsoft.com/office/drawing/2014/main" id="{CA8872DA-B079-4DFA-B48D-CE3C3C923229}"/>
                </a:ext>
              </a:extLst>
            </p:cNvPr>
            <p:cNvSpPr>
              <a:spLocks/>
            </p:cNvSpPr>
            <p:nvPr/>
          </p:nvSpPr>
          <p:spPr>
            <a:xfrm>
              <a:off x="2444683" y="57289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5" name="02_predicted_pose_1364">
              <a:extLst>
                <a:ext uri="{FF2B5EF4-FFF2-40B4-BE49-F238E27FC236}">
                  <a16:creationId xmlns:a16="http://schemas.microsoft.com/office/drawing/2014/main" id="{0BFD4B4E-F0FA-4620-B6E5-51397087DF34}"/>
                </a:ext>
              </a:extLst>
            </p:cNvPr>
            <p:cNvSpPr>
              <a:spLocks/>
            </p:cNvSpPr>
            <p:nvPr/>
          </p:nvSpPr>
          <p:spPr>
            <a:xfrm>
              <a:off x="2537707" y="56020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6" name="02_predicted_pose_1365">
              <a:extLst>
                <a:ext uri="{FF2B5EF4-FFF2-40B4-BE49-F238E27FC236}">
                  <a16:creationId xmlns:a16="http://schemas.microsoft.com/office/drawing/2014/main" id="{F1BD9ED5-EA5D-4B78-85DD-FEE27456C3B4}"/>
                </a:ext>
              </a:extLst>
            </p:cNvPr>
            <p:cNvSpPr>
              <a:spLocks/>
            </p:cNvSpPr>
            <p:nvPr/>
          </p:nvSpPr>
          <p:spPr>
            <a:xfrm>
              <a:off x="2630730" y="58106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7" name="02_predicted_pose_1366">
              <a:extLst>
                <a:ext uri="{FF2B5EF4-FFF2-40B4-BE49-F238E27FC236}">
                  <a16:creationId xmlns:a16="http://schemas.microsoft.com/office/drawing/2014/main" id="{A0A14014-D292-4396-9CAF-5C37AEC4EC9D}"/>
                </a:ext>
              </a:extLst>
            </p:cNvPr>
            <p:cNvSpPr>
              <a:spLocks/>
            </p:cNvSpPr>
            <p:nvPr/>
          </p:nvSpPr>
          <p:spPr>
            <a:xfrm>
              <a:off x="2494296" y="57828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8" name="02_predicted_pose_1367">
              <a:extLst>
                <a:ext uri="{FF2B5EF4-FFF2-40B4-BE49-F238E27FC236}">
                  <a16:creationId xmlns:a16="http://schemas.microsoft.com/office/drawing/2014/main" id="{0299FCE4-75C6-419B-9480-8EC184209C0A}"/>
                </a:ext>
              </a:extLst>
            </p:cNvPr>
            <p:cNvSpPr>
              <a:spLocks/>
            </p:cNvSpPr>
            <p:nvPr/>
          </p:nvSpPr>
          <p:spPr>
            <a:xfrm>
              <a:off x="2587319" y="55954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69" name="02_predicted_pose_1368">
              <a:extLst>
                <a:ext uri="{FF2B5EF4-FFF2-40B4-BE49-F238E27FC236}">
                  <a16:creationId xmlns:a16="http://schemas.microsoft.com/office/drawing/2014/main" id="{042B95C3-D46F-4132-8672-878206F99CEA}"/>
                </a:ext>
              </a:extLst>
            </p:cNvPr>
            <p:cNvSpPr>
              <a:spLocks/>
            </p:cNvSpPr>
            <p:nvPr/>
          </p:nvSpPr>
          <p:spPr>
            <a:xfrm>
              <a:off x="2336845" y="562752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0" name="02_predicted_pose_1369">
              <a:extLst>
                <a:ext uri="{FF2B5EF4-FFF2-40B4-BE49-F238E27FC236}">
                  <a16:creationId xmlns:a16="http://schemas.microsoft.com/office/drawing/2014/main" id="{D388EF20-B933-41C1-A882-6F7BB22CCD6E}"/>
                </a:ext>
              </a:extLst>
            </p:cNvPr>
            <p:cNvSpPr>
              <a:spLocks/>
            </p:cNvSpPr>
            <p:nvPr/>
          </p:nvSpPr>
          <p:spPr>
            <a:xfrm>
              <a:off x="2429868" y="56596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1" name="02_predicted_pose_1370">
              <a:extLst>
                <a:ext uri="{FF2B5EF4-FFF2-40B4-BE49-F238E27FC236}">
                  <a16:creationId xmlns:a16="http://schemas.microsoft.com/office/drawing/2014/main" id="{E3C87523-5FE5-4DD0-8BD6-03C526681870}"/>
                </a:ext>
              </a:extLst>
            </p:cNvPr>
            <p:cNvSpPr>
              <a:spLocks/>
            </p:cNvSpPr>
            <p:nvPr/>
          </p:nvSpPr>
          <p:spPr>
            <a:xfrm>
              <a:off x="2522892" y="56820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2" name="02_predicted_pose_1371">
              <a:extLst>
                <a:ext uri="{FF2B5EF4-FFF2-40B4-BE49-F238E27FC236}">
                  <a16:creationId xmlns:a16="http://schemas.microsoft.com/office/drawing/2014/main" id="{24F04844-B468-4F9F-92BF-272CCEAC9706}"/>
                </a:ext>
              </a:extLst>
            </p:cNvPr>
            <p:cNvSpPr>
              <a:spLocks/>
            </p:cNvSpPr>
            <p:nvPr/>
          </p:nvSpPr>
          <p:spPr>
            <a:xfrm>
              <a:off x="2615915" y="56039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3" name="02_predicted_pose_1372">
              <a:extLst>
                <a:ext uri="{FF2B5EF4-FFF2-40B4-BE49-F238E27FC236}">
                  <a16:creationId xmlns:a16="http://schemas.microsoft.com/office/drawing/2014/main" id="{1736BAB0-AE2A-4892-AE38-77F0E64E8EAC}"/>
                </a:ext>
              </a:extLst>
            </p:cNvPr>
            <p:cNvSpPr>
              <a:spLocks/>
            </p:cNvSpPr>
            <p:nvPr/>
          </p:nvSpPr>
          <p:spPr>
            <a:xfrm>
              <a:off x="2365441" y="57641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4" name="02_predicted_pose_1373">
              <a:extLst>
                <a:ext uri="{FF2B5EF4-FFF2-40B4-BE49-F238E27FC236}">
                  <a16:creationId xmlns:a16="http://schemas.microsoft.com/office/drawing/2014/main" id="{EA704660-FDD3-463E-9505-022C6A7745C3}"/>
                </a:ext>
              </a:extLst>
            </p:cNvPr>
            <p:cNvSpPr>
              <a:spLocks/>
            </p:cNvSpPr>
            <p:nvPr/>
          </p:nvSpPr>
          <p:spPr>
            <a:xfrm>
              <a:off x="2458464" y="55850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5" name="02_predicted_pose_1374">
              <a:extLst>
                <a:ext uri="{FF2B5EF4-FFF2-40B4-BE49-F238E27FC236}">
                  <a16:creationId xmlns:a16="http://schemas.microsoft.com/office/drawing/2014/main" id="{95988CA8-3A58-4153-A156-949FBCBA7D10}"/>
                </a:ext>
              </a:extLst>
            </p:cNvPr>
            <p:cNvSpPr>
              <a:spLocks/>
            </p:cNvSpPr>
            <p:nvPr/>
          </p:nvSpPr>
          <p:spPr>
            <a:xfrm>
              <a:off x="2551488" y="57932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6" name="02_predicted_pose_1375">
              <a:extLst>
                <a:ext uri="{FF2B5EF4-FFF2-40B4-BE49-F238E27FC236}">
                  <a16:creationId xmlns:a16="http://schemas.microsoft.com/office/drawing/2014/main" id="{05485E8A-4665-4690-9219-737C29C07FBA}"/>
                </a:ext>
              </a:extLst>
            </p:cNvPr>
            <p:cNvSpPr>
              <a:spLocks/>
            </p:cNvSpPr>
            <p:nvPr/>
          </p:nvSpPr>
          <p:spPr>
            <a:xfrm>
              <a:off x="2301014" y="58021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7" name="02_predicted_pose_1376">
              <a:extLst>
                <a:ext uri="{FF2B5EF4-FFF2-40B4-BE49-F238E27FC236}">
                  <a16:creationId xmlns:a16="http://schemas.microsoft.com/office/drawing/2014/main" id="{D01B9D4E-BD9C-48BC-92DE-B5ECF0E819D1}"/>
                </a:ext>
              </a:extLst>
            </p:cNvPr>
            <p:cNvSpPr>
              <a:spLocks/>
            </p:cNvSpPr>
            <p:nvPr/>
          </p:nvSpPr>
          <p:spPr>
            <a:xfrm>
              <a:off x="2508077" y="56180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8" name="02_predicted_pose_1377">
              <a:extLst>
                <a:ext uri="{FF2B5EF4-FFF2-40B4-BE49-F238E27FC236}">
                  <a16:creationId xmlns:a16="http://schemas.microsoft.com/office/drawing/2014/main" id="{175DDFB9-6471-4481-B004-4F113D38558C}"/>
                </a:ext>
              </a:extLst>
            </p:cNvPr>
            <p:cNvSpPr>
              <a:spLocks/>
            </p:cNvSpPr>
            <p:nvPr/>
          </p:nvSpPr>
          <p:spPr>
            <a:xfrm>
              <a:off x="2601100" y="56190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79" name="02_predicted_pose_1378">
              <a:extLst>
                <a:ext uri="{FF2B5EF4-FFF2-40B4-BE49-F238E27FC236}">
                  <a16:creationId xmlns:a16="http://schemas.microsoft.com/office/drawing/2014/main" id="{C76503D3-6C1C-443C-9F64-D6E9EAF93DD2}"/>
                </a:ext>
              </a:extLst>
            </p:cNvPr>
            <p:cNvSpPr>
              <a:spLocks/>
            </p:cNvSpPr>
            <p:nvPr/>
          </p:nvSpPr>
          <p:spPr>
            <a:xfrm>
              <a:off x="2350626" y="56349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0" name="02_predicted_pose_1379">
              <a:extLst>
                <a:ext uri="{FF2B5EF4-FFF2-40B4-BE49-F238E27FC236}">
                  <a16:creationId xmlns:a16="http://schemas.microsoft.com/office/drawing/2014/main" id="{7355D43E-2313-4B03-8B8C-7B558B1E528B}"/>
                </a:ext>
              </a:extLst>
            </p:cNvPr>
            <p:cNvSpPr>
              <a:spLocks/>
            </p:cNvSpPr>
            <p:nvPr/>
          </p:nvSpPr>
          <p:spPr>
            <a:xfrm>
              <a:off x="2443650" y="56154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1" name="02_predicted_pose_1380">
              <a:extLst>
                <a:ext uri="{FF2B5EF4-FFF2-40B4-BE49-F238E27FC236}">
                  <a16:creationId xmlns:a16="http://schemas.microsoft.com/office/drawing/2014/main" id="{F370FD6C-E817-424B-A164-CAEF60FC1540}"/>
                </a:ext>
              </a:extLst>
            </p:cNvPr>
            <p:cNvSpPr>
              <a:spLocks/>
            </p:cNvSpPr>
            <p:nvPr/>
          </p:nvSpPr>
          <p:spPr>
            <a:xfrm>
              <a:off x="2536673" y="56546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2" name="02_predicted_pose_1381">
              <a:extLst>
                <a:ext uri="{FF2B5EF4-FFF2-40B4-BE49-F238E27FC236}">
                  <a16:creationId xmlns:a16="http://schemas.microsoft.com/office/drawing/2014/main" id="{2235A215-B395-4C07-993F-E69AEC55F04A}"/>
                </a:ext>
              </a:extLst>
            </p:cNvPr>
            <p:cNvSpPr>
              <a:spLocks/>
            </p:cNvSpPr>
            <p:nvPr/>
          </p:nvSpPr>
          <p:spPr>
            <a:xfrm>
              <a:off x="2629696" y="56586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3" name="02_predicted_pose_1382">
              <a:extLst>
                <a:ext uri="{FF2B5EF4-FFF2-40B4-BE49-F238E27FC236}">
                  <a16:creationId xmlns:a16="http://schemas.microsoft.com/office/drawing/2014/main" id="{893E0A84-8D85-4459-B664-1936D39AAF8B}"/>
                </a:ext>
              </a:extLst>
            </p:cNvPr>
            <p:cNvSpPr>
              <a:spLocks/>
            </p:cNvSpPr>
            <p:nvPr/>
          </p:nvSpPr>
          <p:spPr>
            <a:xfrm>
              <a:off x="2379222" y="56161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4" name="02_predicted_pose_1383">
              <a:extLst>
                <a:ext uri="{FF2B5EF4-FFF2-40B4-BE49-F238E27FC236}">
                  <a16:creationId xmlns:a16="http://schemas.microsoft.com/office/drawing/2014/main" id="{F3A3C60C-E39D-4790-BF0F-EE0B7083EB45}"/>
                </a:ext>
              </a:extLst>
            </p:cNvPr>
            <p:cNvSpPr>
              <a:spLocks/>
            </p:cNvSpPr>
            <p:nvPr/>
          </p:nvSpPr>
          <p:spPr>
            <a:xfrm>
              <a:off x="2472246" y="56354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5" name="02_predicted_pose_1384">
              <a:extLst>
                <a:ext uri="{FF2B5EF4-FFF2-40B4-BE49-F238E27FC236}">
                  <a16:creationId xmlns:a16="http://schemas.microsoft.com/office/drawing/2014/main" id="{E31FEFB4-8097-48E5-A37F-2EDC169C69E1}"/>
                </a:ext>
              </a:extLst>
            </p:cNvPr>
            <p:cNvSpPr>
              <a:spLocks/>
            </p:cNvSpPr>
            <p:nvPr/>
          </p:nvSpPr>
          <p:spPr>
            <a:xfrm>
              <a:off x="2436414" y="57447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6" name="02_predicted_pose_1385">
              <a:extLst>
                <a:ext uri="{FF2B5EF4-FFF2-40B4-BE49-F238E27FC236}">
                  <a16:creationId xmlns:a16="http://schemas.microsoft.com/office/drawing/2014/main" id="{4C4AA411-F49F-4236-A66C-2293F17B5E79}"/>
                </a:ext>
              </a:extLst>
            </p:cNvPr>
            <p:cNvSpPr>
              <a:spLocks/>
            </p:cNvSpPr>
            <p:nvPr/>
          </p:nvSpPr>
          <p:spPr>
            <a:xfrm>
              <a:off x="2450196" y="57076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7" name="02_predicted_pose_1386">
              <a:extLst>
                <a:ext uri="{FF2B5EF4-FFF2-40B4-BE49-F238E27FC236}">
                  <a16:creationId xmlns:a16="http://schemas.microsoft.com/office/drawing/2014/main" id="{61C09A75-DBBC-417E-B0A4-0EA95A0F57F2}"/>
                </a:ext>
              </a:extLst>
            </p:cNvPr>
            <p:cNvSpPr>
              <a:spLocks/>
            </p:cNvSpPr>
            <p:nvPr/>
          </p:nvSpPr>
          <p:spPr>
            <a:xfrm>
              <a:off x="2428146" y="572827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8" name="02_predicted_pose_1387">
              <a:extLst>
                <a:ext uri="{FF2B5EF4-FFF2-40B4-BE49-F238E27FC236}">
                  <a16:creationId xmlns:a16="http://schemas.microsoft.com/office/drawing/2014/main" id="{5A97FFA3-6BD1-4B6D-875B-D8F670044D08}"/>
                </a:ext>
              </a:extLst>
            </p:cNvPr>
            <p:cNvSpPr>
              <a:spLocks/>
            </p:cNvSpPr>
            <p:nvPr/>
          </p:nvSpPr>
          <p:spPr>
            <a:xfrm>
              <a:off x="2455708" y="57809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89" name="02_predicted_pose_1388">
              <a:extLst>
                <a:ext uri="{FF2B5EF4-FFF2-40B4-BE49-F238E27FC236}">
                  <a16:creationId xmlns:a16="http://schemas.microsoft.com/office/drawing/2014/main" id="{9C00281E-76C5-4EFD-9A00-C19E2C50B5BC}"/>
                </a:ext>
              </a:extLst>
            </p:cNvPr>
            <p:cNvSpPr>
              <a:spLocks/>
            </p:cNvSpPr>
            <p:nvPr/>
          </p:nvSpPr>
          <p:spPr>
            <a:xfrm>
              <a:off x="2483271" y="5714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0" name="02_predicted_pose_1389">
              <a:extLst>
                <a:ext uri="{FF2B5EF4-FFF2-40B4-BE49-F238E27FC236}">
                  <a16:creationId xmlns:a16="http://schemas.microsoft.com/office/drawing/2014/main" id="{71062C5E-7B30-4FF5-AC9D-09433162EA17}"/>
                </a:ext>
              </a:extLst>
            </p:cNvPr>
            <p:cNvSpPr>
              <a:spLocks/>
            </p:cNvSpPr>
            <p:nvPr/>
          </p:nvSpPr>
          <p:spPr>
            <a:xfrm>
              <a:off x="2465700" y="56494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1" name="02_predicted_pose_1390">
              <a:extLst>
                <a:ext uri="{FF2B5EF4-FFF2-40B4-BE49-F238E27FC236}">
                  <a16:creationId xmlns:a16="http://schemas.microsoft.com/office/drawing/2014/main" id="{2F2393C7-C9F2-4689-82AF-1892F058537C}"/>
                </a:ext>
              </a:extLst>
            </p:cNvPr>
            <p:cNvSpPr>
              <a:spLocks/>
            </p:cNvSpPr>
            <p:nvPr/>
          </p:nvSpPr>
          <p:spPr>
            <a:xfrm>
              <a:off x="2308249" y="57774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2" name="02_predicted_pose_1391">
              <a:extLst>
                <a:ext uri="{FF2B5EF4-FFF2-40B4-BE49-F238E27FC236}">
                  <a16:creationId xmlns:a16="http://schemas.microsoft.com/office/drawing/2014/main" id="{F0BD8FA9-68B8-438B-8250-845D8F610BFD}"/>
                </a:ext>
              </a:extLst>
            </p:cNvPr>
            <p:cNvSpPr>
              <a:spLocks/>
            </p:cNvSpPr>
            <p:nvPr/>
          </p:nvSpPr>
          <p:spPr>
            <a:xfrm>
              <a:off x="2494296" y="57554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3" name="02_predicted_pose_1392">
              <a:extLst>
                <a:ext uri="{FF2B5EF4-FFF2-40B4-BE49-F238E27FC236}">
                  <a16:creationId xmlns:a16="http://schemas.microsoft.com/office/drawing/2014/main" id="{39629A9B-B2F3-462F-AC6A-DF72F521D27F}"/>
                </a:ext>
              </a:extLst>
            </p:cNvPr>
            <p:cNvSpPr>
              <a:spLocks/>
            </p:cNvSpPr>
            <p:nvPr/>
          </p:nvSpPr>
          <p:spPr>
            <a:xfrm>
              <a:off x="2336845" y="57927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4" name="02_predicted_pose_1393">
              <a:extLst>
                <a:ext uri="{FF2B5EF4-FFF2-40B4-BE49-F238E27FC236}">
                  <a16:creationId xmlns:a16="http://schemas.microsoft.com/office/drawing/2014/main" id="{55DDC6ED-F855-4F10-A449-BD44E12BDC28}"/>
                </a:ext>
              </a:extLst>
            </p:cNvPr>
            <p:cNvSpPr>
              <a:spLocks/>
            </p:cNvSpPr>
            <p:nvPr/>
          </p:nvSpPr>
          <p:spPr>
            <a:xfrm>
              <a:off x="2474657" y="58051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5" name="02_predicted_pose_1394">
              <a:extLst>
                <a:ext uri="{FF2B5EF4-FFF2-40B4-BE49-F238E27FC236}">
                  <a16:creationId xmlns:a16="http://schemas.microsoft.com/office/drawing/2014/main" id="{DE427D48-1CF0-466E-9D78-9D8F11C39DDA}"/>
                </a:ext>
              </a:extLst>
            </p:cNvPr>
            <p:cNvSpPr>
              <a:spLocks/>
            </p:cNvSpPr>
            <p:nvPr/>
          </p:nvSpPr>
          <p:spPr>
            <a:xfrm>
              <a:off x="2488439" y="58652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6" name="02_predicted_pose_1395">
              <a:extLst>
                <a:ext uri="{FF2B5EF4-FFF2-40B4-BE49-F238E27FC236}">
                  <a16:creationId xmlns:a16="http://schemas.microsoft.com/office/drawing/2014/main" id="{95A62D31-6907-42B8-9435-720571E02B37}"/>
                </a:ext>
              </a:extLst>
            </p:cNvPr>
            <p:cNvSpPr>
              <a:spLocks/>
            </p:cNvSpPr>
            <p:nvPr/>
          </p:nvSpPr>
          <p:spPr>
            <a:xfrm>
              <a:off x="2529782" y="5624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7" name="02_predicted_pose_1396">
              <a:extLst>
                <a:ext uri="{FF2B5EF4-FFF2-40B4-BE49-F238E27FC236}">
                  <a16:creationId xmlns:a16="http://schemas.microsoft.com/office/drawing/2014/main" id="{8B10F7BB-4F09-40FF-A567-A88FEB4F0676}"/>
                </a:ext>
              </a:extLst>
            </p:cNvPr>
            <p:cNvSpPr>
              <a:spLocks/>
            </p:cNvSpPr>
            <p:nvPr/>
          </p:nvSpPr>
          <p:spPr>
            <a:xfrm>
              <a:off x="2543564" y="54501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8" name="02_predicted_pose_1397">
              <a:extLst>
                <a:ext uri="{FF2B5EF4-FFF2-40B4-BE49-F238E27FC236}">
                  <a16:creationId xmlns:a16="http://schemas.microsoft.com/office/drawing/2014/main" id="{3361591D-DE1C-4D84-B761-5BF5FFBF5FDC}"/>
                </a:ext>
              </a:extLst>
            </p:cNvPr>
            <p:cNvSpPr>
              <a:spLocks/>
            </p:cNvSpPr>
            <p:nvPr/>
          </p:nvSpPr>
          <p:spPr>
            <a:xfrm>
              <a:off x="2584907" y="58955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399" name="02_predicted_pose_1398">
              <a:extLst>
                <a:ext uri="{FF2B5EF4-FFF2-40B4-BE49-F238E27FC236}">
                  <a16:creationId xmlns:a16="http://schemas.microsoft.com/office/drawing/2014/main" id="{A015B500-ACCE-4326-A55C-FCD04B582746}"/>
                </a:ext>
              </a:extLst>
            </p:cNvPr>
            <p:cNvSpPr>
              <a:spLocks/>
            </p:cNvSpPr>
            <p:nvPr/>
          </p:nvSpPr>
          <p:spPr>
            <a:xfrm>
              <a:off x="2598689" y="5879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0" name="02_predicted_pose_1399">
              <a:extLst>
                <a:ext uri="{FF2B5EF4-FFF2-40B4-BE49-F238E27FC236}">
                  <a16:creationId xmlns:a16="http://schemas.microsoft.com/office/drawing/2014/main" id="{9667824D-5AC5-45FC-A44C-61D757BEF459}"/>
                </a:ext>
              </a:extLst>
            </p:cNvPr>
            <p:cNvSpPr>
              <a:spLocks/>
            </p:cNvSpPr>
            <p:nvPr/>
          </p:nvSpPr>
          <p:spPr>
            <a:xfrm>
              <a:off x="2330644" y="58695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1" name="02_predicted_pose_1400">
              <a:extLst>
                <a:ext uri="{FF2B5EF4-FFF2-40B4-BE49-F238E27FC236}">
                  <a16:creationId xmlns:a16="http://schemas.microsoft.com/office/drawing/2014/main" id="{52C6BC2E-5532-4D35-9C0A-8B86CA9F44AD}"/>
                </a:ext>
              </a:extLst>
            </p:cNvPr>
            <p:cNvSpPr>
              <a:spLocks/>
            </p:cNvSpPr>
            <p:nvPr/>
          </p:nvSpPr>
          <p:spPr>
            <a:xfrm>
              <a:off x="2423667" y="58738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2" name="02_predicted_pose_1401">
              <a:extLst>
                <a:ext uri="{FF2B5EF4-FFF2-40B4-BE49-F238E27FC236}">
                  <a16:creationId xmlns:a16="http://schemas.microsoft.com/office/drawing/2014/main" id="{3470402E-DCB1-4A14-B7D7-CEEFE506BDDD}"/>
                </a:ext>
              </a:extLst>
            </p:cNvPr>
            <p:cNvSpPr>
              <a:spLocks/>
            </p:cNvSpPr>
            <p:nvPr/>
          </p:nvSpPr>
          <p:spPr>
            <a:xfrm>
              <a:off x="2359240" y="51509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3" name="02_predicted_pose_1402">
              <a:extLst>
                <a:ext uri="{FF2B5EF4-FFF2-40B4-BE49-F238E27FC236}">
                  <a16:creationId xmlns:a16="http://schemas.microsoft.com/office/drawing/2014/main" id="{8B114891-ED36-4150-86B8-72302099EC20}"/>
                </a:ext>
              </a:extLst>
            </p:cNvPr>
            <p:cNvSpPr>
              <a:spLocks/>
            </p:cNvSpPr>
            <p:nvPr/>
          </p:nvSpPr>
          <p:spPr>
            <a:xfrm>
              <a:off x="2452263" y="566449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4" name="02_predicted_pose_1403">
              <a:extLst>
                <a:ext uri="{FF2B5EF4-FFF2-40B4-BE49-F238E27FC236}">
                  <a16:creationId xmlns:a16="http://schemas.microsoft.com/office/drawing/2014/main" id="{EFF82A57-BD04-40A9-BDF7-F836F0F9989D}"/>
                </a:ext>
              </a:extLst>
            </p:cNvPr>
            <p:cNvSpPr>
              <a:spLocks/>
            </p:cNvSpPr>
            <p:nvPr/>
          </p:nvSpPr>
          <p:spPr>
            <a:xfrm>
              <a:off x="2338912" y="54868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5" name="02_predicted_pose_1404">
              <a:extLst>
                <a:ext uri="{FF2B5EF4-FFF2-40B4-BE49-F238E27FC236}">
                  <a16:creationId xmlns:a16="http://schemas.microsoft.com/office/drawing/2014/main" id="{8669B885-0CDF-4DEB-96FB-09DDBEA3ABE5}"/>
                </a:ext>
              </a:extLst>
            </p:cNvPr>
            <p:cNvSpPr>
              <a:spLocks/>
            </p:cNvSpPr>
            <p:nvPr/>
          </p:nvSpPr>
          <p:spPr>
            <a:xfrm>
              <a:off x="2466733" y="571767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6" name="02_predicted_pose_1405">
              <a:extLst>
                <a:ext uri="{FF2B5EF4-FFF2-40B4-BE49-F238E27FC236}">
                  <a16:creationId xmlns:a16="http://schemas.microsoft.com/office/drawing/2014/main" id="{CF65E7B0-F495-4BF6-BF5C-AAA3642EEE0B}"/>
                </a:ext>
              </a:extLst>
            </p:cNvPr>
            <p:cNvSpPr>
              <a:spLocks/>
            </p:cNvSpPr>
            <p:nvPr/>
          </p:nvSpPr>
          <p:spPr>
            <a:xfrm>
              <a:off x="2386458" y="55686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7" name="02_predicted_pose_1406">
              <a:extLst>
                <a:ext uri="{FF2B5EF4-FFF2-40B4-BE49-F238E27FC236}">
                  <a16:creationId xmlns:a16="http://schemas.microsoft.com/office/drawing/2014/main" id="{BF938329-627A-46AC-B872-BAE45E49ADFA}"/>
                </a:ext>
              </a:extLst>
            </p:cNvPr>
            <p:cNvSpPr>
              <a:spLocks/>
            </p:cNvSpPr>
            <p:nvPr/>
          </p:nvSpPr>
          <p:spPr>
            <a:xfrm>
              <a:off x="2427801" y="56607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8" name="02_predicted_pose_1407">
              <a:extLst>
                <a:ext uri="{FF2B5EF4-FFF2-40B4-BE49-F238E27FC236}">
                  <a16:creationId xmlns:a16="http://schemas.microsoft.com/office/drawing/2014/main" id="{6C4B0E10-E4DC-45A9-B708-DA71363D7447}"/>
                </a:ext>
              </a:extLst>
            </p:cNvPr>
            <p:cNvSpPr>
              <a:spLocks/>
            </p:cNvSpPr>
            <p:nvPr/>
          </p:nvSpPr>
          <p:spPr>
            <a:xfrm>
              <a:off x="2437448" y="50665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09" name="02_predicted_pose_1408">
              <a:extLst>
                <a:ext uri="{FF2B5EF4-FFF2-40B4-BE49-F238E27FC236}">
                  <a16:creationId xmlns:a16="http://schemas.microsoft.com/office/drawing/2014/main" id="{B8A9DF88-50C0-49DB-9789-5B544674580C}"/>
                </a:ext>
              </a:extLst>
            </p:cNvPr>
            <p:cNvSpPr>
              <a:spLocks/>
            </p:cNvSpPr>
            <p:nvPr/>
          </p:nvSpPr>
          <p:spPr>
            <a:xfrm>
              <a:off x="2478792" y="51104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0" name="02_predicted_pose_1409">
              <a:extLst>
                <a:ext uri="{FF2B5EF4-FFF2-40B4-BE49-F238E27FC236}">
                  <a16:creationId xmlns:a16="http://schemas.microsoft.com/office/drawing/2014/main" id="{78BF09B7-CF63-49EF-8CBD-7B543C6B883F}"/>
                </a:ext>
              </a:extLst>
            </p:cNvPr>
            <p:cNvSpPr>
              <a:spLocks/>
            </p:cNvSpPr>
            <p:nvPr/>
          </p:nvSpPr>
          <p:spPr>
            <a:xfrm>
              <a:off x="2568025" y="51160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1" name="02_predicted_pose_1410">
              <a:extLst>
                <a:ext uri="{FF2B5EF4-FFF2-40B4-BE49-F238E27FC236}">
                  <a16:creationId xmlns:a16="http://schemas.microsoft.com/office/drawing/2014/main" id="{49723F69-0CEF-4181-BB2A-84E1A5AC4184}"/>
                </a:ext>
              </a:extLst>
            </p:cNvPr>
            <p:cNvSpPr>
              <a:spLocks/>
            </p:cNvSpPr>
            <p:nvPr/>
          </p:nvSpPr>
          <p:spPr>
            <a:xfrm>
              <a:off x="2602134" y="58050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2" name="02_predicted_pose_1411">
              <a:extLst>
                <a:ext uri="{FF2B5EF4-FFF2-40B4-BE49-F238E27FC236}">
                  <a16:creationId xmlns:a16="http://schemas.microsoft.com/office/drawing/2014/main" id="{91401192-4528-4A08-AE31-68162D10409A}"/>
                </a:ext>
              </a:extLst>
            </p:cNvPr>
            <p:cNvSpPr>
              <a:spLocks/>
            </p:cNvSpPr>
            <p:nvPr/>
          </p:nvSpPr>
          <p:spPr>
            <a:xfrm>
              <a:off x="2299980" y="52033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3" name="02_predicted_pose_1412">
              <a:extLst>
                <a:ext uri="{FF2B5EF4-FFF2-40B4-BE49-F238E27FC236}">
                  <a16:creationId xmlns:a16="http://schemas.microsoft.com/office/drawing/2014/main" id="{70E922DE-43C4-4487-819B-3A8274CBB672}"/>
                </a:ext>
              </a:extLst>
            </p:cNvPr>
            <p:cNvSpPr>
              <a:spLocks/>
            </p:cNvSpPr>
            <p:nvPr/>
          </p:nvSpPr>
          <p:spPr>
            <a:xfrm>
              <a:off x="2447439" y="54222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4" name="02_predicted_pose_1413">
              <a:extLst>
                <a:ext uri="{FF2B5EF4-FFF2-40B4-BE49-F238E27FC236}">
                  <a16:creationId xmlns:a16="http://schemas.microsoft.com/office/drawing/2014/main" id="{A6707C0A-2DDF-4CEB-A43A-B0023D2EF8C9}"/>
                </a:ext>
              </a:extLst>
            </p:cNvPr>
            <p:cNvSpPr>
              <a:spLocks/>
            </p:cNvSpPr>
            <p:nvPr/>
          </p:nvSpPr>
          <p:spPr>
            <a:xfrm>
              <a:off x="2369231" y="56106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5" name="02_predicted_pose_1414">
              <a:extLst>
                <a:ext uri="{FF2B5EF4-FFF2-40B4-BE49-F238E27FC236}">
                  <a16:creationId xmlns:a16="http://schemas.microsoft.com/office/drawing/2014/main" id="{80930369-F82B-44A6-89FD-91408A88D45F}"/>
                </a:ext>
              </a:extLst>
            </p:cNvPr>
            <p:cNvSpPr>
              <a:spLocks/>
            </p:cNvSpPr>
            <p:nvPr/>
          </p:nvSpPr>
          <p:spPr>
            <a:xfrm>
              <a:off x="2383012" y="56999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6" name="02_predicted_pose_1415">
              <a:extLst>
                <a:ext uri="{FF2B5EF4-FFF2-40B4-BE49-F238E27FC236}">
                  <a16:creationId xmlns:a16="http://schemas.microsoft.com/office/drawing/2014/main" id="{643AA53B-7745-4D38-94F4-7A064B66AC51}"/>
                </a:ext>
              </a:extLst>
            </p:cNvPr>
            <p:cNvSpPr>
              <a:spLocks/>
            </p:cNvSpPr>
            <p:nvPr/>
          </p:nvSpPr>
          <p:spPr>
            <a:xfrm>
              <a:off x="2396793" y="55791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7" name="02_predicted_pose_1416">
              <a:extLst>
                <a:ext uri="{FF2B5EF4-FFF2-40B4-BE49-F238E27FC236}">
                  <a16:creationId xmlns:a16="http://schemas.microsoft.com/office/drawing/2014/main" id="{B4312420-9319-4025-ADBF-7A21922FA3DC}"/>
                </a:ext>
              </a:extLst>
            </p:cNvPr>
            <p:cNvSpPr>
              <a:spLocks/>
            </p:cNvSpPr>
            <p:nvPr/>
          </p:nvSpPr>
          <p:spPr>
            <a:xfrm>
              <a:off x="2410575" y="55630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8" name="02_predicted_pose_1417">
              <a:extLst>
                <a:ext uri="{FF2B5EF4-FFF2-40B4-BE49-F238E27FC236}">
                  <a16:creationId xmlns:a16="http://schemas.microsoft.com/office/drawing/2014/main" id="{57205D8B-8A04-41F6-8EA9-8E166E984C9B}"/>
                </a:ext>
              </a:extLst>
            </p:cNvPr>
            <p:cNvSpPr>
              <a:spLocks/>
            </p:cNvSpPr>
            <p:nvPr/>
          </p:nvSpPr>
          <p:spPr>
            <a:xfrm>
              <a:off x="2424356" y="56328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19" name="02_predicted_pose_1418">
              <a:extLst>
                <a:ext uri="{FF2B5EF4-FFF2-40B4-BE49-F238E27FC236}">
                  <a16:creationId xmlns:a16="http://schemas.microsoft.com/office/drawing/2014/main" id="{A750C871-FFDE-4A43-AEA7-823CDDDE92CD}"/>
                </a:ext>
              </a:extLst>
            </p:cNvPr>
            <p:cNvSpPr>
              <a:spLocks/>
            </p:cNvSpPr>
            <p:nvPr/>
          </p:nvSpPr>
          <p:spPr>
            <a:xfrm>
              <a:off x="2438137" y="55937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0" name="02_predicted_pose_1419">
              <a:extLst>
                <a:ext uri="{FF2B5EF4-FFF2-40B4-BE49-F238E27FC236}">
                  <a16:creationId xmlns:a16="http://schemas.microsoft.com/office/drawing/2014/main" id="{22E3B3DF-8FCB-41F7-B652-C80BB08DC0FA}"/>
                </a:ext>
              </a:extLst>
            </p:cNvPr>
            <p:cNvSpPr>
              <a:spLocks/>
            </p:cNvSpPr>
            <p:nvPr/>
          </p:nvSpPr>
          <p:spPr>
            <a:xfrm>
              <a:off x="2451918" y="56153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1" name="02_predicted_pose_1420">
              <a:extLst>
                <a:ext uri="{FF2B5EF4-FFF2-40B4-BE49-F238E27FC236}">
                  <a16:creationId xmlns:a16="http://schemas.microsoft.com/office/drawing/2014/main" id="{A9DEEA70-FC06-48E7-A039-E3E0026BA32A}"/>
                </a:ext>
              </a:extLst>
            </p:cNvPr>
            <p:cNvSpPr>
              <a:spLocks/>
            </p:cNvSpPr>
            <p:nvPr/>
          </p:nvSpPr>
          <p:spPr>
            <a:xfrm>
              <a:off x="2465700" y="57086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2" name="02_predicted_pose_1421">
              <a:extLst>
                <a:ext uri="{FF2B5EF4-FFF2-40B4-BE49-F238E27FC236}">
                  <a16:creationId xmlns:a16="http://schemas.microsoft.com/office/drawing/2014/main" id="{34025280-B27B-4EDB-979F-C650045DBA43}"/>
                </a:ext>
              </a:extLst>
            </p:cNvPr>
            <p:cNvSpPr>
              <a:spLocks/>
            </p:cNvSpPr>
            <p:nvPr/>
          </p:nvSpPr>
          <p:spPr>
            <a:xfrm>
              <a:off x="2479481" y="55872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3" name="02_predicted_pose_1422">
              <a:extLst>
                <a:ext uri="{FF2B5EF4-FFF2-40B4-BE49-F238E27FC236}">
                  <a16:creationId xmlns:a16="http://schemas.microsoft.com/office/drawing/2014/main" id="{84148786-E699-4771-B51E-BA03ABE1FC77}"/>
                </a:ext>
              </a:extLst>
            </p:cNvPr>
            <p:cNvSpPr>
              <a:spLocks/>
            </p:cNvSpPr>
            <p:nvPr/>
          </p:nvSpPr>
          <p:spPr>
            <a:xfrm>
              <a:off x="2493262" y="55673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4" name="02_predicted_pose_1423">
              <a:extLst>
                <a:ext uri="{FF2B5EF4-FFF2-40B4-BE49-F238E27FC236}">
                  <a16:creationId xmlns:a16="http://schemas.microsoft.com/office/drawing/2014/main" id="{0B7D88FA-8BA3-4BD6-9532-84382F5AC6FA}"/>
                </a:ext>
              </a:extLst>
            </p:cNvPr>
            <p:cNvSpPr>
              <a:spLocks/>
            </p:cNvSpPr>
            <p:nvPr/>
          </p:nvSpPr>
          <p:spPr>
            <a:xfrm>
              <a:off x="2382668" y="54944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5" name="02_predicted_pose_1424">
              <a:extLst>
                <a:ext uri="{FF2B5EF4-FFF2-40B4-BE49-F238E27FC236}">
                  <a16:creationId xmlns:a16="http://schemas.microsoft.com/office/drawing/2014/main" id="{B34DE16A-E5AE-48B0-B5EF-AF759062EAB6}"/>
                </a:ext>
              </a:extLst>
            </p:cNvPr>
            <p:cNvSpPr>
              <a:spLocks/>
            </p:cNvSpPr>
            <p:nvPr/>
          </p:nvSpPr>
          <p:spPr>
            <a:xfrm>
              <a:off x="2573882" y="58615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6" name="02_predicted_pose_1425">
              <a:extLst>
                <a:ext uri="{FF2B5EF4-FFF2-40B4-BE49-F238E27FC236}">
                  <a16:creationId xmlns:a16="http://schemas.microsoft.com/office/drawing/2014/main" id="{7EA1D80E-9BB5-46AC-B529-BA29E426E824}"/>
                </a:ext>
              </a:extLst>
            </p:cNvPr>
            <p:cNvSpPr>
              <a:spLocks/>
            </p:cNvSpPr>
            <p:nvPr/>
          </p:nvSpPr>
          <p:spPr>
            <a:xfrm>
              <a:off x="2445028" y="58112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7" name="02_predicted_pose_1426">
              <a:extLst>
                <a:ext uri="{FF2B5EF4-FFF2-40B4-BE49-F238E27FC236}">
                  <a16:creationId xmlns:a16="http://schemas.microsoft.com/office/drawing/2014/main" id="{4EA935B5-D4FC-4C2D-85E8-179840FA5BCC}"/>
                </a:ext>
              </a:extLst>
            </p:cNvPr>
            <p:cNvSpPr>
              <a:spLocks/>
            </p:cNvSpPr>
            <p:nvPr/>
          </p:nvSpPr>
          <p:spPr>
            <a:xfrm>
              <a:off x="2337190" y="59126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8" name="02_predicted_pose_1427">
              <a:extLst>
                <a:ext uri="{FF2B5EF4-FFF2-40B4-BE49-F238E27FC236}">
                  <a16:creationId xmlns:a16="http://schemas.microsoft.com/office/drawing/2014/main" id="{FD96FDDA-799D-470D-89DC-F929E7BE456F}"/>
                </a:ext>
              </a:extLst>
            </p:cNvPr>
            <p:cNvSpPr>
              <a:spLocks/>
            </p:cNvSpPr>
            <p:nvPr/>
          </p:nvSpPr>
          <p:spPr>
            <a:xfrm>
              <a:off x="2458809" y="5881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29" name="02_predicted_pose_1428">
              <a:extLst>
                <a:ext uri="{FF2B5EF4-FFF2-40B4-BE49-F238E27FC236}">
                  <a16:creationId xmlns:a16="http://schemas.microsoft.com/office/drawing/2014/main" id="{71D27C26-B53C-42DB-815F-CA8F251E2993}"/>
                </a:ext>
              </a:extLst>
            </p:cNvPr>
            <p:cNvSpPr>
              <a:spLocks/>
            </p:cNvSpPr>
            <p:nvPr/>
          </p:nvSpPr>
          <p:spPr>
            <a:xfrm>
              <a:off x="2472246" y="53473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0" name="02_predicted_pose_1429">
              <a:extLst>
                <a:ext uri="{FF2B5EF4-FFF2-40B4-BE49-F238E27FC236}">
                  <a16:creationId xmlns:a16="http://schemas.microsoft.com/office/drawing/2014/main" id="{B0865E39-3A4B-43CD-B175-A39882A7BA02}"/>
                </a:ext>
              </a:extLst>
            </p:cNvPr>
            <p:cNvSpPr>
              <a:spLocks/>
            </p:cNvSpPr>
            <p:nvPr/>
          </p:nvSpPr>
          <p:spPr>
            <a:xfrm>
              <a:off x="2565958" y="56097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1" name="02_predicted_pose_1430">
              <a:extLst>
                <a:ext uri="{FF2B5EF4-FFF2-40B4-BE49-F238E27FC236}">
                  <a16:creationId xmlns:a16="http://schemas.microsoft.com/office/drawing/2014/main" id="{383343CA-BF43-4551-8DE4-2E81999DC6CA}"/>
                </a:ext>
              </a:extLst>
            </p:cNvPr>
            <p:cNvSpPr>
              <a:spLocks/>
            </p:cNvSpPr>
            <p:nvPr/>
          </p:nvSpPr>
          <p:spPr>
            <a:xfrm>
              <a:off x="2621083" y="57086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2" name="02_predicted_pose_1431">
              <a:extLst>
                <a:ext uri="{FF2B5EF4-FFF2-40B4-BE49-F238E27FC236}">
                  <a16:creationId xmlns:a16="http://schemas.microsoft.com/office/drawing/2014/main" id="{53F56837-7CD2-4CA6-9D37-F25BC5C3C705}"/>
                </a:ext>
              </a:extLst>
            </p:cNvPr>
            <p:cNvSpPr>
              <a:spLocks/>
            </p:cNvSpPr>
            <p:nvPr/>
          </p:nvSpPr>
          <p:spPr>
            <a:xfrm>
              <a:off x="2535639" y="51395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3" name="02_predicted_pose_1432">
              <a:extLst>
                <a:ext uri="{FF2B5EF4-FFF2-40B4-BE49-F238E27FC236}">
                  <a16:creationId xmlns:a16="http://schemas.microsoft.com/office/drawing/2014/main" id="{98D0715C-C733-4F1C-9B2A-081AFBBFFE4D}"/>
                </a:ext>
              </a:extLst>
            </p:cNvPr>
            <p:cNvSpPr>
              <a:spLocks/>
            </p:cNvSpPr>
            <p:nvPr/>
          </p:nvSpPr>
          <p:spPr>
            <a:xfrm>
              <a:off x="2414365" y="5620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4" name="02_predicted_pose_1433">
              <a:extLst>
                <a:ext uri="{FF2B5EF4-FFF2-40B4-BE49-F238E27FC236}">
                  <a16:creationId xmlns:a16="http://schemas.microsoft.com/office/drawing/2014/main" id="{09BAE15E-495D-4F66-898B-2391711463F8}"/>
                </a:ext>
              </a:extLst>
            </p:cNvPr>
            <p:cNvSpPr>
              <a:spLocks/>
            </p:cNvSpPr>
            <p:nvPr/>
          </p:nvSpPr>
          <p:spPr>
            <a:xfrm>
              <a:off x="2441927" y="56089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5" name="02_predicted_pose_1434">
              <a:extLst>
                <a:ext uri="{FF2B5EF4-FFF2-40B4-BE49-F238E27FC236}">
                  <a16:creationId xmlns:a16="http://schemas.microsoft.com/office/drawing/2014/main" id="{ADB96A1B-0F34-45A9-83D1-EC1FED6ECD51}"/>
                </a:ext>
              </a:extLst>
            </p:cNvPr>
            <p:cNvSpPr>
              <a:spLocks/>
            </p:cNvSpPr>
            <p:nvPr/>
          </p:nvSpPr>
          <p:spPr>
            <a:xfrm>
              <a:off x="2483271" y="55818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6" name="02_predicted_pose_1435">
              <a:extLst>
                <a:ext uri="{FF2B5EF4-FFF2-40B4-BE49-F238E27FC236}">
                  <a16:creationId xmlns:a16="http://schemas.microsoft.com/office/drawing/2014/main" id="{F238ABB8-9F86-467E-A5BA-F521285801A6}"/>
                </a:ext>
              </a:extLst>
            </p:cNvPr>
            <p:cNvSpPr>
              <a:spLocks/>
            </p:cNvSpPr>
            <p:nvPr/>
          </p:nvSpPr>
          <p:spPr>
            <a:xfrm>
              <a:off x="2510833" y="56141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7" name="02_predicted_pose_1436">
              <a:extLst>
                <a:ext uri="{FF2B5EF4-FFF2-40B4-BE49-F238E27FC236}">
                  <a16:creationId xmlns:a16="http://schemas.microsoft.com/office/drawing/2014/main" id="{BC93FE78-9725-440E-8314-2AEBA8DAD21C}"/>
                </a:ext>
              </a:extLst>
            </p:cNvPr>
            <p:cNvSpPr>
              <a:spLocks/>
            </p:cNvSpPr>
            <p:nvPr/>
          </p:nvSpPr>
          <p:spPr>
            <a:xfrm>
              <a:off x="2524614" y="56362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8" name="02_predicted_pose_1437">
              <a:extLst>
                <a:ext uri="{FF2B5EF4-FFF2-40B4-BE49-F238E27FC236}">
                  <a16:creationId xmlns:a16="http://schemas.microsoft.com/office/drawing/2014/main" id="{CB4ED455-08E8-4E17-9AD7-1F4153CA0A78}"/>
                </a:ext>
              </a:extLst>
            </p:cNvPr>
            <p:cNvSpPr>
              <a:spLocks/>
            </p:cNvSpPr>
            <p:nvPr/>
          </p:nvSpPr>
          <p:spPr>
            <a:xfrm>
              <a:off x="2427801" y="56342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39" name="02_predicted_pose_1438">
              <a:extLst>
                <a:ext uri="{FF2B5EF4-FFF2-40B4-BE49-F238E27FC236}">
                  <a16:creationId xmlns:a16="http://schemas.microsoft.com/office/drawing/2014/main" id="{96D60D53-3F69-438A-8809-B3E0BF5B7D11}"/>
                </a:ext>
              </a:extLst>
            </p:cNvPr>
            <p:cNvSpPr>
              <a:spLocks/>
            </p:cNvSpPr>
            <p:nvPr/>
          </p:nvSpPr>
          <p:spPr>
            <a:xfrm>
              <a:off x="2464666" y="50624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0" name="02_predicted_pose_1439">
              <a:extLst>
                <a:ext uri="{FF2B5EF4-FFF2-40B4-BE49-F238E27FC236}">
                  <a16:creationId xmlns:a16="http://schemas.microsoft.com/office/drawing/2014/main" id="{C6E12893-536E-4942-B8B3-4AE8FD7DC9EE}"/>
                </a:ext>
              </a:extLst>
            </p:cNvPr>
            <p:cNvSpPr>
              <a:spLocks/>
            </p:cNvSpPr>
            <p:nvPr/>
          </p:nvSpPr>
          <p:spPr>
            <a:xfrm>
              <a:off x="2530471" y="58424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1" name="02_predicted_pose_1440">
              <a:extLst>
                <a:ext uri="{FF2B5EF4-FFF2-40B4-BE49-F238E27FC236}">
                  <a16:creationId xmlns:a16="http://schemas.microsoft.com/office/drawing/2014/main" id="{72163C06-FADC-4004-AF9C-FF13CE7B266D}"/>
                </a:ext>
              </a:extLst>
            </p:cNvPr>
            <p:cNvSpPr>
              <a:spLocks/>
            </p:cNvSpPr>
            <p:nvPr/>
          </p:nvSpPr>
          <p:spPr>
            <a:xfrm>
              <a:off x="2558034" y="57794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2" name="02_predicted_pose_1441">
              <a:extLst>
                <a:ext uri="{FF2B5EF4-FFF2-40B4-BE49-F238E27FC236}">
                  <a16:creationId xmlns:a16="http://schemas.microsoft.com/office/drawing/2014/main" id="{2FC825C4-BA23-4BF8-9CF8-9D92C596AF81}"/>
                </a:ext>
              </a:extLst>
            </p:cNvPr>
            <p:cNvSpPr>
              <a:spLocks/>
            </p:cNvSpPr>
            <p:nvPr/>
          </p:nvSpPr>
          <p:spPr>
            <a:xfrm>
              <a:off x="2613159" y="58632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3" name="02_predicted_pose_1442">
              <a:extLst>
                <a:ext uri="{FF2B5EF4-FFF2-40B4-BE49-F238E27FC236}">
                  <a16:creationId xmlns:a16="http://schemas.microsoft.com/office/drawing/2014/main" id="{FC5D1EEC-832C-4320-B0EE-5DE66B58C8A1}"/>
                </a:ext>
              </a:extLst>
            </p:cNvPr>
            <p:cNvSpPr>
              <a:spLocks/>
            </p:cNvSpPr>
            <p:nvPr/>
          </p:nvSpPr>
          <p:spPr>
            <a:xfrm>
              <a:off x="2382323" y="58034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4" name="02_predicted_pose_1443">
              <a:extLst>
                <a:ext uri="{FF2B5EF4-FFF2-40B4-BE49-F238E27FC236}">
                  <a16:creationId xmlns:a16="http://schemas.microsoft.com/office/drawing/2014/main" id="{02E8205F-0CF6-4CBB-88D0-392FF1E47CF5}"/>
                </a:ext>
              </a:extLst>
            </p:cNvPr>
            <p:cNvSpPr>
              <a:spLocks/>
            </p:cNvSpPr>
            <p:nvPr/>
          </p:nvSpPr>
          <p:spPr>
            <a:xfrm>
              <a:off x="2396104" y="58009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5" name="02_predicted_pose_1444">
              <a:extLst>
                <a:ext uri="{FF2B5EF4-FFF2-40B4-BE49-F238E27FC236}">
                  <a16:creationId xmlns:a16="http://schemas.microsoft.com/office/drawing/2014/main" id="{F0348EDB-85E4-4AFF-AE25-0C9593782CBE}"/>
                </a:ext>
              </a:extLst>
            </p:cNvPr>
            <p:cNvSpPr>
              <a:spLocks/>
            </p:cNvSpPr>
            <p:nvPr/>
          </p:nvSpPr>
          <p:spPr>
            <a:xfrm>
              <a:off x="2423667" y="56935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6" name="02_predicted_pose_1445">
              <a:extLst>
                <a:ext uri="{FF2B5EF4-FFF2-40B4-BE49-F238E27FC236}">
                  <a16:creationId xmlns:a16="http://schemas.microsoft.com/office/drawing/2014/main" id="{5334595E-4264-4EA5-9C6A-CC91C86FDF26}"/>
                </a:ext>
              </a:extLst>
            </p:cNvPr>
            <p:cNvSpPr>
              <a:spLocks/>
            </p:cNvSpPr>
            <p:nvPr/>
          </p:nvSpPr>
          <p:spPr>
            <a:xfrm>
              <a:off x="2451229" y="57873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7" name="02_predicted_pose_1446">
              <a:extLst>
                <a:ext uri="{FF2B5EF4-FFF2-40B4-BE49-F238E27FC236}">
                  <a16:creationId xmlns:a16="http://schemas.microsoft.com/office/drawing/2014/main" id="{D3573E60-774E-4962-AA0F-CF0E8CD63B1F}"/>
                </a:ext>
              </a:extLst>
            </p:cNvPr>
            <p:cNvSpPr>
              <a:spLocks/>
            </p:cNvSpPr>
            <p:nvPr/>
          </p:nvSpPr>
          <p:spPr>
            <a:xfrm>
              <a:off x="2478792" y="58244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8" name="02_predicted_pose_1447">
              <a:extLst>
                <a:ext uri="{FF2B5EF4-FFF2-40B4-BE49-F238E27FC236}">
                  <a16:creationId xmlns:a16="http://schemas.microsoft.com/office/drawing/2014/main" id="{AB42AF28-B3B0-474E-B57B-1209CAE1889B}"/>
                </a:ext>
              </a:extLst>
            </p:cNvPr>
            <p:cNvSpPr>
              <a:spLocks/>
            </p:cNvSpPr>
            <p:nvPr/>
          </p:nvSpPr>
          <p:spPr>
            <a:xfrm>
              <a:off x="2448473" y="55813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49" name="02_predicted_pose_1448">
              <a:extLst>
                <a:ext uri="{FF2B5EF4-FFF2-40B4-BE49-F238E27FC236}">
                  <a16:creationId xmlns:a16="http://schemas.microsoft.com/office/drawing/2014/main" id="{DA03B96C-512D-4712-BF36-064ABA1BFDA2}"/>
                </a:ext>
              </a:extLst>
            </p:cNvPr>
            <p:cNvSpPr>
              <a:spLocks/>
            </p:cNvSpPr>
            <p:nvPr/>
          </p:nvSpPr>
          <p:spPr>
            <a:xfrm>
              <a:off x="2395760" y="55976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0" name="02_predicted_pose_1449">
              <a:extLst>
                <a:ext uri="{FF2B5EF4-FFF2-40B4-BE49-F238E27FC236}">
                  <a16:creationId xmlns:a16="http://schemas.microsoft.com/office/drawing/2014/main" id="{7E31BD88-0362-41A5-9094-0AC802B06C0B}"/>
                </a:ext>
              </a:extLst>
            </p:cNvPr>
            <p:cNvSpPr>
              <a:spLocks/>
            </p:cNvSpPr>
            <p:nvPr/>
          </p:nvSpPr>
          <p:spPr>
            <a:xfrm>
              <a:off x="2312383" y="57940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1" name="02_predicted_pose_1450">
              <a:extLst>
                <a:ext uri="{FF2B5EF4-FFF2-40B4-BE49-F238E27FC236}">
                  <a16:creationId xmlns:a16="http://schemas.microsoft.com/office/drawing/2014/main" id="{CC565E36-4C32-49B6-AF6D-663BC10AB901}"/>
                </a:ext>
              </a:extLst>
            </p:cNvPr>
            <p:cNvSpPr>
              <a:spLocks/>
            </p:cNvSpPr>
            <p:nvPr/>
          </p:nvSpPr>
          <p:spPr>
            <a:xfrm>
              <a:off x="2556311" y="50596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2" name="02_predicted_pose_1451">
              <a:extLst>
                <a:ext uri="{FF2B5EF4-FFF2-40B4-BE49-F238E27FC236}">
                  <a16:creationId xmlns:a16="http://schemas.microsoft.com/office/drawing/2014/main" id="{2A0723CE-09F3-4670-A1B1-CC008110CB44}"/>
                </a:ext>
              </a:extLst>
            </p:cNvPr>
            <p:cNvSpPr>
              <a:spLocks/>
            </p:cNvSpPr>
            <p:nvPr/>
          </p:nvSpPr>
          <p:spPr>
            <a:xfrm>
              <a:off x="2513245" y="497612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3" name="02_predicted_pose_1452">
              <a:extLst>
                <a:ext uri="{FF2B5EF4-FFF2-40B4-BE49-F238E27FC236}">
                  <a16:creationId xmlns:a16="http://schemas.microsoft.com/office/drawing/2014/main" id="{EA8EEEF5-CA8D-41D8-A3BC-58769E660B16}"/>
                </a:ext>
              </a:extLst>
            </p:cNvPr>
            <p:cNvSpPr>
              <a:spLocks/>
            </p:cNvSpPr>
            <p:nvPr/>
          </p:nvSpPr>
          <p:spPr>
            <a:xfrm>
              <a:off x="2333055" y="52826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4" name="02_predicted_pose_1453">
              <a:extLst>
                <a:ext uri="{FF2B5EF4-FFF2-40B4-BE49-F238E27FC236}">
                  <a16:creationId xmlns:a16="http://schemas.microsoft.com/office/drawing/2014/main" id="{43C59367-42A3-4B0D-AC15-C7AA74FB502D}"/>
                </a:ext>
              </a:extLst>
            </p:cNvPr>
            <p:cNvSpPr>
              <a:spLocks/>
            </p:cNvSpPr>
            <p:nvPr/>
          </p:nvSpPr>
          <p:spPr>
            <a:xfrm>
              <a:off x="2513589" y="53621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5" name="02_predicted_pose_1454">
              <a:extLst>
                <a:ext uri="{FF2B5EF4-FFF2-40B4-BE49-F238E27FC236}">
                  <a16:creationId xmlns:a16="http://schemas.microsoft.com/office/drawing/2014/main" id="{B30262CC-E786-4884-926B-9B859BE073D0}"/>
                </a:ext>
              </a:extLst>
            </p:cNvPr>
            <p:cNvSpPr>
              <a:spLocks/>
            </p:cNvSpPr>
            <p:nvPr/>
          </p:nvSpPr>
          <p:spPr>
            <a:xfrm>
              <a:off x="2527371" y="53581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6" name="02_predicted_pose_1455">
              <a:extLst>
                <a:ext uri="{FF2B5EF4-FFF2-40B4-BE49-F238E27FC236}">
                  <a16:creationId xmlns:a16="http://schemas.microsoft.com/office/drawing/2014/main" id="{8E6A0BD5-77AA-4F62-ACD1-2D2156B9068E}"/>
                </a:ext>
              </a:extLst>
            </p:cNvPr>
            <p:cNvSpPr>
              <a:spLocks/>
            </p:cNvSpPr>
            <p:nvPr/>
          </p:nvSpPr>
          <p:spPr>
            <a:xfrm>
              <a:off x="2541152" y="53032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7" name="02_predicted_pose_1456">
              <a:extLst>
                <a:ext uri="{FF2B5EF4-FFF2-40B4-BE49-F238E27FC236}">
                  <a16:creationId xmlns:a16="http://schemas.microsoft.com/office/drawing/2014/main" id="{AC614228-CA78-432E-ABBC-6383CB85185F}"/>
                </a:ext>
              </a:extLst>
            </p:cNvPr>
            <p:cNvSpPr>
              <a:spLocks/>
            </p:cNvSpPr>
            <p:nvPr/>
          </p:nvSpPr>
          <p:spPr>
            <a:xfrm>
              <a:off x="2554933" y="53689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8" name="02_predicted_pose_1457">
              <a:extLst>
                <a:ext uri="{FF2B5EF4-FFF2-40B4-BE49-F238E27FC236}">
                  <a16:creationId xmlns:a16="http://schemas.microsoft.com/office/drawing/2014/main" id="{0368EAB5-B102-48C3-81D4-FCF343BF45B8}"/>
                </a:ext>
              </a:extLst>
            </p:cNvPr>
            <p:cNvSpPr>
              <a:spLocks/>
            </p:cNvSpPr>
            <p:nvPr/>
          </p:nvSpPr>
          <p:spPr>
            <a:xfrm>
              <a:off x="2568714" y="530173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59" name="02_predicted_pose_1458">
              <a:extLst>
                <a:ext uri="{FF2B5EF4-FFF2-40B4-BE49-F238E27FC236}">
                  <a16:creationId xmlns:a16="http://schemas.microsoft.com/office/drawing/2014/main" id="{6A4A5404-4A74-4F38-9BCF-F2E7EFA12CC3}"/>
                </a:ext>
              </a:extLst>
            </p:cNvPr>
            <p:cNvSpPr>
              <a:spLocks/>
            </p:cNvSpPr>
            <p:nvPr/>
          </p:nvSpPr>
          <p:spPr>
            <a:xfrm>
              <a:off x="2354072" y="55759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0" name="02_predicted_pose_1459">
              <a:extLst>
                <a:ext uri="{FF2B5EF4-FFF2-40B4-BE49-F238E27FC236}">
                  <a16:creationId xmlns:a16="http://schemas.microsoft.com/office/drawing/2014/main" id="{283A6930-9E2D-42A5-938F-61E0A14BBAD2}"/>
                </a:ext>
              </a:extLst>
            </p:cNvPr>
            <p:cNvSpPr>
              <a:spLocks/>
            </p:cNvSpPr>
            <p:nvPr/>
          </p:nvSpPr>
          <p:spPr>
            <a:xfrm>
              <a:off x="2367853" y="51244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1" name="02_predicted_pose_1460">
              <a:extLst>
                <a:ext uri="{FF2B5EF4-FFF2-40B4-BE49-F238E27FC236}">
                  <a16:creationId xmlns:a16="http://schemas.microsoft.com/office/drawing/2014/main" id="{65030E8D-4193-4973-A235-B1E3D3DD7A56}"/>
                </a:ext>
              </a:extLst>
            </p:cNvPr>
            <p:cNvSpPr>
              <a:spLocks/>
            </p:cNvSpPr>
            <p:nvPr/>
          </p:nvSpPr>
          <p:spPr>
            <a:xfrm>
              <a:off x="2395415" y="52103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2" name="02_predicted_pose_1461">
              <a:extLst>
                <a:ext uri="{FF2B5EF4-FFF2-40B4-BE49-F238E27FC236}">
                  <a16:creationId xmlns:a16="http://schemas.microsoft.com/office/drawing/2014/main" id="{9C2D9741-2CD9-4704-8914-954A06EF20AD}"/>
                </a:ext>
              </a:extLst>
            </p:cNvPr>
            <p:cNvSpPr>
              <a:spLocks/>
            </p:cNvSpPr>
            <p:nvPr/>
          </p:nvSpPr>
          <p:spPr>
            <a:xfrm>
              <a:off x="2478792" y="56067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3" name="02_predicted_pose_1462">
              <a:extLst>
                <a:ext uri="{FF2B5EF4-FFF2-40B4-BE49-F238E27FC236}">
                  <a16:creationId xmlns:a16="http://schemas.microsoft.com/office/drawing/2014/main" id="{D36A9F21-9226-461D-B79E-FBEBBB4F7D68}"/>
                </a:ext>
              </a:extLst>
            </p:cNvPr>
            <p:cNvSpPr>
              <a:spLocks/>
            </p:cNvSpPr>
            <p:nvPr/>
          </p:nvSpPr>
          <p:spPr>
            <a:xfrm>
              <a:off x="2506354" y="56328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4" name="02_predicted_pose_1463">
              <a:extLst>
                <a:ext uri="{FF2B5EF4-FFF2-40B4-BE49-F238E27FC236}">
                  <a16:creationId xmlns:a16="http://schemas.microsoft.com/office/drawing/2014/main" id="{98A39BAC-34B4-4635-9994-7E738B91273F}"/>
                </a:ext>
              </a:extLst>
            </p:cNvPr>
            <p:cNvSpPr>
              <a:spLocks/>
            </p:cNvSpPr>
            <p:nvPr/>
          </p:nvSpPr>
          <p:spPr>
            <a:xfrm>
              <a:off x="2533917" y="56445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5" name="02_predicted_pose_1464">
              <a:extLst>
                <a:ext uri="{FF2B5EF4-FFF2-40B4-BE49-F238E27FC236}">
                  <a16:creationId xmlns:a16="http://schemas.microsoft.com/office/drawing/2014/main" id="{8534DAFA-90C7-409E-8CFB-328F4E913D8D}"/>
                </a:ext>
              </a:extLst>
            </p:cNvPr>
            <p:cNvSpPr>
              <a:spLocks/>
            </p:cNvSpPr>
            <p:nvPr/>
          </p:nvSpPr>
          <p:spPr>
            <a:xfrm>
              <a:off x="2561479" y="56434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6" name="02_predicted_pose_1465">
              <a:extLst>
                <a:ext uri="{FF2B5EF4-FFF2-40B4-BE49-F238E27FC236}">
                  <a16:creationId xmlns:a16="http://schemas.microsoft.com/office/drawing/2014/main" id="{B10C0EF1-12B3-4C22-B3CC-A8CE65A19B0B}"/>
                </a:ext>
              </a:extLst>
            </p:cNvPr>
            <p:cNvSpPr>
              <a:spLocks/>
            </p:cNvSpPr>
            <p:nvPr/>
          </p:nvSpPr>
          <p:spPr>
            <a:xfrm>
              <a:off x="2641410" y="55515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7" name="02_predicted_pose_1466">
              <a:extLst>
                <a:ext uri="{FF2B5EF4-FFF2-40B4-BE49-F238E27FC236}">
                  <a16:creationId xmlns:a16="http://schemas.microsoft.com/office/drawing/2014/main" id="{4D8F70AC-CB6D-4FF8-A910-921E25C7B0F4}"/>
                </a:ext>
              </a:extLst>
            </p:cNvPr>
            <p:cNvSpPr>
              <a:spLocks/>
            </p:cNvSpPr>
            <p:nvPr/>
          </p:nvSpPr>
          <p:spPr>
            <a:xfrm>
              <a:off x="2325476" y="56809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8" name="02_predicted_pose_1467">
              <a:extLst>
                <a:ext uri="{FF2B5EF4-FFF2-40B4-BE49-F238E27FC236}">
                  <a16:creationId xmlns:a16="http://schemas.microsoft.com/office/drawing/2014/main" id="{6F004BED-34A7-4811-A7E5-6EBFB5E923A3}"/>
                </a:ext>
              </a:extLst>
            </p:cNvPr>
            <p:cNvSpPr>
              <a:spLocks/>
            </p:cNvSpPr>
            <p:nvPr/>
          </p:nvSpPr>
          <p:spPr>
            <a:xfrm>
              <a:off x="2353038" y="55519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69" name="02_predicted_pose_1468">
              <a:extLst>
                <a:ext uri="{FF2B5EF4-FFF2-40B4-BE49-F238E27FC236}">
                  <a16:creationId xmlns:a16="http://schemas.microsoft.com/office/drawing/2014/main" id="{5456413C-62E1-44A0-AFA0-8C48E151B302}"/>
                </a:ext>
              </a:extLst>
            </p:cNvPr>
            <p:cNvSpPr>
              <a:spLocks/>
            </p:cNvSpPr>
            <p:nvPr/>
          </p:nvSpPr>
          <p:spPr>
            <a:xfrm>
              <a:off x="2380600" y="57544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0" name="02_predicted_pose_1469">
              <a:extLst>
                <a:ext uri="{FF2B5EF4-FFF2-40B4-BE49-F238E27FC236}">
                  <a16:creationId xmlns:a16="http://schemas.microsoft.com/office/drawing/2014/main" id="{3ACBB031-B9E2-4A94-93C6-2F9263E11DCB}"/>
                </a:ext>
              </a:extLst>
            </p:cNvPr>
            <p:cNvSpPr>
              <a:spLocks/>
            </p:cNvSpPr>
            <p:nvPr/>
          </p:nvSpPr>
          <p:spPr>
            <a:xfrm>
              <a:off x="2408163" y="571449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1" name="02_predicted_pose_1470">
              <a:extLst>
                <a:ext uri="{FF2B5EF4-FFF2-40B4-BE49-F238E27FC236}">
                  <a16:creationId xmlns:a16="http://schemas.microsoft.com/office/drawing/2014/main" id="{EC9CF1CD-018E-46B9-A367-A6B892C20A4B}"/>
                </a:ext>
              </a:extLst>
            </p:cNvPr>
            <p:cNvSpPr>
              <a:spLocks/>
            </p:cNvSpPr>
            <p:nvPr/>
          </p:nvSpPr>
          <p:spPr>
            <a:xfrm>
              <a:off x="2311350" y="55736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2" name="02_predicted_pose_1471">
              <a:extLst>
                <a:ext uri="{FF2B5EF4-FFF2-40B4-BE49-F238E27FC236}">
                  <a16:creationId xmlns:a16="http://schemas.microsoft.com/office/drawing/2014/main" id="{4CE06FF8-9714-443E-8A8D-391B745D908A}"/>
                </a:ext>
              </a:extLst>
            </p:cNvPr>
            <p:cNvSpPr>
              <a:spLocks/>
            </p:cNvSpPr>
            <p:nvPr/>
          </p:nvSpPr>
          <p:spPr>
            <a:xfrm>
              <a:off x="2360962" y="57016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3" name="02_predicted_pose_1472">
              <a:extLst>
                <a:ext uri="{FF2B5EF4-FFF2-40B4-BE49-F238E27FC236}">
                  <a16:creationId xmlns:a16="http://schemas.microsoft.com/office/drawing/2014/main" id="{BD82F86C-E86B-4C72-BFC8-9DE006F6EA9C}"/>
                </a:ext>
              </a:extLst>
            </p:cNvPr>
            <p:cNvSpPr>
              <a:spLocks/>
            </p:cNvSpPr>
            <p:nvPr/>
          </p:nvSpPr>
          <p:spPr>
            <a:xfrm>
              <a:off x="2502909" y="56387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4" name="02_predicted_pose_1473">
              <a:extLst>
                <a:ext uri="{FF2B5EF4-FFF2-40B4-BE49-F238E27FC236}">
                  <a16:creationId xmlns:a16="http://schemas.microsoft.com/office/drawing/2014/main" id="{E00E0C4C-F1BA-4A67-B08A-B3CFB8AEA8F5}"/>
                </a:ext>
              </a:extLst>
            </p:cNvPr>
            <p:cNvSpPr>
              <a:spLocks/>
            </p:cNvSpPr>
            <p:nvPr/>
          </p:nvSpPr>
          <p:spPr>
            <a:xfrm>
              <a:off x="2530471" y="56047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5" name="02_predicted_pose_1474">
              <a:extLst>
                <a:ext uri="{FF2B5EF4-FFF2-40B4-BE49-F238E27FC236}">
                  <a16:creationId xmlns:a16="http://schemas.microsoft.com/office/drawing/2014/main" id="{AFFD2DAB-EA97-42A3-BFB7-2AFB4E78871A}"/>
                </a:ext>
              </a:extLst>
            </p:cNvPr>
            <p:cNvSpPr>
              <a:spLocks/>
            </p:cNvSpPr>
            <p:nvPr/>
          </p:nvSpPr>
          <p:spPr>
            <a:xfrm>
              <a:off x="2571815" y="553960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6" name="02_predicted_pose_1475">
              <a:extLst>
                <a:ext uri="{FF2B5EF4-FFF2-40B4-BE49-F238E27FC236}">
                  <a16:creationId xmlns:a16="http://schemas.microsoft.com/office/drawing/2014/main" id="{56BEB6E5-51CF-47AB-944B-EA565DC796AC}"/>
                </a:ext>
              </a:extLst>
            </p:cNvPr>
            <p:cNvSpPr>
              <a:spLocks/>
            </p:cNvSpPr>
            <p:nvPr/>
          </p:nvSpPr>
          <p:spPr>
            <a:xfrm>
              <a:off x="2599378" y="56044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7" name="02_predicted_pose_1476">
              <a:extLst>
                <a:ext uri="{FF2B5EF4-FFF2-40B4-BE49-F238E27FC236}">
                  <a16:creationId xmlns:a16="http://schemas.microsoft.com/office/drawing/2014/main" id="{2BD67C14-1456-4DB3-A340-04673C812543}"/>
                </a:ext>
              </a:extLst>
            </p:cNvPr>
            <p:cNvSpPr>
              <a:spLocks/>
            </p:cNvSpPr>
            <p:nvPr/>
          </p:nvSpPr>
          <p:spPr>
            <a:xfrm>
              <a:off x="2626940" y="57434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8" name="02_predicted_pose_1477">
              <a:extLst>
                <a:ext uri="{FF2B5EF4-FFF2-40B4-BE49-F238E27FC236}">
                  <a16:creationId xmlns:a16="http://schemas.microsoft.com/office/drawing/2014/main" id="{C0EA9904-9083-4F18-9FFD-3124E1A499DD}"/>
                </a:ext>
              </a:extLst>
            </p:cNvPr>
            <p:cNvSpPr>
              <a:spLocks/>
            </p:cNvSpPr>
            <p:nvPr/>
          </p:nvSpPr>
          <p:spPr>
            <a:xfrm>
              <a:off x="2609369" y="55532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79" name="02_predicted_pose_1478">
              <a:extLst>
                <a:ext uri="{FF2B5EF4-FFF2-40B4-BE49-F238E27FC236}">
                  <a16:creationId xmlns:a16="http://schemas.microsoft.com/office/drawing/2014/main" id="{D2D14D79-0548-4006-A39E-2DE0E352B3DA}"/>
                </a:ext>
              </a:extLst>
            </p:cNvPr>
            <p:cNvSpPr>
              <a:spLocks/>
            </p:cNvSpPr>
            <p:nvPr/>
          </p:nvSpPr>
          <p:spPr>
            <a:xfrm>
              <a:off x="2358895" y="56319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0" name="02_predicted_pose_1479">
              <a:extLst>
                <a:ext uri="{FF2B5EF4-FFF2-40B4-BE49-F238E27FC236}">
                  <a16:creationId xmlns:a16="http://schemas.microsoft.com/office/drawing/2014/main" id="{829FE37D-2721-403D-B6D4-1ACBC03D0F38}"/>
                </a:ext>
              </a:extLst>
            </p:cNvPr>
            <p:cNvSpPr>
              <a:spLocks/>
            </p:cNvSpPr>
            <p:nvPr/>
          </p:nvSpPr>
          <p:spPr>
            <a:xfrm>
              <a:off x="2637965" y="57908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1" name="02_predicted_pose_1480">
              <a:extLst>
                <a:ext uri="{FF2B5EF4-FFF2-40B4-BE49-F238E27FC236}">
                  <a16:creationId xmlns:a16="http://schemas.microsoft.com/office/drawing/2014/main" id="{47A8234F-DF7F-48C8-A320-C18314F4BB2F}"/>
                </a:ext>
              </a:extLst>
            </p:cNvPr>
            <p:cNvSpPr>
              <a:spLocks/>
            </p:cNvSpPr>
            <p:nvPr/>
          </p:nvSpPr>
          <p:spPr>
            <a:xfrm>
              <a:off x="2480514" y="55585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2" name="02_predicted_pose_1481">
              <a:extLst>
                <a:ext uri="{FF2B5EF4-FFF2-40B4-BE49-F238E27FC236}">
                  <a16:creationId xmlns:a16="http://schemas.microsoft.com/office/drawing/2014/main" id="{864AAEEA-8C7A-40D9-8873-3C55F1C61C5B}"/>
                </a:ext>
              </a:extLst>
            </p:cNvPr>
            <p:cNvSpPr>
              <a:spLocks/>
            </p:cNvSpPr>
            <p:nvPr/>
          </p:nvSpPr>
          <p:spPr>
            <a:xfrm>
              <a:off x="2573538" y="56909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3" name="02_predicted_pose_1482">
              <a:extLst>
                <a:ext uri="{FF2B5EF4-FFF2-40B4-BE49-F238E27FC236}">
                  <a16:creationId xmlns:a16="http://schemas.microsoft.com/office/drawing/2014/main" id="{7758DCF3-3D82-4BDE-9A2B-6233C0E8F372}"/>
                </a:ext>
              </a:extLst>
            </p:cNvPr>
            <p:cNvSpPr>
              <a:spLocks/>
            </p:cNvSpPr>
            <p:nvPr/>
          </p:nvSpPr>
          <p:spPr>
            <a:xfrm>
              <a:off x="2318585" y="56702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4" name="02_predicted_pose_1483">
              <a:extLst>
                <a:ext uri="{FF2B5EF4-FFF2-40B4-BE49-F238E27FC236}">
                  <a16:creationId xmlns:a16="http://schemas.microsoft.com/office/drawing/2014/main" id="{9DB27370-4FDC-4D8D-9B5C-021997E341AA}"/>
                </a:ext>
              </a:extLst>
            </p:cNvPr>
            <p:cNvSpPr>
              <a:spLocks/>
            </p:cNvSpPr>
            <p:nvPr/>
          </p:nvSpPr>
          <p:spPr>
            <a:xfrm>
              <a:off x="2332366" y="57177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5" name="02_predicted_pose_1484">
              <a:extLst>
                <a:ext uri="{FF2B5EF4-FFF2-40B4-BE49-F238E27FC236}">
                  <a16:creationId xmlns:a16="http://schemas.microsoft.com/office/drawing/2014/main" id="{2B8E05D8-4265-4627-8CAE-A93E9B6B607D}"/>
                </a:ext>
              </a:extLst>
            </p:cNvPr>
            <p:cNvSpPr>
              <a:spLocks/>
            </p:cNvSpPr>
            <p:nvPr/>
          </p:nvSpPr>
          <p:spPr>
            <a:xfrm>
              <a:off x="2346147" y="56173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6" name="02_predicted_pose_1485">
              <a:extLst>
                <a:ext uri="{FF2B5EF4-FFF2-40B4-BE49-F238E27FC236}">
                  <a16:creationId xmlns:a16="http://schemas.microsoft.com/office/drawing/2014/main" id="{89959BED-1F86-4034-BAAF-5EA12005F664}"/>
                </a:ext>
              </a:extLst>
            </p:cNvPr>
            <p:cNvSpPr>
              <a:spLocks/>
            </p:cNvSpPr>
            <p:nvPr/>
          </p:nvSpPr>
          <p:spPr>
            <a:xfrm>
              <a:off x="2359929" y="56292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7" name="02_predicted_pose_1486">
              <a:extLst>
                <a:ext uri="{FF2B5EF4-FFF2-40B4-BE49-F238E27FC236}">
                  <a16:creationId xmlns:a16="http://schemas.microsoft.com/office/drawing/2014/main" id="{28C0D532-BD11-4C97-BEA3-976784F45F56}"/>
                </a:ext>
              </a:extLst>
            </p:cNvPr>
            <p:cNvSpPr>
              <a:spLocks/>
            </p:cNvSpPr>
            <p:nvPr/>
          </p:nvSpPr>
          <p:spPr>
            <a:xfrm>
              <a:off x="2315484" y="55372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8" name="02_predicted_pose_1487">
              <a:extLst>
                <a:ext uri="{FF2B5EF4-FFF2-40B4-BE49-F238E27FC236}">
                  <a16:creationId xmlns:a16="http://schemas.microsoft.com/office/drawing/2014/main" id="{2EC4EBD2-EA76-4632-A4DA-DF5AC1D6A55F}"/>
                </a:ext>
              </a:extLst>
            </p:cNvPr>
            <p:cNvSpPr>
              <a:spLocks/>
            </p:cNvSpPr>
            <p:nvPr/>
          </p:nvSpPr>
          <p:spPr>
            <a:xfrm>
              <a:off x="2343047" y="56926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89" name="02_predicted_pose_1488">
              <a:extLst>
                <a:ext uri="{FF2B5EF4-FFF2-40B4-BE49-F238E27FC236}">
                  <a16:creationId xmlns:a16="http://schemas.microsoft.com/office/drawing/2014/main" id="{59C30402-F03F-4461-B219-F7E9F650B74F}"/>
                </a:ext>
              </a:extLst>
            </p:cNvPr>
            <p:cNvSpPr>
              <a:spLocks/>
            </p:cNvSpPr>
            <p:nvPr/>
          </p:nvSpPr>
          <p:spPr>
            <a:xfrm>
              <a:off x="2427457" y="53213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0" name="02_predicted_pose_1489">
              <a:extLst>
                <a:ext uri="{FF2B5EF4-FFF2-40B4-BE49-F238E27FC236}">
                  <a16:creationId xmlns:a16="http://schemas.microsoft.com/office/drawing/2014/main" id="{EE367462-7AD9-451A-9452-C36BD4F8F895}"/>
                </a:ext>
              </a:extLst>
            </p:cNvPr>
            <p:cNvSpPr>
              <a:spLocks/>
            </p:cNvSpPr>
            <p:nvPr/>
          </p:nvSpPr>
          <p:spPr>
            <a:xfrm>
              <a:off x="2375433" y="56330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1" name="02_predicted_pose_1490">
              <a:extLst>
                <a:ext uri="{FF2B5EF4-FFF2-40B4-BE49-F238E27FC236}">
                  <a16:creationId xmlns:a16="http://schemas.microsoft.com/office/drawing/2014/main" id="{D57A1FCF-B7B9-476D-B8D7-5F554B95AD4B}"/>
                </a:ext>
              </a:extLst>
            </p:cNvPr>
            <p:cNvSpPr>
              <a:spLocks/>
            </p:cNvSpPr>
            <p:nvPr/>
          </p:nvSpPr>
          <p:spPr>
            <a:xfrm>
              <a:off x="2402995" y="54899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2" name="02_predicted_pose_1491">
              <a:extLst>
                <a:ext uri="{FF2B5EF4-FFF2-40B4-BE49-F238E27FC236}">
                  <a16:creationId xmlns:a16="http://schemas.microsoft.com/office/drawing/2014/main" id="{9CD53E16-2106-4AF5-847F-23FF20921994}"/>
                </a:ext>
              </a:extLst>
            </p:cNvPr>
            <p:cNvSpPr>
              <a:spLocks/>
            </p:cNvSpPr>
            <p:nvPr/>
          </p:nvSpPr>
          <p:spPr>
            <a:xfrm>
              <a:off x="2416776" y="55108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3" name="02_predicted_pose_1492">
              <a:extLst>
                <a:ext uri="{FF2B5EF4-FFF2-40B4-BE49-F238E27FC236}">
                  <a16:creationId xmlns:a16="http://schemas.microsoft.com/office/drawing/2014/main" id="{EE0457A2-78D4-4528-AD65-D1C4A7D07BBA}"/>
                </a:ext>
              </a:extLst>
            </p:cNvPr>
            <p:cNvSpPr>
              <a:spLocks/>
            </p:cNvSpPr>
            <p:nvPr/>
          </p:nvSpPr>
          <p:spPr>
            <a:xfrm>
              <a:off x="2354416" y="54380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4" name="02_predicted_pose_1493">
              <a:extLst>
                <a:ext uri="{FF2B5EF4-FFF2-40B4-BE49-F238E27FC236}">
                  <a16:creationId xmlns:a16="http://schemas.microsoft.com/office/drawing/2014/main" id="{0231041A-7B75-43D7-8F2A-6D3A27F908C2}"/>
                </a:ext>
              </a:extLst>
            </p:cNvPr>
            <p:cNvSpPr>
              <a:spLocks/>
            </p:cNvSpPr>
            <p:nvPr/>
          </p:nvSpPr>
          <p:spPr>
            <a:xfrm>
              <a:off x="2368197" y="55401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5" name="02_predicted_pose_1494">
              <a:extLst>
                <a:ext uri="{FF2B5EF4-FFF2-40B4-BE49-F238E27FC236}">
                  <a16:creationId xmlns:a16="http://schemas.microsoft.com/office/drawing/2014/main" id="{31C03A2F-9508-46AF-96CB-26B4651B5E4E}"/>
                </a:ext>
              </a:extLst>
            </p:cNvPr>
            <p:cNvSpPr>
              <a:spLocks/>
            </p:cNvSpPr>
            <p:nvPr/>
          </p:nvSpPr>
          <p:spPr>
            <a:xfrm>
              <a:off x="2381979" y="53931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6" name="02_predicted_pose_1495">
              <a:extLst>
                <a:ext uri="{FF2B5EF4-FFF2-40B4-BE49-F238E27FC236}">
                  <a16:creationId xmlns:a16="http://schemas.microsoft.com/office/drawing/2014/main" id="{57CCD21C-BE04-4AA5-9182-D1D9AF44DB24}"/>
                </a:ext>
              </a:extLst>
            </p:cNvPr>
            <p:cNvSpPr>
              <a:spLocks/>
            </p:cNvSpPr>
            <p:nvPr/>
          </p:nvSpPr>
          <p:spPr>
            <a:xfrm>
              <a:off x="2401272" y="51943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7" name="02_predicted_pose_1496">
              <a:extLst>
                <a:ext uri="{FF2B5EF4-FFF2-40B4-BE49-F238E27FC236}">
                  <a16:creationId xmlns:a16="http://schemas.microsoft.com/office/drawing/2014/main" id="{F7C192BF-564A-4269-9D22-5FF757930A82}"/>
                </a:ext>
              </a:extLst>
            </p:cNvPr>
            <p:cNvSpPr>
              <a:spLocks/>
            </p:cNvSpPr>
            <p:nvPr/>
          </p:nvSpPr>
          <p:spPr>
            <a:xfrm>
              <a:off x="2428835" y="53515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8" name="02_predicted_pose_1497">
              <a:extLst>
                <a:ext uri="{FF2B5EF4-FFF2-40B4-BE49-F238E27FC236}">
                  <a16:creationId xmlns:a16="http://schemas.microsoft.com/office/drawing/2014/main" id="{8EE37C2A-DCA8-4BD7-BB87-BC5602147A73}"/>
                </a:ext>
              </a:extLst>
            </p:cNvPr>
            <p:cNvSpPr>
              <a:spLocks/>
            </p:cNvSpPr>
            <p:nvPr/>
          </p:nvSpPr>
          <p:spPr>
            <a:xfrm>
              <a:off x="2442616" y="53484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99" name="02_predicted_pose_1498">
              <a:extLst>
                <a:ext uri="{FF2B5EF4-FFF2-40B4-BE49-F238E27FC236}">
                  <a16:creationId xmlns:a16="http://schemas.microsoft.com/office/drawing/2014/main" id="{45640C57-DCFD-478C-8D0F-A523E332132A}"/>
                </a:ext>
              </a:extLst>
            </p:cNvPr>
            <p:cNvSpPr>
              <a:spLocks/>
            </p:cNvSpPr>
            <p:nvPr/>
          </p:nvSpPr>
          <p:spPr>
            <a:xfrm>
              <a:off x="2525303" y="52653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0" name="02_predicted_pose_1499">
              <a:extLst>
                <a:ext uri="{FF2B5EF4-FFF2-40B4-BE49-F238E27FC236}">
                  <a16:creationId xmlns:a16="http://schemas.microsoft.com/office/drawing/2014/main" id="{646617D6-200B-46C6-A139-14F350A9EA6C}"/>
                </a:ext>
              </a:extLst>
            </p:cNvPr>
            <p:cNvSpPr>
              <a:spLocks/>
            </p:cNvSpPr>
            <p:nvPr/>
          </p:nvSpPr>
          <p:spPr>
            <a:xfrm>
              <a:off x="2507732" y="51987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1" name="02_predicted_pose_1500">
              <a:extLst>
                <a:ext uri="{FF2B5EF4-FFF2-40B4-BE49-F238E27FC236}">
                  <a16:creationId xmlns:a16="http://schemas.microsoft.com/office/drawing/2014/main" id="{552BE95F-9C07-47E8-80B4-A1E5938F2D09}"/>
                </a:ext>
              </a:extLst>
            </p:cNvPr>
            <p:cNvSpPr>
              <a:spLocks/>
            </p:cNvSpPr>
            <p:nvPr/>
          </p:nvSpPr>
          <p:spPr>
            <a:xfrm>
              <a:off x="2378878" y="51289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2" name="02_predicted_pose_1501">
              <a:extLst>
                <a:ext uri="{FF2B5EF4-FFF2-40B4-BE49-F238E27FC236}">
                  <a16:creationId xmlns:a16="http://schemas.microsoft.com/office/drawing/2014/main" id="{F2FE0DAC-89CB-48B7-B9FD-B55861FA9BF7}"/>
                </a:ext>
              </a:extLst>
            </p:cNvPr>
            <p:cNvSpPr>
              <a:spLocks/>
            </p:cNvSpPr>
            <p:nvPr/>
          </p:nvSpPr>
          <p:spPr>
            <a:xfrm>
              <a:off x="2525993" y="56512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3" name="02_predicted_pose_1502">
              <a:extLst>
                <a:ext uri="{FF2B5EF4-FFF2-40B4-BE49-F238E27FC236}">
                  <a16:creationId xmlns:a16="http://schemas.microsoft.com/office/drawing/2014/main" id="{73F4D62D-13BE-4BC3-BBBF-E38E587A7DA1}"/>
                </a:ext>
              </a:extLst>
            </p:cNvPr>
            <p:cNvSpPr>
              <a:spLocks/>
            </p:cNvSpPr>
            <p:nvPr/>
          </p:nvSpPr>
          <p:spPr>
            <a:xfrm>
              <a:off x="2539774" y="57473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4" name="02_predicted_pose_1503">
              <a:extLst>
                <a:ext uri="{FF2B5EF4-FFF2-40B4-BE49-F238E27FC236}">
                  <a16:creationId xmlns:a16="http://schemas.microsoft.com/office/drawing/2014/main" id="{0FB51453-3A10-404C-8607-1BB151DA1C6C}"/>
                </a:ext>
              </a:extLst>
            </p:cNvPr>
            <p:cNvSpPr>
              <a:spLocks/>
            </p:cNvSpPr>
            <p:nvPr/>
          </p:nvSpPr>
          <p:spPr>
            <a:xfrm>
              <a:off x="2500153" y="50194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5" name="02_predicted_pose_1504">
              <a:extLst>
                <a:ext uri="{FF2B5EF4-FFF2-40B4-BE49-F238E27FC236}">
                  <a16:creationId xmlns:a16="http://schemas.microsoft.com/office/drawing/2014/main" id="{FC869CCD-6972-4889-AB6B-3727D7474DEA}"/>
                </a:ext>
              </a:extLst>
            </p:cNvPr>
            <p:cNvSpPr>
              <a:spLocks/>
            </p:cNvSpPr>
            <p:nvPr/>
          </p:nvSpPr>
          <p:spPr>
            <a:xfrm>
              <a:off x="2513934" y="56097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6" name="02_predicted_pose_1505">
              <a:extLst>
                <a:ext uri="{FF2B5EF4-FFF2-40B4-BE49-F238E27FC236}">
                  <a16:creationId xmlns:a16="http://schemas.microsoft.com/office/drawing/2014/main" id="{880093FE-DC35-4CD7-839B-65F0572A927F}"/>
                </a:ext>
              </a:extLst>
            </p:cNvPr>
            <p:cNvSpPr>
              <a:spLocks/>
            </p:cNvSpPr>
            <p:nvPr/>
          </p:nvSpPr>
          <p:spPr>
            <a:xfrm>
              <a:off x="2527715" y="54128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7" name="02_predicted_pose_1506">
              <a:extLst>
                <a:ext uri="{FF2B5EF4-FFF2-40B4-BE49-F238E27FC236}">
                  <a16:creationId xmlns:a16="http://schemas.microsoft.com/office/drawing/2014/main" id="{F5EACF15-DCD8-4A27-9A61-936978EC2E76}"/>
                </a:ext>
              </a:extLst>
            </p:cNvPr>
            <p:cNvSpPr>
              <a:spLocks/>
            </p:cNvSpPr>
            <p:nvPr/>
          </p:nvSpPr>
          <p:spPr>
            <a:xfrm>
              <a:off x="2555278" y="56828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8" name="02_predicted_pose_1507">
              <a:extLst>
                <a:ext uri="{FF2B5EF4-FFF2-40B4-BE49-F238E27FC236}">
                  <a16:creationId xmlns:a16="http://schemas.microsoft.com/office/drawing/2014/main" id="{C052EBCF-5C1D-480F-B38F-CD5E0BF5F37E}"/>
                </a:ext>
              </a:extLst>
            </p:cNvPr>
            <p:cNvSpPr>
              <a:spLocks/>
            </p:cNvSpPr>
            <p:nvPr/>
          </p:nvSpPr>
          <p:spPr>
            <a:xfrm>
              <a:off x="2569059" y="563922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09" name="02_predicted_pose_1508">
              <a:extLst>
                <a:ext uri="{FF2B5EF4-FFF2-40B4-BE49-F238E27FC236}">
                  <a16:creationId xmlns:a16="http://schemas.microsoft.com/office/drawing/2014/main" id="{FADEA962-1B72-41A6-96AB-55BD4AEB8D4D}"/>
                </a:ext>
              </a:extLst>
            </p:cNvPr>
            <p:cNvSpPr>
              <a:spLocks/>
            </p:cNvSpPr>
            <p:nvPr/>
          </p:nvSpPr>
          <p:spPr>
            <a:xfrm>
              <a:off x="2382668" y="564054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0" name="02_predicted_pose_1509">
              <a:extLst>
                <a:ext uri="{FF2B5EF4-FFF2-40B4-BE49-F238E27FC236}">
                  <a16:creationId xmlns:a16="http://schemas.microsoft.com/office/drawing/2014/main" id="{42E82A08-7A46-4DF7-B63C-FD9FC6195824}"/>
                </a:ext>
              </a:extLst>
            </p:cNvPr>
            <p:cNvSpPr>
              <a:spLocks/>
            </p:cNvSpPr>
            <p:nvPr/>
          </p:nvSpPr>
          <p:spPr>
            <a:xfrm>
              <a:off x="2424011" y="57813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1" name="02_predicted_pose_1510">
              <a:extLst>
                <a:ext uri="{FF2B5EF4-FFF2-40B4-BE49-F238E27FC236}">
                  <a16:creationId xmlns:a16="http://schemas.microsoft.com/office/drawing/2014/main" id="{CB4819AC-F038-4B42-B6BB-4680F8E5CE0A}"/>
                </a:ext>
              </a:extLst>
            </p:cNvPr>
            <p:cNvSpPr>
              <a:spLocks/>
            </p:cNvSpPr>
            <p:nvPr/>
          </p:nvSpPr>
          <p:spPr>
            <a:xfrm>
              <a:off x="2437793" y="57907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2" name="02_predicted_pose_1511">
              <a:extLst>
                <a:ext uri="{FF2B5EF4-FFF2-40B4-BE49-F238E27FC236}">
                  <a16:creationId xmlns:a16="http://schemas.microsoft.com/office/drawing/2014/main" id="{BCD827A6-4026-4EA7-9134-801B6893E031}"/>
                </a:ext>
              </a:extLst>
            </p:cNvPr>
            <p:cNvSpPr>
              <a:spLocks/>
            </p:cNvSpPr>
            <p:nvPr/>
          </p:nvSpPr>
          <p:spPr>
            <a:xfrm>
              <a:off x="2457775" y="50426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3" name="02_predicted_pose_1512">
              <a:extLst>
                <a:ext uri="{FF2B5EF4-FFF2-40B4-BE49-F238E27FC236}">
                  <a16:creationId xmlns:a16="http://schemas.microsoft.com/office/drawing/2014/main" id="{9E431D12-5860-4034-812B-15DA2164296F}"/>
                </a:ext>
              </a:extLst>
            </p:cNvPr>
            <p:cNvSpPr>
              <a:spLocks/>
            </p:cNvSpPr>
            <p:nvPr/>
          </p:nvSpPr>
          <p:spPr>
            <a:xfrm>
              <a:off x="2471557" y="50228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4" name="02_predicted_pose_1513">
              <a:extLst>
                <a:ext uri="{FF2B5EF4-FFF2-40B4-BE49-F238E27FC236}">
                  <a16:creationId xmlns:a16="http://schemas.microsoft.com/office/drawing/2014/main" id="{5F0BB263-E68A-4816-8419-800AE997E429}"/>
                </a:ext>
              </a:extLst>
            </p:cNvPr>
            <p:cNvSpPr>
              <a:spLocks/>
            </p:cNvSpPr>
            <p:nvPr/>
          </p:nvSpPr>
          <p:spPr>
            <a:xfrm>
              <a:off x="2485338" y="52659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5" name="02_predicted_pose_1514">
              <a:extLst>
                <a:ext uri="{FF2B5EF4-FFF2-40B4-BE49-F238E27FC236}">
                  <a16:creationId xmlns:a16="http://schemas.microsoft.com/office/drawing/2014/main" id="{EB4B006E-19C1-41B2-9130-2FA255E08EED}"/>
                </a:ext>
              </a:extLst>
            </p:cNvPr>
            <p:cNvSpPr>
              <a:spLocks/>
            </p:cNvSpPr>
            <p:nvPr/>
          </p:nvSpPr>
          <p:spPr>
            <a:xfrm>
              <a:off x="2526682" y="50451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6" name="02_predicted_pose_1515">
              <a:extLst>
                <a:ext uri="{FF2B5EF4-FFF2-40B4-BE49-F238E27FC236}">
                  <a16:creationId xmlns:a16="http://schemas.microsoft.com/office/drawing/2014/main" id="{2E486460-192C-4055-8539-D8867E40E056}"/>
                </a:ext>
              </a:extLst>
            </p:cNvPr>
            <p:cNvSpPr>
              <a:spLocks/>
            </p:cNvSpPr>
            <p:nvPr/>
          </p:nvSpPr>
          <p:spPr>
            <a:xfrm>
              <a:off x="2540463" y="55832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7" name="02_predicted_pose_1516">
              <a:extLst>
                <a:ext uri="{FF2B5EF4-FFF2-40B4-BE49-F238E27FC236}">
                  <a16:creationId xmlns:a16="http://schemas.microsoft.com/office/drawing/2014/main" id="{BC62E91C-5231-4CF4-8DA6-ECD96EEB4DEF}"/>
                </a:ext>
              </a:extLst>
            </p:cNvPr>
            <p:cNvSpPr>
              <a:spLocks/>
            </p:cNvSpPr>
            <p:nvPr/>
          </p:nvSpPr>
          <p:spPr>
            <a:xfrm>
              <a:off x="2554244" y="50700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8" name="02_predicted_pose_1517">
              <a:extLst>
                <a:ext uri="{FF2B5EF4-FFF2-40B4-BE49-F238E27FC236}">
                  <a16:creationId xmlns:a16="http://schemas.microsoft.com/office/drawing/2014/main" id="{AF78110E-7298-429D-9087-5C7753D48307}"/>
                </a:ext>
              </a:extLst>
            </p:cNvPr>
            <p:cNvSpPr>
              <a:spLocks/>
            </p:cNvSpPr>
            <p:nvPr/>
          </p:nvSpPr>
          <p:spPr>
            <a:xfrm>
              <a:off x="2568025" y="50232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19" name="02_predicted_pose_1518">
              <a:extLst>
                <a:ext uri="{FF2B5EF4-FFF2-40B4-BE49-F238E27FC236}">
                  <a16:creationId xmlns:a16="http://schemas.microsoft.com/office/drawing/2014/main" id="{10825987-0D65-42C7-973A-16C75A5DD089}"/>
                </a:ext>
              </a:extLst>
            </p:cNvPr>
            <p:cNvSpPr>
              <a:spLocks/>
            </p:cNvSpPr>
            <p:nvPr/>
          </p:nvSpPr>
          <p:spPr>
            <a:xfrm>
              <a:off x="2457431" y="50517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0" name="02_predicted_pose_1519">
              <a:extLst>
                <a:ext uri="{FF2B5EF4-FFF2-40B4-BE49-F238E27FC236}">
                  <a16:creationId xmlns:a16="http://schemas.microsoft.com/office/drawing/2014/main" id="{42F95181-696B-48F0-9D6C-2BFFE15EC00B}"/>
                </a:ext>
              </a:extLst>
            </p:cNvPr>
            <p:cNvSpPr>
              <a:spLocks/>
            </p:cNvSpPr>
            <p:nvPr/>
          </p:nvSpPr>
          <p:spPr>
            <a:xfrm>
              <a:off x="2550454" y="50574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1" name="02_predicted_pose_1520">
              <a:extLst>
                <a:ext uri="{FF2B5EF4-FFF2-40B4-BE49-F238E27FC236}">
                  <a16:creationId xmlns:a16="http://schemas.microsoft.com/office/drawing/2014/main" id="{D190B236-41BD-4A38-8394-B53E3218470A}"/>
                </a:ext>
              </a:extLst>
            </p:cNvPr>
            <p:cNvSpPr>
              <a:spLocks/>
            </p:cNvSpPr>
            <p:nvPr/>
          </p:nvSpPr>
          <p:spPr>
            <a:xfrm>
              <a:off x="2299980" y="50404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2" name="02_predicted_pose_1521">
              <a:extLst>
                <a:ext uri="{FF2B5EF4-FFF2-40B4-BE49-F238E27FC236}">
                  <a16:creationId xmlns:a16="http://schemas.microsoft.com/office/drawing/2014/main" id="{EFA6FF1C-D5BD-4096-8860-971219AAE854}"/>
                </a:ext>
              </a:extLst>
            </p:cNvPr>
            <p:cNvSpPr>
              <a:spLocks/>
            </p:cNvSpPr>
            <p:nvPr/>
          </p:nvSpPr>
          <p:spPr>
            <a:xfrm>
              <a:off x="2393004" y="50308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3" name="02_predicted_pose_1522">
              <a:extLst>
                <a:ext uri="{FF2B5EF4-FFF2-40B4-BE49-F238E27FC236}">
                  <a16:creationId xmlns:a16="http://schemas.microsoft.com/office/drawing/2014/main" id="{48B9BEDA-65FD-45AE-B08D-2E2A74D84403}"/>
                </a:ext>
              </a:extLst>
            </p:cNvPr>
            <p:cNvSpPr>
              <a:spLocks/>
            </p:cNvSpPr>
            <p:nvPr/>
          </p:nvSpPr>
          <p:spPr>
            <a:xfrm>
              <a:off x="2458809" y="57885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4" name="02_predicted_pose_1523">
              <a:extLst>
                <a:ext uri="{FF2B5EF4-FFF2-40B4-BE49-F238E27FC236}">
                  <a16:creationId xmlns:a16="http://schemas.microsoft.com/office/drawing/2014/main" id="{4EF542EA-73DF-4306-B8EC-17E189E67302}"/>
                </a:ext>
              </a:extLst>
            </p:cNvPr>
            <p:cNvSpPr>
              <a:spLocks/>
            </p:cNvSpPr>
            <p:nvPr/>
          </p:nvSpPr>
          <p:spPr>
            <a:xfrm>
              <a:off x="2486371" y="57516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5" name="02_predicted_pose_1524">
              <a:extLst>
                <a:ext uri="{FF2B5EF4-FFF2-40B4-BE49-F238E27FC236}">
                  <a16:creationId xmlns:a16="http://schemas.microsoft.com/office/drawing/2014/main" id="{EEF2CADF-C33A-4D25-BF18-ED7039973065}"/>
                </a:ext>
              </a:extLst>
            </p:cNvPr>
            <p:cNvSpPr>
              <a:spLocks/>
            </p:cNvSpPr>
            <p:nvPr/>
          </p:nvSpPr>
          <p:spPr>
            <a:xfrm>
              <a:off x="2513934" y="57940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6" name="02_predicted_pose_1525">
              <a:extLst>
                <a:ext uri="{FF2B5EF4-FFF2-40B4-BE49-F238E27FC236}">
                  <a16:creationId xmlns:a16="http://schemas.microsoft.com/office/drawing/2014/main" id="{C62AE8F4-3344-4A26-A68A-46C310C80891}"/>
                </a:ext>
              </a:extLst>
            </p:cNvPr>
            <p:cNvSpPr>
              <a:spLocks/>
            </p:cNvSpPr>
            <p:nvPr/>
          </p:nvSpPr>
          <p:spPr>
            <a:xfrm>
              <a:off x="2541496" y="58373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7" name="02_predicted_pose_1526">
              <a:extLst>
                <a:ext uri="{FF2B5EF4-FFF2-40B4-BE49-F238E27FC236}">
                  <a16:creationId xmlns:a16="http://schemas.microsoft.com/office/drawing/2014/main" id="{52FFA14A-71DE-46B6-834F-72277EEF175F}"/>
                </a:ext>
              </a:extLst>
            </p:cNvPr>
            <p:cNvSpPr>
              <a:spLocks/>
            </p:cNvSpPr>
            <p:nvPr/>
          </p:nvSpPr>
          <p:spPr>
            <a:xfrm>
              <a:off x="2569059" y="58736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8" name="02_predicted_pose_1527">
              <a:extLst>
                <a:ext uri="{FF2B5EF4-FFF2-40B4-BE49-F238E27FC236}">
                  <a16:creationId xmlns:a16="http://schemas.microsoft.com/office/drawing/2014/main" id="{A146E55F-EC20-4A75-9C9D-D2DED179BD78}"/>
                </a:ext>
              </a:extLst>
            </p:cNvPr>
            <p:cNvSpPr>
              <a:spLocks/>
            </p:cNvSpPr>
            <p:nvPr/>
          </p:nvSpPr>
          <p:spPr>
            <a:xfrm>
              <a:off x="2472246" y="57705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29" name="02_predicted_pose_1528">
              <a:extLst>
                <a:ext uri="{FF2B5EF4-FFF2-40B4-BE49-F238E27FC236}">
                  <a16:creationId xmlns:a16="http://schemas.microsoft.com/office/drawing/2014/main" id="{0BD6F008-C5A4-40F1-879D-30A64D19FFC5}"/>
                </a:ext>
              </a:extLst>
            </p:cNvPr>
            <p:cNvSpPr>
              <a:spLocks/>
            </p:cNvSpPr>
            <p:nvPr/>
          </p:nvSpPr>
          <p:spPr>
            <a:xfrm>
              <a:off x="2589386" y="55879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0" name="02_predicted_pose_1529">
              <a:extLst>
                <a:ext uri="{FF2B5EF4-FFF2-40B4-BE49-F238E27FC236}">
                  <a16:creationId xmlns:a16="http://schemas.microsoft.com/office/drawing/2014/main" id="{57AF36D2-E6FB-4131-B97E-8D7A31913886}"/>
                </a:ext>
              </a:extLst>
            </p:cNvPr>
            <p:cNvSpPr>
              <a:spLocks/>
            </p:cNvSpPr>
            <p:nvPr/>
          </p:nvSpPr>
          <p:spPr>
            <a:xfrm>
              <a:off x="2603167" y="54130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1" name="02_predicted_pose_1530">
              <a:extLst>
                <a:ext uri="{FF2B5EF4-FFF2-40B4-BE49-F238E27FC236}">
                  <a16:creationId xmlns:a16="http://schemas.microsoft.com/office/drawing/2014/main" id="{AC68CCEB-B549-48C2-988E-F02EC8E7F52A}"/>
                </a:ext>
              </a:extLst>
            </p:cNvPr>
            <p:cNvSpPr>
              <a:spLocks/>
            </p:cNvSpPr>
            <p:nvPr/>
          </p:nvSpPr>
          <p:spPr>
            <a:xfrm>
              <a:off x="2386113" y="52621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2" name="02_predicted_pose_1531">
              <a:extLst>
                <a:ext uri="{FF2B5EF4-FFF2-40B4-BE49-F238E27FC236}">
                  <a16:creationId xmlns:a16="http://schemas.microsoft.com/office/drawing/2014/main" id="{FFD804AB-D80B-46F6-A2DE-F3F14055CF1C}"/>
                </a:ext>
              </a:extLst>
            </p:cNvPr>
            <p:cNvSpPr>
              <a:spLocks/>
            </p:cNvSpPr>
            <p:nvPr/>
          </p:nvSpPr>
          <p:spPr>
            <a:xfrm>
              <a:off x="2398516" y="583131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3" name="02_predicted_pose_1532">
              <a:extLst>
                <a:ext uri="{FF2B5EF4-FFF2-40B4-BE49-F238E27FC236}">
                  <a16:creationId xmlns:a16="http://schemas.microsoft.com/office/drawing/2014/main" id="{AAE6A839-3551-43D8-9B46-1792387AD201}"/>
                </a:ext>
              </a:extLst>
            </p:cNvPr>
            <p:cNvSpPr>
              <a:spLocks/>
            </p:cNvSpPr>
            <p:nvPr/>
          </p:nvSpPr>
          <p:spPr>
            <a:xfrm>
              <a:off x="2440204" y="562882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4" name="02_predicted_pose_1533">
              <a:extLst>
                <a:ext uri="{FF2B5EF4-FFF2-40B4-BE49-F238E27FC236}">
                  <a16:creationId xmlns:a16="http://schemas.microsoft.com/office/drawing/2014/main" id="{0FEFDFDB-594C-4709-BEB3-6FD378B3D689}"/>
                </a:ext>
              </a:extLst>
            </p:cNvPr>
            <p:cNvSpPr>
              <a:spLocks/>
            </p:cNvSpPr>
            <p:nvPr/>
          </p:nvSpPr>
          <p:spPr>
            <a:xfrm>
              <a:off x="2403684" y="56971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5" name="02_predicted_pose_1534">
              <a:extLst>
                <a:ext uri="{FF2B5EF4-FFF2-40B4-BE49-F238E27FC236}">
                  <a16:creationId xmlns:a16="http://schemas.microsoft.com/office/drawing/2014/main" id="{1CD9D133-122A-42B2-8AE1-771D1E3895CC}"/>
                </a:ext>
              </a:extLst>
            </p:cNvPr>
            <p:cNvSpPr>
              <a:spLocks/>
            </p:cNvSpPr>
            <p:nvPr/>
          </p:nvSpPr>
          <p:spPr>
            <a:xfrm>
              <a:off x="2351660" y="55949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6" name="02_predicted_pose_1535">
              <a:extLst>
                <a:ext uri="{FF2B5EF4-FFF2-40B4-BE49-F238E27FC236}">
                  <a16:creationId xmlns:a16="http://schemas.microsoft.com/office/drawing/2014/main" id="{A45795A5-A356-4FCA-AA24-96F0E0F0357E}"/>
                </a:ext>
              </a:extLst>
            </p:cNvPr>
            <p:cNvSpPr>
              <a:spLocks/>
            </p:cNvSpPr>
            <p:nvPr/>
          </p:nvSpPr>
          <p:spPr>
            <a:xfrm>
              <a:off x="2483960" y="59091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7" name="02_predicted_pose_1536">
              <a:extLst>
                <a:ext uri="{FF2B5EF4-FFF2-40B4-BE49-F238E27FC236}">
                  <a16:creationId xmlns:a16="http://schemas.microsoft.com/office/drawing/2014/main" id="{FA3CF336-1EC8-46AF-B589-1AEA83090CF6}"/>
                </a:ext>
              </a:extLst>
            </p:cNvPr>
            <p:cNvSpPr>
              <a:spLocks/>
            </p:cNvSpPr>
            <p:nvPr/>
          </p:nvSpPr>
          <p:spPr>
            <a:xfrm>
              <a:off x="2497741" y="58956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8" name="02_predicted_pose_1537">
              <a:extLst>
                <a:ext uri="{FF2B5EF4-FFF2-40B4-BE49-F238E27FC236}">
                  <a16:creationId xmlns:a16="http://schemas.microsoft.com/office/drawing/2014/main" id="{39C3B77E-6F3C-4092-97E9-FFB4766C7E8A}"/>
                </a:ext>
              </a:extLst>
            </p:cNvPr>
            <p:cNvSpPr>
              <a:spLocks/>
            </p:cNvSpPr>
            <p:nvPr/>
          </p:nvSpPr>
          <p:spPr>
            <a:xfrm>
              <a:off x="2511522" y="58849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39" name="02_predicted_pose_1538">
              <a:extLst>
                <a:ext uri="{FF2B5EF4-FFF2-40B4-BE49-F238E27FC236}">
                  <a16:creationId xmlns:a16="http://schemas.microsoft.com/office/drawing/2014/main" id="{9415F93E-2353-473C-8CB2-19FFBE479081}"/>
                </a:ext>
              </a:extLst>
            </p:cNvPr>
            <p:cNvSpPr>
              <a:spLocks/>
            </p:cNvSpPr>
            <p:nvPr/>
          </p:nvSpPr>
          <p:spPr>
            <a:xfrm>
              <a:off x="2525303" y="58128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0" name="02_predicted_pose_1539">
              <a:extLst>
                <a:ext uri="{FF2B5EF4-FFF2-40B4-BE49-F238E27FC236}">
                  <a16:creationId xmlns:a16="http://schemas.microsoft.com/office/drawing/2014/main" id="{A03C072D-C00F-4B50-AC72-A74DB081D548}"/>
                </a:ext>
              </a:extLst>
            </p:cNvPr>
            <p:cNvSpPr>
              <a:spLocks/>
            </p:cNvSpPr>
            <p:nvPr/>
          </p:nvSpPr>
          <p:spPr>
            <a:xfrm>
              <a:off x="2320308" y="58864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1" name="02_predicted_pose_1540">
              <a:extLst>
                <a:ext uri="{FF2B5EF4-FFF2-40B4-BE49-F238E27FC236}">
                  <a16:creationId xmlns:a16="http://schemas.microsoft.com/office/drawing/2014/main" id="{8815506C-A0CF-49E4-9866-B139460E70F6}"/>
                </a:ext>
              </a:extLst>
            </p:cNvPr>
            <p:cNvSpPr>
              <a:spLocks/>
            </p:cNvSpPr>
            <p:nvPr/>
          </p:nvSpPr>
          <p:spPr>
            <a:xfrm>
              <a:off x="2347870" y="58091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2" name="02_predicted_pose_1541">
              <a:extLst>
                <a:ext uri="{FF2B5EF4-FFF2-40B4-BE49-F238E27FC236}">
                  <a16:creationId xmlns:a16="http://schemas.microsoft.com/office/drawing/2014/main" id="{065B1EB5-B425-4157-804D-CC0DBF6558CE}"/>
                </a:ext>
              </a:extLst>
            </p:cNvPr>
            <p:cNvSpPr>
              <a:spLocks/>
            </p:cNvSpPr>
            <p:nvPr/>
          </p:nvSpPr>
          <p:spPr>
            <a:xfrm>
              <a:off x="2559412" y="552884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3" name="02_predicted_pose_1542">
              <a:extLst>
                <a:ext uri="{FF2B5EF4-FFF2-40B4-BE49-F238E27FC236}">
                  <a16:creationId xmlns:a16="http://schemas.microsoft.com/office/drawing/2014/main" id="{A5FE9003-7BB2-4B70-A0FE-6206066CB531}"/>
                </a:ext>
              </a:extLst>
            </p:cNvPr>
            <p:cNvSpPr>
              <a:spLocks/>
            </p:cNvSpPr>
            <p:nvPr/>
          </p:nvSpPr>
          <p:spPr>
            <a:xfrm>
              <a:off x="2594210" y="55221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44" name="02_predicted_pose_1543">
              <a:extLst>
                <a:ext uri="{FF2B5EF4-FFF2-40B4-BE49-F238E27FC236}">
                  <a16:creationId xmlns:a16="http://schemas.microsoft.com/office/drawing/2014/main" id="{9604B427-1C6A-431A-AA4B-A71A2596DB1E}"/>
                </a:ext>
              </a:extLst>
            </p:cNvPr>
            <p:cNvSpPr>
              <a:spLocks/>
            </p:cNvSpPr>
            <p:nvPr/>
          </p:nvSpPr>
          <p:spPr>
            <a:xfrm>
              <a:off x="712800" y="4810680"/>
              <a:ext cx="191" cy="1545120"/>
            </a:xfrm>
            <a:custGeom>
              <a:avLst/>
              <a:gdLst/>
              <a:ahLst/>
              <a:cxnLst/>
              <a:rect l="0" t="0" r="0" b="0"/>
              <a:pathLst>
                <a:path w="191" h="1545120">
                  <a:moveTo>
                    <a:pt x="0" y="154512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1545" name="02_predicted_pose_1544">
              <a:extLst>
                <a:ext uri="{FF2B5EF4-FFF2-40B4-BE49-F238E27FC236}">
                  <a16:creationId xmlns:a16="http://schemas.microsoft.com/office/drawing/2014/main" id="{A203011D-749A-4423-B545-FB4E70C86B0D}"/>
                </a:ext>
              </a:extLst>
            </p:cNvPr>
            <p:cNvSpPr>
              <a:spLocks/>
            </p:cNvSpPr>
            <p:nvPr/>
          </p:nvSpPr>
          <p:spPr>
            <a:xfrm>
              <a:off x="712800" y="6355800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1546" name="02_predicted_pose_1545">
              <a:extLst>
                <a:ext uri="{FF2B5EF4-FFF2-40B4-BE49-F238E27FC236}">
                  <a16:creationId xmlns:a16="http://schemas.microsoft.com/office/drawing/2014/main" id="{5A8A2D72-5CF5-4DFA-99EE-FCCFD0D84FD8}"/>
                </a:ext>
              </a:extLst>
            </p:cNvPr>
            <p:cNvSpPr>
              <a:spLocks/>
            </p:cNvSpPr>
            <p:nvPr/>
          </p:nvSpPr>
          <p:spPr>
            <a:xfrm>
              <a:off x="1198933" y="5646930"/>
              <a:ext cx="285961" cy="266227"/>
            </a:xfrm>
            <a:custGeom>
              <a:avLst/>
              <a:gdLst/>
              <a:ahLst/>
              <a:cxnLst/>
              <a:rect l="0" t="0" r="0" b="0"/>
              <a:pathLst>
                <a:path w="285961" h="266227">
                  <a:moveTo>
                    <a:pt x="0" y="266227"/>
                  </a:moveTo>
                  <a:lnTo>
                    <a:pt x="285961" y="266227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266227"/>
                  </a:lnTo>
                  <a:lnTo>
                    <a:pt x="0" y="266227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5879BD"/>
              </a:solidFill>
              <a:prstDash val="solid"/>
            </a:ln>
          </p:spPr>
        </p:sp>
        <p:sp>
          <p:nvSpPr>
            <p:cNvPr id="1547" name="02_predicted_pose_1546">
              <a:extLst>
                <a:ext uri="{FF2B5EF4-FFF2-40B4-BE49-F238E27FC236}">
                  <a16:creationId xmlns:a16="http://schemas.microsoft.com/office/drawing/2014/main" id="{19A76E6A-515B-4343-A5C4-ADF94D887475}"/>
                </a:ext>
              </a:extLst>
            </p:cNvPr>
            <p:cNvSpPr>
              <a:spLocks/>
            </p:cNvSpPr>
            <p:nvPr/>
          </p:nvSpPr>
          <p:spPr>
            <a:xfrm>
              <a:off x="1341913" y="5913157"/>
              <a:ext cx="191" cy="102528"/>
            </a:xfrm>
            <a:custGeom>
              <a:avLst/>
              <a:gdLst/>
              <a:ahLst/>
              <a:cxnLst/>
              <a:rect l="0" t="0" r="0" b="0"/>
              <a:pathLst>
                <a:path w="191" h="102528">
                  <a:moveTo>
                    <a:pt x="0" y="0"/>
                  </a:moveTo>
                  <a:lnTo>
                    <a:pt x="0" y="102528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1548" name="02_predicted_pose_1547">
              <a:extLst>
                <a:ext uri="{FF2B5EF4-FFF2-40B4-BE49-F238E27FC236}">
                  <a16:creationId xmlns:a16="http://schemas.microsoft.com/office/drawing/2014/main" id="{F9F9923E-A6D3-420C-8BBA-79A7728DA082}"/>
                </a:ext>
              </a:extLst>
            </p:cNvPr>
            <p:cNvSpPr>
              <a:spLocks/>
            </p:cNvSpPr>
            <p:nvPr/>
          </p:nvSpPr>
          <p:spPr>
            <a:xfrm>
              <a:off x="1341913" y="5106732"/>
              <a:ext cx="191" cy="540199"/>
            </a:xfrm>
            <a:custGeom>
              <a:avLst/>
              <a:gdLst/>
              <a:ahLst/>
              <a:cxnLst/>
              <a:rect l="0" t="0" r="0" b="0"/>
              <a:pathLst>
                <a:path w="191" h="540199">
                  <a:moveTo>
                    <a:pt x="0" y="540199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1549" name="02_predicted_pose_1548">
              <a:extLst>
                <a:ext uri="{FF2B5EF4-FFF2-40B4-BE49-F238E27FC236}">
                  <a16:creationId xmlns:a16="http://schemas.microsoft.com/office/drawing/2014/main" id="{4512FA67-CEDE-48C8-955F-521E80B1814B}"/>
                </a:ext>
              </a:extLst>
            </p:cNvPr>
            <p:cNvSpPr>
              <a:spLocks/>
            </p:cNvSpPr>
            <p:nvPr/>
          </p:nvSpPr>
          <p:spPr>
            <a:xfrm>
              <a:off x="1270423" y="6015685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1550" name="02_predicted_pose_1549">
              <a:extLst>
                <a:ext uri="{FF2B5EF4-FFF2-40B4-BE49-F238E27FC236}">
                  <a16:creationId xmlns:a16="http://schemas.microsoft.com/office/drawing/2014/main" id="{07574201-1BB9-4A51-88CE-CDD21D359D7E}"/>
                </a:ext>
              </a:extLst>
            </p:cNvPr>
            <p:cNvSpPr>
              <a:spLocks/>
            </p:cNvSpPr>
            <p:nvPr/>
          </p:nvSpPr>
          <p:spPr>
            <a:xfrm>
              <a:off x="1270423" y="5106732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1551" name="02_predicted_pose_1550">
              <a:extLst>
                <a:ext uri="{FF2B5EF4-FFF2-40B4-BE49-F238E27FC236}">
                  <a16:creationId xmlns:a16="http://schemas.microsoft.com/office/drawing/2014/main" id="{DB372C1B-41A5-484E-AF05-E8CBA43C9BA3}"/>
                </a:ext>
              </a:extLst>
            </p:cNvPr>
            <p:cNvSpPr>
              <a:spLocks/>
            </p:cNvSpPr>
            <p:nvPr/>
          </p:nvSpPr>
          <p:spPr>
            <a:xfrm>
              <a:off x="2342775" y="5577944"/>
              <a:ext cx="285961" cy="182902"/>
            </a:xfrm>
            <a:custGeom>
              <a:avLst/>
              <a:gdLst/>
              <a:ahLst/>
              <a:cxnLst/>
              <a:rect l="0" t="0" r="0" b="0"/>
              <a:pathLst>
                <a:path w="285961" h="182902">
                  <a:moveTo>
                    <a:pt x="0" y="182902"/>
                  </a:moveTo>
                  <a:lnTo>
                    <a:pt x="285961" y="182902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82902"/>
                  </a:lnTo>
                  <a:lnTo>
                    <a:pt x="0" y="18290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B57442"/>
              </a:solidFill>
              <a:prstDash val="solid"/>
            </a:ln>
          </p:spPr>
        </p:sp>
        <p:sp>
          <p:nvSpPr>
            <p:cNvPr id="1552" name="02_predicted_pose_1551">
              <a:extLst>
                <a:ext uri="{FF2B5EF4-FFF2-40B4-BE49-F238E27FC236}">
                  <a16:creationId xmlns:a16="http://schemas.microsoft.com/office/drawing/2014/main" id="{0A3FEFD1-6D0F-4633-B904-4D6823BCF9C9}"/>
                </a:ext>
              </a:extLst>
            </p:cNvPr>
            <p:cNvSpPr>
              <a:spLocks/>
            </p:cNvSpPr>
            <p:nvPr/>
          </p:nvSpPr>
          <p:spPr>
            <a:xfrm>
              <a:off x="2485756" y="5760846"/>
              <a:ext cx="191" cy="116991"/>
            </a:xfrm>
            <a:custGeom>
              <a:avLst/>
              <a:gdLst/>
              <a:ahLst/>
              <a:cxnLst/>
              <a:rect l="0" t="0" r="0" b="0"/>
              <a:pathLst>
                <a:path w="191" h="116991">
                  <a:moveTo>
                    <a:pt x="0" y="0"/>
                  </a:moveTo>
                  <a:lnTo>
                    <a:pt x="0" y="116991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553" name="02_predicted_pose_1552">
              <a:extLst>
                <a:ext uri="{FF2B5EF4-FFF2-40B4-BE49-F238E27FC236}">
                  <a16:creationId xmlns:a16="http://schemas.microsoft.com/office/drawing/2014/main" id="{2CC3185B-ECD5-40DD-B5E6-ABAE59640537}"/>
                </a:ext>
              </a:extLst>
            </p:cNvPr>
            <p:cNvSpPr>
              <a:spLocks/>
            </p:cNvSpPr>
            <p:nvPr/>
          </p:nvSpPr>
          <p:spPr>
            <a:xfrm>
              <a:off x="2485756" y="5079959"/>
              <a:ext cx="191" cy="497985"/>
            </a:xfrm>
            <a:custGeom>
              <a:avLst/>
              <a:gdLst/>
              <a:ahLst/>
              <a:cxnLst/>
              <a:rect l="0" t="0" r="0" b="0"/>
              <a:pathLst>
                <a:path w="191" h="497985">
                  <a:moveTo>
                    <a:pt x="0" y="497985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554" name="02_predicted_pose_1553">
              <a:extLst>
                <a:ext uri="{FF2B5EF4-FFF2-40B4-BE49-F238E27FC236}">
                  <a16:creationId xmlns:a16="http://schemas.microsoft.com/office/drawing/2014/main" id="{FD4B1711-7C24-4039-ACC4-46E994FC4CAE}"/>
                </a:ext>
              </a:extLst>
            </p:cNvPr>
            <p:cNvSpPr>
              <a:spLocks/>
            </p:cNvSpPr>
            <p:nvPr/>
          </p:nvSpPr>
          <p:spPr>
            <a:xfrm>
              <a:off x="2414266" y="5877837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555" name="02_predicted_pose_1554">
              <a:extLst>
                <a:ext uri="{FF2B5EF4-FFF2-40B4-BE49-F238E27FC236}">
                  <a16:creationId xmlns:a16="http://schemas.microsoft.com/office/drawing/2014/main" id="{DB66BD04-65CA-4AF3-AD29-1AA14CA2E1AC}"/>
                </a:ext>
              </a:extLst>
            </p:cNvPr>
            <p:cNvSpPr>
              <a:spLocks/>
            </p:cNvSpPr>
            <p:nvPr/>
          </p:nvSpPr>
          <p:spPr>
            <a:xfrm>
              <a:off x="2414266" y="5079959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1556" name="text_1555">
              <a:extLst>
                <a:ext uri="{FF2B5EF4-FFF2-40B4-BE49-F238E27FC236}">
                  <a16:creationId xmlns:a16="http://schemas.microsoft.com/office/drawing/2014/main" id="{102676E5-655C-4995-9777-265A1574954A}"/>
                </a:ext>
              </a:extLst>
            </p:cNvPr>
            <p:cNvSpPr>
              <a:spLocks/>
            </p:cNvSpPr>
            <p:nvPr/>
          </p:nvSpPr>
          <p:spPr>
            <a:xfrm>
              <a:off x="280428" y="4646742"/>
              <a:ext cx="83312" cy="158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c</a:t>
              </a:r>
            </a:p>
          </p:txBody>
        </p:sp>
        <p:sp>
          <p:nvSpPr>
            <p:cNvPr id="1557" name="text_1556">
              <a:extLst>
                <a:ext uri="{FF2B5EF4-FFF2-40B4-BE49-F238E27FC236}">
                  <a16:creationId xmlns:a16="http://schemas.microsoft.com/office/drawing/2014/main" id="{D3C22371-9C62-48FE-ABA3-987D40A36DB8}"/>
                </a:ext>
              </a:extLst>
            </p:cNvPr>
            <p:cNvSpPr>
              <a:spLocks/>
            </p:cNvSpPr>
            <p:nvPr/>
          </p:nvSpPr>
          <p:spPr>
            <a:xfrm>
              <a:off x="712800" y="4598399"/>
              <a:ext cx="828476" cy="1349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CA2, Top-1 pose</a:t>
              </a:r>
            </a:p>
          </p:txBody>
        </p:sp>
        <p:sp>
          <p:nvSpPr>
            <p:cNvPr id="1558" name="02_predicted_pose_1557">
              <a:extLst>
                <a:ext uri="{FF2B5EF4-FFF2-40B4-BE49-F238E27FC236}">
                  <a16:creationId xmlns:a16="http://schemas.microsoft.com/office/drawing/2014/main" id="{1DEAA8A6-C9AC-4557-B9CC-6D927A953AC7}"/>
                </a:ext>
              </a:extLst>
            </p:cNvPr>
            <p:cNvSpPr>
              <a:spLocks/>
            </p:cNvSpPr>
            <p:nvPr/>
          </p:nvSpPr>
          <p:spPr>
            <a:xfrm>
              <a:off x="1198933" y="5830222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5879BD"/>
              </a:solidFill>
              <a:prstDash val="solid"/>
            </a:ln>
          </p:spPr>
        </p:sp>
        <p:sp>
          <p:nvSpPr>
            <p:cNvPr id="1559" name="02_predicted_pose_1558">
              <a:extLst>
                <a:ext uri="{FF2B5EF4-FFF2-40B4-BE49-F238E27FC236}">
                  <a16:creationId xmlns:a16="http://schemas.microsoft.com/office/drawing/2014/main" id="{BF8E6B76-7D6D-4797-9198-21066258C799}"/>
                </a:ext>
              </a:extLst>
            </p:cNvPr>
            <p:cNvSpPr>
              <a:spLocks/>
            </p:cNvSpPr>
            <p:nvPr/>
          </p:nvSpPr>
          <p:spPr>
            <a:xfrm>
              <a:off x="2342775" y="5652871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B57442"/>
              </a:solidFill>
              <a:prstDash val="solid"/>
            </a:ln>
          </p:spPr>
        </p:sp>
        <p:sp>
          <p:nvSpPr>
            <p:cNvPr id="1560" name="02_predicted_pose_1559">
              <a:extLst>
                <a:ext uri="{FF2B5EF4-FFF2-40B4-BE49-F238E27FC236}">
                  <a16:creationId xmlns:a16="http://schemas.microsoft.com/office/drawing/2014/main" id="{1503CF66-42BA-40B9-AEBB-1418607E9D86}"/>
                </a:ext>
              </a:extLst>
            </p:cNvPr>
            <p:cNvSpPr>
              <a:spLocks/>
            </p:cNvSpPr>
            <p:nvPr/>
          </p:nvSpPr>
          <p:spPr>
            <a:xfrm>
              <a:off x="3883531" y="4810680"/>
              <a:ext cx="2402069" cy="1545120"/>
            </a:xfrm>
            <a:custGeom>
              <a:avLst/>
              <a:gdLst/>
              <a:ahLst/>
              <a:cxnLst/>
              <a:rect l="0" t="0" r="0" b="0"/>
              <a:pathLst>
                <a:path w="2402069" h="1545120">
                  <a:moveTo>
                    <a:pt x="0" y="1545120"/>
                  </a:moveTo>
                  <a:lnTo>
                    <a:pt x="2402069" y="1545120"/>
                  </a:lnTo>
                  <a:lnTo>
                    <a:pt x="2402069" y="0"/>
                  </a:lnTo>
                  <a:lnTo>
                    <a:pt x="0" y="0"/>
                  </a:lnTo>
                  <a:lnTo>
                    <a:pt x="0" y="154512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61" name="02_predicted_pose_1560">
              <a:extLst>
                <a:ext uri="{FF2B5EF4-FFF2-40B4-BE49-F238E27FC236}">
                  <a16:creationId xmlns:a16="http://schemas.microsoft.com/office/drawing/2014/main" id="{4EDBBDD3-8481-48ED-BFA3-B536B7CA0DA8}"/>
                </a:ext>
              </a:extLst>
            </p:cNvPr>
            <p:cNvSpPr>
              <a:spLocks/>
            </p:cNvSpPr>
            <p:nvPr/>
          </p:nvSpPr>
          <p:spPr>
            <a:xfrm>
              <a:off x="3883531" y="5618944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1562" name="02_predicted_pose_1561">
              <a:extLst>
                <a:ext uri="{FF2B5EF4-FFF2-40B4-BE49-F238E27FC236}">
                  <a16:creationId xmlns:a16="http://schemas.microsoft.com/office/drawing/2014/main" id="{5C5BEFF0-843A-4BBF-A980-5E8F0F14B937}"/>
                </a:ext>
              </a:extLst>
            </p:cNvPr>
            <p:cNvSpPr>
              <a:spLocks/>
            </p:cNvSpPr>
            <p:nvPr/>
          </p:nvSpPr>
          <p:spPr>
            <a:xfrm>
              <a:off x="3883531" y="5489191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7620">
              <a:solidFill>
                <a:srgbClr val="BCC5CB"/>
              </a:solidFill>
              <a:prstDash val="dash"/>
            </a:ln>
          </p:spPr>
        </p:sp>
        <p:sp>
          <p:nvSpPr>
            <p:cNvPr id="1563" name="02_predicted_pose_1562">
              <a:extLst>
                <a:ext uri="{FF2B5EF4-FFF2-40B4-BE49-F238E27FC236}">
                  <a16:creationId xmlns:a16="http://schemas.microsoft.com/office/drawing/2014/main" id="{58994592-1AF8-4462-B6D3-9B9C6A8D0127}"/>
                </a:ext>
              </a:extLst>
            </p:cNvPr>
            <p:cNvSpPr>
              <a:spLocks/>
            </p:cNvSpPr>
            <p:nvPr/>
          </p:nvSpPr>
          <p:spPr>
            <a:xfrm>
              <a:off x="4512644" y="635580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64" name="text_1563">
              <a:extLst>
                <a:ext uri="{FF2B5EF4-FFF2-40B4-BE49-F238E27FC236}">
                  <a16:creationId xmlns:a16="http://schemas.microsoft.com/office/drawing/2014/main" id="{63524815-F06F-48B9-A43D-C9E6F990F02A}"/>
                </a:ext>
              </a:extLst>
            </p:cNvPr>
            <p:cNvSpPr>
              <a:spLocks/>
            </p:cNvSpPr>
            <p:nvPr/>
          </p:nvSpPr>
          <p:spPr>
            <a:xfrm>
              <a:off x="4194027" y="6425402"/>
              <a:ext cx="649935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DG-PocketXmol</a:t>
              </a:r>
            </a:p>
          </p:txBody>
        </p:sp>
        <p:sp>
          <p:nvSpPr>
            <p:cNvPr id="1565" name="02_predicted_pose_1564">
              <a:extLst>
                <a:ext uri="{FF2B5EF4-FFF2-40B4-BE49-F238E27FC236}">
                  <a16:creationId xmlns:a16="http://schemas.microsoft.com/office/drawing/2014/main" id="{00CCFF04-307F-453F-BC25-F6A73020440A}"/>
                </a:ext>
              </a:extLst>
            </p:cNvPr>
            <p:cNvSpPr>
              <a:spLocks/>
            </p:cNvSpPr>
            <p:nvPr/>
          </p:nvSpPr>
          <p:spPr>
            <a:xfrm>
              <a:off x="5656487" y="6355800"/>
              <a:ext cx="191" cy="38100"/>
            </a:xfrm>
            <a:custGeom>
              <a:avLst/>
              <a:gdLst/>
              <a:ahLst/>
              <a:cxnLst/>
              <a:rect l="0" t="0" r="0" b="0"/>
              <a:pathLst>
                <a:path w="191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66" name="text_1565">
              <a:extLst>
                <a:ext uri="{FF2B5EF4-FFF2-40B4-BE49-F238E27FC236}">
                  <a16:creationId xmlns:a16="http://schemas.microsoft.com/office/drawing/2014/main" id="{831FE8CA-1414-4BE0-A91E-5A43AC5EC63C}"/>
                </a:ext>
              </a:extLst>
            </p:cNvPr>
            <p:cNvSpPr>
              <a:spLocks/>
            </p:cNvSpPr>
            <p:nvPr/>
          </p:nvSpPr>
          <p:spPr>
            <a:xfrm>
              <a:off x="5357605" y="6425666"/>
              <a:ext cx="610464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Emap2lig-Build</a:t>
              </a:r>
            </a:p>
          </p:txBody>
        </p:sp>
        <p:sp>
          <p:nvSpPr>
            <p:cNvPr id="1567" name="02_predicted_pose_1566">
              <a:extLst>
                <a:ext uri="{FF2B5EF4-FFF2-40B4-BE49-F238E27FC236}">
                  <a16:creationId xmlns:a16="http://schemas.microsoft.com/office/drawing/2014/main" id="{27A8D3DC-1C29-4F36-AE76-FFF1AC92D568}"/>
                </a:ext>
              </a:extLst>
            </p:cNvPr>
            <p:cNvSpPr>
              <a:spLocks/>
            </p:cNvSpPr>
            <p:nvPr/>
          </p:nvSpPr>
          <p:spPr>
            <a:xfrm>
              <a:off x="3845431" y="635580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68" name="text_1567">
              <a:extLst>
                <a:ext uri="{FF2B5EF4-FFF2-40B4-BE49-F238E27FC236}">
                  <a16:creationId xmlns:a16="http://schemas.microsoft.com/office/drawing/2014/main" id="{B342B84D-2FDA-4B1F-82A8-F147E4D83A99}"/>
                </a:ext>
              </a:extLst>
            </p:cNvPr>
            <p:cNvSpPr>
              <a:spLocks/>
            </p:cNvSpPr>
            <p:nvPr/>
          </p:nvSpPr>
          <p:spPr>
            <a:xfrm>
              <a:off x="3683760" y="6317385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0.2</a:t>
              </a:r>
            </a:p>
          </p:txBody>
        </p:sp>
        <p:sp>
          <p:nvSpPr>
            <p:cNvPr id="1569" name="02_predicted_pose_1568">
              <a:extLst>
                <a:ext uri="{FF2B5EF4-FFF2-40B4-BE49-F238E27FC236}">
                  <a16:creationId xmlns:a16="http://schemas.microsoft.com/office/drawing/2014/main" id="{B546FD09-B01C-4134-A6BF-4B1B0B12076F}"/>
                </a:ext>
              </a:extLst>
            </p:cNvPr>
            <p:cNvSpPr>
              <a:spLocks/>
            </p:cNvSpPr>
            <p:nvPr/>
          </p:nvSpPr>
          <p:spPr>
            <a:xfrm>
              <a:off x="3845431" y="6062576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70" name="text_1569">
              <a:extLst>
                <a:ext uri="{FF2B5EF4-FFF2-40B4-BE49-F238E27FC236}">
                  <a16:creationId xmlns:a16="http://schemas.microsoft.com/office/drawing/2014/main" id="{8021EE72-5D76-4471-A50E-93615711C05C}"/>
                </a:ext>
              </a:extLst>
            </p:cNvPr>
            <p:cNvSpPr>
              <a:spLocks/>
            </p:cNvSpPr>
            <p:nvPr/>
          </p:nvSpPr>
          <p:spPr>
            <a:xfrm>
              <a:off x="3683760" y="6024161"/>
              <a:ext cx="136271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0.5</a:t>
              </a:r>
            </a:p>
          </p:txBody>
        </p:sp>
        <p:sp>
          <p:nvSpPr>
            <p:cNvPr id="1571" name="02_predicted_pose_1570">
              <a:extLst>
                <a:ext uri="{FF2B5EF4-FFF2-40B4-BE49-F238E27FC236}">
                  <a16:creationId xmlns:a16="http://schemas.microsoft.com/office/drawing/2014/main" id="{FA0862E7-EFFE-4C99-9F41-E127098B6D43}"/>
                </a:ext>
              </a:extLst>
            </p:cNvPr>
            <p:cNvSpPr>
              <a:spLocks/>
            </p:cNvSpPr>
            <p:nvPr/>
          </p:nvSpPr>
          <p:spPr>
            <a:xfrm>
              <a:off x="3845431" y="584076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72" name="text_1571">
              <a:extLst>
                <a:ext uri="{FF2B5EF4-FFF2-40B4-BE49-F238E27FC236}">
                  <a16:creationId xmlns:a16="http://schemas.microsoft.com/office/drawing/2014/main" id="{FD3B7022-BE1D-4479-BA98-A919293530EB}"/>
                </a:ext>
              </a:extLst>
            </p:cNvPr>
            <p:cNvSpPr>
              <a:spLocks/>
            </p:cNvSpPr>
            <p:nvPr/>
          </p:nvSpPr>
          <p:spPr>
            <a:xfrm>
              <a:off x="3757903" y="580234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</a:t>
              </a:r>
            </a:p>
          </p:txBody>
        </p:sp>
        <p:sp>
          <p:nvSpPr>
            <p:cNvPr id="1573" name="02_predicted_pose_1572">
              <a:extLst>
                <a:ext uri="{FF2B5EF4-FFF2-40B4-BE49-F238E27FC236}">
                  <a16:creationId xmlns:a16="http://schemas.microsoft.com/office/drawing/2014/main" id="{D2F4068A-CD2A-43F6-A0DA-84BEE18847E7}"/>
                </a:ext>
              </a:extLst>
            </p:cNvPr>
            <p:cNvSpPr>
              <a:spLocks/>
            </p:cNvSpPr>
            <p:nvPr/>
          </p:nvSpPr>
          <p:spPr>
            <a:xfrm>
              <a:off x="3845431" y="561894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74" name="text_1573">
              <a:extLst>
                <a:ext uri="{FF2B5EF4-FFF2-40B4-BE49-F238E27FC236}">
                  <a16:creationId xmlns:a16="http://schemas.microsoft.com/office/drawing/2014/main" id="{3531701B-FC84-4568-94B9-6CB8CE8C2380}"/>
                </a:ext>
              </a:extLst>
            </p:cNvPr>
            <p:cNvSpPr>
              <a:spLocks/>
            </p:cNvSpPr>
            <p:nvPr/>
          </p:nvSpPr>
          <p:spPr>
            <a:xfrm>
              <a:off x="3757903" y="5580530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</a:t>
              </a:r>
            </a:p>
          </p:txBody>
        </p:sp>
        <p:sp>
          <p:nvSpPr>
            <p:cNvPr id="1575" name="02_predicted_pose_1574">
              <a:extLst>
                <a:ext uri="{FF2B5EF4-FFF2-40B4-BE49-F238E27FC236}">
                  <a16:creationId xmlns:a16="http://schemas.microsoft.com/office/drawing/2014/main" id="{90078E8C-EA91-49A5-9508-866B5910CB94}"/>
                </a:ext>
              </a:extLst>
            </p:cNvPr>
            <p:cNvSpPr>
              <a:spLocks/>
            </p:cNvSpPr>
            <p:nvPr/>
          </p:nvSpPr>
          <p:spPr>
            <a:xfrm>
              <a:off x="3845431" y="5489191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76" name="text_1575">
              <a:extLst>
                <a:ext uri="{FF2B5EF4-FFF2-40B4-BE49-F238E27FC236}">
                  <a16:creationId xmlns:a16="http://schemas.microsoft.com/office/drawing/2014/main" id="{27DF598A-BFDA-4A0E-89BF-E041F2472E99}"/>
                </a:ext>
              </a:extLst>
            </p:cNvPr>
            <p:cNvSpPr>
              <a:spLocks/>
            </p:cNvSpPr>
            <p:nvPr/>
          </p:nvSpPr>
          <p:spPr>
            <a:xfrm>
              <a:off x="3757903" y="5450776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3</a:t>
              </a:r>
            </a:p>
          </p:txBody>
        </p:sp>
        <p:sp>
          <p:nvSpPr>
            <p:cNvPr id="1577" name="02_predicted_pose_1576">
              <a:extLst>
                <a:ext uri="{FF2B5EF4-FFF2-40B4-BE49-F238E27FC236}">
                  <a16:creationId xmlns:a16="http://schemas.microsoft.com/office/drawing/2014/main" id="{927035BC-611D-45F8-A691-94E5B23F1404}"/>
                </a:ext>
              </a:extLst>
            </p:cNvPr>
            <p:cNvSpPr>
              <a:spLocks/>
            </p:cNvSpPr>
            <p:nvPr/>
          </p:nvSpPr>
          <p:spPr>
            <a:xfrm>
              <a:off x="3845431" y="5325720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78" name="text_1577">
              <a:extLst>
                <a:ext uri="{FF2B5EF4-FFF2-40B4-BE49-F238E27FC236}">
                  <a16:creationId xmlns:a16="http://schemas.microsoft.com/office/drawing/2014/main" id="{14AAA657-17E7-43F6-B35E-A0061F59980B}"/>
                </a:ext>
              </a:extLst>
            </p:cNvPr>
            <p:cNvSpPr>
              <a:spLocks/>
            </p:cNvSpPr>
            <p:nvPr/>
          </p:nvSpPr>
          <p:spPr>
            <a:xfrm>
              <a:off x="3757903" y="5287305"/>
              <a:ext cx="62128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5</a:t>
              </a:r>
            </a:p>
          </p:txBody>
        </p:sp>
        <p:sp>
          <p:nvSpPr>
            <p:cNvPr id="1579" name="02_predicted_pose_1578">
              <a:extLst>
                <a:ext uri="{FF2B5EF4-FFF2-40B4-BE49-F238E27FC236}">
                  <a16:creationId xmlns:a16="http://schemas.microsoft.com/office/drawing/2014/main" id="{2B88AA59-6798-4E38-8D4B-B67BEA6D5D49}"/>
                </a:ext>
              </a:extLst>
            </p:cNvPr>
            <p:cNvSpPr>
              <a:spLocks/>
            </p:cNvSpPr>
            <p:nvPr/>
          </p:nvSpPr>
          <p:spPr>
            <a:xfrm>
              <a:off x="3845431" y="5103904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80" name="text_1579">
              <a:extLst>
                <a:ext uri="{FF2B5EF4-FFF2-40B4-BE49-F238E27FC236}">
                  <a16:creationId xmlns:a16="http://schemas.microsoft.com/office/drawing/2014/main" id="{6787EDD3-0DE9-40C3-83C6-60D29E10FF2B}"/>
                </a:ext>
              </a:extLst>
            </p:cNvPr>
            <p:cNvSpPr>
              <a:spLocks/>
            </p:cNvSpPr>
            <p:nvPr/>
          </p:nvSpPr>
          <p:spPr>
            <a:xfrm>
              <a:off x="3708474" y="5065490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10</a:t>
              </a:r>
            </a:p>
          </p:txBody>
        </p:sp>
        <p:sp>
          <p:nvSpPr>
            <p:cNvPr id="1581" name="02_predicted_pose_1580">
              <a:extLst>
                <a:ext uri="{FF2B5EF4-FFF2-40B4-BE49-F238E27FC236}">
                  <a16:creationId xmlns:a16="http://schemas.microsoft.com/office/drawing/2014/main" id="{26BC4087-A44D-416E-A757-A05767069854}"/>
                </a:ext>
              </a:extLst>
            </p:cNvPr>
            <p:cNvSpPr>
              <a:spLocks/>
            </p:cNvSpPr>
            <p:nvPr/>
          </p:nvSpPr>
          <p:spPr>
            <a:xfrm>
              <a:off x="3845431" y="4882089"/>
              <a:ext cx="38100" cy="191"/>
            </a:xfrm>
            <a:custGeom>
              <a:avLst/>
              <a:gdLst/>
              <a:ahLst/>
              <a:cxnLst/>
              <a:rect l="0" t="0" r="0" b="0"/>
              <a:pathLst>
                <a:path w="38100" h="191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solidFill>
              <a:srgbClr val="273744"/>
            </a:solidFill>
            <a:ln w="10160">
              <a:solidFill>
                <a:srgbClr val="273744"/>
              </a:solidFill>
              <a:prstDash val="solid"/>
            </a:ln>
          </p:spPr>
        </p:sp>
        <p:sp>
          <p:nvSpPr>
            <p:cNvPr id="1582" name="text_1581">
              <a:extLst>
                <a:ext uri="{FF2B5EF4-FFF2-40B4-BE49-F238E27FC236}">
                  <a16:creationId xmlns:a16="http://schemas.microsoft.com/office/drawing/2014/main" id="{5861C321-7271-4EFD-8942-FE5A0F2F74FE}"/>
                </a:ext>
              </a:extLst>
            </p:cNvPr>
            <p:cNvSpPr>
              <a:spLocks/>
            </p:cNvSpPr>
            <p:nvPr/>
          </p:nvSpPr>
          <p:spPr>
            <a:xfrm>
              <a:off x="3708474" y="4843674"/>
              <a:ext cx="111557" cy="11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7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20</a:t>
              </a:r>
            </a:p>
          </p:txBody>
        </p:sp>
        <p:sp>
          <p:nvSpPr>
            <p:cNvPr id="1583" name="text_1582">
              <a:extLst>
                <a:ext uri="{FF2B5EF4-FFF2-40B4-BE49-F238E27FC236}">
                  <a16:creationId xmlns:a16="http://schemas.microsoft.com/office/drawing/2014/main" id="{30CAFFA1-80E3-4698-B47A-7A64003794C2}"/>
                </a:ext>
              </a:extLst>
            </p:cNvPr>
            <p:cNvSpPr>
              <a:spLocks/>
            </p:cNvSpPr>
            <p:nvPr/>
          </p:nvSpPr>
          <p:spPr>
            <a:xfrm rot="-5400000">
              <a:off x="3363418" y="5519740"/>
              <a:ext cx="475488" cy="127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0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RMSD (Å)</a:t>
              </a:r>
            </a:p>
          </p:txBody>
        </p:sp>
        <p:sp>
          <p:nvSpPr>
            <p:cNvPr id="1584" name="02_predicted_pose_1583">
              <a:extLst>
                <a:ext uri="{FF2B5EF4-FFF2-40B4-BE49-F238E27FC236}">
                  <a16:creationId xmlns:a16="http://schemas.microsoft.com/office/drawing/2014/main" id="{F44F7B83-94A6-48E3-ACA8-2C8406CD8713}"/>
                </a:ext>
              </a:extLst>
            </p:cNvPr>
            <p:cNvSpPr>
              <a:spLocks/>
            </p:cNvSpPr>
            <p:nvPr/>
          </p:nvSpPr>
          <p:spPr>
            <a:xfrm>
              <a:off x="4438841" y="59610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5" name="02_predicted_pose_1584">
              <a:extLst>
                <a:ext uri="{FF2B5EF4-FFF2-40B4-BE49-F238E27FC236}">
                  <a16:creationId xmlns:a16="http://schemas.microsoft.com/office/drawing/2014/main" id="{961C359A-F7BE-464D-B5F9-E0BC734E6922}"/>
                </a:ext>
              </a:extLst>
            </p:cNvPr>
            <p:cNvSpPr>
              <a:spLocks/>
            </p:cNvSpPr>
            <p:nvPr/>
          </p:nvSpPr>
          <p:spPr>
            <a:xfrm>
              <a:off x="4452623" y="592538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6" name="02_predicted_pose_1585">
              <a:extLst>
                <a:ext uri="{FF2B5EF4-FFF2-40B4-BE49-F238E27FC236}">
                  <a16:creationId xmlns:a16="http://schemas.microsoft.com/office/drawing/2014/main" id="{47254538-FFE3-4168-ADAB-9E1E16FB24A9}"/>
                </a:ext>
              </a:extLst>
            </p:cNvPr>
            <p:cNvSpPr>
              <a:spLocks/>
            </p:cNvSpPr>
            <p:nvPr/>
          </p:nvSpPr>
          <p:spPr>
            <a:xfrm>
              <a:off x="4466404" y="593013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7" name="02_predicted_pose_1586">
              <a:extLst>
                <a:ext uri="{FF2B5EF4-FFF2-40B4-BE49-F238E27FC236}">
                  <a16:creationId xmlns:a16="http://schemas.microsoft.com/office/drawing/2014/main" id="{52DB9AA0-C406-443E-A083-81F6A82087A8}"/>
                </a:ext>
              </a:extLst>
            </p:cNvPr>
            <p:cNvSpPr>
              <a:spLocks/>
            </p:cNvSpPr>
            <p:nvPr/>
          </p:nvSpPr>
          <p:spPr>
            <a:xfrm>
              <a:off x="4480185" y="590193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8" name="02_predicted_pose_1587">
              <a:extLst>
                <a:ext uri="{FF2B5EF4-FFF2-40B4-BE49-F238E27FC236}">
                  <a16:creationId xmlns:a16="http://schemas.microsoft.com/office/drawing/2014/main" id="{B349FAF9-0E70-4F37-8221-7BD57DFC7230}"/>
                </a:ext>
              </a:extLst>
            </p:cNvPr>
            <p:cNvSpPr>
              <a:spLocks/>
            </p:cNvSpPr>
            <p:nvPr/>
          </p:nvSpPr>
          <p:spPr>
            <a:xfrm>
              <a:off x="4493966" y="597849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89" name="02_predicted_pose_1588">
              <a:extLst>
                <a:ext uri="{FF2B5EF4-FFF2-40B4-BE49-F238E27FC236}">
                  <a16:creationId xmlns:a16="http://schemas.microsoft.com/office/drawing/2014/main" id="{46A8BEAE-1C94-4759-9F21-D1DBBBD0063D}"/>
                </a:ext>
              </a:extLst>
            </p:cNvPr>
            <p:cNvSpPr>
              <a:spLocks/>
            </p:cNvSpPr>
            <p:nvPr/>
          </p:nvSpPr>
          <p:spPr>
            <a:xfrm>
              <a:off x="4507748" y="596518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0" name="02_predicted_pose_1589">
              <a:extLst>
                <a:ext uri="{FF2B5EF4-FFF2-40B4-BE49-F238E27FC236}">
                  <a16:creationId xmlns:a16="http://schemas.microsoft.com/office/drawing/2014/main" id="{490FAC1F-FA0C-4248-9C1D-D973AEA76AF1}"/>
                </a:ext>
              </a:extLst>
            </p:cNvPr>
            <p:cNvSpPr>
              <a:spLocks/>
            </p:cNvSpPr>
            <p:nvPr/>
          </p:nvSpPr>
          <p:spPr>
            <a:xfrm>
              <a:off x="4521529" y="59057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1" name="02_predicted_pose_1590">
              <a:extLst>
                <a:ext uri="{FF2B5EF4-FFF2-40B4-BE49-F238E27FC236}">
                  <a16:creationId xmlns:a16="http://schemas.microsoft.com/office/drawing/2014/main" id="{80A3AD0C-4E78-492C-97EA-EE3D98480580}"/>
                </a:ext>
              </a:extLst>
            </p:cNvPr>
            <p:cNvSpPr>
              <a:spLocks/>
            </p:cNvSpPr>
            <p:nvPr/>
          </p:nvSpPr>
          <p:spPr>
            <a:xfrm>
              <a:off x="4535310" y="592937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2" name="02_predicted_pose_1591">
              <a:extLst>
                <a:ext uri="{FF2B5EF4-FFF2-40B4-BE49-F238E27FC236}">
                  <a16:creationId xmlns:a16="http://schemas.microsoft.com/office/drawing/2014/main" id="{BE043426-4FCC-44F0-A32B-5F392DBC6BBC}"/>
                </a:ext>
              </a:extLst>
            </p:cNvPr>
            <p:cNvSpPr>
              <a:spLocks/>
            </p:cNvSpPr>
            <p:nvPr/>
          </p:nvSpPr>
          <p:spPr>
            <a:xfrm>
              <a:off x="4549091" y="598763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3" name="02_predicted_pose_1592">
              <a:extLst>
                <a:ext uri="{FF2B5EF4-FFF2-40B4-BE49-F238E27FC236}">
                  <a16:creationId xmlns:a16="http://schemas.microsoft.com/office/drawing/2014/main" id="{C4562F40-50D9-4E28-AE5C-61343EC8FCF8}"/>
                </a:ext>
              </a:extLst>
            </p:cNvPr>
            <p:cNvSpPr>
              <a:spLocks/>
            </p:cNvSpPr>
            <p:nvPr/>
          </p:nvSpPr>
          <p:spPr>
            <a:xfrm>
              <a:off x="4562873" y="59095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4" name="02_predicted_pose_1593">
              <a:extLst>
                <a:ext uri="{FF2B5EF4-FFF2-40B4-BE49-F238E27FC236}">
                  <a16:creationId xmlns:a16="http://schemas.microsoft.com/office/drawing/2014/main" id="{A9250EC6-8E92-4B74-A99D-288075F95658}"/>
                </a:ext>
              </a:extLst>
            </p:cNvPr>
            <p:cNvSpPr>
              <a:spLocks/>
            </p:cNvSpPr>
            <p:nvPr/>
          </p:nvSpPr>
          <p:spPr>
            <a:xfrm>
              <a:off x="4452278" y="590960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5" name="02_predicted_pose_1594">
              <a:extLst>
                <a:ext uri="{FF2B5EF4-FFF2-40B4-BE49-F238E27FC236}">
                  <a16:creationId xmlns:a16="http://schemas.microsoft.com/office/drawing/2014/main" id="{56F026E2-DCEC-492D-B332-A0DE7B7CAC28}"/>
                </a:ext>
              </a:extLst>
            </p:cNvPr>
            <p:cNvSpPr>
              <a:spLocks/>
            </p:cNvSpPr>
            <p:nvPr/>
          </p:nvSpPr>
          <p:spPr>
            <a:xfrm>
              <a:off x="4545302" y="59426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6" name="02_predicted_pose_1595">
              <a:extLst>
                <a:ext uri="{FF2B5EF4-FFF2-40B4-BE49-F238E27FC236}">
                  <a16:creationId xmlns:a16="http://schemas.microsoft.com/office/drawing/2014/main" id="{77AF773A-D2A0-4067-B7B8-D76DB3FF7F90}"/>
                </a:ext>
              </a:extLst>
            </p:cNvPr>
            <p:cNvSpPr>
              <a:spLocks/>
            </p:cNvSpPr>
            <p:nvPr/>
          </p:nvSpPr>
          <p:spPr>
            <a:xfrm>
              <a:off x="4638325" y="59498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7" name="02_predicted_pose_1596">
              <a:extLst>
                <a:ext uri="{FF2B5EF4-FFF2-40B4-BE49-F238E27FC236}">
                  <a16:creationId xmlns:a16="http://schemas.microsoft.com/office/drawing/2014/main" id="{50DF8E28-AD37-465D-A8C9-C8274649DD11}"/>
                </a:ext>
              </a:extLst>
            </p:cNvPr>
            <p:cNvSpPr>
              <a:spLocks/>
            </p:cNvSpPr>
            <p:nvPr/>
          </p:nvSpPr>
          <p:spPr>
            <a:xfrm>
              <a:off x="4387851" y="59377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8" name="02_predicted_pose_1597">
              <a:extLst>
                <a:ext uri="{FF2B5EF4-FFF2-40B4-BE49-F238E27FC236}">
                  <a16:creationId xmlns:a16="http://schemas.microsoft.com/office/drawing/2014/main" id="{D1320434-FD49-442D-AACE-7372A93B1345}"/>
                </a:ext>
              </a:extLst>
            </p:cNvPr>
            <p:cNvSpPr>
              <a:spLocks/>
            </p:cNvSpPr>
            <p:nvPr/>
          </p:nvSpPr>
          <p:spPr>
            <a:xfrm>
              <a:off x="4480874" y="600247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99" name="02_predicted_pose_1598">
              <a:extLst>
                <a:ext uri="{FF2B5EF4-FFF2-40B4-BE49-F238E27FC236}">
                  <a16:creationId xmlns:a16="http://schemas.microsoft.com/office/drawing/2014/main" id="{65B14D6D-C35F-4B6A-9A9E-3EB2306B150C}"/>
                </a:ext>
              </a:extLst>
            </p:cNvPr>
            <p:cNvSpPr>
              <a:spLocks/>
            </p:cNvSpPr>
            <p:nvPr/>
          </p:nvSpPr>
          <p:spPr>
            <a:xfrm>
              <a:off x="4573898" y="594202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0" name="02_predicted_pose_1599">
              <a:extLst>
                <a:ext uri="{FF2B5EF4-FFF2-40B4-BE49-F238E27FC236}">
                  <a16:creationId xmlns:a16="http://schemas.microsoft.com/office/drawing/2014/main" id="{7C1967FE-231E-435E-85A5-8A89389A33D8}"/>
                </a:ext>
              </a:extLst>
            </p:cNvPr>
            <p:cNvSpPr>
              <a:spLocks/>
            </p:cNvSpPr>
            <p:nvPr/>
          </p:nvSpPr>
          <p:spPr>
            <a:xfrm>
              <a:off x="4666921" y="59352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1" name="02_predicted_pose_1600">
              <a:extLst>
                <a:ext uri="{FF2B5EF4-FFF2-40B4-BE49-F238E27FC236}">
                  <a16:creationId xmlns:a16="http://schemas.microsoft.com/office/drawing/2014/main" id="{9FF31203-5AA1-45E6-8E1B-B23E1283B844}"/>
                </a:ext>
              </a:extLst>
            </p:cNvPr>
            <p:cNvSpPr>
              <a:spLocks/>
            </p:cNvSpPr>
            <p:nvPr/>
          </p:nvSpPr>
          <p:spPr>
            <a:xfrm>
              <a:off x="4416447" y="602460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2" name="02_predicted_pose_1601">
              <a:extLst>
                <a:ext uri="{FF2B5EF4-FFF2-40B4-BE49-F238E27FC236}">
                  <a16:creationId xmlns:a16="http://schemas.microsoft.com/office/drawing/2014/main" id="{CF40A1E8-807C-4962-B086-DDA6B3DD0FCE}"/>
                </a:ext>
              </a:extLst>
            </p:cNvPr>
            <p:cNvSpPr>
              <a:spLocks/>
            </p:cNvSpPr>
            <p:nvPr/>
          </p:nvSpPr>
          <p:spPr>
            <a:xfrm>
              <a:off x="4509470" y="59424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3" name="02_predicted_pose_1602">
              <a:extLst>
                <a:ext uri="{FF2B5EF4-FFF2-40B4-BE49-F238E27FC236}">
                  <a16:creationId xmlns:a16="http://schemas.microsoft.com/office/drawing/2014/main" id="{66D92C4B-3DD8-4EF0-9E91-E25D2B6D42EF}"/>
                </a:ext>
              </a:extLst>
            </p:cNvPr>
            <p:cNvSpPr>
              <a:spLocks/>
            </p:cNvSpPr>
            <p:nvPr/>
          </p:nvSpPr>
          <p:spPr>
            <a:xfrm>
              <a:off x="4602494" y="59285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4" name="02_predicted_pose_1603">
              <a:extLst>
                <a:ext uri="{FF2B5EF4-FFF2-40B4-BE49-F238E27FC236}">
                  <a16:creationId xmlns:a16="http://schemas.microsoft.com/office/drawing/2014/main" id="{459BC807-D320-464F-98F0-DA2D287E9C91}"/>
                </a:ext>
              </a:extLst>
            </p:cNvPr>
            <p:cNvSpPr>
              <a:spLocks/>
            </p:cNvSpPr>
            <p:nvPr/>
          </p:nvSpPr>
          <p:spPr>
            <a:xfrm>
              <a:off x="4466059" y="596641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5" name="02_predicted_pose_1604">
              <a:extLst>
                <a:ext uri="{FF2B5EF4-FFF2-40B4-BE49-F238E27FC236}">
                  <a16:creationId xmlns:a16="http://schemas.microsoft.com/office/drawing/2014/main" id="{D0090D04-7843-4E33-9D0C-02C248C5D569}"/>
                </a:ext>
              </a:extLst>
            </p:cNvPr>
            <p:cNvSpPr>
              <a:spLocks/>
            </p:cNvSpPr>
            <p:nvPr/>
          </p:nvSpPr>
          <p:spPr>
            <a:xfrm>
              <a:off x="4559083" y="59650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6" name="02_predicted_pose_1605">
              <a:extLst>
                <a:ext uri="{FF2B5EF4-FFF2-40B4-BE49-F238E27FC236}">
                  <a16:creationId xmlns:a16="http://schemas.microsoft.com/office/drawing/2014/main" id="{71A2D944-9F2D-426E-A05C-69552AE19348}"/>
                </a:ext>
              </a:extLst>
            </p:cNvPr>
            <p:cNvSpPr>
              <a:spLocks/>
            </p:cNvSpPr>
            <p:nvPr/>
          </p:nvSpPr>
          <p:spPr>
            <a:xfrm>
              <a:off x="4652106" y="593228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7" name="02_predicted_pose_1606">
              <a:extLst>
                <a:ext uri="{FF2B5EF4-FFF2-40B4-BE49-F238E27FC236}">
                  <a16:creationId xmlns:a16="http://schemas.microsoft.com/office/drawing/2014/main" id="{F28BC329-AD81-4A4E-B936-38FD7017BF1B}"/>
                </a:ext>
              </a:extLst>
            </p:cNvPr>
            <p:cNvSpPr>
              <a:spLocks/>
            </p:cNvSpPr>
            <p:nvPr/>
          </p:nvSpPr>
          <p:spPr>
            <a:xfrm>
              <a:off x="4401632" y="595010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8" name="02_predicted_pose_1607">
              <a:extLst>
                <a:ext uri="{FF2B5EF4-FFF2-40B4-BE49-F238E27FC236}">
                  <a16:creationId xmlns:a16="http://schemas.microsoft.com/office/drawing/2014/main" id="{38712B96-05EB-4A08-9088-C8610D289BD8}"/>
                </a:ext>
              </a:extLst>
            </p:cNvPr>
            <p:cNvSpPr>
              <a:spLocks/>
            </p:cNvSpPr>
            <p:nvPr/>
          </p:nvSpPr>
          <p:spPr>
            <a:xfrm>
              <a:off x="4494655" y="593490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09" name="02_predicted_pose_1608">
              <a:extLst>
                <a:ext uri="{FF2B5EF4-FFF2-40B4-BE49-F238E27FC236}">
                  <a16:creationId xmlns:a16="http://schemas.microsoft.com/office/drawing/2014/main" id="{3E6A47E5-B86A-4783-9DA0-CA9B71CB791E}"/>
                </a:ext>
              </a:extLst>
            </p:cNvPr>
            <p:cNvSpPr>
              <a:spLocks/>
            </p:cNvSpPr>
            <p:nvPr/>
          </p:nvSpPr>
          <p:spPr>
            <a:xfrm>
              <a:off x="4587679" y="58769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0" name="02_predicted_pose_1609">
              <a:extLst>
                <a:ext uri="{FF2B5EF4-FFF2-40B4-BE49-F238E27FC236}">
                  <a16:creationId xmlns:a16="http://schemas.microsoft.com/office/drawing/2014/main" id="{147B0DD0-068B-44F2-9E6B-ABC20C02D8AB}"/>
                </a:ext>
              </a:extLst>
            </p:cNvPr>
            <p:cNvSpPr>
              <a:spLocks/>
            </p:cNvSpPr>
            <p:nvPr/>
          </p:nvSpPr>
          <p:spPr>
            <a:xfrm>
              <a:off x="4337205" y="59141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1" name="02_predicted_pose_1610">
              <a:extLst>
                <a:ext uri="{FF2B5EF4-FFF2-40B4-BE49-F238E27FC236}">
                  <a16:creationId xmlns:a16="http://schemas.microsoft.com/office/drawing/2014/main" id="{0FA68955-74D2-4E99-A0EB-6D2B3F160EF2}"/>
                </a:ext>
              </a:extLst>
            </p:cNvPr>
            <p:cNvSpPr>
              <a:spLocks/>
            </p:cNvSpPr>
            <p:nvPr/>
          </p:nvSpPr>
          <p:spPr>
            <a:xfrm>
              <a:off x="4430228" y="592620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2" name="02_predicted_pose_1611">
              <a:extLst>
                <a:ext uri="{FF2B5EF4-FFF2-40B4-BE49-F238E27FC236}">
                  <a16:creationId xmlns:a16="http://schemas.microsoft.com/office/drawing/2014/main" id="{88A66E91-3E5F-40B5-8F33-615852BCAA7A}"/>
                </a:ext>
              </a:extLst>
            </p:cNvPr>
            <p:cNvSpPr>
              <a:spLocks/>
            </p:cNvSpPr>
            <p:nvPr/>
          </p:nvSpPr>
          <p:spPr>
            <a:xfrm>
              <a:off x="4523252" y="592189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3" name="02_predicted_pose_1612">
              <a:extLst>
                <a:ext uri="{FF2B5EF4-FFF2-40B4-BE49-F238E27FC236}">
                  <a16:creationId xmlns:a16="http://schemas.microsoft.com/office/drawing/2014/main" id="{3C67A069-C657-4C9E-94CD-E3B70840572D}"/>
                </a:ext>
              </a:extLst>
            </p:cNvPr>
            <p:cNvSpPr>
              <a:spLocks/>
            </p:cNvSpPr>
            <p:nvPr/>
          </p:nvSpPr>
          <p:spPr>
            <a:xfrm>
              <a:off x="4616275" y="59849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4" name="02_predicted_pose_1613">
              <a:extLst>
                <a:ext uri="{FF2B5EF4-FFF2-40B4-BE49-F238E27FC236}">
                  <a16:creationId xmlns:a16="http://schemas.microsoft.com/office/drawing/2014/main" id="{EF7D5C63-5AF2-4F9B-A7D0-77B3C78117B2}"/>
                </a:ext>
              </a:extLst>
            </p:cNvPr>
            <p:cNvSpPr>
              <a:spLocks/>
            </p:cNvSpPr>
            <p:nvPr/>
          </p:nvSpPr>
          <p:spPr>
            <a:xfrm>
              <a:off x="4479841" y="59983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5" name="02_predicted_pose_1614">
              <a:extLst>
                <a:ext uri="{FF2B5EF4-FFF2-40B4-BE49-F238E27FC236}">
                  <a16:creationId xmlns:a16="http://schemas.microsoft.com/office/drawing/2014/main" id="{807B9605-A22B-4AB9-AAF1-FF2EAF52D9AA}"/>
                </a:ext>
              </a:extLst>
            </p:cNvPr>
            <p:cNvSpPr>
              <a:spLocks/>
            </p:cNvSpPr>
            <p:nvPr/>
          </p:nvSpPr>
          <p:spPr>
            <a:xfrm>
              <a:off x="4572864" y="59541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6" name="02_predicted_pose_1615">
              <a:extLst>
                <a:ext uri="{FF2B5EF4-FFF2-40B4-BE49-F238E27FC236}">
                  <a16:creationId xmlns:a16="http://schemas.microsoft.com/office/drawing/2014/main" id="{6D12D116-94AB-4705-BFAD-417EB22E64A7}"/>
                </a:ext>
              </a:extLst>
            </p:cNvPr>
            <p:cNvSpPr>
              <a:spLocks/>
            </p:cNvSpPr>
            <p:nvPr/>
          </p:nvSpPr>
          <p:spPr>
            <a:xfrm>
              <a:off x="4665887" y="59403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7" name="02_predicted_pose_1616">
              <a:extLst>
                <a:ext uri="{FF2B5EF4-FFF2-40B4-BE49-F238E27FC236}">
                  <a16:creationId xmlns:a16="http://schemas.microsoft.com/office/drawing/2014/main" id="{3B029007-090E-469B-A256-DA540A8B7424}"/>
                </a:ext>
              </a:extLst>
            </p:cNvPr>
            <p:cNvSpPr>
              <a:spLocks/>
            </p:cNvSpPr>
            <p:nvPr/>
          </p:nvSpPr>
          <p:spPr>
            <a:xfrm>
              <a:off x="4415413" y="60100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8" name="02_predicted_pose_1617">
              <a:extLst>
                <a:ext uri="{FF2B5EF4-FFF2-40B4-BE49-F238E27FC236}">
                  <a16:creationId xmlns:a16="http://schemas.microsoft.com/office/drawing/2014/main" id="{6D943AE7-6046-44E8-B95C-C7923008E47F}"/>
                </a:ext>
              </a:extLst>
            </p:cNvPr>
            <p:cNvSpPr>
              <a:spLocks/>
            </p:cNvSpPr>
            <p:nvPr/>
          </p:nvSpPr>
          <p:spPr>
            <a:xfrm>
              <a:off x="4508437" y="593391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19" name="02_predicted_pose_1618">
              <a:extLst>
                <a:ext uri="{FF2B5EF4-FFF2-40B4-BE49-F238E27FC236}">
                  <a16:creationId xmlns:a16="http://schemas.microsoft.com/office/drawing/2014/main" id="{1BEB540F-9F2E-4AB0-AB59-90C31188C559}"/>
                </a:ext>
              </a:extLst>
            </p:cNvPr>
            <p:cNvSpPr>
              <a:spLocks/>
            </p:cNvSpPr>
            <p:nvPr/>
          </p:nvSpPr>
          <p:spPr>
            <a:xfrm>
              <a:off x="4601460" y="59758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0" name="02_predicted_pose_1619">
              <a:extLst>
                <a:ext uri="{FF2B5EF4-FFF2-40B4-BE49-F238E27FC236}">
                  <a16:creationId xmlns:a16="http://schemas.microsoft.com/office/drawing/2014/main" id="{0A907816-7350-422C-B6F0-2FD509111E54}"/>
                </a:ext>
              </a:extLst>
            </p:cNvPr>
            <p:cNvSpPr>
              <a:spLocks/>
            </p:cNvSpPr>
            <p:nvPr/>
          </p:nvSpPr>
          <p:spPr>
            <a:xfrm>
              <a:off x="4350986" y="59192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1" name="02_predicted_pose_1620">
              <a:extLst>
                <a:ext uri="{FF2B5EF4-FFF2-40B4-BE49-F238E27FC236}">
                  <a16:creationId xmlns:a16="http://schemas.microsoft.com/office/drawing/2014/main" id="{1490373A-DC93-4077-8EDB-4A3753BF18C8}"/>
                </a:ext>
              </a:extLst>
            </p:cNvPr>
            <p:cNvSpPr>
              <a:spLocks/>
            </p:cNvSpPr>
            <p:nvPr/>
          </p:nvSpPr>
          <p:spPr>
            <a:xfrm>
              <a:off x="4444009" y="592196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2" name="02_predicted_pose_1621">
              <a:extLst>
                <a:ext uri="{FF2B5EF4-FFF2-40B4-BE49-F238E27FC236}">
                  <a16:creationId xmlns:a16="http://schemas.microsoft.com/office/drawing/2014/main" id="{19B97C8A-0285-4298-B18E-4F75664FC686}"/>
                </a:ext>
              </a:extLst>
            </p:cNvPr>
            <p:cNvSpPr>
              <a:spLocks/>
            </p:cNvSpPr>
            <p:nvPr/>
          </p:nvSpPr>
          <p:spPr>
            <a:xfrm>
              <a:off x="4537033" y="597972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3" name="02_predicted_pose_1622">
              <a:extLst>
                <a:ext uri="{FF2B5EF4-FFF2-40B4-BE49-F238E27FC236}">
                  <a16:creationId xmlns:a16="http://schemas.microsoft.com/office/drawing/2014/main" id="{623815D8-4539-4108-B8CB-A9A6F67EE471}"/>
                </a:ext>
              </a:extLst>
            </p:cNvPr>
            <p:cNvSpPr>
              <a:spLocks/>
            </p:cNvSpPr>
            <p:nvPr/>
          </p:nvSpPr>
          <p:spPr>
            <a:xfrm>
              <a:off x="4630056" y="59740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4" name="02_predicted_pose_1623">
              <a:extLst>
                <a:ext uri="{FF2B5EF4-FFF2-40B4-BE49-F238E27FC236}">
                  <a16:creationId xmlns:a16="http://schemas.microsoft.com/office/drawing/2014/main" id="{07FAD9B5-06C2-42B9-B6D4-123D7FBB98C5}"/>
                </a:ext>
              </a:extLst>
            </p:cNvPr>
            <p:cNvSpPr>
              <a:spLocks/>
            </p:cNvSpPr>
            <p:nvPr/>
          </p:nvSpPr>
          <p:spPr>
            <a:xfrm>
              <a:off x="4493622" y="593077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5" name="02_predicted_pose_1624">
              <a:extLst>
                <a:ext uri="{FF2B5EF4-FFF2-40B4-BE49-F238E27FC236}">
                  <a16:creationId xmlns:a16="http://schemas.microsoft.com/office/drawing/2014/main" id="{DE6018FB-49FC-4063-9FED-D1741D8577E9}"/>
                </a:ext>
              </a:extLst>
            </p:cNvPr>
            <p:cNvSpPr>
              <a:spLocks/>
            </p:cNvSpPr>
            <p:nvPr/>
          </p:nvSpPr>
          <p:spPr>
            <a:xfrm>
              <a:off x="4586645" y="60150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6" name="02_predicted_pose_1625">
              <a:extLst>
                <a:ext uri="{FF2B5EF4-FFF2-40B4-BE49-F238E27FC236}">
                  <a16:creationId xmlns:a16="http://schemas.microsoft.com/office/drawing/2014/main" id="{E72B66BB-9D9E-485A-B2D5-EC7D10ED70C1}"/>
                </a:ext>
              </a:extLst>
            </p:cNvPr>
            <p:cNvSpPr>
              <a:spLocks/>
            </p:cNvSpPr>
            <p:nvPr/>
          </p:nvSpPr>
          <p:spPr>
            <a:xfrm>
              <a:off x="4336171" y="593275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7" name="02_predicted_pose_1626">
              <a:extLst>
                <a:ext uri="{FF2B5EF4-FFF2-40B4-BE49-F238E27FC236}">
                  <a16:creationId xmlns:a16="http://schemas.microsoft.com/office/drawing/2014/main" id="{292E3B11-D6ED-4B62-87D9-78BC4A9925E9}"/>
                </a:ext>
              </a:extLst>
            </p:cNvPr>
            <p:cNvSpPr>
              <a:spLocks/>
            </p:cNvSpPr>
            <p:nvPr/>
          </p:nvSpPr>
          <p:spPr>
            <a:xfrm>
              <a:off x="4429195" y="600317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8" name="02_predicted_pose_1627">
              <a:extLst>
                <a:ext uri="{FF2B5EF4-FFF2-40B4-BE49-F238E27FC236}">
                  <a16:creationId xmlns:a16="http://schemas.microsoft.com/office/drawing/2014/main" id="{470DDD7F-0081-4C09-A300-D849E9B6BDA7}"/>
                </a:ext>
              </a:extLst>
            </p:cNvPr>
            <p:cNvSpPr>
              <a:spLocks/>
            </p:cNvSpPr>
            <p:nvPr/>
          </p:nvSpPr>
          <p:spPr>
            <a:xfrm>
              <a:off x="4522218" y="59755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29" name="02_predicted_pose_1628">
              <a:extLst>
                <a:ext uri="{FF2B5EF4-FFF2-40B4-BE49-F238E27FC236}">
                  <a16:creationId xmlns:a16="http://schemas.microsoft.com/office/drawing/2014/main" id="{2F46054F-AC31-4DE8-AD1B-DE07BA30FFA2}"/>
                </a:ext>
              </a:extLst>
            </p:cNvPr>
            <p:cNvSpPr>
              <a:spLocks/>
            </p:cNvSpPr>
            <p:nvPr/>
          </p:nvSpPr>
          <p:spPr>
            <a:xfrm>
              <a:off x="4615241" y="59297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0" name="02_predicted_pose_1629">
              <a:extLst>
                <a:ext uri="{FF2B5EF4-FFF2-40B4-BE49-F238E27FC236}">
                  <a16:creationId xmlns:a16="http://schemas.microsoft.com/office/drawing/2014/main" id="{0065BE32-0535-4AA3-B185-A179AFECD34C}"/>
                </a:ext>
              </a:extLst>
            </p:cNvPr>
            <p:cNvSpPr>
              <a:spLocks/>
            </p:cNvSpPr>
            <p:nvPr/>
          </p:nvSpPr>
          <p:spPr>
            <a:xfrm>
              <a:off x="4364767" y="60442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1" name="02_predicted_pose_1630">
              <a:extLst>
                <a:ext uri="{FF2B5EF4-FFF2-40B4-BE49-F238E27FC236}">
                  <a16:creationId xmlns:a16="http://schemas.microsoft.com/office/drawing/2014/main" id="{F4C51491-E2FB-49A4-AC40-15C648FCCC37}"/>
                </a:ext>
              </a:extLst>
            </p:cNvPr>
            <p:cNvSpPr>
              <a:spLocks/>
            </p:cNvSpPr>
            <p:nvPr/>
          </p:nvSpPr>
          <p:spPr>
            <a:xfrm>
              <a:off x="4457791" y="594822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2" name="02_predicted_pose_1631">
              <a:extLst>
                <a:ext uri="{FF2B5EF4-FFF2-40B4-BE49-F238E27FC236}">
                  <a16:creationId xmlns:a16="http://schemas.microsoft.com/office/drawing/2014/main" id="{1CED7707-5934-4D0C-83D4-C1F9C3FD884D}"/>
                </a:ext>
              </a:extLst>
            </p:cNvPr>
            <p:cNvSpPr>
              <a:spLocks/>
            </p:cNvSpPr>
            <p:nvPr/>
          </p:nvSpPr>
          <p:spPr>
            <a:xfrm>
              <a:off x="4550814" y="59393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3" name="02_predicted_pose_1632">
              <a:extLst>
                <a:ext uri="{FF2B5EF4-FFF2-40B4-BE49-F238E27FC236}">
                  <a16:creationId xmlns:a16="http://schemas.microsoft.com/office/drawing/2014/main" id="{0C9A4ECC-36E0-485E-9AC9-35A0F07AB37F}"/>
                </a:ext>
              </a:extLst>
            </p:cNvPr>
            <p:cNvSpPr>
              <a:spLocks/>
            </p:cNvSpPr>
            <p:nvPr/>
          </p:nvSpPr>
          <p:spPr>
            <a:xfrm>
              <a:off x="4643837" y="592567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4" name="02_predicted_pose_1633">
              <a:extLst>
                <a:ext uri="{FF2B5EF4-FFF2-40B4-BE49-F238E27FC236}">
                  <a16:creationId xmlns:a16="http://schemas.microsoft.com/office/drawing/2014/main" id="{FAB9DE88-628C-4279-9D00-CC9205F27255}"/>
                </a:ext>
              </a:extLst>
            </p:cNvPr>
            <p:cNvSpPr>
              <a:spLocks/>
            </p:cNvSpPr>
            <p:nvPr/>
          </p:nvSpPr>
          <p:spPr>
            <a:xfrm>
              <a:off x="4507403" y="594842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5" name="02_predicted_pose_1634">
              <a:extLst>
                <a:ext uri="{FF2B5EF4-FFF2-40B4-BE49-F238E27FC236}">
                  <a16:creationId xmlns:a16="http://schemas.microsoft.com/office/drawing/2014/main" id="{BD5DE7C4-8439-4426-A5CB-B441B585C331}"/>
                </a:ext>
              </a:extLst>
            </p:cNvPr>
            <p:cNvSpPr>
              <a:spLocks/>
            </p:cNvSpPr>
            <p:nvPr/>
          </p:nvSpPr>
          <p:spPr>
            <a:xfrm>
              <a:off x="4600426" y="59347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6" name="02_predicted_pose_1635">
              <a:extLst>
                <a:ext uri="{FF2B5EF4-FFF2-40B4-BE49-F238E27FC236}">
                  <a16:creationId xmlns:a16="http://schemas.microsoft.com/office/drawing/2014/main" id="{8BD569C7-8AE0-42E3-93A9-DACE505A1DD3}"/>
                </a:ext>
              </a:extLst>
            </p:cNvPr>
            <p:cNvSpPr>
              <a:spLocks/>
            </p:cNvSpPr>
            <p:nvPr/>
          </p:nvSpPr>
          <p:spPr>
            <a:xfrm>
              <a:off x="4349953" y="60082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7" name="02_predicted_pose_1636">
              <a:extLst>
                <a:ext uri="{FF2B5EF4-FFF2-40B4-BE49-F238E27FC236}">
                  <a16:creationId xmlns:a16="http://schemas.microsoft.com/office/drawing/2014/main" id="{7D0F2673-AED9-4917-A9A3-51E079AD2DD1}"/>
                </a:ext>
              </a:extLst>
            </p:cNvPr>
            <p:cNvSpPr>
              <a:spLocks/>
            </p:cNvSpPr>
            <p:nvPr/>
          </p:nvSpPr>
          <p:spPr>
            <a:xfrm>
              <a:off x="4442976" y="590478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8" name="02_predicted_pose_1637">
              <a:extLst>
                <a:ext uri="{FF2B5EF4-FFF2-40B4-BE49-F238E27FC236}">
                  <a16:creationId xmlns:a16="http://schemas.microsoft.com/office/drawing/2014/main" id="{5E20AC92-52E4-4D5B-9248-9F1347F6007D}"/>
                </a:ext>
              </a:extLst>
            </p:cNvPr>
            <p:cNvSpPr>
              <a:spLocks/>
            </p:cNvSpPr>
            <p:nvPr/>
          </p:nvSpPr>
          <p:spPr>
            <a:xfrm>
              <a:off x="4535999" y="59816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39" name="02_predicted_pose_1638">
              <a:extLst>
                <a:ext uri="{FF2B5EF4-FFF2-40B4-BE49-F238E27FC236}">
                  <a16:creationId xmlns:a16="http://schemas.microsoft.com/office/drawing/2014/main" id="{BB7F2037-48F0-4D32-A6DC-E0C6A9C0FC33}"/>
                </a:ext>
              </a:extLst>
            </p:cNvPr>
            <p:cNvSpPr>
              <a:spLocks/>
            </p:cNvSpPr>
            <p:nvPr/>
          </p:nvSpPr>
          <p:spPr>
            <a:xfrm>
              <a:off x="4629022" y="59800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0" name="02_predicted_pose_1639">
              <a:extLst>
                <a:ext uri="{FF2B5EF4-FFF2-40B4-BE49-F238E27FC236}">
                  <a16:creationId xmlns:a16="http://schemas.microsoft.com/office/drawing/2014/main" id="{DBFCC289-5971-44C3-8742-4B96B6E38B21}"/>
                </a:ext>
              </a:extLst>
            </p:cNvPr>
            <p:cNvSpPr>
              <a:spLocks/>
            </p:cNvSpPr>
            <p:nvPr/>
          </p:nvSpPr>
          <p:spPr>
            <a:xfrm>
              <a:off x="4378549" y="601524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1" name="02_predicted_pose_1640">
              <a:extLst>
                <a:ext uri="{FF2B5EF4-FFF2-40B4-BE49-F238E27FC236}">
                  <a16:creationId xmlns:a16="http://schemas.microsoft.com/office/drawing/2014/main" id="{DE6AAF1C-43F4-4E2A-A5E2-CC4ADECC173D}"/>
                </a:ext>
              </a:extLst>
            </p:cNvPr>
            <p:cNvSpPr>
              <a:spLocks/>
            </p:cNvSpPr>
            <p:nvPr/>
          </p:nvSpPr>
          <p:spPr>
            <a:xfrm>
              <a:off x="4471572" y="596523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2" name="02_predicted_pose_1641">
              <a:extLst>
                <a:ext uri="{FF2B5EF4-FFF2-40B4-BE49-F238E27FC236}">
                  <a16:creationId xmlns:a16="http://schemas.microsoft.com/office/drawing/2014/main" id="{8D5F35E0-4D21-438B-931F-3CD4FA941CE1}"/>
                </a:ext>
              </a:extLst>
            </p:cNvPr>
            <p:cNvSpPr>
              <a:spLocks/>
            </p:cNvSpPr>
            <p:nvPr/>
          </p:nvSpPr>
          <p:spPr>
            <a:xfrm>
              <a:off x="4564595" y="593896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3" name="02_predicted_pose_1642">
              <a:extLst>
                <a:ext uri="{FF2B5EF4-FFF2-40B4-BE49-F238E27FC236}">
                  <a16:creationId xmlns:a16="http://schemas.microsoft.com/office/drawing/2014/main" id="{1A894BE7-277C-4272-A887-EA2CB6C4EB9B}"/>
                </a:ext>
              </a:extLst>
            </p:cNvPr>
            <p:cNvSpPr>
              <a:spLocks/>
            </p:cNvSpPr>
            <p:nvPr/>
          </p:nvSpPr>
          <p:spPr>
            <a:xfrm>
              <a:off x="4657619" y="596953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4" name="02_predicted_pose_1643">
              <a:extLst>
                <a:ext uri="{FF2B5EF4-FFF2-40B4-BE49-F238E27FC236}">
                  <a16:creationId xmlns:a16="http://schemas.microsoft.com/office/drawing/2014/main" id="{7F5916C1-D43C-44A5-95EB-55E276520FDA}"/>
                </a:ext>
              </a:extLst>
            </p:cNvPr>
            <p:cNvSpPr>
              <a:spLocks/>
            </p:cNvSpPr>
            <p:nvPr/>
          </p:nvSpPr>
          <p:spPr>
            <a:xfrm>
              <a:off x="4521184" y="592356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5" name="02_predicted_pose_1644">
              <a:extLst>
                <a:ext uri="{FF2B5EF4-FFF2-40B4-BE49-F238E27FC236}">
                  <a16:creationId xmlns:a16="http://schemas.microsoft.com/office/drawing/2014/main" id="{1D6DE071-1A2D-4F33-BF70-55955479A064}"/>
                </a:ext>
              </a:extLst>
            </p:cNvPr>
            <p:cNvSpPr>
              <a:spLocks/>
            </p:cNvSpPr>
            <p:nvPr/>
          </p:nvSpPr>
          <p:spPr>
            <a:xfrm>
              <a:off x="4614208" y="595901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6" name="02_predicted_pose_1645">
              <a:extLst>
                <a:ext uri="{FF2B5EF4-FFF2-40B4-BE49-F238E27FC236}">
                  <a16:creationId xmlns:a16="http://schemas.microsoft.com/office/drawing/2014/main" id="{5E7306DD-DB37-4916-8DBD-8054847D90F9}"/>
                </a:ext>
              </a:extLst>
            </p:cNvPr>
            <p:cNvSpPr>
              <a:spLocks/>
            </p:cNvSpPr>
            <p:nvPr/>
          </p:nvSpPr>
          <p:spPr>
            <a:xfrm>
              <a:off x="4363734" y="59574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7" name="02_predicted_pose_1646">
              <a:extLst>
                <a:ext uri="{FF2B5EF4-FFF2-40B4-BE49-F238E27FC236}">
                  <a16:creationId xmlns:a16="http://schemas.microsoft.com/office/drawing/2014/main" id="{F6F295A0-5F30-448E-A80A-D98EE1B10A99}"/>
                </a:ext>
              </a:extLst>
            </p:cNvPr>
            <p:cNvSpPr>
              <a:spLocks/>
            </p:cNvSpPr>
            <p:nvPr/>
          </p:nvSpPr>
          <p:spPr>
            <a:xfrm>
              <a:off x="4456757" y="59634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8" name="02_predicted_pose_1647">
              <a:extLst>
                <a:ext uri="{FF2B5EF4-FFF2-40B4-BE49-F238E27FC236}">
                  <a16:creationId xmlns:a16="http://schemas.microsoft.com/office/drawing/2014/main" id="{1D74E622-8785-4BB0-AD1A-2C017DCB5D6D}"/>
                </a:ext>
              </a:extLst>
            </p:cNvPr>
            <p:cNvSpPr>
              <a:spLocks/>
            </p:cNvSpPr>
            <p:nvPr/>
          </p:nvSpPr>
          <p:spPr>
            <a:xfrm>
              <a:off x="4549780" y="59138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49" name="02_predicted_pose_1648">
              <a:extLst>
                <a:ext uri="{FF2B5EF4-FFF2-40B4-BE49-F238E27FC236}">
                  <a16:creationId xmlns:a16="http://schemas.microsoft.com/office/drawing/2014/main" id="{C9E03B0F-79F4-41AD-8A07-308DE642F0F7}"/>
                </a:ext>
              </a:extLst>
            </p:cNvPr>
            <p:cNvSpPr>
              <a:spLocks/>
            </p:cNvSpPr>
            <p:nvPr/>
          </p:nvSpPr>
          <p:spPr>
            <a:xfrm>
              <a:off x="4642804" y="595432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0" name="02_predicted_pose_1649">
              <a:extLst>
                <a:ext uri="{FF2B5EF4-FFF2-40B4-BE49-F238E27FC236}">
                  <a16:creationId xmlns:a16="http://schemas.microsoft.com/office/drawing/2014/main" id="{3B0B82F0-DD2A-4CA2-8220-389EAEA5A58E}"/>
                </a:ext>
              </a:extLst>
            </p:cNvPr>
            <p:cNvSpPr>
              <a:spLocks/>
            </p:cNvSpPr>
            <p:nvPr/>
          </p:nvSpPr>
          <p:spPr>
            <a:xfrm>
              <a:off x="4392330" y="598035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1" name="02_predicted_pose_1650">
              <a:extLst>
                <a:ext uri="{FF2B5EF4-FFF2-40B4-BE49-F238E27FC236}">
                  <a16:creationId xmlns:a16="http://schemas.microsoft.com/office/drawing/2014/main" id="{9B0CC59B-A652-4E1D-88DE-8BA576198C04}"/>
                </a:ext>
              </a:extLst>
            </p:cNvPr>
            <p:cNvSpPr>
              <a:spLocks/>
            </p:cNvSpPr>
            <p:nvPr/>
          </p:nvSpPr>
          <p:spPr>
            <a:xfrm>
              <a:off x="4485353" y="60520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2" name="02_predicted_pose_1651">
              <a:extLst>
                <a:ext uri="{FF2B5EF4-FFF2-40B4-BE49-F238E27FC236}">
                  <a16:creationId xmlns:a16="http://schemas.microsoft.com/office/drawing/2014/main" id="{BC921DC6-7E51-4361-A71B-340FA9B7C2E0}"/>
                </a:ext>
              </a:extLst>
            </p:cNvPr>
            <p:cNvSpPr>
              <a:spLocks/>
            </p:cNvSpPr>
            <p:nvPr/>
          </p:nvSpPr>
          <p:spPr>
            <a:xfrm>
              <a:off x="4578376" y="599073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3" name="02_predicted_pose_1652">
              <a:extLst>
                <a:ext uri="{FF2B5EF4-FFF2-40B4-BE49-F238E27FC236}">
                  <a16:creationId xmlns:a16="http://schemas.microsoft.com/office/drawing/2014/main" id="{86227866-CF8E-4BA5-951A-C986BE16BE7E}"/>
                </a:ext>
              </a:extLst>
            </p:cNvPr>
            <p:cNvSpPr>
              <a:spLocks/>
            </p:cNvSpPr>
            <p:nvPr/>
          </p:nvSpPr>
          <p:spPr>
            <a:xfrm>
              <a:off x="4327903" y="585667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4" name="02_predicted_pose_1653">
              <a:extLst>
                <a:ext uri="{FF2B5EF4-FFF2-40B4-BE49-F238E27FC236}">
                  <a16:creationId xmlns:a16="http://schemas.microsoft.com/office/drawing/2014/main" id="{829EB349-0958-475F-B03B-CCAAE01AE8EA}"/>
                </a:ext>
              </a:extLst>
            </p:cNvPr>
            <p:cNvSpPr>
              <a:spLocks/>
            </p:cNvSpPr>
            <p:nvPr/>
          </p:nvSpPr>
          <p:spPr>
            <a:xfrm>
              <a:off x="4534966" y="59409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5" name="02_predicted_pose_1654">
              <a:extLst>
                <a:ext uri="{FF2B5EF4-FFF2-40B4-BE49-F238E27FC236}">
                  <a16:creationId xmlns:a16="http://schemas.microsoft.com/office/drawing/2014/main" id="{2BBEF2F4-A21D-4ADD-B154-D776DD5C7A77}"/>
                </a:ext>
              </a:extLst>
            </p:cNvPr>
            <p:cNvSpPr>
              <a:spLocks/>
            </p:cNvSpPr>
            <p:nvPr/>
          </p:nvSpPr>
          <p:spPr>
            <a:xfrm>
              <a:off x="4627989" y="598058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6" name="02_predicted_pose_1655">
              <a:extLst>
                <a:ext uri="{FF2B5EF4-FFF2-40B4-BE49-F238E27FC236}">
                  <a16:creationId xmlns:a16="http://schemas.microsoft.com/office/drawing/2014/main" id="{A678176B-A291-4841-9EC2-57679C76EF7E}"/>
                </a:ext>
              </a:extLst>
            </p:cNvPr>
            <p:cNvSpPr>
              <a:spLocks/>
            </p:cNvSpPr>
            <p:nvPr/>
          </p:nvSpPr>
          <p:spPr>
            <a:xfrm>
              <a:off x="4377515" y="59531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7" name="02_predicted_pose_1656">
              <a:extLst>
                <a:ext uri="{FF2B5EF4-FFF2-40B4-BE49-F238E27FC236}">
                  <a16:creationId xmlns:a16="http://schemas.microsoft.com/office/drawing/2014/main" id="{49822BB0-3AE5-489B-8980-DEB591496025}"/>
                </a:ext>
              </a:extLst>
            </p:cNvPr>
            <p:cNvSpPr>
              <a:spLocks/>
            </p:cNvSpPr>
            <p:nvPr/>
          </p:nvSpPr>
          <p:spPr>
            <a:xfrm>
              <a:off x="4470538" y="598068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8" name="02_predicted_pose_1657">
              <a:extLst>
                <a:ext uri="{FF2B5EF4-FFF2-40B4-BE49-F238E27FC236}">
                  <a16:creationId xmlns:a16="http://schemas.microsoft.com/office/drawing/2014/main" id="{4E31FC1E-DA58-45AC-BA8B-B397B200E227}"/>
                </a:ext>
              </a:extLst>
            </p:cNvPr>
            <p:cNvSpPr>
              <a:spLocks/>
            </p:cNvSpPr>
            <p:nvPr/>
          </p:nvSpPr>
          <p:spPr>
            <a:xfrm>
              <a:off x="4563562" y="592962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59" name="02_predicted_pose_1658">
              <a:extLst>
                <a:ext uri="{FF2B5EF4-FFF2-40B4-BE49-F238E27FC236}">
                  <a16:creationId xmlns:a16="http://schemas.microsoft.com/office/drawing/2014/main" id="{E478C788-C69C-4D0C-9CAA-268DF5D16815}"/>
                </a:ext>
              </a:extLst>
            </p:cNvPr>
            <p:cNvSpPr>
              <a:spLocks/>
            </p:cNvSpPr>
            <p:nvPr/>
          </p:nvSpPr>
          <p:spPr>
            <a:xfrm>
              <a:off x="4656585" y="592450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0" name="02_predicted_pose_1659">
              <a:extLst>
                <a:ext uri="{FF2B5EF4-FFF2-40B4-BE49-F238E27FC236}">
                  <a16:creationId xmlns:a16="http://schemas.microsoft.com/office/drawing/2014/main" id="{2E68D6F5-2243-44BA-96E1-A1BEB8E50EDD}"/>
                </a:ext>
              </a:extLst>
            </p:cNvPr>
            <p:cNvSpPr>
              <a:spLocks/>
            </p:cNvSpPr>
            <p:nvPr/>
          </p:nvSpPr>
          <p:spPr>
            <a:xfrm>
              <a:off x="4406111" y="592763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1" name="02_predicted_pose_1660">
              <a:extLst>
                <a:ext uri="{FF2B5EF4-FFF2-40B4-BE49-F238E27FC236}">
                  <a16:creationId xmlns:a16="http://schemas.microsoft.com/office/drawing/2014/main" id="{7A1B4356-7F64-4021-BF80-285D1FD6068A}"/>
                </a:ext>
              </a:extLst>
            </p:cNvPr>
            <p:cNvSpPr>
              <a:spLocks/>
            </p:cNvSpPr>
            <p:nvPr/>
          </p:nvSpPr>
          <p:spPr>
            <a:xfrm>
              <a:off x="4499134" y="598494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2" name="02_predicted_pose_1661">
              <a:extLst>
                <a:ext uri="{FF2B5EF4-FFF2-40B4-BE49-F238E27FC236}">
                  <a16:creationId xmlns:a16="http://schemas.microsoft.com/office/drawing/2014/main" id="{79B29326-7E2B-408A-B307-9753CD5AA7EF}"/>
                </a:ext>
              </a:extLst>
            </p:cNvPr>
            <p:cNvSpPr>
              <a:spLocks/>
            </p:cNvSpPr>
            <p:nvPr/>
          </p:nvSpPr>
          <p:spPr>
            <a:xfrm>
              <a:off x="4463303" y="61055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3" name="02_predicted_pose_1662">
              <a:extLst>
                <a:ext uri="{FF2B5EF4-FFF2-40B4-BE49-F238E27FC236}">
                  <a16:creationId xmlns:a16="http://schemas.microsoft.com/office/drawing/2014/main" id="{4A95DABA-F04C-483E-BB8C-6D44BC1EAF91}"/>
                </a:ext>
              </a:extLst>
            </p:cNvPr>
            <p:cNvSpPr>
              <a:spLocks/>
            </p:cNvSpPr>
            <p:nvPr/>
          </p:nvSpPr>
          <p:spPr>
            <a:xfrm>
              <a:off x="4477084" y="599053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4" name="02_predicted_pose_1663">
              <a:extLst>
                <a:ext uri="{FF2B5EF4-FFF2-40B4-BE49-F238E27FC236}">
                  <a16:creationId xmlns:a16="http://schemas.microsoft.com/office/drawing/2014/main" id="{B9F5DF9B-F909-4B75-9085-3256565C3825}"/>
                </a:ext>
              </a:extLst>
            </p:cNvPr>
            <p:cNvSpPr>
              <a:spLocks/>
            </p:cNvSpPr>
            <p:nvPr/>
          </p:nvSpPr>
          <p:spPr>
            <a:xfrm>
              <a:off x="4455034" y="593733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5" name="02_predicted_pose_1664">
              <a:extLst>
                <a:ext uri="{FF2B5EF4-FFF2-40B4-BE49-F238E27FC236}">
                  <a16:creationId xmlns:a16="http://schemas.microsoft.com/office/drawing/2014/main" id="{A96282B7-F3C1-47A9-9511-3FCF9DADA056}"/>
                </a:ext>
              </a:extLst>
            </p:cNvPr>
            <p:cNvSpPr>
              <a:spLocks/>
            </p:cNvSpPr>
            <p:nvPr/>
          </p:nvSpPr>
          <p:spPr>
            <a:xfrm>
              <a:off x="4482597" y="596340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6" name="02_predicted_pose_1665">
              <a:extLst>
                <a:ext uri="{FF2B5EF4-FFF2-40B4-BE49-F238E27FC236}">
                  <a16:creationId xmlns:a16="http://schemas.microsoft.com/office/drawing/2014/main" id="{72A3FCED-D9B6-4DF9-BA31-E9EF77643A0F}"/>
                </a:ext>
              </a:extLst>
            </p:cNvPr>
            <p:cNvSpPr>
              <a:spLocks/>
            </p:cNvSpPr>
            <p:nvPr/>
          </p:nvSpPr>
          <p:spPr>
            <a:xfrm>
              <a:off x="4510159" y="59309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7" name="02_predicted_pose_1666">
              <a:extLst>
                <a:ext uri="{FF2B5EF4-FFF2-40B4-BE49-F238E27FC236}">
                  <a16:creationId xmlns:a16="http://schemas.microsoft.com/office/drawing/2014/main" id="{EE873D9E-D727-4BCD-8E9B-71838F81F24C}"/>
                </a:ext>
              </a:extLst>
            </p:cNvPr>
            <p:cNvSpPr>
              <a:spLocks/>
            </p:cNvSpPr>
            <p:nvPr/>
          </p:nvSpPr>
          <p:spPr>
            <a:xfrm>
              <a:off x="4492588" y="588354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8" name="02_predicted_pose_1667">
              <a:extLst>
                <a:ext uri="{FF2B5EF4-FFF2-40B4-BE49-F238E27FC236}">
                  <a16:creationId xmlns:a16="http://schemas.microsoft.com/office/drawing/2014/main" id="{CBEF00DA-6ACB-44FC-85E9-B528E7B20CBB}"/>
                </a:ext>
              </a:extLst>
            </p:cNvPr>
            <p:cNvSpPr>
              <a:spLocks/>
            </p:cNvSpPr>
            <p:nvPr/>
          </p:nvSpPr>
          <p:spPr>
            <a:xfrm>
              <a:off x="4335138" y="60759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69" name="02_predicted_pose_1668">
              <a:extLst>
                <a:ext uri="{FF2B5EF4-FFF2-40B4-BE49-F238E27FC236}">
                  <a16:creationId xmlns:a16="http://schemas.microsoft.com/office/drawing/2014/main" id="{CCF72654-2ACB-4EA9-96B3-6100652842F6}"/>
                </a:ext>
              </a:extLst>
            </p:cNvPr>
            <p:cNvSpPr>
              <a:spLocks/>
            </p:cNvSpPr>
            <p:nvPr/>
          </p:nvSpPr>
          <p:spPr>
            <a:xfrm>
              <a:off x="4521184" y="60078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0" name="02_predicted_pose_1669">
              <a:extLst>
                <a:ext uri="{FF2B5EF4-FFF2-40B4-BE49-F238E27FC236}">
                  <a16:creationId xmlns:a16="http://schemas.microsoft.com/office/drawing/2014/main" id="{EB72689C-E1DA-433B-A1D5-52658FD84A47}"/>
                </a:ext>
              </a:extLst>
            </p:cNvPr>
            <p:cNvSpPr>
              <a:spLocks/>
            </p:cNvSpPr>
            <p:nvPr/>
          </p:nvSpPr>
          <p:spPr>
            <a:xfrm>
              <a:off x="4363734" y="59611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1" name="02_predicted_pose_1670">
              <a:extLst>
                <a:ext uri="{FF2B5EF4-FFF2-40B4-BE49-F238E27FC236}">
                  <a16:creationId xmlns:a16="http://schemas.microsoft.com/office/drawing/2014/main" id="{A05F0B14-8842-4C95-ACD1-150F42B23A2E}"/>
                </a:ext>
              </a:extLst>
            </p:cNvPr>
            <p:cNvSpPr>
              <a:spLocks/>
            </p:cNvSpPr>
            <p:nvPr/>
          </p:nvSpPr>
          <p:spPr>
            <a:xfrm>
              <a:off x="4501546" y="61071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2" name="02_predicted_pose_1671">
              <a:extLst>
                <a:ext uri="{FF2B5EF4-FFF2-40B4-BE49-F238E27FC236}">
                  <a16:creationId xmlns:a16="http://schemas.microsoft.com/office/drawing/2014/main" id="{2B342713-6A4A-4DD4-A206-6E26FFCDC5FA}"/>
                </a:ext>
              </a:extLst>
            </p:cNvPr>
            <p:cNvSpPr>
              <a:spLocks/>
            </p:cNvSpPr>
            <p:nvPr/>
          </p:nvSpPr>
          <p:spPr>
            <a:xfrm>
              <a:off x="4515327" y="61345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3" name="02_predicted_pose_1672">
              <a:extLst>
                <a:ext uri="{FF2B5EF4-FFF2-40B4-BE49-F238E27FC236}">
                  <a16:creationId xmlns:a16="http://schemas.microsoft.com/office/drawing/2014/main" id="{C73C2E58-C367-4AFA-A9CE-F1F0C15B9CBC}"/>
                </a:ext>
              </a:extLst>
            </p:cNvPr>
            <p:cNvSpPr>
              <a:spLocks/>
            </p:cNvSpPr>
            <p:nvPr/>
          </p:nvSpPr>
          <p:spPr>
            <a:xfrm>
              <a:off x="4556671" y="600161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4" name="02_predicted_pose_1673">
              <a:extLst>
                <a:ext uri="{FF2B5EF4-FFF2-40B4-BE49-F238E27FC236}">
                  <a16:creationId xmlns:a16="http://schemas.microsoft.com/office/drawing/2014/main" id="{45E8F524-98F9-43A3-AFA1-2F5C36956859}"/>
                </a:ext>
              </a:extLst>
            </p:cNvPr>
            <p:cNvSpPr>
              <a:spLocks/>
            </p:cNvSpPr>
            <p:nvPr/>
          </p:nvSpPr>
          <p:spPr>
            <a:xfrm>
              <a:off x="4570452" y="611508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5" name="02_predicted_pose_1674">
              <a:extLst>
                <a:ext uri="{FF2B5EF4-FFF2-40B4-BE49-F238E27FC236}">
                  <a16:creationId xmlns:a16="http://schemas.microsoft.com/office/drawing/2014/main" id="{9101FC3F-F350-4D32-9FC1-C5A51F84A099}"/>
                </a:ext>
              </a:extLst>
            </p:cNvPr>
            <p:cNvSpPr>
              <a:spLocks/>
            </p:cNvSpPr>
            <p:nvPr/>
          </p:nvSpPr>
          <p:spPr>
            <a:xfrm>
              <a:off x="4611796" y="61634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6" name="02_predicted_pose_1675">
              <a:extLst>
                <a:ext uri="{FF2B5EF4-FFF2-40B4-BE49-F238E27FC236}">
                  <a16:creationId xmlns:a16="http://schemas.microsoft.com/office/drawing/2014/main" id="{F205295E-C8AD-48E7-ACE4-23DB254DD195}"/>
                </a:ext>
              </a:extLst>
            </p:cNvPr>
            <p:cNvSpPr>
              <a:spLocks/>
            </p:cNvSpPr>
            <p:nvPr/>
          </p:nvSpPr>
          <p:spPr>
            <a:xfrm>
              <a:off x="4625577" y="616882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7" name="02_predicted_pose_1676">
              <a:extLst>
                <a:ext uri="{FF2B5EF4-FFF2-40B4-BE49-F238E27FC236}">
                  <a16:creationId xmlns:a16="http://schemas.microsoft.com/office/drawing/2014/main" id="{0A3F85D7-0CFE-4A24-AAD4-6C613532742B}"/>
                </a:ext>
              </a:extLst>
            </p:cNvPr>
            <p:cNvSpPr>
              <a:spLocks/>
            </p:cNvSpPr>
            <p:nvPr/>
          </p:nvSpPr>
          <p:spPr>
            <a:xfrm>
              <a:off x="4357532" y="62665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8" name="02_predicted_pose_1677">
              <a:extLst>
                <a:ext uri="{FF2B5EF4-FFF2-40B4-BE49-F238E27FC236}">
                  <a16:creationId xmlns:a16="http://schemas.microsoft.com/office/drawing/2014/main" id="{2CC217CA-4CCC-4C52-BC8C-7C9B0BF406AB}"/>
                </a:ext>
              </a:extLst>
            </p:cNvPr>
            <p:cNvSpPr>
              <a:spLocks/>
            </p:cNvSpPr>
            <p:nvPr/>
          </p:nvSpPr>
          <p:spPr>
            <a:xfrm>
              <a:off x="4450556" y="604244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79" name="02_predicted_pose_1678">
              <a:extLst>
                <a:ext uri="{FF2B5EF4-FFF2-40B4-BE49-F238E27FC236}">
                  <a16:creationId xmlns:a16="http://schemas.microsoft.com/office/drawing/2014/main" id="{C32250D8-B0BE-4936-A9BA-C758F1979EF6}"/>
                </a:ext>
              </a:extLst>
            </p:cNvPr>
            <p:cNvSpPr>
              <a:spLocks/>
            </p:cNvSpPr>
            <p:nvPr/>
          </p:nvSpPr>
          <p:spPr>
            <a:xfrm>
              <a:off x="4386128" y="587955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0" name="02_predicted_pose_1679">
              <a:extLst>
                <a:ext uri="{FF2B5EF4-FFF2-40B4-BE49-F238E27FC236}">
                  <a16:creationId xmlns:a16="http://schemas.microsoft.com/office/drawing/2014/main" id="{3B41308C-BEF8-43E9-AE19-77696F74D800}"/>
                </a:ext>
              </a:extLst>
            </p:cNvPr>
            <p:cNvSpPr>
              <a:spLocks/>
            </p:cNvSpPr>
            <p:nvPr/>
          </p:nvSpPr>
          <p:spPr>
            <a:xfrm>
              <a:off x="4479152" y="592715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1" name="02_predicted_pose_1680">
              <a:extLst>
                <a:ext uri="{FF2B5EF4-FFF2-40B4-BE49-F238E27FC236}">
                  <a16:creationId xmlns:a16="http://schemas.microsoft.com/office/drawing/2014/main" id="{DF561BD7-F60D-4DCF-A223-AE9EBE487821}"/>
                </a:ext>
              </a:extLst>
            </p:cNvPr>
            <p:cNvSpPr>
              <a:spLocks/>
            </p:cNvSpPr>
            <p:nvPr/>
          </p:nvSpPr>
          <p:spPr>
            <a:xfrm>
              <a:off x="4365801" y="599980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2" name="02_predicted_pose_1681">
              <a:extLst>
                <a:ext uri="{FF2B5EF4-FFF2-40B4-BE49-F238E27FC236}">
                  <a16:creationId xmlns:a16="http://schemas.microsoft.com/office/drawing/2014/main" id="{BBFB2EAE-72A0-4861-8C42-7E9A690ED484}"/>
                </a:ext>
              </a:extLst>
            </p:cNvPr>
            <p:cNvSpPr>
              <a:spLocks/>
            </p:cNvSpPr>
            <p:nvPr/>
          </p:nvSpPr>
          <p:spPr>
            <a:xfrm>
              <a:off x="4493622" y="59466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3" name="02_predicted_pose_1682">
              <a:extLst>
                <a:ext uri="{FF2B5EF4-FFF2-40B4-BE49-F238E27FC236}">
                  <a16:creationId xmlns:a16="http://schemas.microsoft.com/office/drawing/2014/main" id="{A66B3401-FA58-41C8-A876-E5DE4FE42B32}"/>
                </a:ext>
              </a:extLst>
            </p:cNvPr>
            <p:cNvSpPr>
              <a:spLocks/>
            </p:cNvSpPr>
            <p:nvPr/>
          </p:nvSpPr>
          <p:spPr>
            <a:xfrm>
              <a:off x="4413346" y="58290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4" name="02_predicted_pose_1683">
              <a:extLst>
                <a:ext uri="{FF2B5EF4-FFF2-40B4-BE49-F238E27FC236}">
                  <a16:creationId xmlns:a16="http://schemas.microsoft.com/office/drawing/2014/main" id="{39EA660B-EA8F-4716-A92F-E70185963363}"/>
                </a:ext>
              </a:extLst>
            </p:cNvPr>
            <p:cNvSpPr>
              <a:spLocks/>
            </p:cNvSpPr>
            <p:nvPr/>
          </p:nvSpPr>
          <p:spPr>
            <a:xfrm>
              <a:off x="4454690" y="583945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5" name="02_predicted_pose_1684">
              <a:extLst>
                <a:ext uri="{FF2B5EF4-FFF2-40B4-BE49-F238E27FC236}">
                  <a16:creationId xmlns:a16="http://schemas.microsoft.com/office/drawing/2014/main" id="{227DC9D2-3E6C-4A28-8C27-4EBDAFAF1CEA}"/>
                </a:ext>
              </a:extLst>
            </p:cNvPr>
            <p:cNvSpPr>
              <a:spLocks/>
            </p:cNvSpPr>
            <p:nvPr/>
          </p:nvSpPr>
          <p:spPr>
            <a:xfrm>
              <a:off x="4464337" y="567439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6" name="02_predicted_pose_1685">
              <a:extLst>
                <a:ext uri="{FF2B5EF4-FFF2-40B4-BE49-F238E27FC236}">
                  <a16:creationId xmlns:a16="http://schemas.microsoft.com/office/drawing/2014/main" id="{2B85BCE6-DEAD-4AFE-9993-3D24A5DF2428}"/>
                </a:ext>
              </a:extLst>
            </p:cNvPr>
            <p:cNvSpPr>
              <a:spLocks/>
            </p:cNvSpPr>
            <p:nvPr/>
          </p:nvSpPr>
          <p:spPr>
            <a:xfrm>
              <a:off x="4505680" y="543986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7" name="02_predicted_pose_1686">
              <a:extLst>
                <a:ext uri="{FF2B5EF4-FFF2-40B4-BE49-F238E27FC236}">
                  <a16:creationId xmlns:a16="http://schemas.microsoft.com/office/drawing/2014/main" id="{320CDAFA-465F-4181-A503-806C8B3DC25F}"/>
                </a:ext>
              </a:extLst>
            </p:cNvPr>
            <p:cNvSpPr>
              <a:spLocks/>
            </p:cNvSpPr>
            <p:nvPr/>
          </p:nvSpPr>
          <p:spPr>
            <a:xfrm>
              <a:off x="4594914" y="547248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8" name="02_predicted_pose_1687">
              <a:extLst>
                <a:ext uri="{FF2B5EF4-FFF2-40B4-BE49-F238E27FC236}">
                  <a16:creationId xmlns:a16="http://schemas.microsoft.com/office/drawing/2014/main" id="{D9D0513D-6C2A-4F06-AF53-BA66BE03AD4E}"/>
                </a:ext>
              </a:extLst>
            </p:cNvPr>
            <p:cNvSpPr>
              <a:spLocks/>
            </p:cNvSpPr>
            <p:nvPr/>
          </p:nvSpPr>
          <p:spPr>
            <a:xfrm>
              <a:off x="4629022" y="58673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89" name="02_predicted_pose_1688">
              <a:extLst>
                <a:ext uri="{FF2B5EF4-FFF2-40B4-BE49-F238E27FC236}">
                  <a16:creationId xmlns:a16="http://schemas.microsoft.com/office/drawing/2014/main" id="{6A599F7E-FEC9-4B32-A378-8A11DDC85858}"/>
                </a:ext>
              </a:extLst>
            </p:cNvPr>
            <p:cNvSpPr>
              <a:spLocks/>
            </p:cNvSpPr>
            <p:nvPr/>
          </p:nvSpPr>
          <p:spPr>
            <a:xfrm>
              <a:off x="4326869" y="57733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0" name="02_predicted_pose_1689">
              <a:extLst>
                <a:ext uri="{FF2B5EF4-FFF2-40B4-BE49-F238E27FC236}">
                  <a16:creationId xmlns:a16="http://schemas.microsoft.com/office/drawing/2014/main" id="{B738CB41-2DC4-4006-9A66-5FD2E257FD2C}"/>
                </a:ext>
              </a:extLst>
            </p:cNvPr>
            <p:cNvSpPr>
              <a:spLocks/>
            </p:cNvSpPr>
            <p:nvPr/>
          </p:nvSpPr>
          <p:spPr>
            <a:xfrm>
              <a:off x="4474328" y="564975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1" name="02_predicted_pose_1690">
              <a:extLst>
                <a:ext uri="{FF2B5EF4-FFF2-40B4-BE49-F238E27FC236}">
                  <a16:creationId xmlns:a16="http://schemas.microsoft.com/office/drawing/2014/main" id="{497E8B06-2AF6-4409-9DCB-912D8C9A116E}"/>
                </a:ext>
              </a:extLst>
            </p:cNvPr>
            <p:cNvSpPr>
              <a:spLocks/>
            </p:cNvSpPr>
            <p:nvPr/>
          </p:nvSpPr>
          <p:spPr>
            <a:xfrm>
              <a:off x="4396120" y="578392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2" name="02_predicted_pose_1691">
              <a:extLst>
                <a:ext uri="{FF2B5EF4-FFF2-40B4-BE49-F238E27FC236}">
                  <a16:creationId xmlns:a16="http://schemas.microsoft.com/office/drawing/2014/main" id="{42F72585-1A3D-4AEB-839B-4669C45F2CA8}"/>
                </a:ext>
              </a:extLst>
            </p:cNvPr>
            <p:cNvSpPr>
              <a:spLocks/>
            </p:cNvSpPr>
            <p:nvPr/>
          </p:nvSpPr>
          <p:spPr>
            <a:xfrm>
              <a:off x="4409901" y="573230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3" name="02_predicted_pose_1692">
              <a:extLst>
                <a:ext uri="{FF2B5EF4-FFF2-40B4-BE49-F238E27FC236}">
                  <a16:creationId xmlns:a16="http://schemas.microsoft.com/office/drawing/2014/main" id="{4EAF6830-6613-4CBE-9157-57FFDEE6B142}"/>
                </a:ext>
              </a:extLst>
            </p:cNvPr>
            <p:cNvSpPr>
              <a:spLocks/>
            </p:cNvSpPr>
            <p:nvPr/>
          </p:nvSpPr>
          <p:spPr>
            <a:xfrm>
              <a:off x="4423682" y="569344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4" name="02_predicted_pose_1693">
              <a:extLst>
                <a:ext uri="{FF2B5EF4-FFF2-40B4-BE49-F238E27FC236}">
                  <a16:creationId xmlns:a16="http://schemas.microsoft.com/office/drawing/2014/main" id="{0F1D4E3C-FEB1-4D39-8E53-8B59CF029577}"/>
                </a:ext>
              </a:extLst>
            </p:cNvPr>
            <p:cNvSpPr>
              <a:spLocks/>
            </p:cNvSpPr>
            <p:nvPr/>
          </p:nvSpPr>
          <p:spPr>
            <a:xfrm>
              <a:off x="4437463" y="570815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5" name="02_predicted_pose_1694">
              <a:extLst>
                <a:ext uri="{FF2B5EF4-FFF2-40B4-BE49-F238E27FC236}">
                  <a16:creationId xmlns:a16="http://schemas.microsoft.com/office/drawing/2014/main" id="{6EA831F7-02AE-4DEC-B538-DC36F41CA7D2}"/>
                </a:ext>
              </a:extLst>
            </p:cNvPr>
            <p:cNvSpPr>
              <a:spLocks/>
            </p:cNvSpPr>
            <p:nvPr/>
          </p:nvSpPr>
          <p:spPr>
            <a:xfrm>
              <a:off x="4451245" y="586573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6" name="02_predicted_pose_1695">
              <a:extLst>
                <a:ext uri="{FF2B5EF4-FFF2-40B4-BE49-F238E27FC236}">
                  <a16:creationId xmlns:a16="http://schemas.microsoft.com/office/drawing/2014/main" id="{0EA692D4-878B-4226-BE69-4EDD2A6B599D}"/>
                </a:ext>
              </a:extLst>
            </p:cNvPr>
            <p:cNvSpPr>
              <a:spLocks/>
            </p:cNvSpPr>
            <p:nvPr/>
          </p:nvSpPr>
          <p:spPr>
            <a:xfrm>
              <a:off x="4465026" y="563398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7" name="02_predicted_pose_1696">
              <a:extLst>
                <a:ext uri="{FF2B5EF4-FFF2-40B4-BE49-F238E27FC236}">
                  <a16:creationId xmlns:a16="http://schemas.microsoft.com/office/drawing/2014/main" id="{47AF119C-D2F3-403A-900C-B99C37019448}"/>
                </a:ext>
              </a:extLst>
            </p:cNvPr>
            <p:cNvSpPr>
              <a:spLocks/>
            </p:cNvSpPr>
            <p:nvPr/>
          </p:nvSpPr>
          <p:spPr>
            <a:xfrm>
              <a:off x="4478807" y="57757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8" name="02_predicted_pose_1697">
              <a:extLst>
                <a:ext uri="{FF2B5EF4-FFF2-40B4-BE49-F238E27FC236}">
                  <a16:creationId xmlns:a16="http://schemas.microsoft.com/office/drawing/2014/main" id="{18857F22-3F87-4971-8921-844B9140E1DA}"/>
                </a:ext>
              </a:extLst>
            </p:cNvPr>
            <p:cNvSpPr>
              <a:spLocks/>
            </p:cNvSpPr>
            <p:nvPr/>
          </p:nvSpPr>
          <p:spPr>
            <a:xfrm>
              <a:off x="4492588" y="562927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99" name="02_predicted_pose_1698">
              <a:extLst>
                <a:ext uri="{FF2B5EF4-FFF2-40B4-BE49-F238E27FC236}">
                  <a16:creationId xmlns:a16="http://schemas.microsoft.com/office/drawing/2014/main" id="{627B8995-D558-42D3-A8A8-95CA4FFDC31C}"/>
                </a:ext>
              </a:extLst>
            </p:cNvPr>
            <p:cNvSpPr>
              <a:spLocks/>
            </p:cNvSpPr>
            <p:nvPr/>
          </p:nvSpPr>
          <p:spPr>
            <a:xfrm>
              <a:off x="4506370" y="56350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0" name="02_predicted_pose_1699">
              <a:extLst>
                <a:ext uri="{FF2B5EF4-FFF2-40B4-BE49-F238E27FC236}">
                  <a16:creationId xmlns:a16="http://schemas.microsoft.com/office/drawing/2014/main" id="{B270C2DC-A8AB-4AC3-92C1-685092CD5829}"/>
                </a:ext>
              </a:extLst>
            </p:cNvPr>
            <p:cNvSpPr>
              <a:spLocks/>
            </p:cNvSpPr>
            <p:nvPr/>
          </p:nvSpPr>
          <p:spPr>
            <a:xfrm>
              <a:off x="4520151" y="57855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1" name="02_predicted_pose_1700">
              <a:extLst>
                <a:ext uri="{FF2B5EF4-FFF2-40B4-BE49-F238E27FC236}">
                  <a16:creationId xmlns:a16="http://schemas.microsoft.com/office/drawing/2014/main" id="{94BF38C5-DB0D-424A-A3A6-9718D8DD5F81}"/>
                </a:ext>
              </a:extLst>
            </p:cNvPr>
            <p:cNvSpPr>
              <a:spLocks/>
            </p:cNvSpPr>
            <p:nvPr/>
          </p:nvSpPr>
          <p:spPr>
            <a:xfrm>
              <a:off x="4409556" y="575222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2" name="02_predicted_pose_1701">
              <a:extLst>
                <a:ext uri="{FF2B5EF4-FFF2-40B4-BE49-F238E27FC236}">
                  <a16:creationId xmlns:a16="http://schemas.microsoft.com/office/drawing/2014/main" id="{A720B476-72EA-490D-AC39-BE805D088AFE}"/>
                </a:ext>
              </a:extLst>
            </p:cNvPr>
            <p:cNvSpPr>
              <a:spLocks/>
            </p:cNvSpPr>
            <p:nvPr/>
          </p:nvSpPr>
          <p:spPr>
            <a:xfrm>
              <a:off x="4600771" y="62184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3" name="02_predicted_pose_1702">
              <a:extLst>
                <a:ext uri="{FF2B5EF4-FFF2-40B4-BE49-F238E27FC236}">
                  <a16:creationId xmlns:a16="http://schemas.microsoft.com/office/drawing/2014/main" id="{E1C1C33D-065A-4707-B873-EFA609E2E66A}"/>
                </a:ext>
              </a:extLst>
            </p:cNvPr>
            <p:cNvSpPr>
              <a:spLocks/>
            </p:cNvSpPr>
            <p:nvPr/>
          </p:nvSpPr>
          <p:spPr>
            <a:xfrm>
              <a:off x="4471916" y="611789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4" name="02_predicted_pose_1703">
              <a:extLst>
                <a:ext uri="{FF2B5EF4-FFF2-40B4-BE49-F238E27FC236}">
                  <a16:creationId xmlns:a16="http://schemas.microsoft.com/office/drawing/2014/main" id="{14CCCE88-449B-4919-B8DD-9FA02042A9A1}"/>
                </a:ext>
              </a:extLst>
            </p:cNvPr>
            <p:cNvSpPr>
              <a:spLocks/>
            </p:cNvSpPr>
            <p:nvPr/>
          </p:nvSpPr>
          <p:spPr>
            <a:xfrm>
              <a:off x="4364078" y="616065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5" name="02_predicted_pose_1704">
              <a:extLst>
                <a:ext uri="{FF2B5EF4-FFF2-40B4-BE49-F238E27FC236}">
                  <a16:creationId xmlns:a16="http://schemas.microsoft.com/office/drawing/2014/main" id="{6D7BED44-2623-413A-AE99-7E2BBA71E373}"/>
                </a:ext>
              </a:extLst>
            </p:cNvPr>
            <p:cNvSpPr>
              <a:spLocks/>
            </p:cNvSpPr>
            <p:nvPr/>
          </p:nvSpPr>
          <p:spPr>
            <a:xfrm>
              <a:off x="4485698" y="616108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6" name="02_predicted_pose_1705">
              <a:extLst>
                <a:ext uri="{FF2B5EF4-FFF2-40B4-BE49-F238E27FC236}">
                  <a16:creationId xmlns:a16="http://schemas.microsoft.com/office/drawing/2014/main" id="{05A8C9FF-352F-4458-BA05-F93E855FE434}"/>
                </a:ext>
              </a:extLst>
            </p:cNvPr>
            <p:cNvSpPr>
              <a:spLocks/>
            </p:cNvSpPr>
            <p:nvPr/>
          </p:nvSpPr>
          <p:spPr>
            <a:xfrm>
              <a:off x="4499134" y="558201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7" name="02_predicted_pose_1706">
              <a:extLst>
                <a:ext uri="{FF2B5EF4-FFF2-40B4-BE49-F238E27FC236}">
                  <a16:creationId xmlns:a16="http://schemas.microsoft.com/office/drawing/2014/main" id="{E94D20D6-CC87-4EB1-922E-29B7543FD697}"/>
                </a:ext>
              </a:extLst>
            </p:cNvPr>
            <p:cNvSpPr>
              <a:spLocks/>
            </p:cNvSpPr>
            <p:nvPr/>
          </p:nvSpPr>
          <p:spPr>
            <a:xfrm>
              <a:off x="4592847" y="58926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8" name="02_predicted_pose_1707">
              <a:extLst>
                <a:ext uri="{FF2B5EF4-FFF2-40B4-BE49-F238E27FC236}">
                  <a16:creationId xmlns:a16="http://schemas.microsoft.com/office/drawing/2014/main" id="{914A7A64-D73A-4422-8C02-DFDA873FBEA2}"/>
                </a:ext>
              </a:extLst>
            </p:cNvPr>
            <p:cNvSpPr>
              <a:spLocks/>
            </p:cNvSpPr>
            <p:nvPr/>
          </p:nvSpPr>
          <p:spPr>
            <a:xfrm>
              <a:off x="4647972" y="589869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09" name="02_predicted_pose_1708">
              <a:extLst>
                <a:ext uri="{FF2B5EF4-FFF2-40B4-BE49-F238E27FC236}">
                  <a16:creationId xmlns:a16="http://schemas.microsoft.com/office/drawing/2014/main" id="{AF3B54F8-EEF6-4A85-A5CB-01BC80560C0F}"/>
                </a:ext>
              </a:extLst>
            </p:cNvPr>
            <p:cNvSpPr>
              <a:spLocks/>
            </p:cNvSpPr>
            <p:nvPr/>
          </p:nvSpPr>
          <p:spPr>
            <a:xfrm>
              <a:off x="4562528" y="592655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0" name="02_predicted_pose_1709">
              <a:extLst>
                <a:ext uri="{FF2B5EF4-FFF2-40B4-BE49-F238E27FC236}">
                  <a16:creationId xmlns:a16="http://schemas.microsoft.com/office/drawing/2014/main" id="{DF15AED9-89A2-43B9-B529-21403B293BC8}"/>
                </a:ext>
              </a:extLst>
            </p:cNvPr>
            <p:cNvSpPr>
              <a:spLocks/>
            </p:cNvSpPr>
            <p:nvPr/>
          </p:nvSpPr>
          <p:spPr>
            <a:xfrm>
              <a:off x="4441253" y="56801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1" name="02_predicted_pose_1710">
              <a:extLst>
                <a:ext uri="{FF2B5EF4-FFF2-40B4-BE49-F238E27FC236}">
                  <a16:creationId xmlns:a16="http://schemas.microsoft.com/office/drawing/2014/main" id="{F24C7C85-2828-4267-AC71-C75A22CBEA9C}"/>
                </a:ext>
              </a:extLst>
            </p:cNvPr>
            <p:cNvSpPr>
              <a:spLocks/>
            </p:cNvSpPr>
            <p:nvPr/>
          </p:nvSpPr>
          <p:spPr>
            <a:xfrm>
              <a:off x="4468816" y="568159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2" name="02_predicted_pose_1711">
              <a:extLst>
                <a:ext uri="{FF2B5EF4-FFF2-40B4-BE49-F238E27FC236}">
                  <a16:creationId xmlns:a16="http://schemas.microsoft.com/office/drawing/2014/main" id="{1B82B7F5-9B6A-4CCD-B8A8-7FAA5567FCC2}"/>
                </a:ext>
              </a:extLst>
            </p:cNvPr>
            <p:cNvSpPr>
              <a:spLocks/>
            </p:cNvSpPr>
            <p:nvPr/>
          </p:nvSpPr>
          <p:spPr>
            <a:xfrm>
              <a:off x="4510159" y="568247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3" name="02_predicted_pose_1712">
              <a:extLst>
                <a:ext uri="{FF2B5EF4-FFF2-40B4-BE49-F238E27FC236}">
                  <a16:creationId xmlns:a16="http://schemas.microsoft.com/office/drawing/2014/main" id="{06F3AA1B-F458-466D-A378-6A85A23D5474}"/>
                </a:ext>
              </a:extLst>
            </p:cNvPr>
            <p:cNvSpPr>
              <a:spLocks/>
            </p:cNvSpPr>
            <p:nvPr/>
          </p:nvSpPr>
          <p:spPr>
            <a:xfrm>
              <a:off x="4537722" y="56748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4" name="02_predicted_pose_1713">
              <a:extLst>
                <a:ext uri="{FF2B5EF4-FFF2-40B4-BE49-F238E27FC236}">
                  <a16:creationId xmlns:a16="http://schemas.microsoft.com/office/drawing/2014/main" id="{3BA5ACC9-E324-4B6E-A98D-98EEF43B05BA}"/>
                </a:ext>
              </a:extLst>
            </p:cNvPr>
            <p:cNvSpPr>
              <a:spLocks/>
            </p:cNvSpPr>
            <p:nvPr/>
          </p:nvSpPr>
          <p:spPr>
            <a:xfrm>
              <a:off x="4551503" y="568503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5" name="02_predicted_pose_1714">
              <a:extLst>
                <a:ext uri="{FF2B5EF4-FFF2-40B4-BE49-F238E27FC236}">
                  <a16:creationId xmlns:a16="http://schemas.microsoft.com/office/drawing/2014/main" id="{0F1B1FB4-0696-47C9-BCBC-764273122F78}"/>
                </a:ext>
              </a:extLst>
            </p:cNvPr>
            <p:cNvSpPr>
              <a:spLocks/>
            </p:cNvSpPr>
            <p:nvPr/>
          </p:nvSpPr>
          <p:spPr>
            <a:xfrm>
              <a:off x="4454690" y="56746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6" name="02_predicted_pose_1715">
              <a:extLst>
                <a:ext uri="{FF2B5EF4-FFF2-40B4-BE49-F238E27FC236}">
                  <a16:creationId xmlns:a16="http://schemas.microsoft.com/office/drawing/2014/main" id="{A7AC0F73-D21E-470D-AE4E-DFCE26D36F27}"/>
                </a:ext>
              </a:extLst>
            </p:cNvPr>
            <p:cNvSpPr>
              <a:spLocks/>
            </p:cNvSpPr>
            <p:nvPr/>
          </p:nvSpPr>
          <p:spPr>
            <a:xfrm>
              <a:off x="4491555" y="517134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7" name="02_predicted_pose_1716">
              <a:extLst>
                <a:ext uri="{FF2B5EF4-FFF2-40B4-BE49-F238E27FC236}">
                  <a16:creationId xmlns:a16="http://schemas.microsoft.com/office/drawing/2014/main" id="{A28C7937-D4E5-44ED-A6BD-0E27E35E08E5}"/>
                </a:ext>
              </a:extLst>
            </p:cNvPr>
            <p:cNvSpPr>
              <a:spLocks/>
            </p:cNvSpPr>
            <p:nvPr/>
          </p:nvSpPr>
          <p:spPr>
            <a:xfrm>
              <a:off x="4557360" y="593155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8" name="02_predicted_pose_1717">
              <a:extLst>
                <a:ext uri="{FF2B5EF4-FFF2-40B4-BE49-F238E27FC236}">
                  <a16:creationId xmlns:a16="http://schemas.microsoft.com/office/drawing/2014/main" id="{7099A29E-673F-4263-B39D-5415BEE74BA5}"/>
                </a:ext>
              </a:extLst>
            </p:cNvPr>
            <p:cNvSpPr>
              <a:spLocks/>
            </p:cNvSpPr>
            <p:nvPr/>
          </p:nvSpPr>
          <p:spPr>
            <a:xfrm>
              <a:off x="4584923" y="58662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19" name="02_predicted_pose_1718">
              <a:extLst>
                <a:ext uri="{FF2B5EF4-FFF2-40B4-BE49-F238E27FC236}">
                  <a16:creationId xmlns:a16="http://schemas.microsoft.com/office/drawing/2014/main" id="{FB31A646-F601-4D5F-8B4F-C19EDC1F0317}"/>
                </a:ext>
              </a:extLst>
            </p:cNvPr>
            <p:cNvSpPr>
              <a:spLocks/>
            </p:cNvSpPr>
            <p:nvPr/>
          </p:nvSpPr>
          <p:spPr>
            <a:xfrm>
              <a:off x="4640047" y="596432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0" name="02_predicted_pose_1719">
              <a:extLst>
                <a:ext uri="{FF2B5EF4-FFF2-40B4-BE49-F238E27FC236}">
                  <a16:creationId xmlns:a16="http://schemas.microsoft.com/office/drawing/2014/main" id="{2FA45AF8-E0BE-4144-8E68-DB7C52297C96}"/>
                </a:ext>
              </a:extLst>
            </p:cNvPr>
            <p:cNvSpPr>
              <a:spLocks/>
            </p:cNvSpPr>
            <p:nvPr/>
          </p:nvSpPr>
          <p:spPr>
            <a:xfrm>
              <a:off x="4409212" y="60203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1" name="02_predicted_pose_1720">
              <a:extLst>
                <a:ext uri="{FF2B5EF4-FFF2-40B4-BE49-F238E27FC236}">
                  <a16:creationId xmlns:a16="http://schemas.microsoft.com/office/drawing/2014/main" id="{EBC32477-7E93-484D-8329-8296833576C7}"/>
                </a:ext>
              </a:extLst>
            </p:cNvPr>
            <p:cNvSpPr>
              <a:spLocks/>
            </p:cNvSpPr>
            <p:nvPr/>
          </p:nvSpPr>
          <p:spPr>
            <a:xfrm>
              <a:off x="4422993" y="607758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2" name="02_predicted_pose_1721">
              <a:extLst>
                <a:ext uri="{FF2B5EF4-FFF2-40B4-BE49-F238E27FC236}">
                  <a16:creationId xmlns:a16="http://schemas.microsoft.com/office/drawing/2014/main" id="{14634FC5-CF2B-4419-B054-32C769D5F781}"/>
                </a:ext>
              </a:extLst>
            </p:cNvPr>
            <p:cNvSpPr>
              <a:spLocks/>
            </p:cNvSpPr>
            <p:nvPr/>
          </p:nvSpPr>
          <p:spPr>
            <a:xfrm>
              <a:off x="4450556" y="601007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3" name="02_predicted_pose_1722">
              <a:extLst>
                <a:ext uri="{FF2B5EF4-FFF2-40B4-BE49-F238E27FC236}">
                  <a16:creationId xmlns:a16="http://schemas.microsoft.com/office/drawing/2014/main" id="{774A3CE5-C64F-44DC-92E1-69EE0E2D2D78}"/>
                </a:ext>
              </a:extLst>
            </p:cNvPr>
            <p:cNvSpPr>
              <a:spLocks/>
            </p:cNvSpPr>
            <p:nvPr/>
          </p:nvSpPr>
          <p:spPr>
            <a:xfrm>
              <a:off x="4478118" y="60574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4" name="02_predicted_pose_1723">
              <a:extLst>
                <a:ext uri="{FF2B5EF4-FFF2-40B4-BE49-F238E27FC236}">
                  <a16:creationId xmlns:a16="http://schemas.microsoft.com/office/drawing/2014/main" id="{A3F34857-61EA-4757-A82A-6745CFB05E69}"/>
                </a:ext>
              </a:extLst>
            </p:cNvPr>
            <p:cNvSpPr>
              <a:spLocks/>
            </p:cNvSpPr>
            <p:nvPr/>
          </p:nvSpPr>
          <p:spPr>
            <a:xfrm>
              <a:off x="4505680" y="601367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5" name="02_predicted_pose_1724">
              <a:extLst>
                <a:ext uri="{FF2B5EF4-FFF2-40B4-BE49-F238E27FC236}">
                  <a16:creationId xmlns:a16="http://schemas.microsoft.com/office/drawing/2014/main" id="{0D27FBEC-F310-4427-9570-402728F1369D}"/>
                </a:ext>
              </a:extLst>
            </p:cNvPr>
            <p:cNvSpPr>
              <a:spLocks/>
            </p:cNvSpPr>
            <p:nvPr/>
          </p:nvSpPr>
          <p:spPr>
            <a:xfrm>
              <a:off x="4475362" y="592529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6" name="02_predicted_pose_1725">
              <a:extLst>
                <a:ext uri="{FF2B5EF4-FFF2-40B4-BE49-F238E27FC236}">
                  <a16:creationId xmlns:a16="http://schemas.microsoft.com/office/drawing/2014/main" id="{71A700A4-E031-47E6-8CE9-ECB3BB646C4E}"/>
                </a:ext>
              </a:extLst>
            </p:cNvPr>
            <p:cNvSpPr>
              <a:spLocks/>
            </p:cNvSpPr>
            <p:nvPr/>
          </p:nvSpPr>
          <p:spPr>
            <a:xfrm>
              <a:off x="4422649" y="596528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7" name="02_predicted_pose_1726">
              <a:extLst>
                <a:ext uri="{FF2B5EF4-FFF2-40B4-BE49-F238E27FC236}">
                  <a16:creationId xmlns:a16="http://schemas.microsoft.com/office/drawing/2014/main" id="{EFD5CB86-E93A-475B-A121-B679854F31E8}"/>
                </a:ext>
              </a:extLst>
            </p:cNvPr>
            <p:cNvSpPr>
              <a:spLocks/>
            </p:cNvSpPr>
            <p:nvPr/>
          </p:nvSpPr>
          <p:spPr>
            <a:xfrm>
              <a:off x="4339272" y="597273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8" name="02_predicted_pose_1727">
              <a:extLst>
                <a:ext uri="{FF2B5EF4-FFF2-40B4-BE49-F238E27FC236}">
                  <a16:creationId xmlns:a16="http://schemas.microsoft.com/office/drawing/2014/main" id="{F02F03F7-1824-41D8-8FB4-6698D2ACD088}"/>
                </a:ext>
              </a:extLst>
            </p:cNvPr>
            <p:cNvSpPr>
              <a:spLocks/>
            </p:cNvSpPr>
            <p:nvPr/>
          </p:nvSpPr>
          <p:spPr>
            <a:xfrm>
              <a:off x="4583200" y="57169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29" name="02_predicted_pose_1728">
              <a:extLst>
                <a:ext uri="{FF2B5EF4-FFF2-40B4-BE49-F238E27FC236}">
                  <a16:creationId xmlns:a16="http://schemas.microsoft.com/office/drawing/2014/main" id="{36BFD85C-34B2-462D-BD69-1D5A4C5A8FAE}"/>
                </a:ext>
              </a:extLst>
            </p:cNvPr>
            <p:cNvSpPr>
              <a:spLocks/>
            </p:cNvSpPr>
            <p:nvPr/>
          </p:nvSpPr>
          <p:spPr>
            <a:xfrm>
              <a:off x="4540134" y="50918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0" name="02_predicted_pose_1729">
              <a:extLst>
                <a:ext uri="{FF2B5EF4-FFF2-40B4-BE49-F238E27FC236}">
                  <a16:creationId xmlns:a16="http://schemas.microsoft.com/office/drawing/2014/main" id="{4D3222D0-EF19-4E8E-B6D4-43F4D75DA946}"/>
                </a:ext>
              </a:extLst>
            </p:cNvPr>
            <p:cNvSpPr>
              <a:spLocks/>
            </p:cNvSpPr>
            <p:nvPr/>
          </p:nvSpPr>
          <p:spPr>
            <a:xfrm>
              <a:off x="4359944" y="584859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1" name="02_predicted_pose_1730">
              <a:extLst>
                <a:ext uri="{FF2B5EF4-FFF2-40B4-BE49-F238E27FC236}">
                  <a16:creationId xmlns:a16="http://schemas.microsoft.com/office/drawing/2014/main" id="{4D8B4BF9-1C1F-477E-AE5F-D7DF2E7D7B8E}"/>
                </a:ext>
              </a:extLst>
            </p:cNvPr>
            <p:cNvSpPr>
              <a:spLocks/>
            </p:cNvSpPr>
            <p:nvPr/>
          </p:nvSpPr>
          <p:spPr>
            <a:xfrm>
              <a:off x="4540478" y="582144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2" name="02_predicted_pose_1731">
              <a:extLst>
                <a:ext uri="{FF2B5EF4-FFF2-40B4-BE49-F238E27FC236}">
                  <a16:creationId xmlns:a16="http://schemas.microsoft.com/office/drawing/2014/main" id="{1E4350FD-BCED-4EC4-9652-92B86C5565D3}"/>
                </a:ext>
              </a:extLst>
            </p:cNvPr>
            <p:cNvSpPr>
              <a:spLocks/>
            </p:cNvSpPr>
            <p:nvPr/>
          </p:nvSpPr>
          <p:spPr>
            <a:xfrm>
              <a:off x="4554259" y="580340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3" name="02_predicted_pose_1732">
              <a:extLst>
                <a:ext uri="{FF2B5EF4-FFF2-40B4-BE49-F238E27FC236}">
                  <a16:creationId xmlns:a16="http://schemas.microsoft.com/office/drawing/2014/main" id="{8BB6C6BD-BF0F-4F20-9C51-287C847B549F}"/>
                </a:ext>
              </a:extLst>
            </p:cNvPr>
            <p:cNvSpPr>
              <a:spLocks/>
            </p:cNvSpPr>
            <p:nvPr/>
          </p:nvSpPr>
          <p:spPr>
            <a:xfrm>
              <a:off x="4568041" y="586372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4" name="02_predicted_pose_1733">
              <a:extLst>
                <a:ext uri="{FF2B5EF4-FFF2-40B4-BE49-F238E27FC236}">
                  <a16:creationId xmlns:a16="http://schemas.microsoft.com/office/drawing/2014/main" id="{1B4D3913-D0F6-420A-8CD4-4159B53A0280}"/>
                </a:ext>
              </a:extLst>
            </p:cNvPr>
            <p:cNvSpPr>
              <a:spLocks/>
            </p:cNvSpPr>
            <p:nvPr/>
          </p:nvSpPr>
          <p:spPr>
            <a:xfrm>
              <a:off x="4581822" y="554125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5" name="02_predicted_pose_1734">
              <a:extLst>
                <a:ext uri="{FF2B5EF4-FFF2-40B4-BE49-F238E27FC236}">
                  <a16:creationId xmlns:a16="http://schemas.microsoft.com/office/drawing/2014/main" id="{85DB90DB-FF2B-40E5-8D3B-90C147974CBB}"/>
                </a:ext>
              </a:extLst>
            </p:cNvPr>
            <p:cNvSpPr>
              <a:spLocks/>
            </p:cNvSpPr>
            <p:nvPr/>
          </p:nvSpPr>
          <p:spPr>
            <a:xfrm>
              <a:off x="4595603" y="585480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6" name="02_predicted_pose_1735">
              <a:extLst>
                <a:ext uri="{FF2B5EF4-FFF2-40B4-BE49-F238E27FC236}">
                  <a16:creationId xmlns:a16="http://schemas.microsoft.com/office/drawing/2014/main" id="{C6CC7638-0937-44C9-8969-A76E8B250A35}"/>
                </a:ext>
              </a:extLst>
            </p:cNvPr>
            <p:cNvSpPr>
              <a:spLocks/>
            </p:cNvSpPr>
            <p:nvPr/>
          </p:nvSpPr>
          <p:spPr>
            <a:xfrm>
              <a:off x="4380960" y="568360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7" name="02_predicted_pose_1736">
              <a:extLst>
                <a:ext uri="{FF2B5EF4-FFF2-40B4-BE49-F238E27FC236}">
                  <a16:creationId xmlns:a16="http://schemas.microsoft.com/office/drawing/2014/main" id="{E524B01D-C586-48F1-A7AD-9A7352AF497C}"/>
                </a:ext>
              </a:extLst>
            </p:cNvPr>
            <p:cNvSpPr>
              <a:spLocks/>
            </p:cNvSpPr>
            <p:nvPr/>
          </p:nvSpPr>
          <p:spPr>
            <a:xfrm>
              <a:off x="4394742" y="56815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8" name="02_predicted_pose_1737">
              <a:extLst>
                <a:ext uri="{FF2B5EF4-FFF2-40B4-BE49-F238E27FC236}">
                  <a16:creationId xmlns:a16="http://schemas.microsoft.com/office/drawing/2014/main" id="{CB613572-4FA0-4C0D-8D8B-E4DDAE9BFDFB}"/>
                </a:ext>
              </a:extLst>
            </p:cNvPr>
            <p:cNvSpPr>
              <a:spLocks/>
            </p:cNvSpPr>
            <p:nvPr/>
          </p:nvSpPr>
          <p:spPr>
            <a:xfrm>
              <a:off x="4422304" y="573683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39" name="02_predicted_pose_1738">
              <a:extLst>
                <a:ext uri="{FF2B5EF4-FFF2-40B4-BE49-F238E27FC236}">
                  <a16:creationId xmlns:a16="http://schemas.microsoft.com/office/drawing/2014/main" id="{FDF57A0F-0926-4520-A16E-9A56BC8563AC}"/>
                </a:ext>
              </a:extLst>
            </p:cNvPr>
            <p:cNvSpPr>
              <a:spLocks/>
            </p:cNvSpPr>
            <p:nvPr/>
          </p:nvSpPr>
          <p:spPr>
            <a:xfrm>
              <a:off x="4505680" y="59893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0" name="02_predicted_pose_1739">
              <a:extLst>
                <a:ext uri="{FF2B5EF4-FFF2-40B4-BE49-F238E27FC236}">
                  <a16:creationId xmlns:a16="http://schemas.microsoft.com/office/drawing/2014/main" id="{AC6BE1AB-95E8-49BF-A100-253501171886}"/>
                </a:ext>
              </a:extLst>
            </p:cNvPr>
            <p:cNvSpPr>
              <a:spLocks/>
            </p:cNvSpPr>
            <p:nvPr/>
          </p:nvSpPr>
          <p:spPr>
            <a:xfrm>
              <a:off x="4533243" y="602813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1" name="02_predicted_pose_1740">
              <a:extLst>
                <a:ext uri="{FF2B5EF4-FFF2-40B4-BE49-F238E27FC236}">
                  <a16:creationId xmlns:a16="http://schemas.microsoft.com/office/drawing/2014/main" id="{12B182C4-8742-4D9E-9974-DCB1A8A5CACA}"/>
                </a:ext>
              </a:extLst>
            </p:cNvPr>
            <p:cNvSpPr>
              <a:spLocks/>
            </p:cNvSpPr>
            <p:nvPr/>
          </p:nvSpPr>
          <p:spPr>
            <a:xfrm>
              <a:off x="4560805" y="601350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2" name="02_predicted_pose_1741">
              <a:extLst>
                <a:ext uri="{FF2B5EF4-FFF2-40B4-BE49-F238E27FC236}">
                  <a16:creationId xmlns:a16="http://schemas.microsoft.com/office/drawing/2014/main" id="{46CFF1CD-99C5-409E-9AA4-FC8A7D4AF180}"/>
                </a:ext>
              </a:extLst>
            </p:cNvPr>
            <p:cNvSpPr>
              <a:spLocks/>
            </p:cNvSpPr>
            <p:nvPr/>
          </p:nvSpPr>
          <p:spPr>
            <a:xfrm>
              <a:off x="4588368" y="597835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3" name="02_predicted_pose_1742">
              <a:extLst>
                <a:ext uri="{FF2B5EF4-FFF2-40B4-BE49-F238E27FC236}">
                  <a16:creationId xmlns:a16="http://schemas.microsoft.com/office/drawing/2014/main" id="{7698AA0C-0646-4B8F-B30F-A8042F0B2E66}"/>
                </a:ext>
              </a:extLst>
            </p:cNvPr>
            <p:cNvSpPr>
              <a:spLocks/>
            </p:cNvSpPr>
            <p:nvPr/>
          </p:nvSpPr>
          <p:spPr>
            <a:xfrm>
              <a:off x="4668299" y="59777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4" name="02_predicted_pose_1743">
              <a:extLst>
                <a:ext uri="{FF2B5EF4-FFF2-40B4-BE49-F238E27FC236}">
                  <a16:creationId xmlns:a16="http://schemas.microsoft.com/office/drawing/2014/main" id="{00C903B2-F5CC-40AA-976C-03BFB3C8CB37}"/>
                </a:ext>
              </a:extLst>
            </p:cNvPr>
            <p:cNvSpPr>
              <a:spLocks/>
            </p:cNvSpPr>
            <p:nvPr/>
          </p:nvSpPr>
          <p:spPr>
            <a:xfrm>
              <a:off x="4352364" y="592707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5" name="02_predicted_pose_1744">
              <a:extLst>
                <a:ext uri="{FF2B5EF4-FFF2-40B4-BE49-F238E27FC236}">
                  <a16:creationId xmlns:a16="http://schemas.microsoft.com/office/drawing/2014/main" id="{6340D75C-BBE5-4EDD-BA07-EF6935492D1B}"/>
                </a:ext>
              </a:extLst>
            </p:cNvPr>
            <p:cNvSpPr>
              <a:spLocks/>
            </p:cNvSpPr>
            <p:nvPr/>
          </p:nvSpPr>
          <p:spPr>
            <a:xfrm>
              <a:off x="4379927" y="592217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6" name="02_predicted_pose_1745">
              <a:extLst>
                <a:ext uri="{FF2B5EF4-FFF2-40B4-BE49-F238E27FC236}">
                  <a16:creationId xmlns:a16="http://schemas.microsoft.com/office/drawing/2014/main" id="{B7D70B16-87BD-4D45-8BBE-FBE07A1F9AA7}"/>
                </a:ext>
              </a:extLst>
            </p:cNvPr>
            <p:cNvSpPr>
              <a:spLocks/>
            </p:cNvSpPr>
            <p:nvPr/>
          </p:nvSpPr>
          <p:spPr>
            <a:xfrm>
              <a:off x="4407489" y="59508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7" name="02_predicted_pose_1746">
              <a:extLst>
                <a:ext uri="{FF2B5EF4-FFF2-40B4-BE49-F238E27FC236}">
                  <a16:creationId xmlns:a16="http://schemas.microsoft.com/office/drawing/2014/main" id="{DB60E99D-5DC2-4667-84CA-D8182D114B72}"/>
                </a:ext>
              </a:extLst>
            </p:cNvPr>
            <p:cNvSpPr>
              <a:spLocks/>
            </p:cNvSpPr>
            <p:nvPr/>
          </p:nvSpPr>
          <p:spPr>
            <a:xfrm>
              <a:off x="4435052" y="59500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8" name="02_predicted_pose_1747">
              <a:extLst>
                <a:ext uri="{FF2B5EF4-FFF2-40B4-BE49-F238E27FC236}">
                  <a16:creationId xmlns:a16="http://schemas.microsoft.com/office/drawing/2014/main" id="{2BAF39E0-9DBB-4E00-9390-2138360E8D32}"/>
                </a:ext>
              </a:extLst>
            </p:cNvPr>
            <p:cNvSpPr>
              <a:spLocks/>
            </p:cNvSpPr>
            <p:nvPr/>
          </p:nvSpPr>
          <p:spPr>
            <a:xfrm>
              <a:off x="4338238" y="593757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49" name="02_predicted_pose_1748">
              <a:extLst>
                <a:ext uri="{FF2B5EF4-FFF2-40B4-BE49-F238E27FC236}">
                  <a16:creationId xmlns:a16="http://schemas.microsoft.com/office/drawing/2014/main" id="{5B05820B-F847-46DF-ABA5-042F00F1E2E7}"/>
                </a:ext>
              </a:extLst>
            </p:cNvPr>
            <p:cNvSpPr>
              <a:spLocks/>
            </p:cNvSpPr>
            <p:nvPr/>
          </p:nvSpPr>
          <p:spPr>
            <a:xfrm>
              <a:off x="4387851" y="573722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0" name="02_predicted_pose_1749">
              <a:extLst>
                <a:ext uri="{FF2B5EF4-FFF2-40B4-BE49-F238E27FC236}">
                  <a16:creationId xmlns:a16="http://schemas.microsoft.com/office/drawing/2014/main" id="{8E56C06B-5CE9-449F-ADE7-FE4A839D7462}"/>
                </a:ext>
              </a:extLst>
            </p:cNvPr>
            <p:cNvSpPr>
              <a:spLocks/>
            </p:cNvSpPr>
            <p:nvPr/>
          </p:nvSpPr>
          <p:spPr>
            <a:xfrm>
              <a:off x="4529798" y="615733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1" name="02_predicted_pose_1750">
              <a:extLst>
                <a:ext uri="{FF2B5EF4-FFF2-40B4-BE49-F238E27FC236}">
                  <a16:creationId xmlns:a16="http://schemas.microsoft.com/office/drawing/2014/main" id="{17E8CFA4-92F4-432E-BCF7-D1A70684F1B4}"/>
                </a:ext>
              </a:extLst>
            </p:cNvPr>
            <p:cNvSpPr>
              <a:spLocks/>
            </p:cNvSpPr>
            <p:nvPr/>
          </p:nvSpPr>
          <p:spPr>
            <a:xfrm>
              <a:off x="4557360" y="610736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2" name="02_predicted_pose_1751">
              <a:extLst>
                <a:ext uri="{FF2B5EF4-FFF2-40B4-BE49-F238E27FC236}">
                  <a16:creationId xmlns:a16="http://schemas.microsoft.com/office/drawing/2014/main" id="{3B1925A1-2FF9-4ED8-9794-5D845F3EA501}"/>
                </a:ext>
              </a:extLst>
            </p:cNvPr>
            <p:cNvSpPr>
              <a:spLocks/>
            </p:cNvSpPr>
            <p:nvPr/>
          </p:nvSpPr>
          <p:spPr>
            <a:xfrm>
              <a:off x="4598704" y="606686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3" name="02_predicted_pose_1752">
              <a:extLst>
                <a:ext uri="{FF2B5EF4-FFF2-40B4-BE49-F238E27FC236}">
                  <a16:creationId xmlns:a16="http://schemas.microsoft.com/office/drawing/2014/main" id="{F4D6973F-2DBB-4C87-A80F-291F14C66C39}"/>
                </a:ext>
              </a:extLst>
            </p:cNvPr>
            <p:cNvSpPr>
              <a:spLocks/>
            </p:cNvSpPr>
            <p:nvPr/>
          </p:nvSpPr>
          <p:spPr>
            <a:xfrm>
              <a:off x="4626266" y="615162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4" name="02_predicted_pose_1753">
              <a:extLst>
                <a:ext uri="{FF2B5EF4-FFF2-40B4-BE49-F238E27FC236}">
                  <a16:creationId xmlns:a16="http://schemas.microsoft.com/office/drawing/2014/main" id="{F6B74AF2-FDDC-413E-8939-5C085652BDC5}"/>
                </a:ext>
              </a:extLst>
            </p:cNvPr>
            <p:cNvSpPr>
              <a:spLocks/>
            </p:cNvSpPr>
            <p:nvPr/>
          </p:nvSpPr>
          <p:spPr>
            <a:xfrm>
              <a:off x="4653829" y="608474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5" name="02_predicted_pose_1754">
              <a:extLst>
                <a:ext uri="{FF2B5EF4-FFF2-40B4-BE49-F238E27FC236}">
                  <a16:creationId xmlns:a16="http://schemas.microsoft.com/office/drawing/2014/main" id="{CEE45564-D45B-497B-8242-11C079BC8ACB}"/>
                </a:ext>
              </a:extLst>
            </p:cNvPr>
            <p:cNvSpPr>
              <a:spLocks/>
            </p:cNvSpPr>
            <p:nvPr/>
          </p:nvSpPr>
          <p:spPr>
            <a:xfrm>
              <a:off x="4636258" y="60539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6" name="02_predicted_pose_1755">
              <a:extLst>
                <a:ext uri="{FF2B5EF4-FFF2-40B4-BE49-F238E27FC236}">
                  <a16:creationId xmlns:a16="http://schemas.microsoft.com/office/drawing/2014/main" id="{DFE8162A-17FC-4236-9537-1C323BEFEAEB}"/>
                </a:ext>
              </a:extLst>
            </p:cNvPr>
            <p:cNvSpPr>
              <a:spLocks/>
            </p:cNvSpPr>
            <p:nvPr/>
          </p:nvSpPr>
          <p:spPr>
            <a:xfrm>
              <a:off x="4385784" y="605194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7" name="02_predicted_pose_1756">
              <a:extLst>
                <a:ext uri="{FF2B5EF4-FFF2-40B4-BE49-F238E27FC236}">
                  <a16:creationId xmlns:a16="http://schemas.microsoft.com/office/drawing/2014/main" id="{AF294C34-6172-40E0-8CBB-52B5D42FD7D7}"/>
                </a:ext>
              </a:extLst>
            </p:cNvPr>
            <p:cNvSpPr>
              <a:spLocks/>
            </p:cNvSpPr>
            <p:nvPr/>
          </p:nvSpPr>
          <p:spPr>
            <a:xfrm>
              <a:off x="4664854" y="608903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8" name="02_predicted_pose_1757">
              <a:extLst>
                <a:ext uri="{FF2B5EF4-FFF2-40B4-BE49-F238E27FC236}">
                  <a16:creationId xmlns:a16="http://schemas.microsoft.com/office/drawing/2014/main" id="{F39A7BCF-68AF-4BAF-9AED-9E40D97E5BF7}"/>
                </a:ext>
              </a:extLst>
            </p:cNvPr>
            <p:cNvSpPr>
              <a:spLocks/>
            </p:cNvSpPr>
            <p:nvPr/>
          </p:nvSpPr>
          <p:spPr>
            <a:xfrm>
              <a:off x="4507403" y="608658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59" name="02_predicted_pose_1758">
              <a:extLst>
                <a:ext uri="{FF2B5EF4-FFF2-40B4-BE49-F238E27FC236}">
                  <a16:creationId xmlns:a16="http://schemas.microsoft.com/office/drawing/2014/main" id="{7CF4FCE0-0426-47E2-A76D-C42DD6F1AC29}"/>
                </a:ext>
              </a:extLst>
            </p:cNvPr>
            <p:cNvSpPr>
              <a:spLocks/>
            </p:cNvSpPr>
            <p:nvPr/>
          </p:nvSpPr>
          <p:spPr>
            <a:xfrm>
              <a:off x="4600426" y="615121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0" name="02_predicted_pose_1759">
              <a:extLst>
                <a:ext uri="{FF2B5EF4-FFF2-40B4-BE49-F238E27FC236}">
                  <a16:creationId xmlns:a16="http://schemas.microsoft.com/office/drawing/2014/main" id="{3AD89185-7F40-4110-9A3C-1153DD968D6B}"/>
                </a:ext>
              </a:extLst>
            </p:cNvPr>
            <p:cNvSpPr>
              <a:spLocks/>
            </p:cNvSpPr>
            <p:nvPr/>
          </p:nvSpPr>
          <p:spPr>
            <a:xfrm>
              <a:off x="4345474" y="58876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1" name="02_predicted_pose_1760">
              <a:extLst>
                <a:ext uri="{FF2B5EF4-FFF2-40B4-BE49-F238E27FC236}">
                  <a16:creationId xmlns:a16="http://schemas.microsoft.com/office/drawing/2014/main" id="{35E0CBAD-F7C7-4581-8E71-84D2D6751820}"/>
                </a:ext>
              </a:extLst>
            </p:cNvPr>
            <p:cNvSpPr>
              <a:spLocks/>
            </p:cNvSpPr>
            <p:nvPr/>
          </p:nvSpPr>
          <p:spPr>
            <a:xfrm>
              <a:off x="4359255" y="58946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2" name="02_predicted_pose_1761">
              <a:extLst>
                <a:ext uri="{FF2B5EF4-FFF2-40B4-BE49-F238E27FC236}">
                  <a16:creationId xmlns:a16="http://schemas.microsoft.com/office/drawing/2014/main" id="{1A0408B4-D5D3-46A2-BD91-8CFCDA4AB539}"/>
                </a:ext>
              </a:extLst>
            </p:cNvPr>
            <p:cNvSpPr>
              <a:spLocks/>
            </p:cNvSpPr>
            <p:nvPr/>
          </p:nvSpPr>
          <p:spPr>
            <a:xfrm>
              <a:off x="4373036" y="57977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3" name="02_predicted_pose_1762">
              <a:extLst>
                <a:ext uri="{FF2B5EF4-FFF2-40B4-BE49-F238E27FC236}">
                  <a16:creationId xmlns:a16="http://schemas.microsoft.com/office/drawing/2014/main" id="{890DB753-466E-4A4D-8C8E-A38F9E2F8C2C}"/>
                </a:ext>
              </a:extLst>
            </p:cNvPr>
            <p:cNvSpPr>
              <a:spLocks/>
            </p:cNvSpPr>
            <p:nvPr/>
          </p:nvSpPr>
          <p:spPr>
            <a:xfrm>
              <a:off x="4386817" y="578157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4" name="02_predicted_pose_1763">
              <a:extLst>
                <a:ext uri="{FF2B5EF4-FFF2-40B4-BE49-F238E27FC236}">
                  <a16:creationId xmlns:a16="http://schemas.microsoft.com/office/drawing/2014/main" id="{B877D1D2-ABBB-4E24-A0D4-40F29B929AE9}"/>
                </a:ext>
              </a:extLst>
            </p:cNvPr>
            <p:cNvSpPr>
              <a:spLocks/>
            </p:cNvSpPr>
            <p:nvPr/>
          </p:nvSpPr>
          <p:spPr>
            <a:xfrm>
              <a:off x="4342373" y="59000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5" name="02_predicted_pose_1764">
              <a:extLst>
                <a:ext uri="{FF2B5EF4-FFF2-40B4-BE49-F238E27FC236}">
                  <a16:creationId xmlns:a16="http://schemas.microsoft.com/office/drawing/2014/main" id="{8ADBC5AB-7C21-43F8-A018-070503BEA7D0}"/>
                </a:ext>
              </a:extLst>
            </p:cNvPr>
            <p:cNvSpPr>
              <a:spLocks/>
            </p:cNvSpPr>
            <p:nvPr/>
          </p:nvSpPr>
          <p:spPr>
            <a:xfrm>
              <a:off x="4369935" y="567157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6" name="02_predicted_pose_1765">
              <a:extLst>
                <a:ext uri="{FF2B5EF4-FFF2-40B4-BE49-F238E27FC236}">
                  <a16:creationId xmlns:a16="http://schemas.microsoft.com/office/drawing/2014/main" id="{67A4A85A-A40B-4D7D-B994-248482633396}"/>
                </a:ext>
              </a:extLst>
            </p:cNvPr>
            <p:cNvSpPr>
              <a:spLocks/>
            </p:cNvSpPr>
            <p:nvPr/>
          </p:nvSpPr>
          <p:spPr>
            <a:xfrm>
              <a:off x="4454345" y="598251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7" name="02_predicted_pose_1766">
              <a:extLst>
                <a:ext uri="{FF2B5EF4-FFF2-40B4-BE49-F238E27FC236}">
                  <a16:creationId xmlns:a16="http://schemas.microsoft.com/office/drawing/2014/main" id="{6C812862-6B2C-4EBB-B382-60959480F25D}"/>
                </a:ext>
              </a:extLst>
            </p:cNvPr>
            <p:cNvSpPr>
              <a:spLocks/>
            </p:cNvSpPr>
            <p:nvPr/>
          </p:nvSpPr>
          <p:spPr>
            <a:xfrm>
              <a:off x="4402321" y="58321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8" name="02_predicted_pose_1767">
              <a:extLst>
                <a:ext uri="{FF2B5EF4-FFF2-40B4-BE49-F238E27FC236}">
                  <a16:creationId xmlns:a16="http://schemas.microsoft.com/office/drawing/2014/main" id="{7F84A061-F7BC-415A-995E-52558B3C215C}"/>
                </a:ext>
              </a:extLst>
            </p:cNvPr>
            <p:cNvSpPr>
              <a:spLocks/>
            </p:cNvSpPr>
            <p:nvPr/>
          </p:nvSpPr>
          <p:spPr>
            <a:xfrm>
              <a:off x="4429884" y="582163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69" name="02_predicted_pose_1768">
              <a:extLst>
                <a:ext uri="{FF2B5EF4-FFF2-40B4-BE49-F238E27FC236}">
                  <a16:creationId xmlns:a16="http://schemas.microsoft.com/office/drawing/2014/main" id="{0D13D634-0918-4B0C-8B6B-7798289FF0A2}"/>
                </a:ext>
              </a:extLst>
            </p:cNvPr>
            <p:cNvSpPr>
              <a:spLocks/>
            </p:cNvSpPr>
            <p:nvPr/>
          </p:nvSpPr>
          <p:spPr>
            <a:xfrm>
              <a:off x="4443665" y="59276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0" name="02_predicted_pose_1769">
              <a:extLst>
                <a:ext uri="{FF2B5EF4-FFF2-40B4-BE49-F238E27FC236}">
                  <a16:creationId xmlns:a16="http://schemas.microsoft.com/office/drawing/2014/main" id="{E672C0A3-71DB-48AC-A8F8-7B3050F92BF1}"/>
                </a:ext>
              </a:extLst>
            </p:cNvPr>
            <p:cNvSpPr>
              <a:spLocks/>
            </p:cNvSpPr>
            <p:nvPr/>
          </p:nvSpPr>
          <p:spPr>
            <a:xfrm>
              <a:off x="4381305" y="559990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1" name="02_predicted_pose_1770">
              <a:extLst>
                <a:ext uri="{FF2B5EF4-FFF2-40B4-BE49-F238E27FC236}">
                  <a16:creationId xmlns:a16="http://schemas.microsoft.com/office/drawing/2014/main" id="{D7001184-D1EE-46CA-A2C1-8918EDD7BE98}"/>
                </a:ext>
              </a:extLst>
            </p:cNvPr>
            <p:cNvSpPr>
              <a:spLocks/>
            </p:cNvSpPr>
            <p:nvPr/>
          </p:nvSpPr>
          <p:spPr>
            <a:xfrm>
              <a:off x="4395086" y="568818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2" name="02_predicted_pose_1771">
              <a:extLst>
                <a:ext uri="{FF2B5EF4-FFF2-40B4-BE49-F238E27FC236}">
                  <a16:creationId xmlns:a16="http://schemas.microsoft.com/office/drawing/2014/main" id="{E3415874-CF9F-4EC9-A599-BF93F1765412}"/>
                </a:ext>
              </a:extLst>
            </p:cNvPr>
            <p:cNvSpPr>
              <a:spLocks/>
            </p:cNvSpPr>
            <p:nvPr/>
          </p:nvSpPr>
          <p:spPr>
            <a:xfrm>
              <a:off x="4408867" y="55670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3" name="02_predicted_pose_1772">
              <a:extLst>
                <a:ext uri="{FF2B5EF4-FFF2-40B4-BE49-F238E27FC236}">
                  <a16:creationId xmlns:a16="http://schemas.microsoft.com/office/drawing/2014/main" id="{8F65F826-0D66-4B2D-AE69-7334E405A250}"/>
                </a:ext>
              </a:extLst>
            </p:cNvPr>
            <p:cNvSpPr>
              <a:spLocks/>
            </p:cNvSpPr>
            <p:nvPr/>
          </p:nvSpPr>
          <p:spPr>
            <a:xfrm>
              <a:off x="4428161" y="533930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4" name="02_predicted_pose_1773">
              <a:extLst>
                <a:ext uri="{FF2B5EF4-FFF2-40B4-BE49-F238E27FC236}">
                  <a16:creationId xmlns:a16="http://schemas.microsoft.com/office/drawing/2014/main" id="{BDFBA6D5-ADA9-497A-AE78-EDFDE0461CA5}"/>
                </a:ext>
              </a:extLst>
            </p:cNvPr>
            <p:cNvSpPr>
              <a:spLocks/>
            </p:cNvSpPr>
            <p:nvPr/>
          </p:nvSpPr>
          <p:spPr>
            <a:xfrm>
              <a:off x="4455723" y="54282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5" name="02_predicted_pose_1774">
              <a:extLst>
                <a:ext uri="{FF2B5EF4-FFF2-40B4-BE49-F238E27FC236}">
                  <a16:creationId xmlns:a16="http://schemas.microsoft.com/office/drawing/2014/main" id="{52340560-9163-4DA4-877A-A0AD001F1121}"/>
                </a:ext>
              </a:extLst>
            </p:cNvPr>
            <p:cNvSpPr>
              <a:spLocks/>
            </p:cNvSpPr>
            <p:nvPr/>
          </p:nvSpPr>
          <p:spPr>
            <a:xfrm>
              <a:off x="4469505" y="539975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6" name="02_predicted_pose_1775">
              <a:extLst>
                <a:ext uri="{FF2B5EF4-FFF2-40B4-BE49-F238E27FC236}">
                  <a16:creationId xmlns:a16="http://schemas.microsoft.com/office/drawing/2014/main" id="{4557CDDC-06A2-4C44-A35D-DC898015B042}"/>
                </a:ext>
              </a:extLst>
            </p:cNvPr>
            <p:cNvSpPr>
              <a:spLocks/>
            </p:cNvSpPr>
            <p:nvPr/>
          </p:nvSpPr>
          <p:spPr>
            <a:xfrm>
              <a:off x="4552192" y="548994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7" name="02_predicted_pose_1776">
              <a:extLst>
                <a:ext uri="{FF2B5EF4-FFF2-40B4-BE49-F238E27FC236}">
                  <a16:creationId xmlns:a16="http://schemas.microsoft.com/office/drawing/2014/main" id="{65AE706A-20FB-40CB-9C49-5A79D58115EB}"/>
                </a:ext>
              </a:extLst>
            </p:cNvPr>
            <p:cNvSpPr>
              <a:spLocks/>
            </p:cNvSpPr>
            <p:nvPr/>
          </p:nvSpPr>
          <p:spPr>
            <a:xfrm>
              <a:off x="4534621" y="533797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8" name="02_predicted_pose_1777">
              <a:extLst>
                <a:ext uri="{FF2B5EF4-FFF2-40B4-BE49-F238E27FC236}">
                  <a16:creationId xmlns:a16="http://schemas.microsoft.com/office/drawing/2014/main" id="{7877E043-B1D2-49DD-9158-A494E82AB377}"/>
                </a:ext>
              </a:extLst>
            </p:cNvPr>
            <p:cNvSpPr>
              <a:spLocks/>
            </p:cNvSpPr>
            <p:nvPr/>
          </p:nvSpPr>
          <p:spPr>
            <a:xfrm>
              <a:off x="4405767" y="53649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79" name="02_predicted_pose_1778">
              <a:extLst>
                <a:ext uri="{FF2B5EF4-FFF2-40B4-BE49-F238E27FC236}">
                  <a16:creationId xmlns:a16="http://schemas.microsoft.com/office/drawing/2014/main" id="{E8B3A284-8650-49FC-ADAD-BBEE78354C86}"/>
                </a:ext>
              </a:extLst>
            </p:cNvPr>
            <p:cNvSpPr>
              <a:spLocks/>
            </p:cNvSpPr>
            <p:nvPr/>
          </p:nvSpPr>
          <p:spPr>
            <a:xfrm>
              <a:off x="4552881" y="575831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0" name="02_predicted_pose_1779">
              <a:extLst>
                <a:ext uri="{FF2B5EF4-FFF2-40B4-BE49-F238E27FC236}">
                  <a16:creationId xmlns:a16="http://schemas.microsoft.com/office/drawing/2014/main" id="{73BADCC4-C69F-477A-A497-299326E97B86}"/>
                </a:ext>
              </a:extLst>
            </p:cNvPr>
            <p:cNvSpPr>
              <a:spLocks/>
            </p:cNvSpPr>
            <p:nvPr/>
          </p:nvSpPr>
          <p:spPr>
            <a:xfrm>
              <a:off x="4566662" y="60577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1" name="02_predicted_pose_1780">
              <a:extLst>
                <a:ext uri="{FF2B5EF4-FFF2-40B4-BE49-F238E27FC236}">
                  <a16:creationId xmlns:a16="http://schemas.microsoft.com/office/drawing/2014/main" id="{6EE6BCED-9D02-4079-8CE7-81BF9A1496AB}"/>
                </a:ext>
              </a:extLst>
            </p:cNvPr>
            <p:cNvSpPr>
              <a:spLocks/>
            </p:cNvSpPr>
            <p:nvPr/>
          </p:nvSpPr>
          <p:spPr>
            <a:xfrm>
              <a:off x="4527041" y="588704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2" name="02_predicted_pose_1781">
              <a:extLst>
                <a:ext uri="{FF2B5EF4-FFF2-40B4-BE49-F238E27FC236}">
                  <a16:creationId xmlns:a16="http://schemas.microsoft.com/office/drawing/2014/main" id="{8D47DFCA-183F-4C3B-805E-EF3E036D6578}"/>
                </a:ext>
              </a:extLst>
            </p:cNvPr>
            <p:cNvSpPr>
              <a:spLocks/>
            </p:cNvSpPr>
            <p:nvPr/>
          </p:nvSpPr>
          <p:spPr>
            <a:xfrm>
              <a:off x="4540823" y="585555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3" name="02_predicted_pose_1782">
              <a:extLst>
                <a:ext uri="{FF2B5EF4-FFF2-40B4-BE49-F238E27FC236}">
                  <a16:creationId xmlns:a16="http://schemas.microsoft.com/office/drawing/2014/main" id="{339C365C-921C-4D19-9F74-96E7462F7115}"/>
                </a:ext>
              </a:extLst>
            </p:cNvPr>
            <p:cNvSpPr>
              <a:spLocks/>
            </p:cNvSpPr>
            <p:nvPr/>
          </p:nvSpPr>
          <p:spPr>
            <a:xfrm>
              <a:off x="4554604" y="582760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4" name="02_predicted_pose_1783">
              <a:extLst>
                <a:ext uri="{FF2B5EF4-FFF2-40B4-BE49-F238E27FC236}">
                  <a16:creationId xmlns:a16="http://schemas.microsoft.com/office/drawing/2014/main" id="{7E733A01-9271-4333-884C-AC1EE90FEECA}"/>
                </a:ext>
              </a:extLst>
            </p:cNvPr>
            <p:cNvSpPr>
              <a:spLocks/>
            </p:cNvSpPr>
            <p:nvPr/>
          </p:nvSpPr>
          <p:spPr>
            <a:xfrm>
              <a:off x="4582166" y="5868588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5" name="02_predicted_pose_1784">
              <a:extLst>
                <a:ext uri="{FF2B5EF4-FFF2-40B4-BE49-F238E27FC236}">
                  <a16:creationId xmlns:a16="http://schemas.microsoft.com/office/drawing/2014/main" id="{A4B25526-A74B-4DFA-A5A5-70451EE2B5B6}"/>
                </a:ext>
              </a:extLst>
            </p:cNvPr>
            <p:cNvSpPr>
              <a:spLocks/>
            </p:cNvSpPr>
            <p:nvPr/>
          </p:nvSpPr>
          <p:spPr>
            <a:xfrm>
              <a:off x="4595948" y="57080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6" name="02_predicted_pose_1785">
              <a:extLst>
                <a:ext uri="{FF2B5EF4-FFF2-40B4-BE49-F238E27FC236}">
                  <a16:creationId xmlns:a16="http://schemas.microsoft.com/office/drawing/2014/main" id="{0DC88346-F2FE-4B89-AC1D-C9F45F879A1C}"/>
                </a:ext>
              </a:extLst>
            </p:cNvPr>
            <p:cNvSpPr>
              <a:spLocks/>
            </p:cNvSpPr>
            <p:nvPr/>
          </p:nvSpPr>
          <p:spPr>
            <a:xfrm>
              <a:off x="4409556" y="600901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7" name="02_predicted_pose_1786">
              <a:extLst>
                <a:ext uri="{FF2B5EF4-FFF2-40B4-BE49-F238E27FC236}">
                  <a16:creationId xmlns:a16="http://schemas.microsoft.com/office/drawing/2014/main" id="{24CD02DA-DBA0-42D1-9924-620752072E56}"/>
                </a:ext>
              </a:extLst>
            </p:cNvPr>
            <p:cNvSpPr>
              <a:spLocks/>
            </p:cNvSpPr>
            <p:nvPr/>
          </p:nvSpPr>
          <p:spPr>
            <a:xfrm>
              <a:off x="4450900" y="521502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8" name="02_predicted_pose_1787">
              <a:extLst>
                <a:ext uri="{FF2B5EF4-FFF2-40B4-BE49-F238E27FC236}">
                  <a16:creationId xmlns:a16="http://schemas.microsoft.com/office/drawing/2014/main" id="{F086FE97-E0C6-4248-82F3-27F503D0F369}"/>
                </a:ext>
              </a:extLst>
            </p:cNvPr>
            <p:cNvSpPr>
              <a:spLocks/>
            </p:cNvSpPr>
            <p:nvPr/>
          </p:nvSpPr>
          <p:spPr>
            <a:xfrm>
              <a:off x="4464681" y="619323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89" name="02_predicted_pose_1788">
              <a:extLst>
                <a:ext uri="{FF2B5EF4-FFF2-40B4-BE49-F238E27FC236}">
                  <a16:creationId xmlns:a16="http://schemas.microsoft.com/office/drawing/2014/main" id="{37DEA34D-8C5A-4278-BFDF-FBD6D9A347A8}"/>
                </a:ext>
              </a:extLst>
            </p:cNvPr>
            <p:cNvSpPr>
              <a:spLocks/>
            </p:cNvSpPr>
            <p:nvPr/>
          </p:nvSpPr>
          <p:spPr>
            <a:xfrm>
              <a:off x="4484664" y="578033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0" name="02_predicted_pose_1789">
              <a:extLst>
                <a:ext uri="{FF2B5EF4-FFF2-40B4-BE49-F238E27FC236}">
                  <a16:creationId xmlns:a16="http://schemas.microsoft.com/office/drawing/2014/main" id="{E4B5473A-D7EF-41CA-9EE9-92F3D059B76F}"/>
                </a:ext>
              </a:extLst>
            </p:cNvPr>
            <p:cNvSpPr>
              <a:spLocks/>
            </p:cNvSpPr>
            <p:nvPr/>
          </p:nvSpPr>
          <p:spPr>
            <a:xfrm>
              <a:off x="4498445" y="57086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1" name="02_predicted_pose_1790">
              <a:extLst>
                <a:ext uri="{FF2B5EF4-FFF2-40B4-BE49-F238E27FC236}">
                  <a16:creationId xmlns:a16="http://schemas.microsoft.com/office/drawing/2014/main" id="{DB4D07C2-326D-49DC-A806-093381DF6498}"/>
                </a:ext>
              </a:extLst>
            </p:cNvPr>
            <p:cNvSpPr>
              <a:spLocks/>
            </p:cNvSpPr>
            <p:nvPr/>
          </p:nvSpPr>
          <p:spPr>
            <a:xfrm>
              <a:off x="4512227" y="576222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2" name="02_predicted_pose_1791">
              <a:extLst>
                <a:ext uri="{FF2B5EF4-FFF2-40B4-BE49-F238E27FC236}">
                  <a16:creationId xmlns:a16="http://schemas.microsoft.com/office/drawing/2014/main" id="{EBD33C82-6F50-4E0C-9692-A95ECD98C7B2}"/>
                </a:ext>
              </a:extLst>
            </p:cNvPr>
            <p:cNvSpPr>
              <a:spLocks/>
            </p:cNvSpPr>
            <p:nvPr/>
          </p:nvSpPr>
          <p:spPr>
            <a:xfrm>
              <a:off x="4553570" y="571906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3" name="02_predicted_pose_1792">
              <a:extLst>
                <a:ext uri="{FF2B5EF4-FFF2-40B4-BE49-F238E27FC236}">
                  <a16:creationId xmlns:a16="http://schemas.microsoft.com/office/drawing/2014/main" id="{545DDC84-6DA2-4BE3-AE5B-34D82AC577AB}"/>
                </a:ext>
              </a:extLst>
            </p:cNvPr>
            <p:cNvSpPr>
              <a:spLocks/>
            </p:cNvSpPr>
            <p:nvPr/>
          </p:nvSpPr>
          <p:spPr>
            <a:xfrm>
              <a:off x="4567351" y="575931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4" name="02_predicted_pose_1793">
              <a:extLst>
                <a:ext uri="{FF2B5EF4-FFF2-40B4-BE49-F238E27FC236}">
                  <a16:creationId xmlns:a16="http://schemas.microsoft.com/office/drawing/2014/main" id="{6506EF63-0E56-49AC-B27D-079FABB36884}"/>
                </a:ext>
              </a:extLst>
            </p:cNvPr>
            <p:cNvSpPr>
              <a:spLocks/>
            </p:cNvSpPr>
            <p:nvPr/>
          </p:nvSpPr>
          <p:spPr>
            <a:xfrm>
              <a:off x="4581133" y="571813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5" name="02_predicted_pose_1794">
              <a:extLst>
                <a:ext uri="{FF2B5EF4-FFF2-40B4-BE49-F238E27FC236}">
                  <a16:creationId xmlns:a16="http://schemas.microsoft.com/office/drawing/2014/main" id="{F6FAFF53-947B-4C6A-98EB-E699E1C46870}"/>
                </a:ext>
              </a:extLst>
            </p:cNvPr>
            <p:cNvSpPr>
              <a:spLocks/>
            </p:cNvSpPr>
            <p:nvPr/>
          </p:nvSpPr>
          <p:spPr>
            <a:xfrm>
              <a:off x="4594914" y="573470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6" name="02_predicted_pose_1795">
              <a:extLst>
                <a:ext uri="{FF2B5EF4-FFF2-40B4-BE49-F238E27FC236}">
                  <a16:creationId xmlns:a16="http://schemas.microsoft.com/office/drawing/2014/main" id="{38242391-5D09-42B6-816B-0948FAB67D56}"/>
                </a:ext>
              </a:extLst>
            </p:cNvPr>
            <p:cNvSpPr>
              <a:spLocks/>
            </p:cNvSpPr>
            <p:nvPr/>
          </p:nvSpPr>
          <p:spPr>
            <a:xfrm>
              <a:off x="4484320" y="574995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7" name="02_predicted_pose_1796">
              <a:extLst>
                <a:ext uri="{FF2B5EF4-FFF2-40B4-BE49-F238E27FC236}">
                  <a16:creationId xmlns:a16="http://schemas.microsoft.com/office/drawing/2014/main" id="{507A6C84-19D1-4EA9-B334-5F0F07659754}"/>
                </a:ext>
              </a:extLst>
            </p:cNvPr>
            <p:cNvSpPr>
              <a:spLocks/>
            </p:cNvSpPr>
            <p:nvPr/>
          </p:nvSpPr>
          <p:spPr>
            <a:xfrm>
              <a:off x="4577343" y="573615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8" name="02_predicted_pose_1797">
              <a:extLst>
                <a:ext uri="{FF2B5EF4-FFF2-40B4-BE49-F238E27FC236}">
                  <a16:creationId xmlns:a16="http://schemas.microsoft.com/office/drawing/2014/main" id="{B63602EA-2DB0-4950-8D70-579617C5B921}"/>
                </a:ext>
              </a:extLst>
            </p:cNvPr>
            <p:cNvSpPr>
              <a:spLocks/>
            </p:cNvSpPr>
            <p:nvPr/>
          </p:nvSpPr>
          <p:spPr>
            <a:xfrm>
              <a:off x="4326869" y="574307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99" name="02_predicted_pose_1798">
              <a:extLst>
                <a:ext uri="{FF2B5EF4-FFF2-40B4-BE49-F238E27FC236}">
                  <a16:creationId xmlns:a16="http://schemas.microsoft.com/office/drawing/2014/main" id="{7FF6A2E8-5353-4533-B0E6-92BDDD61C1EB}"/>
                </a:ext>
              </a:extLst>
            </p:cNvPr>
            <p:cNvSpPr>
              <a:spLocks/>
            </p:cNvSpPr>
            <p:nvPr/>
          </p:nvSpPr>
          <p:spPr>
            <a:xfrm>
              <a:off x="4419892" y="573522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0" name="02_predicted_pose_1799">
              <a:extLst>
                <a:ext uri="{FF2B5EF4-FFF2-40B4-BE49-F238E27FC236}">
                  <a16:creationId xmlns:a16="http://schemas.microsoft.com/office/drawing/2014/main" id="{EDB33140-7A19-452A-9D51-10BE00D703B6}"/>
                </a:ext>
              </a:extLst>
            </p:cNvPr>
            <p:cNvSpPr>
              <a:spLocks/>
            </p:cNvSpPr>
            <p:nvPr/>
          </p:nvSpPr>
          <p:spPr>
            <a:xfrm>
              <a:off x="4485698" y="596422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1" name="02_predicted_pose_1800">
              <a:extLst>
                <a:ext uri="{FF2B5EF4-FFF2-40B4-BE49-F238E27FC236}">
                  <a16:creationId xmlns:a16="http://schemas.microsoft.com/office/drawing/2014/main" id="{1195FC4C-3DBD-4DFB-B6AD-ABAA6C5A66FF}"/>
                </a:ext>
              </a:extLst>
            </p:cNvPr>
            <p:cNvSpPr>
              <a:spLocks/>
            </p:cNvSpPr>
            <p:nvPr/>
          </p:nvSpPr>
          <p:spPr>
            <a:xfrm>
              <a:off x="4513260" y="603096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2" name="02_predicted_pose_1801">
              <a:extLst>
                <a:ext uri="{FF2B5EF4-FFF2-40B4-BE49-F238E27FC236}">
                  <a16:creationId xmlns:a16="http://schemas.microsoft.com/office/drawing/2014/main" id="{DB17760A-E889-4141-A150-760AACF27062}"/>
                </a:ext>
              </a:extLst>
            </p:cNvPr>
            <p:cNvSpPr>
              <a:spLocks/>
            </p:cNvSpPr>
            <p:nvPr/>
          </p:nvSpPr>
          <p:spPr>
            <a:xfrm>
              <a:off x="4540823" y="589731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3" name="02_predicted_pose_1802">
              <a:extLst>
                <a:ext uri="{FF2B5EF4-FFF2-40B4-BE49-F238E27FC236}">
                  <a16:creationId xmlns:a16="http://schemas.microsoft.com/office/drawing/2014/main" id="{53D8B1CF-DD53-4234-94AB-01721D596DD2}"/>
                </a:ext>
              </a:extLst>
            </p:cNvPr>
            <p:cNvSpPr>
              <a:spLocks/>
            </p:cNvSpPr>
            <p:nvPr/>
          </p:nvSpPr>
          <p:spPr>
            <a:xfrm>
              <a:off x="4568385" y="59270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4" name="02_predicted_pose_1803">
              <a:extLst>
                <a:ext uri="{FF2B5EF4-FFF2-40B4-BE49-F238E27FC236}">
                  <a16:creationId xmlns:a16="http://schemas.microsoft.com/office/drawing/2014/main" id="{FDF093F2-3997-47D4-8DD5-24F4E15076D9}"/>
                </a:ext>
              </a:extLst>
            </p:cNvPr>
            <p:cNvSpPr>
              <a:spLocks/>
            </p:cNvSpPr>
            <p:nvPr/>
          </p:nvSpPr>
          <p:spPr>
            <a:xfrm>
              <a:off x="4595948" y="60588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5" name="02_predicted_pose_1804">
              <a:extLst>
                <a:ext uri="{FF2B5EF4-FFF2-40B4-BE49-F238E27FC236}">
                  <a16:creationId xmlns:a16="http://schemas.microsoft.com/office/drawing/2014/main" id="{68EE350C-0721-4ABA-BB01-AE857C94C791}"/>
                </a:ext>
              </a:extLst>
            </p:cNvPr>
            <p:cNvSpPr>
              <a:spLocks/>
            </p:cNvSpPr>
            <p:nvPr/>
          </p:nvSpPr>
          <p:spPr>
            <a:xfrm>
              <a:off x="4499134" y="5943265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6" name="02_predicted_pose_1805">
              <a:extLst>
                <a:ext uri="{FF2B5EF4-FFF2-40B4-BE49-F238E27FC236}">
                  <a16:creationId xmlns:a16="http://schemas.microsoft.com/office/drawing/2014/main" id="{5C372644-EB35-4668-A167-B3D781F3974D}"/>
                </a:ext>
              </a:extLst>
            </p:cNvPr>
            <p:cNvSpPr>
              <a:spLocks/>
            </p:cNvSpPr>
            <p:nvPr/>
          </p:nvSpPr>
          <p:spPr>
            <a:xfrm>
              <a:off x="4616275" y="564477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7" name="02_predicted_pose_1806">
              <a:extLst>
                <a:ext uri="{FF2B5EF4-FFF2-40B4-BE49-F238E27FC236}">
                  <a16:creationId xmlns:a16="http://schemas.microsoft.com/office/drawing/2014/main" id="{417EF6F5-930C-4254-9B69-44FF515EBA11}"/>
                </a:ext>
              </a:extLst>
            </p:cNvPr>
            <p:cNvSpPr>
              <a:spLocks/>
            </p:cNvSpPr>
            <p:nvPr/>
          </p:nvSpPr>
          <p:spPr>
            <a:xfrm>
              <a:off x="4630056" y="5723612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8" name="02_predicted_pose_1807">
              <a:extLst>
                <a:ext uri="{FF2B5EF4-FFF2-40B4-BE49-F238E27FC236}">
                  <a16:creationId xmlns:a16="http://schemas.microsoft.com/office/drawing/2014/main" id="{3048F0E5-1047-457D-A526-39A39DCB0298}"/>
                </a:ext>
              </a:extLst>
            </p:cNvPr>
            <p:cNvSpPr>
              <a:spLocks/>
            </p:cNvSpPr>
            <p:nvPr/>
          </p:nvSpPr>
          <p:spPr>
            <a:xfrm>
              <a:off x="4413002" y="5506956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09" name="02_predicted_pose_1808">
              <a:extLst>
                <a:ext uri="{FF2B5EF4-FFF2-40B4-BE49-F238E27FC236}">
                  <a16:creationId xmlns:a16="http://schemas.microsoft.com/office/drawing/2014/main" id="{F5B70676-7E3D-4F8F-888B-648A067E3054}"/>
                </a:ext>
              </a:extLst>
            </p:cNvPr>
            <p:cNvSpPr>
              <a:spLocks/>
            </p:cNvSpPr>
            <p:nvPr/>
          </p:nvSpPr>
          <p:spPr>
            <a:xfrm>
              <a:off x="4425405" y="6107991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0" name="02_predicted_pose_1809">
              <a:extLst>
                <a:ext uri="{FF2B5EF4-FFF2-40B4-BE49-F238E27FC236}">
                  <a16:creationId xmlns:a16="http://schemas.microsoft.com/office/drawing/2014/main" id="{9E354561-B882-4B8D-97BB-B29897818129}"/>
                </a:ext>
              </a:extLst>
            </p:cNvPr>
            <p:cNvSpPr>
              <a:spLocks/>
            </p:cNvSpPr>
            <p:nvPr/>
          </p:nvSpPr>
          <p:spPr>
            <a:xfrm>
              <a:off x="4467093" y="600970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1" name="02_predicted_pose_1810">
              <a:extLst>
                <a:ext uri="{FF2B5EF4-FFF2-40B4-BE49-F238E27FC236}">
                  <a16:creationId xmlns:a16="http://schemas.microsoft.com/office/drawing/2014/main" id="{9568F9C5-DC32-4BAE-8595-F1A1B14F3D09}"/>
                </a:ext>
              </a:extLst>
            </p:cNvPr>
            <p:cNvSpPr>
              <a:spLocks/>
            </p:cNvSpPr>
            <p:nvPr/>
          </p:nvSpPr>
          <p:spPr>
            <a:xfrm>
              <a:off x="4430573" y="597454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2" name="02_predicted_pose_1811">
              <a:extLst>
                <a:ext uri="{FF2B5EF4-FFF2-40B4-BE49-F238E27FC236}">
                  <a16:creationId xmlns:a16="http://schemas.microsoft.com/office/drawing/2014/main" id="{38A1158C-0BD7-4A26-A193-17DBFEEF8345}"/>
                </a:ext>
              </a:extLst>
            </p:cNvPr>
            <p:cNvSpPr>
              <a:spLocks/>
            </p:cNvSpPr>
            <p:nvPr/>
          </p:nvSpPr>
          <p:spPr>
            <a:xfrm>
              <a:off x="4378549" y="603808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3" name="02_predicted_pose_1812">
              <a:extLst>
                <a:ext uri="{FF2B5EF4-FFF2-40B4-BE49-F238E27FC236}">
                  <a16:creationId xmlns:a16="http://schemas.microsoft.com/office/drawing/2014/main" id="{B156607B-E350-40C0-95FB-8750A2079FF6}"/>
                </a:ext>
              </a:extLst>
            </p:cNvPr>
            <p:cNvSpPr>
              <a:spLocks/>
            </p:cNvSpPr>
            <p:nvPr/>
          </p:nvSpPr>
          <p:spPr>
            <a:xfrm>
              <a:off x="4510848" y="6048893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4" name="02_predicted_pose_1813">
              <a:extLst>
                <a:ext uri="{FF2B5EF4-FFF2-40B4-BE49-F238E27FC236}">
                  <a16:creationId xmlns:a16="http://schemas.microsoft.com/office/drawing/2014/main" id="{B6C4D8BD-AFA3-485F-8B61-E0E4CD0B6C14}"/>
                </a:ext>
              </a:extLst>
            </p:cNvPr>
            <p:cNvSpPr>
              <a:spLocks/>
            </p:cNvSpPr>
            <p:nvPr/>
          </p:nvSpPr>
          <p:spPr>
            <a:xfrm>
              <a:off x="4524630" y="6066154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5" name="02_predicted_pose_1814">
              <a:extLst>
                <a:ext uri="{FF2B5EF4-FFF2-40B4-BE49-F238E27FC236}">
                  <a16:creationId xmlns:a16="http://schemas.microsoft.com/office/drawing/2014/main" id="{F0BBBB9D-D670-4D36-93F5-8FB7765FC97E}"/>
                </a:ext>
              </a:extLst>
            </p:cNvPr>
            <p:cNvSpPr>
              <a:spLocks/>
            </p:cNvSpPr>
            <p:nvPr/>
          </p:nvSpPr>
          <p:spPr>
            <a:xfrm>
              <a:off x="4538411" y="606076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6" name="02_predicted_pose_1815">
              <a:extLst>
                <a:ext uri="{FF2B5EF4-FFF2-40B4-BE49-F238E27FC236}">
                  <a16:creationId xmlns:a16="http://schemas.microsoft.com/office/drawing/2014/main" id="{E7378AAF-BE6B-4493-837F-8DB01DAE242A}"/>
                </a:ext>
              </a:extLst>
            </p:cNvPr>
            <p:cNvSpPr>
              <a:spLocks/>
            </p:cNvSpPr>
            <p:nvPr/>
          </p:nvSpPr>
          <p:spPr>
            <a:xfrm>
              <a:off x="4552192" y="6059070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7" name="02_predicted_pose_1816">
              <a:extLst>
                <a:ext uri="{FF2B5EF4-FFF2-40B4-BE49-F238E27FC236}">
                  <a16:creationId xmlns:a16="http://schemas.microsoft.com/office/drawing/2014/main" id="{912FEA78-B430-40C7-B159-00140D6ADC7F}"/>
                </a:ext>
              </a:extLst>
            </p:cNvPr>
            <p:cNvSpPr>
              <a:spLocks/>
            </p:cNvSpPr>
            <p:nvPr/>
          </p:nvSpPr>
          <p:spPr>
            <a:xfrm>
              <a:off x="4347196" y="6151437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8" name="02_predicted_pose_1817">
              <a:extLst>
                <a:ext uri="{FF2B5EF4-FFF2-40B4-BE49-F238E27FC236}">
                  <a16:creationId xmlns:a16="http://schemas.microsoft.com/office/drawing/2014/main" id="{BBA5E649-5A01-4F2D-8285-558DB4AF63B4}"/>
                </a:ext>
              </a:extLst>
            </p:cNvPr>
            <p:cNvSpPr>
              <a:spLocks/>
            </p:cNvSpPr>
            <p:nvPr/>
          </p:nvSpPr>
          <p:spPr>
            <a:xfrm>
              <a:off x="4374759" y="612888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19" name="02_predicted_pose_1818">
              <a:extLst>
                <a:ext uri="{FF2B5EF4-FFF2-40B4-BE49-F238E27FC236}">
                  <a16:creationId xmlns:a16="http://schemas.microsoft.com/office/drawing/2014/main" id="{2976206D-229B-4835-BB5B-87341B269DB6}"/>
                </a:ext>
              </a:extLst>
            </p:cNvPr>
            <p:cNvSpPr>
              <a:spLocks/>
            </p:cNvSpPr>
            <p:nvPr/>
          </p:nvSpPr>
          <p:spPr>
            <a:xfrm>
              <a:off x="4586301" y="55704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0" name="02_predicted_pose_1819">
              <a:extLst>
                <a:ext uri="{FF2B5EF4-FFF2-40B4-BE49-F238E27FC236}">
                  <a16:creationId xmlns:a16="http://schemas.microsoft.com/office/drawing/2014/main" id="{77223C65-34DB-4BB8-8A2A-E095801B069E}"/>
                </a:ext>
              </a:extLst>
            </p:cNvPr>
            <p:cNvSpPr>
              <a:spLocks/>
            </p:cNvSpPr>
            <p:nvPr/>
          </p:nvSpPr>
          <p:spPr>
            <a:xfrm>
              <a:off x="4621098" y="6092419"/>
              <a:ext cx="28398" cy="28398"/>
            </a:xfrm>
            <a:prstGeom prst="ellipse">
              <a:avLst/>
            </a:prstGeom>
            <a:solidFill>
              <a:srgbClr val="5879BD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1" name="02_predicted_pose_1820">
              <a:extLst>
                <a:ext uri="{FF2B5EF4-FFF2-40B4-BE49-F238E27FC236}">
                  <a16:creationId xmlns:a16="http://schemas.microsoft.com/office/drawing/2014/main" id="{3BC926BA-0660-4C0F-88EF-FBCABE853D0A}"/>
                </a:ext>
              </a:extLst>
            </p:cNvPr>
            <p:cNvSpPr>
              <a:spLocks/>
            </p:cNvSpPr>
            <p:nvPr/>
          </p:nvSpPr>
          <p:spPr>
            <a:xfrm>
              <a:off x="5582684" y="57588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2" name="02_predicted_pose_1821">
              <a:extLst>
                <a:ext uri="{FF2B5EF4-FFF2-40B4-BE49-F238E27FC236}">
                  <a16:creationId xmlns:a16="http://schemas.microsoft.com/office/drawing/2014/main" id="{7CF09366-5049-43E2-BBEC-1A365451ADB0}"/>
                </a:ext>
              </a:extLst>
            </p:cNvPr>
            <p:cNvSpPr>
              <a:spLocks/>
            </p:cNvSpPr>
            <p:nvPr/>
          </p:nvSpPr>
          <p:spPr>
            <a:xfrm>
              <a:off x="5596465" y="57546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3" name="02_predicted_pose_1822">
              <a:extLst>
                <a:ext uri="{FF2B5EF4-FFF2-40B4-BE49-F238E27FC236}">
                  <a16:creationId xmlns:a16="http://schemas.microsoft.com/office/drawing/2014/main" id="{B5A977C0-7E0D-4A16-8544-A19FA697905E}"/>
                </a:ext>
              </a:extLst>
            </p:cNvPr>
            <p:cNvSpPr>
              <a:spLocks/>
            </p:cNvSpPr>
            <p:nvPr/>
          </p:nvSpPr>
          <p:spPr>
            <a:xfrm>
              <a:off x="5610246" y="57040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4" name="02_predicted_pose_1823">
              <a:extLst>
                <a:ext uri="{FF2B5EF4-FFF2-40B4-BE49-F238E27FC236}">
                  <a16:creationId xmlns:a16="http://schemas.microsoft.com/office/drawing/2014/main" id="{AB27F21F-5183-4072-A71A-FEBAD552DDE5}"/>
                </a:ext>
              </a:extLst>
            </p:cNvPr>
            <p:cNvSpPr>
              <a:spLocks/>
            </p:cNvSpPr>
            <p:nvPr/>
          </p:nvSpPr>
          <p:spPr>
            <a:xfrm>
              <a:off x="5624028" y="57224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5" name="02_predicted_pose_1824">
              <a:extLst>
                <a:ext uri="{FF2B5EF4-FFF2-40B4-BE49-F238E27FC236}">
                  <a16:creationId xmlns:a16="http://schemas.microsoft.com/office/drawing/2014/main" id="{86497994-689B-41D6-9B39-7546C0700329}"/>
                </a:ext>
              </a:extLst>
            </p:cNvPr>
            <p:cNvSpPr>
              <a:spLocks/>
            </p:cNvSpPr>
            <p:nvPr/>
          </p:nvSpPr>
          <p:spPr>
            <a:xfrm>
              <a:off x="5637809" y="57965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6" name="02_predicted_pose_1825">
              <a:extLst>
                <a:ext uri="{FF2B5EF4-FFF2-40B4-BE49-F238E27FC236}">
                  <a16:creationId xmlns:a16="http://schemas.microsoft.com/office/drawing/2014/main" id="{76AD7962-CD81-4FF1-8370-0AB0A6837E3D}"/>
                </a:ext>
              </a:extLst>
            </p:cNvPr>
            <p:cNvSpPr>
              <a:spLocks/>
            </p:cNvSpPr>
            <p:nvPr/>
          </p:nvSpPr>
          <p:spPr>
            <a:xfrm>
              <a:off x="5651590" y="57607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7" name="02_predicted_pose_1826">
              <a:extLst>
                <a:ext uri="{FF2B5EF4-FFF2-40B4-BE49-F238E27FC236}">
                  <a16:creationId xmlns:a16="http://schemas.microsoft.com/office/drawing/2014/main" id="{25B1B711-24B1-4FBA-965B-85F7D967FE08}"/>
                </a:ext>
              </a:extLst>
            </p:cNvPr>
            <p:cNvSpPr>
              <a:spLocks/>
            </p:cNvSpPr>
            <p:nvPr/>
          </p:nvSpPr>
          <p:spPr>
            <a:xfrm>
              <a:off x="5665371" y="57820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8" name="02_predicted_pose_1827">
              <a:extLst>
                <a:ext uri="{FF2B5EF4-FFF2-40B4-BE49-F238E27FC236}">
                  <a16:creationId xmlns:a16="http://schemas.microsoft.com/office/drawing/2014/main" id="{21379DA9-1D4B-46B0-802D-A958A7196A4F}"/>
                </a:ext>
              </a:extLst>
            </p:cNvPr>
            <p:cNvSpPr>
              <a:spLocks/>
            </p:cNvSpPr>
            <p:nvPr/>
          </p:nvSpPr>
          <p:spPr>
            <a:xfrm>
              <a:off x="5679152" y="584043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29" name="02_predicted_pose_1828">
              <a:extLst>
                <a:ext uri="{FF2B5EF4-FFF2-40B4-BE49-F238E27FC236}">
                  <a16:creationId xmlns:a16="http://schemas.microsoft.com/office/drawing/2014/main" id="{140F88EE-B969-495E-ADEB-E046229063B0}"/>
                </a:ext>
              </a:extLst>
            </p:cNvPr>
            <p:cNvSpPr>
              <a:spLocks/>
            </p:cNvSpPr>
            <p:nvPr/>
          </p:nvSpPr>
          <p:spPr>
            <a:xfrm>
              <a:off x="5692934" y="574691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0" name="02_predicted_pose_1829">
              <a:extLst>
                <a:ext uri="{FF2B5EF4-FFF2-40B4-BE49-F238E27FC236}">
                  <a16:creationId xmlns:a16="http://schemas.microsoft.com/office/drawing/2014/main" id="{C8191E91-AB94-405F-AC96-E8513873C7AA}"/>
                </a:ext>
              </a:extLst>
            </p:cNvPr>
            <p:cNvSpPr>
              <a:spLocks/>
            </p:cNvSpPr>
            <p:nvPr/>
          </p:nvSpPr>
          <p:spPr>
            <a:xfrm>
              <a:off x="5706715" y="568546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1" name="02_predicted_pose_1830">
              <a:extLst>
                <a:ext uri="{FF2B5EF4-FFF2-40B4-BE49-F238E27FC236}">
                  <a16:creationId xmlns:a16="http://schemas.microsoft.com/office/drawing/2014/main" id="{373AE6B8-7378-47BF-90B4-96A5E5CC4F8F}"/>
                </a:ext>
              </a:extLst>
            </p:cNvPr>
            <p:cNvSpPr>
              <a:spLocks/>
            </p:cNvSpPr>
            <p:nvPr/>
          </p:nvSpPr>
          <p:spPr>
            <a:xfrm>
              <a:off x="5596121" y="58348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2" name="02_predicted_pose_1831">
              <a:extLst>
                <a:ext uri="{FF2B5EF4-FFF2-40B4-BE49-F238E27FC236}">
                  <a16:creationId xmlns:a16="http://schemas.microsoft.com/office/drawing/2014/main" id="{B25BB397-074C-4B11-80C9-0DF58DCC3075}"/>
                </a:ext>
              </a:extLst>
            </p:cNvPr>
            <p:cNvSpPr>
              <a:spLocks/>
            </p:cNvSpPr>
            <p:nvPr/>
          </p:nvSpPr>
          <p:spPr>
            <a:xfrm>
              <a:off x="5689144" y="56403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3" name="02_predicted_pose_1832">
              <a:extLst>
                <a:ext uri="{FF2B5EF4-FFF2-40B4-BE49-F238E27FC236}">
                  <a16:creationId xmlns:a16="http://schemas.microsoft.com/office/drawing/2014/main" id="{D3B3A1A6-BB2A-496F-A09C-3076AF9112F0}"/>
                </a:ext>
              </a:extLst>
            </p:cNvPr>
            <p:cNvSpPr>
              <a:spLocks/>
            </p:cNvSpPr>
            <p:nvPr/>
          </p:nvSpPr>
          <p:spPr>
            <a:xfrm>
              <a:off x="5782167" y="57729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4" name="02_predicted_pose_1833">
              <a:extLst>
                <a:ext uri="{FF2B5EF4-FFF2-40B4-BE49-F238E27FC236}">
                  <a16:creationId xmlns:a16="http://schemas.microsoft.com/office/drawing/2014/main" id="{9B6ABC78-3597-4500-8DB2-77CBEB6558F0}"/>
                </a:ext>
              </a:extLst>
            </p:cNvPr>
            <p:cNvSpPr>
              <a:spLocks/>
            </p:cNvSpPr>
            <p:nvPr/>
          </p:nvSpPr>
          <p:spPr>
            <a:xfrm>
              <a:off x="5531693" y="58012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5" name="02_predicted_pose_1834">
              <a:extLst>
                <a:ext uri="{FF2B5EF4-FFF2-40B4-BE49-F238E27FC236}">
                  <a16:creationId xmlns:a16="http://schemas.microsoft.com/office/drawing/2014/main" id="{DE22204B-0636-4702-BAB8-FC53A0B4AF9B}"/>
                </a:ext>
              </a:extLst>
            </p:cNvPr>
            <p:cNvSpPr>
              <a:spLocks/>
            </p:cNvSpPr>
            <p:nvPr/>
          </p:nvSpPr>
          <p:spPr>
            <a:xfrm>
              <a:off x="5624717" y="56400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6" name="02_predicted_pose_1835">
              <a:extLst>
                <a:ext uri="{FF2B5EF4-FFF2-40B4-BE49-F238E27FC236}">
                  <a16:creationId xmlns:a16="http://schemas.microsoft.com/office/drawing/2014/main" id="{DDE89B54-AC75-4C18-B65B-BB9E93EECCDF}"/>
                </a:ext>
              </a:extLst>
            </p:cNvPr>
            <p:cNvSpPr>
              <a:spLocks/>
            </p:cNvSpPr>
            <p:nvPr/>
          </p:nvSpPr>
          <p:spPr>
            <a:xfrm>
              <a:off x="5717740" y="57256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7" name="02_predicted_pose_1836">
              <a:extLst>
                <a:ext uri="{FF2B5EF4-FFF2-40B4-BE49-F238E27FC236}">
                  <a16:creationId xmlns:a16="http://schemas.microsoft.com/office/drawing/2014/main" id="{F3EB8017-9F86-4096-8765-0204C87DE0FC}"/>
                </a:ext>
              </a:extLst>
            </p:cNvPr>
            <p:cNvSpPr>
              <a:spLocks/>
            </p:cNvSpPr>
            <p:nvPr/>
          </p:nvSpPr>
          <p:spPr>
            <a:xfrm>
              <a:off x="5810763" y="58429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8" name="02_predicted_pose_1837">
              <a:extLst>
                <a:ext uri="{FF2B5EF4-FFF2-40B4-BE49-F238E27FC236}">
                  <a16:creationId xmlns:a16="http://schemas.microsoft.com/office/drawing/2014/main" id="{2DFD2AD1-AA5C-403F-9BFF-65386C4F3C0D}"/>
                </a:ext>
              </a:extLst>
            </p:cNvPr>
            <p:cNvSpPr>
              <a:spLocks/>
            </p:cNvSpPr>
            <p:nvPr/>
          </p:nvSpPr>
          <p:spPr>
            <a:xfrm>
              <a:off x="5560289" y="56370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39" name="02_predicted_pose_1838">
              <a:extLst>
                <a:ext uri="{FF2B5EF4-FFF2-40B4-BE49-F238E27FC236}">
                  <a16:creationId xmlns:a16="http://schemas.microsoft.com/office/drawing/2014/main" id="{9B836A46-B69E-4D3C-A0C7-92E561A5D0C8}"/>
                </a:ext>
              </a:extLst>
            </p:cNvPr>
            <p:cNvSpPr>
              <a:spLocks/>
            </p:cNvSpPr>
            <p:nvPr/>
          </p:nvSpPr>
          <p:spPr>
            <a:xfrm>
              <a:off x="5653313" y="57245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0" name="02_predicted_pose_1839">
              <a:extLst>
                <a:ext uri="{FF2B5EF4-FFF2-40B4-BE49-F238E27FC236}">
                  <a16:creationId xmlns:a16="http://schemas.microsoft.com/office/drawing/2014/main" id="{446672CC-3732-4988-9929-562D9A89873D}"/>
                </a:ext>
              </a:extLst>
            </p:cNvPr>
            <p:cNvSpPr>
              <a:spLocks/>
            </p:cNvSpPr>
            <p:nvPr/>
          </p:nvSpPr>
          <p:spPr>
            <a:xfrm>
              <a:off x="5746336" y="57643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1" name="02_predicted_pose_1840">
              <a:extLst>
                <a:ext uri="{FF2B5EF4-FFF2-40B4-BE49-F238E27FC236}">
                  <a16:creationId xmlns:a16="http://schemas.microsoft.com/office/drawing/2014/main" id="{F2E0259E-F73B-4CDB-926A-F01ACFD58460}"/>
                </a:ext>
              </a:extLst>
            </p:cNvPr>
            <p:cNvSpPr>
              <a:spLocks/>
            </p:cNvSpPr>
            <p:nvPr/>
          </p:nvSpPr>
          <p:spPr>
            <a:xfrm>
              <a:off x="5609902" y="57501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2" name="02_predicted_pose_1841">
              <a:extLst>
                <a:ext uri="{FF2B5EF4-FFF2-40B4-BE49-F238E27FC236}">
                  <a16:creationId xmlns:a16="http://schemas.microsoft.com/office/drawing/2014/main" id="{0442543D-F255-4122-954B-C71380F45DD0}"/>
                </a:ext>
              </a:extLst>
            </p:cNvPr>
            <p:cNvSpPr>
              <a:spLocks/>
            </p:cNvSpPr>
            <p:nvPr/>
          </p:nvSpPr>
          <p:spPr>
            <a:xfrm>
              <a:off x="5702925" y="57635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3" name="02_predicted_pose_1842">
              <a:extLst>
                <a:ext uri="{FF2B5EF4-FFF2-40B4-BE49-F238E27FC236}">
                  <a16:creationId xmlns:a16="http://schemas.microsoft.com/office/drawing/2014/main" id="{B124141D-A3BE-410A-8EF5-02ED80190819}"/>
                </a:ext>
              </a:extLst>
            </p:cNvPr>
            <p:cNvSpPr>
              <a:spLocks/>
            </p:cNvSpPr>
            <p:nvPr/>
          </p:nvSpPr>
          <p:spPr>
            <a:xfrm>
              <a:off x="5795948" y="567052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4" name="02_predicted_pose_1843">
              <a:extLst>
                <a:ext uri="{FF2B5EF4-FFF2-40B4-BE49-F238E27FC236}">
                  <a16:creationId xmlns:a16="http://schemas.microsoft.com/office/drawing/2014/main" id="{C584B4CF-DAF8-4808-8FE9-B06D169C0062}"/>
                </a:ext>
              </a:extLst>
            </p:cNvPr>
            <p:cNvSpPr>
              <a:spLocks/>
            </p:cNvSpPr>
            <p:nvPr/>
          </p:nvSpPr>
          <p:spPr>
            <a:xfrm>
              <a:off x="5545475" y="56792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5" name="02_predicted_pose_1844">
              <a:extLst>
                <a:ext uri="{FF2B5EF4-FFF2-40B4-BE49-F238E27FC236}">
                  <a16:creationId xmlns:a16="http://schemas.microsoft.com/office/drawing/2014/main" id="{04F57875-2C4D-4C21-B1DE-D751005936CC}"/>
                </a:ext>
              </a:extLst>
            </p:cNvPr>
            <p:cNvSpPr>
              <a:spLocks/>
            </p:cNvSpPr>
            <p:nvPr/>
          </p:nvSpPr>
          <p:spPr>
            <a:xfrm>
              <a:off x="5638498" y="574703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6" name="02_predicted_pose_1845">
              <a:extLst>
                <a:ext uri="{FF2B5EF4-FFF2-40B4-BE49-F238E27FC236}">
                  <a16:creationId xmlns:a16="http://schemas.microsoft.com/office/drawing/2014/main" id="{D71B353C-53C4-47CE-8FE2-1BA7F2D4AE09}"/>
                </a:ext>
              </a:extLst>
            </p:cNvPr>
            <p:cNvSpPr>
              <a:spLocks/>
            </p:cNvSpPr>
            <p:nvPr/>
          </p:nvSpPr>
          <p:spPr>
            <a:xfrm>
              <a:off x="5731521" y="58052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7" name="02_predicted_pose_1846">
              <a:extLst>
                <a:ext uri="{FF2B5EF4-FFF2-40B4-BE49-F238E27FC236}">
                  <a16:creationId xmlns:a16="http://schemas.microsoft.com/office/drawing/2014/main" id="{02F5E25C-3E40-412F-B718-5E1F532E6A1E}"/>
                </a:ext>
              </a:extLst>
            </p:cNvPr>
            <p:cNvSpPr>
              <a:spLocks/>
            </p:cNvSpPr>
            <p:nvPr/>
          </p:nvSpPr>
          <p:spPr>
            <a:xfrm>
              <a:off x="5481047" y="56736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8" name="02_predicted_pose_1847">
              <a:extLst>
                <a:ext uri="{FF2B5EF4-FFF2-40B4-BE49-F238E27FC236}">
                  <a16:creationId xmlns:a16="http://schemas.microsoft.com/office/drawing/2014/main" id="{4D7B3AA0-4435-4187-AF0F-A65B9D61D1D0}"/>
                </a:ext>
              </a:extLst>
            </p:cNvPr>
            <p:cNvSpPr>
              <a:spLocks/>
            </p:cNvSpPr>
            <p:nvPr/>
          </p:nvSpPr>
          <p:spPr>
            <a:xfrm>
              <a:off x="5574071" y="57958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49" name="02_predicted_pose_1848">
              <a:extLst>
                <a:ext uri="{FF2B5EF4-FFF2-40B4-BE49-F238E27FC236}">
                  <a16:creationId xmlns:a16="http://schemas.microsoft.com/office/drawing/2014/main" id="{1A087083-862F-4CF4-AACB-07A40863A32C}"/>
                </a:ext>
              </a:extLst>
            </p:cNvPr>
            <p:cNvSpPr>
              <a:spLocks/>
            </p:cNvSpPr>
            <p:nvPr/>
          </p:nvSpPr>
          <p:spPr>
            <a:xfrm>
              <a:off x="5667094" y="57799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0" name="02_predicted_pose_1849">
              <a:extLst>
                <a:ext uri="{FF2B5EF4-FFF2-40B4-BE49-F238E27FC236}">
                  <a16:creationId xmlns:a16="http://schemas.microsoft.com/office/drawing/2014/main" id="{5066E9A7-DC94-4C1D-A489-AA6A65D27B7C}"/>
                </a:ext>
              </a:extLst>
            </p:cNvPr>
            <p:cNvSpPr>
              <a:spLocks/>
            </p:cNvSpPr>
            <p:nvPr/>
          </p:nvSpPr>
          <p:spPr>
            <a:xfrm>
              <a:off x="5760117" y="57143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1" name="02_predicted_pose_1850">
              <a:extLst>
                <a:ext uri="{FF2B5EF4-FFF2-40B4-BE49-F238E27FC236}">
                  <a16:creationId xmlns:a16="http://schemas.microsoft.com/office/drawing/2014/main" id="{71B12E05-2C69-4A7E-A924-E4E87D6AC80C}"/>
                </a:ext>
              </a:extLst>
            </p:cNvPr>
            <p:cNvSpPr>
              <a:spLocks/>
            </p:cNvSpPr>
            <p:nvPr/>
          </p:nvSpPr>
          <p:spPr>
            <a:xfrm>
              <a:off x="5623683" y="56834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2" name="02_predicted_pose_1851">
              <a:extLst>
                <a:ext uri="{FF2B5EF4-FFF2-40B4-BE49-F238E27FC236}">
                  <a16:creationId xmlns:a16="http://schemas.microsoft.com/office/drawing/2014/main" id="{2F69EE86-D464-49C8-8FF2-249AE672287B}"/>
                </a:ext>
              </a:extLst>
            </p:cNvPr>
            <p:cNvSpPr>
              <a:spLocks/>
            </p:cNvSpPr>
            <p:nvPr/>
          </p:nvSpPr>
          <p:spPr>
            <a:xfrm>
              <a:off x="5716706" y="56827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3" name="02_predicted_pose_1852">
              <a:extLst>
                <a:ext uri="{FF2B5EF4-FFF2-40B4-BE49-F238E27FC236}">
                  <a16:creationId xmlns:a16="http://schemas.microsoft.com/office/drawing/2014/main" id="{840DA844-B67B-4FDB-86F2-ABEF80E916E3}"/>
                </a:ext>
              </a:extLst>
            </p:cNvPr>
            <p:cNvSpPr>
              <a:spLocks/>
            </p:cNvSpPr>
            <p:nvPr/>
          </p:nvSpPr>
          <p:spPr>
            <a:xfrm>
              <a:off x="5809730" y="57302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4" name="02_predicted_pose_1853">
              <a:extLst>
                <a:ext uri="{FF2B5EF4-FFF2-40B4-BE49-F238E27FC236}">
                  <a16:creationId xmlns:a16="http://schemas.microsoft.com/office/drawing/2014/main" id="{328537F7-0889-45BA-B238-288F40D79CCB}"/>
                </a:ext>
              </a:extLst>
            </p:cNvPr>
            <p:cNvSpPr>
              <a:spLocks/>
            </p:cNvSpPr>
            <p:nvPr/>
          </p:nvSpPr>
          <p:spPr>
            <a:xfrm>
              <a:off x="5559256" y="57202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5" name="02_predicted_pose_1854">
              <a:extLst>
                <a:ext uri="{FF2B5EF4-FFF2-40B4-BE49-F238E27FC236}">
                  <a16:creationId xmlns:a16="http://schemas.microsoft.com/office/drawing/2014/main" id="{0FB31A78-6083-4FB8-A5F4-40E6C2C8F834}"/>
                </a:ext>
              </a:extLst>
            </p:cNvPr>
            <p:cNvSpPr>
              <a:spLocks/>
            </p:cNvSpPr>
            <p:nvPr/>
          </p:nvSpPr>
          <p:spPr>
            <a:xfrm>
              <a:off x="5652279" y="57771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6" name="02_predicted_pose_1855">
              <a:extLst>
                <a:ext uri="{FF2B5EF4-FFF2-40B4-BE49-F238E27FC236}">
                  <a16:creationId xmlns:a16="http://schemas.microsoft.com/office/drawing/2014/main" id="{0287BBA3-D60C-4B1A-BA9F-69AE8DFAC7F5}"/>
                </a:ext>
              </a:extLst>
            </p:cNvPr>
            <p:cNvSpPr>
              <a:spLocks/>
            </p:cNvSpPr>
            <p:nvPr/>
          </p:nvSpPr>
          <p:spPr>
            <a:xfrm>
              <a:off x="5745302" y="57328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7" name="02_predicted_pose_1856">
              <a:extLst>
                <a:ext uri="{FF2B5EF4-FFF2-40B4-BE49-F238E27FC236}">
                  <a16:creationId xmlns:a16="http://schemas.microsoft.com/office/drawing/2014/main" id="{B1357149-2205-4B63-944B-94C92B956A97}"/>
                </a:ext>
              </a:extLst>
            </p:cNvPr>
            <p:cNvSpPr>
              <a:spLocks/>
            </p:cNvSpPr>
            <p:nvPr/>
          </p:nvSpPr>
          <p:spPr>
            <a:xfrm>
              <a:off x="5494828" y="56589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8" name="02_predicted_pose_1857">
              <a:extLst>
                <a:ext uri="{FF2B5EF4-FFF2-40B4-BE49-F238E27FC236}">
                  <a16:creationId xmlns:a16="http://schemas.microsoft.com/office/drawing/2014/main" id="{4D455CF5-7538-4591-921E-655D3E8C7060}"/>
                </a:ext>
              </a:extLst>
            </p:cNvPr>
            <p:cNvSpPr>
              <a:spLocks/>
            </p:cNvSpPr>
            <p:nvPr/>
          </p:nvSpPr>
          <p:spPr>
            <a:xfrm>
              <a:off x="5587852" y="5770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59" name="02_predicted_pose_1858">
              <a:extLst>
                <a:ext uri="{FF2B5EF4-FFF2-40B4-BE49-F238E27FC236}">
                  <a16:creationId xmlns:a16="http://schemas.microsoft.com/office/drawing/2014/main" id="{49F5D404-039F-4FD8-AC08-4251AE796D2A}"/>
                </a:ext>
              </a:extLst>
            </p:cNvPr>
            <p:cNvSpPr>
              <a:spLocks/>
            </p:cNvSpPr>
            <p:nvPr/>
          </p:nvSpPr>
          <p:spPr>
            <a:xfrm>
              <a:off x="5680875" y="57824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0" name="02_predicted_pose_1859">
              <a:extLst>
                <a:ext uri="{FF2B5EF4-FFF2-40B4-BE49-F238E27FC236}">
                  <a16:creationId xmlns:a16="http://schemas.microsoft.com/office/drawing/2014/main" id="{0985583E-1135-46BF-962E-14D0F6591319}"/>
                </a:ext>
              </a:extLst>
            </p:cNvPr>
            <p:cNvSpPr>
              <a:spLocks/>
            </p:cNvSpPr>
            <p:nvPr/>
          </p:nvSpPr>
          <p:spPr>
            <a:xfrm>
              <a:off x="5773898" y="57831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1" name="02_predicted_pose_1860">
              <a:extLst>
                <a:ext uri="{FF2B5EF4-FFF2-40B4-BE49-F238E27FC236}">
                  <a16:creationId xmlns:a16="http://schemas.microsoft.com/office/drawing/2014/main" id="{9A54E2CA-207A-4829-B78B-2142F03D4EB0}"/>
                </a:ext>
              </a:extLst>
            </p:cNvPr>
            <p:cNvSpPr>
              <a:spLocks/>
            </p:cNvSpPr>
            <p:nvPr/>
          </p:nvSpPr>
          <p:spPr>
            <a:xfrm>
              <a:off x="5637464" y="573823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2" name="02_predicted_pose_1861">
              <a:extLst>
                <a:ext uri="{FF2B5EF4-FFF2-40B4-BE49-F238E27FC236}">
                  <a16:creationId xmlns:a16="http://schemas.microsoft.com/office/drawing/2014/main" id="{23859F35-A2EE-4E0C-8171-6A7085B7E7C4}"/>
                </a:ext>
              </a:extLst>
            </p:cNvPr>
            <p:cNvSpPr>
              <a:spLocks/>
            </p:cNvSpPr>
            <p:nvPr/>
          </p:nvSpPr>
          <p:spPr>
            <a:xfrm>
              <a:off x="5730488" y="57343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3" name="02_predicted_pose_1862">
              <a:extLst>
                <a:ext uri="{FF2B5EF4-FFF2-40B4-BE49-F238E27FC236}">
                  <a16:creationId xmlns:a16="http://schemas.microsoft.com/office/drawing/2014/main" id="{E028D1C7-1105-49B9-9EBE-7D0D36362F0C}"/>
                </a:ext>
              </a:extLst>
            </p:cNvPr>
            <p:cNvSpPr>
              <a:spLocks/>
            </p:cNvSpPr>
            <p:nvPr/>
          </p:nvSpPr>
          <p:spPr>
            <a:xfrm>
              <a:off x="5480014" y="56903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4" name="02_predicted_pose_1863">
              <a:extLst>
                <a:ext uri="{FF2B5EF4-FFF2-40B4-BE49-F238E27FC236}">
                  <a16:creationId xmlns:a16="http://schemas.microsoft.com/office/drawing/2014/main" id="{F9D33C8E-ED91-4280-90EF-18F2B9EEDAB6}"/>
                </a:ext>
              </a:extLst>
            </p:cNvPr>
            <p:cNvSpPr>
              <a:spLocks/>
            </p:cNvSpPr>
            <p:nvPr/>
          </p:nvSpPr>
          <p:spPr>
            <a:xfrm>
              <a:off x="5573037" y="56798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5" name="02_predicted_pose_1864">
              <a:extLst>
                <a:ext uri="{FF2B5EF4-FFF2-40B4-BE49-F238E27FC236}">
                  <a16:creationId xmlns:a16="http://schemas.microsoft.com/office/drawing/2014/main" id="{6473358C-DDC6-4F22-9CE6-7C51D77194A0}"/>
                </a:ext>
              </a:extLst>
            </p:cNvPr>
            <p:cNvSpPr>
              <a:spLocks/>
            </p:cNvSpPr>
            <p:nvPr/>
          </p:nvSpPr>
          <p:spPr>
            <a:xfrm>
              <a:off x="5666060" y="58447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6" name="02_predicted_pose_1865">
              <a:extLst>
                <a:ext uri="{FF2B5EF4-FFF2-40B4-BE49-F238E27FC236}">
                  <a16:creationId xmlns:a16="http://schemas.microsoft.com/office/drawing/2014/main" id="{80E9AA98-52E2-497B-B5C6-F2DD9806595F}"/>
                </a:ext>
              </a:extLst>
            </p:cNvPr>
            <p:cNvSpPr>
              <a:spLocks/>
            </p:cNvSpPr>
            <p:nvPr/>
          </p:nvSpPr>
          <p:spPr>
            <a:xfrm>
              <a:off x="5759084" y="57948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7" name="02_predicted_pose_1866">
              <a:extLst>
                <a:ext uri="{FF2B5EF4-FFF2-40B4-BE49-F238E27FC236}">
                  <a16:creationId xmlns:a16="http://schemas.microsoft.com/office/drawing/2014/main" id="{57A60394-A554-4532-8166-917DBED2ABBE}"/>
                </a:ext>
              </a:extLst>
            </p:cNvPr>
            <p:cNvSpPr>
              <a:spLocks/>
            </p:cNvSpPr>
            <p:nvPr/>
          </p:nvSpPr>
          <p:spPr>
            <a:xfrm>
              <a:off x="5508610" y="569239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8" name="02_predicted_pose_1867">
              <a:extLst>
                <a:ext uri="{FF2B5EF4-FFF2-40B4-BE49-F238E27FC236}">
                  <a16:creationId xmlns:a16="http://schemas.microsoft.com/office/drawing/2014/main" id="{1B492452-05FE-432D-AF26-1E80FCC86771}"/>
                </a:ext>
              </a:extLst>
            </p:cNvPr>
            <p:cNvSpPr>
              <a:spLocks/>
            </p:cNvSpPr>
            <p:nvPr/>
          </p:nvSpPr>
          <p:spPr>
            <a:xfrm>
              <a:off x="5601633" y="57659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69" name="02_predicted_pose_1868">
              <a:extLst>
                <a:ext uri="{FF2B5EF4-FFF2-40B4-BE49-F238E27FC236}">
                  <a16:creationId xmlns:a16="http://schemas.microsoft.com/office/drawing/2014/main" id="{9EC436E4-3CD1-4B5D-8A43-5B92359A66FE}"/>
                </a:ext>
              </a:extLst>
            </p:cNvPr>
            <p:cNvSpPr>
              <a:spLocks/>
            </p:cNvSpPr>
            <p:nvPr/>
          </p:nvSpPr>
          <p:spPr>
            <a:xfrm>
              <a:off x="5694656" y="57522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0" name="02_predicted_pose_1869">
              <a:extLst>
                <a:ext uri="{FF2B5EF4-FFF2-40B4-BE49-F238E27FC236}">
                  <a16:creationId xmlns:a16="http://schemas.microsoft.com/office/drawing/2014/main" id="{A571B7ED-3913-424C-88F3-18D1FC055256}"/>
                </a:ext>
              </a:extLst>
            </p:cNvPr>
            <p:cNvSpPr>
              <a:spLocks/>
            </p:cNvSpPr>
            <p:nvPr/>
          </p:nvSpPr>
          <p:spPr>
            <a:xfrm>
              <a:off x="5787680" y="56609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1" name="02_predicted_pose_1870">
              <a:extLst>
                <a:ext uri="{FF2B5EF4-FFF2-40B4-BE49-F238E27FC236}">
                  <a16:creationId xmlns:a16="http://schemas.microsoft.com/office/drawing/2014/main" id="{3441C41C-9087-4246-AD75-597531E46513}"/>
                </a:ext>
              </a:extLst>
            </p:cNvPr>
            <p:cNvSpPr>
              <a:spLocks/>
            </p:cNvSpPr>
            <p:nvPr/>
          </p:nvSpPr>
          <p:spPr>
            <a:xfrm>
              <a:off x="5651245" y="57252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2" name="02_predicted_pose_1871">
              <a:extLst>
                <a:ext uri="{FF2B5EF4-FFF2-40B4-BE49-F238E27FC236}">
                  <a16:creationId xmlns:a16="http://schemas.microsoft.com/office/drawing/2014/main" id="{2A327665-E87D-4AFD-B32E-233F1EF7B7F2}"/>
                </a:ext>
              </a:extLst>
            </p:cNvPr>
            <p:cNvSpPr>
              <a:spLocks/>
            </p:cNvSpPr>
            <p:nvPr/>
          </p:nvSpPr>
          <p:spPr>
            <a:xfrm>
              <a:off x="5744269" y="57346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3" name="02_predicted_pose_1872">
              <a:extLst>
                <a:ext uri="{FF2B5EF4-FFF2-40B4-BE49-F238E27FC236}">
                  <a16:creationId xmlns:a16="http://schemas.microsoft.com/office/drawing/2014/main" id="{12F8564E-11BA-4155-B034-25A0331B7901}"/>
                </a:ext>
              </a:extLst>
            </p:cNvPr>
            <p:cNvSpPr>
              <a:spLocks/>
            </p:cNvSpPr>
            <p:nvPr/>
          </p:nvSpPr>
          <p:spPr>
            <a:xfrm>
              <a:off x="5493795" y="576685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4" name="02_predicted_pose_1873">
              <a:extLst>
                <a:ext uri="{FF2B5EF4-FFF2-40B4-BE49-F238E27FC236}">
                  <a16:creationId xmlns:a16="http://schemas.microsoft.com/office/drawing/2014/main" id="{D700AF96-0047-433C-9E2F-90A2CB41A13B}"/>
                </a:ext>
              </a:extLst>
            </p:cNvPr>
            <p:cNvSpPr>
              <a:spLocks/>
            </p:cNvSpPr>
            <p:nvPr/>
          </p:nvSpPr>
          <p:spPr>
            <a:xfrm>
              <a:off x="5586818" y="58144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5" name="02_predicted_pose_1874">
              <a:extLst>
                <a:ext uri="{FF2B5EF4-FFF2-40B4-BE49-F238E27FC236}">
                  <a16:creationId xmlns:a16="http://schemas.microsoft.com/office/drawing/2014/main" id="{9FCC9FB0-1593-4BA1-A160-117EF7B08139}"/>
                </a:ext>
              </a:extLst>
            </p:cNvPr>
            <p:cNvSpPr>
              <a:spLocks/>
            </p:cNvSpPr>
            <p:nvPr/>
          </p:nvSpPr>
          <p:spPr>
            <a:xfrm>
              <a:off x="5679842" y="57760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6" name="02_predicted_pose_1875">
              <a:extLst>
                <a:ext uri="{FF2B5EF4-FFF2-40B4-BE49-F238E27FC236}">
                  <a16:creationId xmlns:a16="http://schemas.microsoft.com/office/drawing/2014/main" id="{6D67C397-42B1-4387-843E-B5FA6D250D85}"/>
                </a:ext>
              </a:extLst>
            </p:cNvPr>
            <p:cNvSpPr>
              <a:spLocks/>
            </p:cNvSpPr>
            <p:nvPr/>
          </p:nvSpPr>
          <p:spPr>
            <a:xfrm>
              <a:off x="5772865" y="56739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7" name="02_predicted_pose_1876">
              <a:extLst>
                <a:ext uri="{FF2B5EF4-FFF2-40B4-BE49-F238E27FC236}">
                  <a16:creationId xmlns:a16="http://schemas.microsoft.com/office/drawing/2014/main" id="{5C7D5A6C-BBC3-4C38-A2B8-B93F2FFD922D}"/>
                </a:ext>
              </a:extLst>
            </p:cNvPr>
            <p:cNvSpPr>
              <a:spLocks/>
            </p:cNvSpPr>
            <p:nvPr/>
          </p:nvSpPr>
          <p:spPr>
            <a:xfrm>
              <a:off x="5522391" y="58066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8" name="02_predicted_pose_1877">
              <a:extLst>
                <a:ext uri="{FF2B5EF4-FFF2-40B4-BE49-F238E27FC236}">
                  <a16:creationId xmlns:a16="http://schemas.microsoft.com/office/drawing/2014/main" id="{3969CFC3-77C5-4542-9079-FDF5C8EBB8A5}"/>
                </a:ext>
              </a:extLst>
            </p:cNvPr>
            <p:cNvSpPr>
              <a:spLocks/>
            </p:cNvSpPr>
            <p:nvPr/>
          </p:nvSpPr>
          <p:spPr>
            <a:xfrm>
              <a:off x="5615414" y="57508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79" name="02_predicted_pose_1878">
              <a:extLst>
                <a:ext uri="{FF2B5EF4-FFF2-40B4-BE49-F238E27FC236}">
                  <a16:creationId xmlns:a16="http://schemas.microsoft.com/office/drawing/2014/main" id="{EDA6EFFE-BF44-4D37-B886-566E9B45D974}"/>
                </a:ext>
              </a:extLst>
            </p:cNvPr>
            <p:cNvSpPr>
              <a:spLocks/>
            </p:cNvSpPr>
            <p:nvPr/>
          </p:nvSpPr>
          <p:spPr>
            <a:xfrm>
              <a:off x="5708438" y="565798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0" name="02_predicted_pose_1879">
              <a:extLst>
                <a:ext uri="{FF2B5EF4-FFF2-40B4-BE49-F238E27FC236}">
                  <a16:creationId xmlns:a16="http://schemas.microsoft.com/office/drawing/2014/main" id="{44E79C19-0972-4B6F-954C-5AB4F1277C49}"/>
                </a:ext>
              </a:extLst>
            </p:cNvPr>
            <p:cNvSpPr>
              <a:spLocks/>
            </p:cNvSpPr>
            <p:nvPr/>
          </p:nvSpPr>
          <p:spPr>
            <a:xfrm>
              <a:off x="5801461" y="584954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1" name="02_predicted_pose_1880">
              <a:extLst>
                <a:ext uri="{FF2B5EF4-FFF2-40B4-BE49-F238E27FC236}">
                  <a16:creationId xmlns:a16="http://schemas.microsoft.com/office/drawing/2014/main" id="{42E85387-39C6-470F-8114-3AEC7DF2496B}"/>
                </a:ext>
              </a:extLst>
            </p:cNvPr>
            <p:cNvSpPr>
              <a:spLocks/>
            </p:cNvSpPr>
            <p:nvPr/>
          </p:nvSpPr>
          <p:spPr>
            <a:xfrm>
              <a:off x="5665027" y="57828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2" name="02_predicted_pose_1881">
              <a:extLst>
                <a:ext uri="{FF2B5EF4-FFF2-40B4-BE49-F238E27FC236}">
                  <a16:creationId xmlns:a16="http://schemas.microsoft.com/office/drawing/2014/main" id="{95887A78-1DFE-4337-BE1B-3FEF10D6B561}"/>
                </a:ext>
              </a:extLst>
            </p:cNvPr>
            <p:cNvSpPr>
              <a:spLocks/>
            </p:cNvSpPr>
            <p:nvPr/>
          </p:nvSpPr>
          <p:spPr>
            <a:xfrm>
              <a:off x="5758050" y="57197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3" name="02_predicted_pose_1882">
              <a:extLst>
                <a:ext uri="{FF2B5EF4-FFF2-40B4-BE49-F238E27FC236}">
                  <a16:creationId xmlns:a16="http://schemas.microsoft.com/office/drawing/2014/main" id="{64212945-79B8-4386-B875-E8B5BD2CBA8A}"/>
                </a:ext>
              </a:extLst>
            </p:cNvPr>
            <p:cNvSpPr>
              <a:spLocks/>
            </p:cNvSpPr>
            <p:nvPr/>
          </p:nvSpPr>
          <p:spPr>
            <a:xfrm>
              <a:off x="5507576" y="57854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4" name="02_predicted_pose_1883">
              <a:extLst>
                <a:ext uri="{FF2B5EF4-FFF2-40B4-BE49-F238E27FC236}">
                  <a16:creationId xmlns:a16="http://schemas.microsoft.com/office/drawing/2014/main" id="{0190BD42-085D-48B2-8190-A6B28FAF9D8D}"/>
                </a:ext>
              </a:extLst>
            </p:cNvPr>
            <p:cNvSpPr>
              <a:spLocks/>
            </p:cNvSpPr>
            <p:nvPr/>
          </p:nvSpPr>
          <p:spPr>
            <a:xfrm>
              <a:off x="5600599" y="5752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5" name="02_predicted_pose_1884">
              <a:extLst>
                <a:ext uri="{FF2B5EF4-FFF2-40B4-BE49-F238E27FC236}">
                  <a16:creationId xmlns:a16="http://schemas.microsoft.com/office/drawing/2014/main" id="{9B79E2F0-D0C3-4B6B-A32A-73488944A338}"/>
                </a:ext>
              </a:extLst>
            </p:cNvPr>
            <p:cNvSpPr>
              <a:spLocks/>
            </p:cNvSpPr>
            <p:nvPr/>
          </p:nvSpPr>
          <p:spPr>
            <a:xfrm>
              <a:off x="5693623" y="56969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6" name="02_predicted_pose_1885">
              <a:extLst>
                <a:ext uri="{FF2B5EF4-FFF2-40B4-BE49-F238E27FC236}">
                  <a16:creationId xmlns:a16="http://schemas.microsoft.com/office/drawing/2014/main" id="{C2782CBB-5F06-4A1C-874F-4CDD19B874A7}"/>
                </a:ext>
              </a:extLst>
            </p:cNvPr>
            <p:cNvSpPr>
              <a:spLocks/>
            </p:cNvSpPr>
            <p:nvPr/>
          </p:nvSpPr>
          <p:spPr>
            <a:xfrm>
              <a:off x="5786646" y="574913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7" name="02_predicted_pose_1886">
              <a:extLst>
                <a:ext uri="{FF2B5EF4-FFF2-40B4-BE49-F238E27FC236}">
                  <a16:creationId xmlns:a16="http://schemas.microsoft.com/office/drawing/2014/main" id="{CEADE888-F9F4-470B-B1C4-8208CCEB7B76}"/>
                </a:ext>
              </a:extLst>
            </p:cNvPr>
            <p:cNvSpPr>
              <a:spLocks/>
            </p:cNvSpPr>
            <p:nvPr/>
          </p:nvSpPr>
          <p:spPr>
            <a:xfrm>
              <a:off x="5536172" y="58082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8" name="02_predicted_pose_1887">
              <a:extLst>
                <a:ext uri="{FF2B5EF4-FFF2-40B4-BE49-F238E27FC236}">
                  <a16:creationId xmlns:a16="http://schemas.microsoft.com/office/drawing/2014/main" id="{586066BC-940F-4CC0-AE9A-5D192FB916A8}"/>
                </a:ext>
              </a:extLst>
            </p:cNvPr>
            <p:cNvSpPr>
              <a:spLocks/>
            </p:cNvSpPr>
            <p:nvPr/>
          </p:nvSpPr>
          <p:spPr>
            <a:xfrm>
              <a:off x="5629195" y="56631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89" name="02_predicted_pose_1888">
              <a:extLst>
                <a:ext uri="{FF2B5EF4-FFF2-40B4-BE49-F238E27FC236}">
                  <a16:creationId xmlns:a16="http://schemas.microsoft.com/office/drawing/2014/main" id="{E4D4BE7F-27D7-4586-82DE-4B0A28547957}"/>
                </a:ext>
              </a:extLst>
            </p:cNvPr>
            <p:cNvSpPr>
              <a:spLocks/>
            </p:cNvSpPr>
            <p:nvPr/>
          </p:nvSpPr>
          <p:spPr>
            <a:xfrm>
              <a:off x="5722219" y="57932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0" name="02_predicted_pose_1889">
              <a:extLst>
                <a:ext uri="{FF2B5EF4-FFF2-40B4-BE49-F238E27FC236}">
                  <a16:creationId xmlns:a16="http://schemas.microsoft.com/office/drawing/2014/main" id="{97A516DF-788C-4D08-90AC-08FF509E59AA}"/>
                </a:ext>
              </a:extLst>
            </p:cNvPr>
            <p:cNvSpPr>
              <a:spLocks/>
            </p:cNvSpPr>
            <p:nvPr/>
          </p:nvSpPr>
          <p:spPr>
            <a:xfrm>
              <a:off x="5471745" y="580216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1" name="02_predicted_pose_1890">
              <a:extLst>
                <a:ext uri="{FF2B5EF4-FFF2-40B4-BE49-F238E27FC236}">
                  <a16:creationId xmlns:a16="http://schemas.microsoft.com/office/drawing/2014/main" id="{6C2BC40D-AB17-47C0-AB42-0CE7A63F4FB3}"/>
                </a:ext>
              </a:extLst>
            </p:cNvPr>
            <p:cNvSpPr>
              <a:spLocks/>
            </p:cNvSpPr>
            <p:nvPr/>
          </p:nvSpPr>
          <p:spPr>
            <a:xfrm>
              <a:off x="5678808" y="57103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2" name="02_predicted_pose_1891">
              <a:extLst>
                <a:ext uri="{FF2B5EF4-FFF2-40B4-BE49-F238E27FC236}">
                  <a16:creationId xmlns:a16="http://schemas.microsoft.com/office/drawing/2014/main" id="{16BA2EF1-E9ED-4E0C-91E9-8B1EA7EC01AF}"/>
                </a:ext>
              </a:extLst>
            </p:cNvPr>
            <p:cNvSpPr>
              <a:spLocks/>
            </p:cNvSpPr>
            <p:nvPr/>
          </p:nvSpPr>
          <p:spPr>
            <a:xfrm>
              <a:off x="5771831" y="57888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3" name="02_predicted_pose_1892">
              <a:extLst>
                <a:ext uri="{FF2B5EF4-FFF2-40B4-BE49-F238E27FC236}">
                  <a16:creationId xmlns:a16="http://schemas.microsoft.com/office/drawing/2014/main" id="{64D8D2F6-5676-4062-AF0D-08B80A99DEE3}"/>
                </a:ext>
              </a:extLst>
            </p:cNvPr>
            <p:cNvSpPr>
              <a:spLocks/>
            </p:cNvSpPr>
            <p:nvPr/>
          </p:nvSpPr>
          <p:spPr>
            <a:xfrm>
              <a:off x="5521357" y="57204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4" name="02_predicted_pose_1893">
              <a:extLst>
                <a:ext uri="{FF2B5EF4-FFF2-40B4-BE49-F238E27FC236}">
                  <a16:creationId xmlns:a16="http://schemas.microsoft.com/office/drawing/2014/main" id="{36D9BB15-FCC8-46B3-B442-83F67953EC6A}"/>
                </a:ext>
              </a:extLst>
            </p:cNvPr>
            <p:cNvSpPr>
              <a:spLocks/>
            </p:cNvSpPr>
            <p:nvPr/>
          </p:nvSpPr>
          <p:spPr>
            <a:xfrm>
              <a:off x="5614381" y="56450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5" name="02_predicted_pose_1894">
              <a:extLst>
                <a:ext uri="{FF2B5EF4-FFF2-40B4-BE49-F238E27FC236}">
                  <a16:creationId xmlns:a16="http://schemas.microsoft.com/office/drawing/2014/main" id="{5B722D31-6A87-498C-8C79-466A933C46D8}"/>
                </a:ext>
              </a:extLst>
            </p:cNvPr>
            <p:cNvSpPr>
              <a:spLocks/>
            </p:cNvSpPr>
            <p:nvPr/>
          </p:nvSpPr>
          <p:spPr>
            <a:xfrm>
              <a:off x="5707404" y="57853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6" name="02_predicted_pose_1895">
              <a:extLst>
                <a:ext uri="{FF2B5EF4-FFF2-40B4-BE49-F238E27FC236}">
                  <a16:creationId xmlns:a16="http://schemas.microsoft.com/office/drawing/2014/main" id="{D10BD871-9118-401F-A0A1-7351F8CE1185}"/>
                </a:ext>
              </a:extLst>
            </p:cNvPr>
            <p:cNvSpPr>
              <a:spLocks/>
            </p:cNvSpPr>
            <p:nvPr/>
          </p:nvSpPr>
          <p:spPr>
            <a:xfrm>
              <a:off x="5800427" y="56855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7" name="02_predicted_pose_1896">
              <a:extLst>
                <a:ext uri="{FF2B5EF4-FFF2-40B4-BE49-F238E27FC236}">
                  <a16:creationId xmlns:a16="http://schemas.microsoft.com/office/drawing/2014/main" id="{7BFEA93B-9BEC-437D-8719-CC9C980A515B}"/>
                </a:ext>
              </a:extLst>
            </p:cNvPr>
            <p:cNvSpPr>
              <a:spLocks/>
            </p:cNvSpPr>
            <p:nvPr/>
          </p:nvSpPr>
          <p:spPr>
            <a:xfrm>
              <a:off x="5549953" y="56508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8" name="02_predicted_pose_1897">
              <a:extLst>
                <a:ext uri="{FF2B5EF4-FFF2-40B4-BE49-F238E27FC236}">
                  <a16:creationId xmlns:a16="http://schemas.microsoft.com/office/drawing/2014/main" id="{8C864A8B-5D7F-44D1-915E-ABE60BE7D486}"/>
                </a:ext>
              </a:extLst>
            </p:cNvPr>
            <p:cNvSpPr>
              <a:spLocks/>
            </p:cNvSpPr>
            <p:nvPr/>
          </p:nvSpPr>
          <p:spPr>
            <a:xfrm>
              <a:off x="5642977" y="576749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99" name="02_predicted_pose_1898">
              <a:extLst>
                <a:ext uri="{FF2B5EF4-FFF2-40B4-BE49-F238E27FC236}">
                  <a16:creationId xmlns:a16="http://schemas.microsoft.com/office/drawing/2014/main" id="{1922E4DD-C1AE-450B-86D4-978CAC40562E}"/>
                </a:ext>
              </a:extLst>
            </p:cNvPr>
            <p:cNvSpPr>
              <a:spLocks/>
            </p:cNvSpPr>
            <p:nvPr/>
          </p:nvSpPr>
          <p:spPr>
            <a:xfrm>
              <a:off x="5607146" y="57870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0" name="02_predicted_pose_1899">
              <a:extLst>
                <a:ext uri="{FF2B5EF4-FFF2-40B4-BE49-F238E27FC236}">
                  <a16:creationId xmlns:a16="http://schemas.microsoft.com/office/drawing/2014/main" id="{3849BFC8-D16F-4AA3-A51E-7D6D1777DD50}"/>
                </a:ext>
              </a:extLst>
            </p:cNvPr>
            <p:cNvSpPr>
              <a:spLocks/>
            </p:cNvSpPr>
            <p:nvPr/>
          </p:nvSpPr>
          <p:spPr>
            <a:xfrm>
              <a:off x="5620927" y="577979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1" name="02_predicted_pose_1900">
              <a:extLst>
                <a:ext uri="{FF2B5EF4-FFF2-40B4-BE49-F238E27FC236}">
                  <a16:creationId xmlns:a16="http://schemas.microsoft.com/office/drawing/2014/main" id="{BB29FC8F-C147-45E4-A9E8-C9E959C4453B}"/>
                </a:ext>
              </a:extLst>
            </p:cNvPr>
            <p:cNvSpPr>
              <a:spLocks/>
            </p:cNvSpPr>
            <p:nvPr/>
          </p:nvSpPr>
          <p:spPr>
            <a:xfrm>
              <a:off x="5598877" y="57697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2" name="02_predicted_pose_1901">
              <a:extLst>
                <a:ext uri="{FF2B5EF4-FFF2-40B4-BE49-F238E27FC236}">
                  <a16:creationId xmlns:a16="http://schemas.microsoft.com/office/drawing/2014/main" id="{26CD88D4-B0C4-4247-BA2F-0095EE036E2E}"/>
                </a:ext>
              </a:extLst>
            </p:cNvPr>
            <p:cNvSpPr>
              <a:spLocks/>
            </p:cNvSpPr>
            <p:nvPr/>
          </p:nvSpPr>
          <p:spPr>
            <a:xfrm>
              <a:off x="5626439" y="58057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3" name="02_predicted_pose_1902">
              <a:extLst>
                <a:ext uri="{FF2B5EF4-FFF2-40B4-BE49-F238E27FC236}">
                  <a16:creationId xmlns:a16="http://schemas.microsoft.com/office/drawing/2014/main" id="{855B827D-1FB8-417D-A5F7-F30EA5F7CF57}"/>
                </a:ext>
              </a:extLst>
            </p:cNvPr>
            <p:cNvSpPr>
              <a:spLocks/>
            </p:cNvSpPr>
            <p:nvPr/>
          </p:nvSpPr>
          <p:spPr>
            <a:xfrm>
              <a:off x="5654002" y="575893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4" name="02_predicted_pose_1903">
              <a:extLst>
                <a:ext uri="{FF2B5EF4-FFF2-40B4-BE49-F238E27FC236}">
                  <a16:creationId xmlns:a16="http://schemas.microsoft.com/office/drawing/2014/main" id="{B1BEE834-5F6A-41F8-9464-4F0CC63F8E06}"/>
                </a:ext>
              </a:extLst>
            </p:cNvPr>
            <p:cNvSpPr>
              <a:spLocks/>
            </p:cNvSpPr>
            <p:nvPr/>
          </p:nvSpPr>
          <p:spPr>
            <a:xfrm>
              <a:off x="5636431" y="57478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5" name="02_predicted_pose_1904">
              <a:extLst>
                <a:ext uri="{FF2B5EF4-FFF2-40B4-BE49-F238E27FC236}">
                  <a16:creationId xmlns:a16="http://schemas.microsoft.com/office/drawing/2014/main" id="{82906888-D994-42CE-BA83-6B4EB3DA86A0}"/>
                </a:ext>
              </a:extLst>
            </p:cNvPr>
            <p:cNvSpPr>
              <a:spLocks/>
            </p:cNvSpPr>
            <p:nvPr/>
          </p:nvSpPr>
          <p:spPr>
            <a:xfrm>
              <a:off x="5478980" y="58353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6" name="02_predicted_pose_1905">
              <a:extLst>
                <a:ext uri="{FF2B5EF4-FFF2-40B4-BE49-F238E27FC236}">
                  <a16:creationId xmlns:a16="http://schemas.microsoft.com/office/drawing/2014/main" id="{75775635-9382-437C-903B-7913AD0C6CC4}"/>
                </a:ext>
              </a:extLst>
            </p:cNvPr>
            <p:cNvSpPr>
              <a:spLocks/>
            </p:cNvSpPr>
            <p:nvPr/>
          </p:nvSpPr>
          <p:spPr>
            <a:xfrm>
              <a:off x="5665027" y="579604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7" name="02_predicted_pose_1906">
              <a:extLst>
                <a:ext uri="{FF2B5EF4-FFF2-40B4-BE49-F238E27FC236}">
                  <a16:creationId xmlns:a16="http://schemas.microsoft.com/office/drawing/2014/main" id="{D4458A45-D597-4DBC-BC5F-A7780AA7F17D}"/>
                </a:ext>
              </a:extLst>
            </p:cNvPr>
            <p:cNvSpPr>
              <a:spLocks/>
            </p:cNvSpPr>
            <p:nvPr/>
          </p:nvSpPr>
          <p:spPr>
            <a:xfrm>
              <a:off x="5507576" y="579672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8" name="02_predicted_pose_1907">
              <a:extLst>
                <a:ext uri="{FF2B5EF4-FFF2-40B4-BE49-F238E27FC236}">
                  <a16:creationId xmlns:a16="http://schemas.microsoft.com/office/drawing/2014/main" id="{4E54427D-3575-414D-BD6F-98B29F7158A3}"/>
                </a:ext>
              </a:extLst>
            </p:cNvPr>
            <p:cNvSpPr>
              <a:spLocks/>
            </p:cNvSpPr>
            <p:nvPr/>
          </p:nvSpPr>
          <p:spPr>
            <a:xfrm>
              <a:off x="5645388" y="58051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09" name="02_predicted_pose_1908">
              <a:extLst>
                <a:ext uri="{FF2B5EF4-FFF2-40B4-BE49-F238E27FC236}">
                  <a16:creationId xmlns:a16="http://schemas.microsoft.com/office/drawing/2014/main" id="{E4685D37-6787-4252-923C-7ED77CAD4929}"/>
                </a:ext>
              </a:extLst>
            </p:cNvPr>
            <p:cNvSpPr>
              <a:spLocks/>
            </p:cNvSpPr>
            <p:nvPr/>
          </p:nvSpPr>
          <p:spPr>
            <a:xfrm>
              <a:off x="5659170" y="58652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0" name="02_predicted_pose_1909">
              <a:extLst>
                <a:ext uri="{FF2B5EF4-FFF2-40B4-BE49-F238E27FC236}">
                  <a16:creationId xmlns:a16="http://schemas.microsoft.com/office/drawing/2014/main" id="{CC373146-3903-4B23-952D-96041FC4B886}"/>
                </a:ext>
              </a:extLst>
            </p:cNvPr>
            <p:cNvSpPr>
              <a:spLocks/>
            </p:cNvSpPr>
            <p:nvPr/>
          </p:nvSpPr>
          <p:spPr>
            <a:xfrm>
              <a:off x="5700513" y="58126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1" name="02_predicted_pose_1910">
              <a:extLst>
                <a:ext uri="{FF2B5EF4-FFF2-40B4-BE49-F238E27FC236}">
                  <a16:creationId xmlns:a16="http://schemas.microsoft.com/office/drawing/2014/main" id="{E8ABD461-3132-4D9A-ABB5-285D7AE74E0A}"/>
                </a:ext>
              </a:extLst>
            </p:cNvPr>
            <p:cNvSpPr>
              <a:spLocks/>
            </p:cNvSpPr>
            <p:nvPr/>
          </p:nvSpPr>
          <p:spPr>
            <a:xfrm>
              <a:off x="5714295" y="55088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2" name="02_predicted_pose_1911">
              <a:extLst>
                <a:ext uri="{FF2B5EF4-FFF2-40B4-BE49-F238E27FC236}">
                  <a16:creationId xmlns:a16="http://schemas.microsoft.com/office/drawing/2014/main" id="{4578E551-C583-4F96-85D7-ECCD78608EBD}"/>
                </a:ext>
              </a:extLst>
            </p:cNvPr>
            <p:cNvSpPr>
              <a:spLocks/>
            </p:cNvSpPr>
            <p:nvPr/>
          </p:nvSpPr>
          <p:spPr>
            <a:xfrm>
              <a:off x="5755638" y="58955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3" name="02_predicted_pose_1912">
              <a:extLst>
                <a:ext uri="{FF2B5EF4-FFF2-40B4-BE49-F238E27FC236}">
                  <a16:creationId xmlns:a16="http://schemas.microsoft.com/office/drawing/2014/main" id="{B01C3C90-32A3-4277-9260-FE05437351BB}"/>
                </a:ext>
              </a:extLst>
            </p:cNvPr>
            <p:cNvSpPr>
              <a:spLocks/>
            </p:cNvSpPr>
            <p:nvPr/>
          </p:nvSpPr>
          <p:spPr>
            <a:xfrm>
              <a:off x="5769420" y="590480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4" name="02_predicted_pose_1913">
              <a:extLst>
                <a:ext uri="{FF2B5EF4-FFF2-40B4-BE49-F238E27FC236}">
                  <a16:creationId xmlns:a16="http://schemas.microsoft.com/office/drawing/2014/main" id="{7A5C2748-F75D-414D-96FF-44F3DF76018C}"/>
                </a:ext>
              </a:extLst>
            </p:cNvPr>
            <p:cNvSpPr>
              <a:spLocks/>
            </p:cNvSpPr>
            <p:nvPr/>
          </p:nvSpPr>
          <p:spPr>
            <a:xfrm>
              <a:off x="5501375" y="58823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5" name="02_predicted_pose_1914">
              <a:extLst>
                <a:ext uri="{FF2B5EF4-FFF2-40B4-BE49-F238E27FC236}">
                  <a16:creationId xmlns:a16="http://schemas.microsoft.com/office/drawing/2014/main" id="{DE8FBCAC-3B19-4538-88E7-82D02D7FF5CE}"/>
                </a:ext>
              </a:extLst>
            </p:cNvPr>
            <p:cNvSpPr>
              <a:spLocks/>
            </p:cNvSpPr>
            <p:nvPr/>
          </p:nvSpPr>
          <p:spPr>
            <a:xfrm>
              <a:off x="5594398" y="58808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6" name="02_predicted_pose_1915">
              <a:extLst>
                <a:ext uri="{FF2B5EF4-FFF2-40B4-BE49-F238E27FC236}">
                  <a16:creationId xmlns:a16="http://schemas.microsoft.com/office/drawing/2014/main" id="{A6077698-11B8-4FFE-A2F9-578428CCB8CC}"/>
                </a:ext>
              </a:extLst>
            </p:cNvPr>
            <p:cNvSpPr>
              <a:spLocks/>
            </p:cNvSpPr>
            <p:nvPr/>
          </p:nvSpPr>
          <p:spPr>
            <a:xfrm>
              <a:off x="5529971" y="520635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7" name="02_predicted_pose_1916">
              <a:extLst>
                <a:ext uri="{FF2B5EF4-FFF2-40B4-BE49-F238E27FC236}">
                  <a16:creationId xmlns:a16="http://schemas.microsoft.com/office/drawing/2014/main" id="{112158DE-F724-4BE6-B340-DEA96DCD5E79}"/>
                </a:ext>
              </a:extLst>
            </p:cNvPr>
            <p:cNvSpPr>
              <a:spLocks/>
            </p:cNvSpPr>
            <p:nvPr/>
          </p:nvSpPr>
          <p:spPr>
            <a:xfrm>
              <a:off x="5622994" y="57923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8" name="02_predicted_pose_1917">
              <a:extLst>
                <a:ext uri="{FF2B5EF4-FFF2-40B4-BE49-F238E27FC236}">
                  <a16:creationId xmlns:a16="http://schemas.microsoft.com/office/drawing/2014/main" id="{54105DF8-1B7B-4143-9DA6-0D05000C7E35}"/>
                </a:ext>
              </a:extLst>
            </p:cNvPr>
            <p:cNvSpPr>
              <a:spLocks/>
            </p:cNvSpPr>
            <p:nvPr/>
          </p:nvSpPr>
          <p:spPr>
            <a:xfrm>
              <a:off x="5509643" y="579680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19" name="02_predicted_pose_1918">
              <a:extLst>
                <a:ext uri="{FF2B5EF4-FFF2-40B4-BE49-F238E27FC236}">
                  <a16:creationId xmlns:a16="http://schemas.microsoft.com/office/drawing/2014/main" id="{27147771-3433-43F2-A3B8-F57434A890B9}"/>
                </a:ext>
              </a:extLst>
            </p:cNvPr>
            <p:cNvSpPr>
              <a:spLocks/>
            </p:cNvSpPr>
            <p:nvPr/>
          </p:nvSpPr>
          <p:spPr>
            <a:xfrm>
              <a:off x="5637464" y="57829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0" name="02_predicted_pose_1919">
              <a:extLst>
                <a:ext uri="{FF2B5EF4-FFF2-40B4-BE49-F238E27FC236}">
                  <a16:creationId xmlns:a16="http://schemas.microsoft.com/office/drawing/2014/main" id="{2DF6DA8B-A393-4CB9-B09C-933FCF644790}"/>
                </a:ext>
              </a:extLst>
            </p:cNvPr>
            <p:cNvSpPr>
              <a:spLocks/>
            </p:cNvSpPr>
            <p:nvPr/>
          </p:nvSpPr>
          <p:spPr>
            <a:xfrm>
              <a:off x="5557189" y="565855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1" name="02_predicted_pose_1920">
              <a:extLst>
                <a:ext uri="{FF2B5EF4-FFF2-40B4-BE49-F238E27FC236}">
                  <a16:creationId xmlns:a16="http://schemas.microsoft.com/office/drawing/2014/main" id="{A90D82B3-D35B-4253-BD32-5F6EA7EBFB72}"/>
                </a:ext>
              </a:extLst>
            </p:cNvPr>
            <p:cNvSpPr>
              <a:spLocks/>
            </p:cNvSpPr>
            <p:nvPr/>
          </p:nvSpPr>
          <p:spPr>
            <a:xfrm>
              <a:off x="5598532" y="56831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2" name="02_predicted_pose_1921">
              <a:extLst>
                <a:ext uri="{FF2B5EF4-FFF2-40B4-BE49-F238E27FC236}">
                  <a16:creationId xmlns:a16="http://schemas.microsoft.com/office/drawing/2014/main" id="{F84B8FB5-B987-4FA8-87B8-595958CA76AE}"/>
                </a:ext>
              </a:extLst>
            </p:cNvPr>
            <p:cNvSpPr>
              <a:spLocks/>
            </p:cNvSpPr>
            <p:nvPr/>
          </p:nvSpPr>
          <p:spPr>
            <a:xfrm>
              <a:off x="5608179" y="53436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3" name="02_predicted_pose_1922">
              <a:extLst>
                <a:ext uri="{FF2B5EF4-FFF2-40B4-BE49-F238E27FC236}">
                  <a16:creationId xmlns:a16="http://schemas.microsoft.com/office/drawing/2014/main" id="{1E2ECC67-2867-420C-AC12-918974FA42A6}"/>
                </a:ext>
              </a:extLst>
            </p:cNvPr>
            <p:cNvSpPr>
              <a:spLocks/>
            </p:cNvSpPr>
            <p:nvPr/>
          </p:nvSpPr>
          <p:spPr>
            <a:xfrm>
              <a:off x="5649523" y="54694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4" name="02_predicted_pose_1923">
              <a:extLst>
                <a:ext uri="{FF2B5EF4-FFF2-40B4-BE49-F238E27FC236}">
                  <a16:creationId xmlns:a16="http://schemas.microsoft.com/office/drawing/2014/main" id="{B464A65F-4CD3-4E4D-9833-204194EEF339}"/>
                </a:ext>
              </a:extLst>
            </p:cNvPr>
            <p:cNvSpPr>
              <a:spLocks/>
            </p:cNvSpPr>
            <p:nvPr/>
          </p:nvSpPr>
          <p:spPr>
            <a:xfrm>
              <a:off x="5738756" y="56575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5" name="02_predicted_pose_1924">
              <a:extLst>
                <a:ext uri="{FF2B5EF4-FFF2-40B4-BE49-F238E27FC236}">
                  <a16:creationId xmlns:a16="http://schemas.microsoft.com/office/drawing/2014/main" id="{88ECA2F8-29A6-4389-823C-D6914FBB8CA3}"/>
                </a:ext>
              </a:extLst>
            </p:cNvPr>
            <p:cNvSpPr>
              <a:spLocks/>
            </p:cNvSpPr>
            <p:nvPr/>
          </p:nvSpPr>
          <p:spPr>
            <a:xfrm>
              <a:off x="5772865" y="58166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6" name="02_predicted_pose_1925">
              <a:extLst>
                <a:ext uri="{FF2B5EF4-FFF2-40B4-BE49-F238E27FC236}">
                  <a16:creationId xmlns:a16="http://schemas.microsoft.com/office/drawing/2014/main" id="{EA88D7C2-3744-49FB-975F-86DD0EC5D736}"/>
                </a:ext>
              </a:extLst>
            </p:cNvPr>
            <p:cNvSpPr>
              <a:spLocks/>
            </p:cNvSpPr>
            <p:nvPr/>
          </p:nvSpPr>
          <p:spPr>
            <a:xfrm>
              <a:off x="5470711" y="57780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7" name="02_predicted_pose_1926">
              <a:extLst>
                <a:ext uri="{FF2B5EF4-FFF2-40B4-BE49-F238E27FC236}">
                  <a16:creationId xmlns:a16="http://schemas.microsoft.com/office/drawing/2014/main" id="{9C0AC3AD-C990-4A43-8822-D466666069C1}"/>
                </a:ext>
              </a:extLst>
            </p:cNvPr>
            <p:cNvSpPr>
              <a:spLocks/>
            </p:cNvSpPr>
            <p:nvPr/>
          </p:nvSpPr>
          <p:spPr>
            <a:xfrm>
              <a:off x="5618171" y="559379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8" name="02_predicted_pose_1927">
              <a:extLst>
                <a:ext uri="{FF2B5EF4-FFF2-40B4-BE49-F238E27FC236}">
                  <a16:creationId xmlns:a16="http://schemas.microsoft.com/office/drawing/2014/main" id="{0D906693-7032-4AAD-9FB9-121647564CC6}"/>
                </a:ext>
              </a:extLst>
            </p:cNvPr>
            <p:cNvSpPr>
              <a:spLocks/>
            </p:cNvSpPr>
            <p:nvPr/>
          </p:nvSpPr>
          <p:spPr>
            <a:xfrm>
              <a:off x="5539962" y="57103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29" name="02_predicted_pose_1928">
              <a:extLst>
                <a:ext uri="{FF2B5EF4-FFF2-40B4-BE49-F238E27FC236}">
                  <a16:creationId xmlns:a16="http://schemas.microsoft.com/office/drawing/2014/main" id="{AFE40F38-B94F-4145-9633-BEB2D4AA5144}"/>
                </a:ext>
              </a:extLst>
            </p:cNvPr>
            <p:cNvSpPr>
              <a:spLocks/>
            </p:cNvSpPr>
            <p:nvPr/>
          </p:nvSpPr>
          <p:spPr>
            <a:xfrm>
              <a:off x="5553743" y="573791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0" name="02_predicted_pose_1929">
              <a:extLst>
                <a:ext uri="{FF2B5EF4-FFF2-40B4-BE49-F238E27FC236}">
                  <a16:creationId xmlns:a16="http://schemas.microsoft.com/office/drawing/2014/main" id="{CDE0130F-2DCC-44DE-9EE6-16319E7D7AC0}"/>
                </a:ext>
              </a:extLst>
            </p:cNvPr>
            <p:cNvSpPr>
              <a:spLocks/>
            </p:cNvSpPr>
            <p:nvPr/>
          </p:nvSpPr>
          <p:spPr>
            <a:xfrm>
              <a:off x="5567524" y="57329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1" name="02_predicted_pose_1930">
              <a:extLst>
                <a:ext uri="{FF2B5EF4-FFF2-40B4-BE49-F238E27FC236}">
                  <a16:creationId xmlns:a16="http://schemas.microsoft.com/office/drawing/2014/main" id="{E56B07FD-DA4F-4DD6-83EF-1074A503682D}"/>
                </a:ext>
              </a:extLst>
            </p:cNvPr>
            <p:cNvSpPr>
              <a:spLocks/>
            </p:cNvSpPr>
            <p:nvPr/>
          </p:nvSpPr>
          <p:spPr>
            <a:xfrm>
              <a:off x="5581306" y="57123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2" name="02_predicted_pose_1931">
              <a:extLst>
                <a:ext uri="{FF2B5EF4-FFF2-40B4-BE49-F238E27FC236}">
                  <a16:creationId xmlns:a16="http://schemas.microsoft.com/office/drawing/2014/main" id="{BE5025C6-0FDD-42BE-96EA-F78E1E0332F6}"/>
                </a:ext>
              </a:extLst>
            </p:cNvPr>
            <p:cNvSpPr>
              <a:spLocks/>
            </p:cNvSpPr>
            <p:nvPr/>
          </p:nvSpPr>
          <p:spPr>
            <a:xfrm>
              <a:off x="5595087" y="573112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3" name="02_predicted_pose_1932">
              <a:extLst>
                <a:ext uri="{FF2B5EF4-FFF2-40B4-BE49-F238E27FC236}">
                  <a16:creationId xmlns:a16="http://schemas.microsoft.com/office/drawing/2014/main" id="{ADE59480-1EB3-4AFF-9017-F99FCE97EF69}"/>
                </a:ext>
              </a:extLst>
            </p:cNvPr>
            <p:cNvSpPr>
              <a:spLocks/>
            </p:cNvSpPr>
            <p:nvPr/>
          </p:nvSpPr>
          <p:spPr>
            <a:xfrm>
              <a:off x="5608868" y="57294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4" name="02_predicted_pose_1933">
              <a:extLst>
                <a:ext uri="{FF2B5EF4-FFF2-40B4-BE49-F238E27FC236}">
                  <a16:creationId xmlns:a16="http://schemas.microsoft.com/office/drawing/2014/main" id="{76A21BE3-9D3B-4CA5-A739-1F7BA992C985}"/>
                </a:ext>
              </a:extLst>
            </p:cNvPr>
            <p:cNvSpPr>
              <a:spLocks/>
            </p:cNvSpPr>
            <p:nvPr/>
          </p:nvSpPr>
          <p:spPr>
            <a:xfrm>
              <a:off x="5622649" y="56431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5" name="02_predicted_pose_1934">
              <a:extLst>
                <a:ext uri="{FF2B5EF4-FFF2-40B4-BE49-F238E27FC236}">
                  <a16:creationId xmlns:a16="http://schemas.microsoft.com/office/drawing/2014/main" id="{A37B2DE4-1D8B-48B7-BD94-C56BD9E03783}"/>
                </a:ext>
              </a:extLst>
            </p:cNvPr>
            <p:cNvSpPr>
              <a:spLocks/>
            </p:cNvSpPr>
            <p:nvPr/>
          </p:nvSpPr>
          <p:spPr>
            <a:xfrm>
              <a:off x="5636431" y="57255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6" name="02_predicted_pose_1935">
              <a:extLst>
                <a:ext uri="{FF2B5EF4-FFF2-40B4-BE49-F238E27FC236}">
                  <a16:creationId xmlns:a16="http://schemas.microsoft.com/office/drawing/2014/main" id="{8356437D-02E6-47E1-9849-CFC9D1285154}"/>
                </a:ext>
              </a:extLst>
            </p:cNvPr>
            <p:cNvSpPr>
              <a:spLocks/>
            </p:cNvSpPr>
            <p:nvPr/>
          </p:nvSpPr>
          <p:spPr>
            <a:xfrm>
              <a:off x="5650212" y="56230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7" name="02_predicted_pose_1936">
              <a:extLst>
                <a:ext uri="{FF2B5EF4-FFF2-40B4-BE49-F238E27FC236}">
                  <a16:creationId xmlns:a16="http://schemas.microsoft.com/office/drawing/2014/main" id="{EDBF39F8-D133-4192-B2DE-6830C5AA85EF}"/>
                </a:ext>
              </a:extLst>
            </p:cNvPr>
            <p:cNvSpPr>
              <a:spLocks/>
            </p:cNvSpPr>
            <p:nvPr/>
          </p:nvSpPr>
          <p:spPr>
            <a:xfrm>
              <a:off x="5663993" y="56546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8" name="02_predicted_pose_1937">
              <a:extLst>
                <a:ext uri="{FF2B5EF4-FFF2-40B4-BE49-F238E27FC236}">
                  <a16:creationId xmlns:a16="http://schemas.microsoft.com/office/drawing/2014/main" id="{5F591B18-52BF-4F3A-A530-9A7B265A8CA4}"/>
                </a:ext>
              </a:extLst>
            </p:cNvPr>
            <p:cNvSpPr>
              <a:spLocks/>
            </p:cNvSpPr>
            <p:nvPr/>
          </p:nvSpPr>
          <p:spPr>
            <a:xfrm>
              <a:off x="5553399" y="55524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39" name="02_predicted_pose_1938">
              <a:extLst>
                <a:ext uri="{FF2B5EF4-FFF2-40B4-BE49-F238E27FC236}">
                  <a16:creationId xmlns:a16="http://schemas.microsoft.com/office/drawing/2014/main" id="{D0ED80A0-4167-4F9B-8F2A-03B5F8C1AC93}"/>
                </a:ext>
              </a:extLst>
            </p:cNvPr>
            <p:cNvSpPr>
              <a:spLocks/>
            </p:cNvSpPr>
            <p:nvPr/>
          </p:nvSpPr>
          <p:spPr>
            <a:xfrm>
              <a:off x="5744613" y="58700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0" name="02_predicted_pose_1939">
              <a:extLst>
                <a:ext uri="{FF2B5EF4-FFF2-40B4-BE49-F238E27FC236}">
                  <a16:creationId xmlns:a16="http://schemas.microsoft.com/office/drawing/2014/main" id="{B1196AED-AFAD-4DD3-9772-15CF6A2AE32B}"/>
                </a:ext>
              </a:extLst>
            </p:cNvPr>
            <p:cNvSpPr>
              <a:spLocks/>
            </p:cNvSpPr>
            <p:nvPr/>
          </p:nvSpPr>
          <p:spPr>
            <a:xfrm>
              <a:off x="5615759" y="581126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1" name="02_predicted_pose_1940">
              <a:extLst>
                <a:ext uri="{FF2B5EF4-FFF2-40B4-BE49-F238E27FC236}">
                  <a16:creationId xmlns:a16="http://schemas.microsoft.com/office/drawing/2014/main" id="{0BCCF03F-1F0E-40C2-9463-24EA114C506D}"/>
                </a:ext>
              </a:extLst>
            </p:cNvPr>
            <p:cNvSpPr>
              <a:spLocks/>
            </p:cNvSpPr>
            <p:nvPr/>
          </p:nvSpPr>
          <p:spPr>
            <a:xfrm>
              <a:off x="5507921" y="59126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2" name="02_predicted_pose_1941">
              <a:extLst>
                <a:ext uri="{FF2B5EF4-FFF2-40B4-BE49-F238E27FC236}">
                  <a16:creationId xmlns:a16="http://schemas.microsoft.com/office/drawing/2014/main" id="{6560C31A-7756-49B6-9754-427D10801599}"/>
                </a:ext>
              </a:extLst>
            </p:cNvPr>
            <p:cNvSpPr>
              <a:spLocks/>
            </p:cNvSpPr>
            <p:nvPr/>
          </p:nvSpPr>
          <p:spPr>
            <a:xfrm>
              <a:off x="5629540" y="588114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3" name="02_predicted_pose_1942">
              <a:extLst>
                <a:ext uri="{FF2B5EF4-FFF2-40B4-BE49-F238E27FC236}">
                  <a16:creationId xmlns:a16="http://schemas.microsoft.com/office/drawing/2014/main" id="{42B1D55C-ACD3-40DB-BDC6-DE4FBD5CAFBE}"/>
                </a:ext>
              </a:extLst>
            </p:cNvPr>
            <p:cNvSpPr>
              <a:spLocks/>
            </p:cNvSpPr>
            <p:nvPr/>
          </p:nvSpPr>
          <p:spPr>
            <a:xfrm>
              <a:off x="5642977" y="541598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4" name="02_predicted_pose_1943">
              <a:extLst>
                <a:ext uri="{FF2B5EF4-FFF2-40B4-BE49-F238E27FC236}">
                  <a16:creationId xmlns:a16="http://schemas.microsoft.com/office/drawing/2014/main" id="{86829E73-2CC0-4FD8-BB29-F90DABD0F4EB}"/>
                </a:ext>
              </a:extLst>
            </p:cNvPr>
            <p:cNvSpPr>
              <a:spLocks/>
            </p:cNvSpPr>
            <p:nvPr/>
          </p:nvSpPr>
          <p:spPr>
            <a:xfrm>
              <a:off x="5736689" y="56656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5" name="02_predicted_pose_1944">
              <a:extLst>
                <a:ext uri="{FF2B5EF4-FFF2-40B4-BE49-F238E27FC236}">
                  <a16:creationId xmlns:a16="http://schemas.microsoft.com/office/drawing/2014/main" id="{8CDB5CB8-2637-4085-80B2-887E4CB0F2C2}"/>
                </a:ext>
              </a:extLst>
            </p:cNvPr>
            <p:cNvSpPr>
              <a:spLocks/>
            </p:cNvSpPr>
            <p:nvPr/>
          </p:nvSpPr>
          <p:spPr>
            <a:xfrm>
              <a:off x="5791814" y="57086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6" name="02_predicted_pose_1945">
              <a:extLst>
                <a:ext uri="{FF2B5EF4-FFF2-40B4-BE49-F238E27FC236}">
                  <a16:creationId xmlns:a16="http://schemas.microsoft.com/office/drawing/2014/main" id="{7406CCEE-E2A7-4E3F-917A-056E826E1D05}"/>
                </a:ext>
              </a:extLst>
            </p:cNvPr>
            <p:cNvSpPr>
              <a:spLocks/>
            </p:cNvSpPr>
            <p:nvPr/>
          </p:nvSpPr>
          <p:spPr>
            <a:xfrm>
              <a:off x="5706370" y="58140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7" name="02_predicted_pose_1946">
              <a:extLst>
                <a:ext uri="{FF2B5EF4-FFF2-40B4-BE49-F238E27FC236}">
                  <a16:creationId xmlns:a16="http://schemas.microsoft.com/office/drawing/2014/main" id="{1C8BB670-4543-45F6-B3BA-4C0F2E66DF85}"/>
                </a:ext>
              </a:extLst>
            </p:cNvPr>
            <p:cNvSpPr>
              <a:spLocks/>
            </p:cNvSpPr>
            <p:nvPr/>
          </p:nvSpPr>
          <p:spPr>
            <a:xfrm>
              <a:off x="5585096" y="564119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8" name="02_predicted_pose_1947">
              <a:extLst>
                <a:ext uri="{FF2B5EF4-FFF2-40B4-BE49-F238E27FC236}">
                  <a16:creationId xmlns:a16="http://schemas.microsoft.com/office/drawing/2014/main" id="{E4AC1021-571E-4696-8C39-502CC3736A39}"/>
                </a:ext>
              </a:extLst>
            </p:cNvPr>
            <p:cNvSpPr>
              <a:spLocks/>
            </p:cNvSpPr>
            <p:nvPr/>
          </p:nvSpPr>
          <p:spPr>
            <a:xfrm>
              <a:off x="5612658" y="566366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49" name="02_predicted_pose_1948">
              <a:extLst>
                <a:ext uri="{FF2B5EF4-FFF2-40B4-BE49-F238E27FC236}">
                  <a16:creationId xmlns:a16="http://schemas.microsoft.com/office/drawing/2014/main" id="{C072CE88-8513-4309-AA85-18469750D2AD}"/>
                </a:ext>
              </a:extLst>
            </p:cNvPr>
            <p:cNvSpPr>
              <a:spLocks/>
            </p:cNvSpPr>
            <p:nvPr/>
          </p:nvSpPr>
          <p:spPr>
            <a:xfrm>
              <a:off x="5654002" y="56335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0" name="02_predicted_pose_1949">
              <a:extLst>
                <a:ext uri="{FF2B5EF4-FFF2-40B4-BE49-F238E27FC236}">
                  <a16:creationId xmlns:a16="http://schemas.microsoft.com/office/drawing/2014/main" id="{56FC0B30-9569-4D39-BAFA-0C828B053723}"/>
                </a:ext>
              </a:extLst>
            </p:cNvPr>
            <p:cNvSpPr>
              <a:spLocks/>
            </p:cNvSpPr>
            <p:nvPr/>
          </p:nvSpPr>
          <p:spPr>
            <a:xfrm>
              <a:off x="5681564" y="562294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1" name="02_predicted_pose_1950">
              <a:extLst>
                <a:ext uri="{FF2B5EF4-FFF2-40B4-BE49-F238E27FC236}">
                  <a16:creationId xmlns:a16="http://schemas.microsoft.com/office/drawing/2014/main" id="{F0720204-4AA4-4D90-9CF2-F46AFB47ED18}"/>
                </a:ext>
              </a:extLst>
            </p:cNvPr>
            <p:cNvSpPr>
              <a:spLocks/>
            </p:cNvSpPr>
            <p:nvPr/>
          </p:nvSpPr>
          <p:spPr>
            <a:xfrm>
              <a:off x="5695345" y="563620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2" name="02_predicted_pose_1951">
              <a:extLst>
                <a:ext uri="{FF2B5EF4-FFF2-40B4-BE49-F238E27FC236}">
                  <a16:creationId xmlns:a16="http://schemas.microsoft.com/office/drawing/2014/main" id="{D98B8835-2045-4853-A71D-3304F61A308E}"/>
                </a:ext>
              </a:extLst>
            </p:cNvPr>
            <p:cNvSpPr>
              <a:spLocks/>
            </p:cNvSpPr>
            <p:nvPr/>
          </p:nvSpPr>
          <p:spPr>
            <a:xfrm>
              <a:off x="5598532" y="56458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3" name="02_predicted_pose_1952">
              <a:extLst>
                <a:ext uri="{FF2B5EF4-FFF2-40B4-BE49-F238E27FC236}">
                  <a16:creationId xmlns:a16="http://schemas.microsoft.com/office/drawing/2014/main" id="{886B9BB5-DE41-4C1A-8FA1-CA6BFDB0D165}"/>
                </a:ext>
              </a:extLst>
            </p:cNvPr>
            <p:cNvSpPr>
              <a:spLocks/>
            </p:cNvSpPr>
            <p:nvPr/>
          </p:nvSpPr>
          <p:spPr>
            <a:xfrm>
              <a:off x="5635397" y="522233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4" name="02_predicted_pose_1953">
              <a:extLst>
                <a:ext uri="{FF2B5EF4-FFF2-40B4-BE49-F238E27FC236}">
                  <a16:creationId xmlns:a16="http://schemas.microsoft.com/office/drawing/2014/main" id="{50A4900F-8B56-4668-9B8A-B46FF837076E}"/>
                </a:ext>
              </a:extLst>
            </p:cNvPr>
            <p:cNvSpPr>
              <a:spLocks/>
            </p:cNvSpPr>
            <p:nvPr/>
          </p:nvSpPr>
          <p:spPr>
            <a:xfrm>
              <a:off x="5701202" y="584247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5" name="02_predicted_pose_1954">
              <a:extLst>
                <a:ext uri="{FF2B5EF4-FFF2-40B4-BE49-F238E27FC236}">
                  <a16:creationId xmlns:a16="http://schemas.microsoft.com/office/drawing/2014/main" id="{E8E3C343-A2B8-4A9B-850A-9A5E2454FEC1}"/>
                </a:ext>
              </a:extLst>
            </p:cNvPr>
            <p:cNvSpPr>
              <a:spLocks/>
            </p:cNvSpPr>
            <p:nvPr/>
          </p:nvSpPr>
          <p:spPr>
            <a:xfrm>
              <a:off x="5728765" y="58303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6" name="02_predicted_pose_1955">
              <a:extLst>
                <a:ext uri="{FF2B5EF4-FFF2-40B4-BE49-F238E27FC236}">
                  <a16:creationId xmlns:a16="http://schemas.microsoft.com/office/drawing/2014/main" id="{23E9A1A9-54BB-4839-8552-48D3F05026E3}"/>
                </a:ext>
              </a:extLst>
            </p:cNvPr>
            <p:cNvSpPr>
              <a:spLocks/>
            </p:cNvSpPr>
            <p:nvPr/>
          </p:nvSpPr>
          <p:spPr>
            <a:xfrm>
              <a:off x="5783890" y="58811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7" name="02_predicted_pose_1956">
              <a:extLst>
                <a:ext uri="{FF2B5EF4-FFF2-40B4-BE49-F238E27FC236}">
                  <a16:creationId xmlns:a16="http://schemas.microsoft.com/office/drawing/2014/main" id="{4239C992-135C-4DFD-8665-76EEAEE37C47}"/>
                </a:ext>
              </a:extLst>
            </p:cNvPr>
            <p:cNvSpPr>
              <a:spLocks/>
            </p:cNvSpPr>
            <p:nvPr/>
          </p:nvSpPr>
          <p:spPr>
            <a:xfrm>
              <a:off x="5553054" y="58537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8" name="02_predicted_pose_1957">
              <a:extLst>
                <a:ext uri="{FF2B5EF4-FFF2-40B4-BE49-F238E27FC236}">
                  <a16:creationId xmlns:a16="http://schemas.microsoft.com/office/drawing/2014/main" id="{74E581A1-D589-44FB-A1CC-615CB68DF325}"/>
                </a:ext>
              </a:extLst>
            </p:cNvPr>
            <p:cNvSpPr>
              <a:spLocks/>
            </p:cNvSpPr>
            <p:nvPr/>
          </p:nvSpPr>
          <p:spPr>
            <a:xfrm>
              <a:off x="5566835" y="58180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59" name="02_predicted_pose_1958">
              <a:extLst>
                <a:ext uri="{FF2B5EF4-FFF2-40B4-BE49-F238E27FC236}">
                  <a16:creationId xmlns:a16="http://schemas.microsoft.com/office/drawing/2014/main" id="{C67B9F71-EA16-4F62-BC11-D7B6894A1462}"/>
                </a:ext>
              </a:extLst>
            </p:cNvPr>
            <p:cNvSpPr>
              <a:spLocks/>
            </p:cNvSpPr>
            <p:nvPr/>
          </p:nvSpPr>
          <p:spPr>
            <a:xfrm>
              <a:off x="5594398" y="58487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0" name="02_predicted_pose_1959">
              <a:extLst>
                <a:ext uri="{FF2B5EF4-FFF2-40B4-BE49-F238E27FC236}">
                  <a16:creationId xmlns:a16="http://schemas.microsoft.com/office/drawing/2014/main" id="{023B542A-7371-4EA0-A2BA-74EA0A5075C6}"/>
                </a:ext>
              </a:extLst>
            </p:cNvPr>
            <p:cNvSpPr>
              <a:spLocks/>
            </p:cNvSpPr>
            <p:nvPr/>
          </p:nvSpPr>
          <p:spPr>
            <a:xfrm>
              <a:off x="5621960" y="585455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1" name="02_predicted_pose_1960">
              <a:extLst>
                <a:ext uri="{FF2B5EF4-FFF2-40B4-BE49-F238E27FC236}">
                  <a16:creationId xmlns:a16="http://schemas.microsoft.com/office/drawing/2014/main" id="{D6E5B91C-AC2B-4E91-837D-34ACD29A4BD1}"/>
                </a:ext>
              </a:extLst>
            </p:cNvPr>
            <p:cNvSpPr>
              <a:spLocks/>
            </p:cNvSpPr>
            <p:nvPr/>
          </p:nvSpPr>
          <p:spPr>
            <a:xfrm>
              <a:off x="5649523" y="583159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2" name="02_predicted_pose_1961">
              <a:extLst>
                <a:ext uri="{FF2B5EF4-FFF2-40B4-BE49-F238E27FC236}">
                  <a16:creationId xmlns:a16="http://schemas.microsoft.com/office/drawing/2014/main" id="{5C76F869-DC90-4A0A-9400-B9B61097C551}"/>
                </a:ext>
              </a:extLst>
            </p:cNvPr>
            <p:cNvSpPr>
              <a:spLocks/>
            </p:cNvSpPr>
            <p:nvPr/>
          </p:nvSpPr>
          <p:spPr>
            <a:xfrm>
              <a:off x="5619204" y="56101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3" name="02_predicted_pose_1962">
              <a:extLst>
                <a:ext uri="{FF2B5EF4-FFF2-40B4-BE49-F238E27FC236}">
                  <a16:creationId xmlns:a16="http://schemas.microsoft.com/office/drawing/2014/main" id="{C16ED929-0FA3-4121-B1B8-34F25C933077}"/>
                </a:ext>
              </a:extLst>
            </p:cNvPr>
            <p:cNvSpPr>
              <a:spLocks/>
            </p:cNvSpPr>
            <p:nvPr/>
          </p:nvSpPr>
          <p:spPr>
            <a:xfrm>
              <a:off x="5566491" y="57547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4" name="02_predicted_pose_1963">
              <a:extLst>
                <a:ext uri="{FF2B5EF4-FFF2-40B4-BE49-F238E27FC236}">
                  <a16:creationId xmlns:a16="http://schemas.microsoft.com/office/drawing/2014/main" id="{5DB054E4-7DB2-4F91-A5EA-2207AC324E61}"/>
                </a:ext>
              </a:extLst>
            </p:cNvPr>
            <p:cNvSpPr>
              <a:spLocks/>
            </p:cNvSpPr>
            <p:nvPr/>
          </p:nvSpPr>
          <p:spPr>
            <a:xfrm>
              <a:off x="5483114" y="579406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5" name="02_predicted_pose_1964">
              <a:extLst>
                <a:ext uri="{FF2B5EF4-FFF2-40B4-BE49-F238E27FC236}">
                  <a16:creationId xmlns:a16="http://schemas.microsoft.com/office/drawing/2014/main" id="{57BE8527-0DA5-43FD-9A7D-135CBF60A388}"/>
                </a:ext>
              </a:extLst>
            </p:cNvPr>
            <p:cNvSpPr>
              <a:spLocks/>
            </p:cNvSpPr>
            <p:nvPr/>
          </p:nvSpPr>
          <p:spPr>
            <a:xfrm>
              <a:off x="5727042" y="545995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6" name="02_predicted_pose_1965">
              <a:extLst>
                <a:ext uri="{FF2B5EF4-FFF2-40B4-BE49-F238E27FC236}">
                  <a16:creationId xmlns:a16="http://schemas.microsoft.com/office/drawing/2014/main" id="{3D5820D2-F491-4BEF-B82F-AF6DAA57F07A}"/>
                </a:ext>
              </a:extLst>
            </p:cNvPr>
            <p:cNvSpPr>
              <a:spLocks/>
            </p:cNvSpPr>
            <p:nvPr/>
          </p:nvSpPr>
          <p:spPr>
            <a:xfrm>
              <a:off x="5683976" y="50376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7" name="02_predicted_pose_1966">
              <a:extLst>
                <a:ext uri="{FF2B5EF4-FFF2-40B4-BE49-F238E27FC236}">
                  <a16:creationId xmlns:a16="http://schemas.microsoft.com/office/drawing/2014/main" id="{B5B153FC-A398-49F9-9F2A-3BD9121D0DCF}"/>
                </a:ext>
              </a:extLst>
            </p:cNvPr>
            <p:cNvSpPr>
              <a:spLocks/>
            </p:cNvSpPr>
            <p:nvPr/>
          </p:nvSpPr>
          <p:spPr>
            <a:xfrm>
              <a:off x="5503786" y="57569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8" name="02_predicted_pose_1967">
              <a:extLst>
                <a:ext uri="{FF2B5EF4-FFF2-40B4-BE49-F238E27FC236}">
                  <a16:creationId xmlns:a16="http://schemas.microsoft.com/office/drawing/2014/main" id="{CEF7B674-83CE-4FFB-B714-6A73966F57ED}"/>
                </a:ext>
              </a:extLst>
            </p:cNvPr>
            <p:cNvSpPr>
              <a:spLocks/>
            </p:cNvSpPr>
            <p:nvPr/>
          </p:nvSpPr>
          <p:spPr>
            <a:xfrm>
              <a:off x="5684320" y="59616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69" name="02_predicted_pose_1968">
              <a:extLst>
                <a:ext uri="{FF2B5EF4-FFF2-40B4-BE49-F238E27FC236}">
                  <a16:creationId xmlns:a16="http://schemas.microsoft.com/office/drawing/2014/main" id="{CDF11B06-463B-4365-894D-8CDB9D2D4595}"/>
                </a:ext>
              </a:extLst>
            </p:cNvPr>
            <p:cNvSpPr>
              <a:spLocks/>
            </p:cNvSpPr>
            <p:nvPr/>
          </p:nvSpPr>
          <p:spPr>
            <a:xfrm>
              <a:off x="5698102" y="586001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0" name="02_predicted_pose_1969">
              <a:extLst>
                <a:ext uri="{FF2B5EF4-FFF2-40B4-BE49-F238E27FC236}">
                  <a16:creationId xmlns:a16="http://schemas.microsoft.com/office/drawing/2014/main" id="{A50A1FFB-BD18-4AFB-B4E4-A858D65823EC}"/>
                </a:ext>
              </a:extLst>
            </p:cNvPr>
            <p:cNvSpPr>
              <a:spLocks/>
            </p:cNvSpPr>
            <p:nvPr/>
          </p:nvSpPr>
          <p:spPr>
            <a:xfrm>
              <a:off x="5711883" y="58345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1" name="02_predicted_pose_1970">
              <a:extLst>
                <a:ext uri="{FF2B5EF4-FFF2-40B4-BE49-F238E27FC236}">
                  <a16:creationId xmlns:a16="http://schemas.microsoft.com/office/drawing/2014/main" id="{B9F341A2-7050-4628-A58E-CCCA11232AF9}"/>
                </a:ext>
              </a:extLst>
            </p:cNvPr>
            <p:cNvSpPr>
              <a:spLocks/>
            </p:cNvSpPr>
            <p:nvPr/>
          </p:nvSpPr>
          <p:spPr>
            <a:xfrm>
              <a:off x="5725664" y="55455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2" name="02_predicted_pose_1971">
              <a:extLst>
                <a:ext uri="{FF2B5EF4-FFF2-40B4-BE49-F238E27FC236}">
                  <a16:creationId xmlns:a16="http://schemas.microsoft.com/office/drawing/2014/main" id="{5C700ED5-0124-4562-AA34-66FF7AF9A407}"/>
                </a:ext>
              </a:extLst>
            </p:cNvPr>
            <p:cNvSpPr>
              <a:spLocks/>
            </p:cNvSpPr>
            <p:nvPr/>
          </p:nvSpPr>
          <p:spPr>
            <a:xfrm>
              <a:off x="5739445" y="58267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3" name="02_predicted_pose_1972">
              <a:extLst>
                <a:ext uri="{FF2B5EF4-FFF2-40B4-BE49-F238E27FC236}">
                  <a16:creationId xmlns:a16="http://schemas.microsoft.com/office/drawing/2014/main" id="{CCAD55C6-33D0-4104-8A51-95750FA4E8BD}"/>
                </a:ext>
              </a:extLst>
            </p:cNvPr>
            <p:cNvSpPr>
              <a:spLocks/>
            </p:cNvSpPr>
            <p:nvPr/>
          </p:nvSpPr>
          <p:spPr>
            <a:xfrm>
              <a:off x="5524803" y="563317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4" name="02_predicted_pose_1973">
              <a:extLst>
                <a:ext uri="{FF2B5EF4-FFF2-40B4-BE49-F238E27FC236}">
                  <a16:creationId xmlns:a16="http://schemas.microsoft.com/office/drawing/2014/main" id="{B9D4F886-6A03-4C98-B1D5-05F8009FB37F}"/>
                </a:ext>
              </a:extLst>
            </p:cNvPr>
            <p:cNvSpPr>
              <a:spLocks/>
            </p:cNvSpPr>
            <p:nvPr/>
          </p:nvSpPr>
          <p:spPr>
            <a:xfrm>
              <a:off x="5538584" y="57122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5" name="02_predicted_pose_1974">
              <a:extLst>
                <a:ext uri="{FF2B5EF4-FFF2-40B4-BE49-F238E27FC236}">
                  <a16:creationId xmlns:a16="http://schemas.microsoft.com/office/drawing/2014/main" id="{8F4B636F-5A42-4BE2-9368-F2E7E9EE482E}"/>
                </a:ext>
              </a:extLst>
            </p:cNvPr>
            <p:cNvSpPr>
              <a:spLocks/>
            </p:cNvSpPr>
            <p:nvPr/>
          </p:nvSpPr>
          <p:spPr>
            <a:xfrm>
              <a:off x="5566146" y="557158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6" name="02_predicted_pose_1975">
              <a:extLst>
                <a:ext uri="{FF2B5EF4-FFF2-40B4-BE49-F238E27FC236}">
                  <a16:creationId xmlns:a16="http://schemas.microsoft.com/office/drawing/2014/main" id="{039F4466-FB73-42E8-9B02-DAB19CC70425}"/>
                </a:ext>
              </a:extLst>
            </p:cNvPr>
            <p:cNvSpPr>
              <a:spLocks/>
            </p:cNvSpPr>
            <p:nvPr/>
          </p:nvSpPr>
          <p:spPr>
            <a:xfrm>
              <a:off x="5649523" y="566547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7" name="02_predicted_pose_1976">
              <a:extLst>
                <a:ext uri="{FF2B5EF4-FFF2-40B4-BE49-F238E27FC236}">
                  <a16:creationId xmlns:a16="http://schemas.microsoft.com/office/drawing/2014/main" id="{24C2626F-2BF0-4109-9C9A-8B4C60771D68}"/>
                </a:ext>
              </a:extLst>
            </p:cNvPr>
            <p:cNvSpPr>
              <a:spLocks/>
            </p:cNvSpPr>
            <p:nvPr/>
          </p:nvSpPr>
          <p:spPr>
            <a:xfrm>
              <a:off x="5677085" y="56328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8" name="02_predicted_pose_1977">
              <a:extLst>
                <a:ext uri="{FF2B5EF4-FFF2-40B4-BE49-F238E27FC236}">
                  <a16:creationId xmlns:a16="http://schemas.microsoft.com/office/drawing/2014/main" id="{AB70D0D5-BB4C-4682-9380-806951F0353A}"/>
                </a:ext>
              </a:extLst>
            </p:cNvPr>
            <p:cNvSpPr>
              <a:spLocks/>
            </p:cNvSpPr>
            <p:nvPr/>
          </p:nvSpPr>
          <p:spPr>
            <a:xfrm>
              <a:off x="5704648" y="56870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79" name="02_predicted_pose_1978">
              <a:extLst>
                <a:ext uri="{FF2B5EF4-FFF2-40B4-BE49-F238E27FC236}">
                  <a16:creationId xmlns:a16="http://schemas.microsoft.com/office/drawing/2014/main" id="{C7CDF403-D17F-4494-BAF5-200E2F188F2F}"/>
                </a:ext>
              </a:extLst>
            </p:cNvPr>
            <p:cNvSpPr>
              <a:spLocks/>
            </p:cNvSpPr>
            <p:nvPr/>
          </p:nvSpPr>
          <p:spPr>
            <a:xfrm>
              <a:off x="5732210" y="571746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0" name="02_predicted_pose_1979">
              <a:extLst>
                <a:ext uri="{FF2B5EF4-FFF2-40B4-BE49-F238E27FC236}">
                  <a16:creationId xmlns:a16="http://schemas.microsoft.com/office/drawing/2014/main" id="{52AD1D54-FD0F-4373-8008-3E51973B3FC7}"/>
                </a:ext>
              </a:extLst>
            </p:cNvPr>
            <p:cNvSpPr>
              <a:spLocks/>
            </p:cNvSpPr>
            <p:nvPr/>
          </p:nvSpPr>
          <p:spPr>
            <a:xfrm>
              <a:off x="5812141" y="565140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1" name="02_predicted_pose_1980">
              <a:extLst>
                <a:ext uri="{FF2B5EF4-FFF2-40B4-BE49-F238E27FC236}">
                  <a16:creationId xmlns:a16="http://schemas.microsoft.com/office/drawing/2014/main" id="{AF186465-12F3-4B87-ADFB-6AF1D3EF365E}"/>
                </a:ext>
              </a:extLst>
            </p:cNvPr>
            <p:cNvSpPr>
              <a:spLocks/>
            </p:cNvSpPr>
            <p:nvPr/>
          </p:nvSpPr>
          <p:spPr>
            <a:xfrm>
              <a:off x="5496207" y="57293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2" name="02_predicted_pose_1981">
              <a:extLst>
                <a:ext uri="{FF2B5EF4-FFF2-40B4-BE49-F238E27FC236}">
                  <a16:creationId xmlns:a16="http://schemas.microsoft.com/office/drawing/2014/main" id="{0EF1959D-C099-4623-842F-46D09E0B4A5C}"/>
                </a:ext>
              </a:extLst>
            </p:cNvPr>
            <p:cNvSpPr>
              <a:spLocks/>
            </p:cNvSpPr>
            <p:nvPr/>
          </p:nvSpPr>
          <p:spPr>
            <a:xfrm>
              <a:off x="5523769" y="56709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3" name="02_predicted_pose_1982">
              <a:extLst>
                <a:ext uri="{FF2B5EF4-FFF2-40B4-BE49-F238E27FC236}">
                  <a16:creationId xmlns:a16="http://schemas.microsoft.com/office/drawing/2014/main" id="{D1AD3738-63A3-44CF-BF28-59A198FC5D15}"/>
                </a:ext>
              </a:extLst>
            </p:cNvPr>
            <p:cNvSpPr>
              <a:spLocks/>
            </p:cNvSpPr>
            <p:nvPr/>
          </p:nvSpPr>
          <p:spPr>
            <a:xfrm>
              <a:off x="5551332" y="577187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4" name="02_predicted_pose_1983">
              <a:extLst>
                <a:ext uri="{FF2B5EF4-FFF2-40B4-BE49-F238E27FC236}">
                  <a16:creationId xmlns:a16="http://schemas.microsoft.com/office/drawing/2014/main" id="{F6E65B00-7FA1-4E91-9A1C-2172C8D9C63C}"/>
                </a:ext>
              </a:extLst>
            </p:cNvPr>
            <p:cNvSpPr>
              <a:spLocks/>
            </p:cNvSpPr>
            <p:nvPr/>
          </p:nvSpPr>
          <p:spPr>
            <a:xfrm>
              <a:off x="5578894" y="577195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5" name="02_predicted_pose_1984">
              <a:extLst>
                <a:ext uri="{FF2B5EF4-FFF2-40B4-BE49-F238E27FC236}">
                  <a16:creationId xmlns:a16="http://schemas.microsoft.com/office/drawing/2014/main" id="{1D08B46F-6ACD-4091-95DF-54985D701EEF}"/>
                </a:ext>
              </a:extLst>
            </p:cNvPr>
            <p:cNvSpPr>
              <a:spLocks/>
            </p:cNvSpPr>
            <p:nvPr/>
          </p:nvSpPr>
          <p:spPr>
            <a:xfrm>
              <a:off x="5482081" y="57015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6" name="02_predicted_pose_1985">
              <a:extLst>
                <a:ext uri="{FF2B5EF4-FFF2-40B4-BE49-F238E27FC236}">
                  <a16:creationId xmlns:a16="http://schemas.microsoft.com/office/drawing/2014/main" id="{B2E5C2ED-59AA-40DB-BB46-A93348405397}"/>
                </a:ext>
              </a:extLst>
            </p:cNvPr>
            <p:cNvSpPr>
              <a:spLocks/>
            </p:cNvSpPr>
            <p:nvPr/>
          </p:nvSpPr>
          <p:spPr>
            <a:xfrm>
              <a:off x="5531693" y="59383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7" name="02_predicted_pose_1986">
              <a:extLst>
                <a:ext uri="{FF2B5EF4-FFF2-40B4-BE49-F238E27FC236}">
                  <a16:creationId xmlns:a16="http://schemas.microsoft.com/office/drawing/2014/main" id="{0142B486-5551-4728-BD4C-269645166EB5}"/>
                </a:ext>
              </a:extLst>
            </p:cNvPr>
            <p:cNvSpPr>
              <a:spLocks/>
            </p:cNvSpPr>
            <p:nvPr/>
          </p:nvSpPr>
          <p:spPr>
            <a:xfrm>
              <a:off x="5673640" y="563965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8" name="02_predicted_pose_1987">
              <a:extLst>
                <a:ext uri="{FF2B5EF4-FFF2-40B4-BE49-F238E27FC236}">
                  <a16:creationId xmlns:a16="http://schemas.microsoft.com/office/drawing/2014/main" id="{DC92BBF6-6AB6-47EE-B02C-DD9FF4E4705D}"/>
                </a:ext>
              </a:extLst>
            </p:cNvPr>
            <p:cNvSpPr>
              <a:spLocks/>
            </p:cNvSpPr>
            <p:nvPr/>
          </p:nvSpPr>
          <p:spPr>
            <a:xfrm>
              <a:off x="5701202" y="560475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89" name="02_predicted_pose_1988">
              <a:extLst>
                <a:ext uri="{FF2B5EF4-FFF2-40B4-BE49-F238E27FC236}">
                  <a16:creationId xmlns:a16="http://schemas.microsoft.com/office/drawing/2014/main" id="{DA1DDAC5-A85C-437B-AF54-F9FCC2138654}"/>
                </a:ext>
              </a:extLst>
            </p:cNvPr>
            <p:cNvSpPr>
              <a:spLocks/>
            </p:cNvSpPr>
            <p:nvPr/>
          </p:nvSpPr>
          <p:spPr>
            <a:xfrm>
              <a:off x="5742546" y="575384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0" name="02_predicted_pose_1989">
              <a:extLst>
                <a:ext uri="{FF2B5EF4-FFF2-40B4-BE49-F238E27FC236}">
                  <a16:creationId xmlns:a16="http://schemas.microsoft.com/office/drawing/2014/main" id="{B070638F-3346-418F-918E-F28B3B0FC731}"/>
                </a:ext>
              </a:extLst>
            </p:cNvPr>
            <p:cNvSpPr>
              <a:spLocks/>
            </p:cNvSpPr>
            <p:nvPr/>
          </p:nvSpPr>
          <p:spPr>
            <a:xfrm>
              <a:off x="5770109" y="57703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1" name="02_predicted_pose_1990">
              <a:extLst>
                <a:ext uri="{FF2B5EF4-FFF2-40B4-BE49-F238E27FC236}">
                  <a16:creationId xmlns:a16="http://schemas.microsoft.com/office/drawing/2014/main" id="{391B32DD-BF61-462C-B485-2560824D8DBC}"/>
                </a:ext>
              </a:extLst>
            </p:cNvPr>
            <p:cNvSpPr>
              <a:spLocks/>
            </p:cNvSpPr>
            <p:nvPr/>
          </p:nvSpPr>
          <p:spPr>
            <a:xfrm>
              <a:off x="5797671" y="575893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2" name="02_predicted_pose_1991">
              <a:extLst>
                <a:ext uri="{FF2B5EF4-FFF2-40B4-BE49-F238E27FC236}">
                  <a16:creationId xmlns:a16="http://schemas.microsoft.com/office/drawing/2014/main" id="{8D3DCD20-1EEA-45E7-8962-E59B35CF409F}"/>
                </a:ext>
              </a:extLst>
            </p:cNvPr>
            <p:cNvSpPr>
              <a:spLocks/>
            </p:cNvSpPr>
            <p:nvPr/>
          </p:nvSpPr>
          <p:spPr>
            <a:xfrm>
              <a:off x="5780100" y="556565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3" name="02_predicted_pose_1992">
              <a:extLst>
                <a:ext uri="{FF2B5EF4-FFF2-40B4-BE49-F238E27FC236}">
                  <a16:creationId xmlns:a16="http://schemas.microsoft.com/office/drawing/2014/main" id="{C99E6E2E-1389-4EC5-AC67-3A678A2F3254}"/>
                </a:ext>
              </a:extLst>
            </p:cNvPr>
            <p:cNvSpPr>
              <a:spLocks/>
            </p:cNvSpPr>
            <p:nvPr/>
          </p:nvSpPr>
          <p:spPr>
            <a:xfrm>
              <a:off x="5529626" y="56319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4" name="02_predicted_pose_1993">
              <a:extLst>
                <a:ext uri="{FF2B5EF4-FFF2-40B4-BE49-F238E27FC236}">
                  <a16:creationId xmlns:a16="http://schemas.microsoft.com/office/drawing/2014/main" id="{A066FDF7-D81B-448B-821A-712E913A951F}"/>
                </a:ext>
              </a:extLst>
            </p:cNvPr>
            <p:cNvSpPr>
              <a:spLocks/>
            </p:cNvSpPr>
            <p:nvPr/>
          </p:nvSpPr>
          <p:spPr>
            <a:xfrm>
              <a:off x="5808696" y="57917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5" name="02_predicted_pose_1994">
              <a:extLst>
                <a:ext uri="{FF2B5EF4-FFF2-40B4-BE49-F238E27FC236}">
                  <a16:creationId xmlns:a16="http://schemas.microsoft.com/office/drawing/2014/main" id="{D75296AE-5614-4982-BC08-109BA5DCB99E}"/>
                </a:ext>
              </a:extLst>
            </p:cNvPr>
            <p:cNvSpPr>
              <a:spLocks/>
            </p:cNvSpPr>
            <p:nvPr/>
          </p:nvSpPr>
          <p:spPr>
            <a:xfrm>
              <a:off x="5651245" y="561786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6" name="02_predicted_pose_1995">
              <a:extLst>
                <a:ext uri="{FF2B5EF4-FFF2-40B4-BE49-F238E27FC236}">
                  <a16:creationId xmlns:a16="http://schemas.microsoft.com/office/drawing/2014/main" id="{BAC1C7E0-2B3B-4EC7-9338-B63B76111C5F}"/>
                </a:ext>
              </a:extLst>
            </p:cNvPr>
            <p:cNvSpPr>
              <a:spLocks/>
            </p:cNvSpPr>
            <p:nvPr/>
          </p:nvSpPr>
          <p:spPr>
            <a:xfrm>
              <a:off x="5744269" y="56909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7" name="02_predicted_pose_1996">
              <a:extLst>
                <a:ext uri="{FF2B5EF4-FFF2-40B4-BE49-F238E27FC236}">
                  <a16:creationId xmlns:a16="http://schemas.microsoft.com/office/drawing/2014/main" id="{CDA3C052-DB08-4D0E-A945-442E9E6C96AB}"/>
                </a:ext>
              </a:extLst>
            </p:cNvPr>
            <p:cNvSpPr>
              <a:spLocks/>
            </p:cNvSpPr>
            <p:nvPr/>
          </p:nvSpPr>
          <p:spPr>
            <a:xfrm>
              <a:off x="5489316" y="567028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8" name="02_predicted_pose_1997">
              <a:extLst>
                <a:ext uri="{FF2B5EF4-FFF2-40B4-BE49-F238E27FC236}">
                  <a16:creationId xmlns:a16="http://schemas.microsoft.com/office/drawing/2014/main" id="{E529EC35-8D19-44E5-83BB-E5CB54EF517D}"/>
                </a:ext>
              </a:extLst>
            </p:cNvPr>
            <p:cNvSpPr>
              <a:spLocks/>
            </p:cNvSpPr>
            <p:nvPr/>
          </p:nvSpPr>
          <p:spPr>
            <a:xfrm>
              <a:off x="5503097" y="57902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99" name="02_predicted_pose_1998">
              <a:extLst>
                <a:ext uri="{FF2B5EF4-FFF2-40B4-BE49-F238E27FC236}">
                  <a16:creationId xmlns:a16="http://schemas.microsoft.com/office/drawing/2014/main" id="{F9235B34-1249-4046-80A9-3CA68586D880}"/>
                </a:ext>
              </a:extLst>
            </p:cNvPr>
            <p:cNvSpPr>
              <a:spLocks/>
            </p:cNvSpPr>
            <p:nvPr/>
          </p:nvSpPr>
          <p:spPr>
            <a:xfrm>
              <a:off x="5516878" y="56857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0" name="02_predicted_pose_1999">
              <a:extLst>
                <a:ext uri="{FF2B5EF4-FFF2-40B4-BE49-F238E27FC236}">
                  <a16:creationId xmlns:a16="http://schemas.microsoft.com/office/drawing/2014/main" id="{BFADABF1-F476-432C-9974-F0D374404E14}"/>
                </a:ext>
              </a:extLst>
            </p:cNvPr>
            <p:cNvSpPr>
              <a:spLocks/>
            </p:cNvSpPr>
            <p:nvPr/>
          </p:nvSpPr>
          <p:spPr>
            <a:xfrm>
              <a:off x="5530660" y="56397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1" name="02_predicted_pose_2000">
              <a:extLst>
                <a:ext uri="{FF2B5EF4-FFF2-40B4-BE49-F238E27FC236}">
                  <a16:creationId xmlns:a16="http://schemas.microsoft.com/office/drawing/2014/main" id="{52725336-AE16-4816-B957-EEC9A3E070E7}"/>
                </a:ext>
              </a:extLst>
            </p:cNvPr>
            <p:cNvSpPr>
              <a:spLocks/>
            </p:cNvSpPr>
            <p:nvPr/>
          </p:nvSpPr>
          <p:spPr>
            <a:xfrm>
              <a:off x="5486215" y="558156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2" name="02_predicted_pose_2001">
              <a:extLst>
                <a:ext uri="{FF2B5EF4-FFF2-40B4-BE49-F238E27FC236}">
                  <a16:creationId xmlns:a16="http://schemas.microsoft.com/office/drawing/2014/main" id="{E0C6A3BC-8654-4C5C-A6F8-FA1D355723ED}"/>
                </a:ext>
              </a:extLst>
            </p:cNvPr>
            <p:cNvSpPr>
              <a:spLocks/>
            </p:cNvSpPr>
            <p:nvPr/>
          </p:nvSpPr>
          <p:spPr>
            <a:xfrm>
              <a:off x="5513778" y="573962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3" name="02_predicted_pose_2002">
              <a:extLst>
                <a:ext uri="{FF2B5EF4-FFF2-40B4-BE49-F238E27FC236}">
                  <a16:creationId xmlns:a16="http://schemas.microsoft.com/office/drawing/2014/main" id="{3385B9ED-A6EB-45D0-A609-4C0B7538A600}"/>
                </a:ext>
              </a:extLst>
            </p:cNvPr>
            <p:cNvSpPr>
              <a:spLocks/>
            </p:cNvSpPr>
            <p:nvPr/>
          </p:nvSpPr>
          <p:spPr>
            <a:xfrm>
              <a:off x="5598188" y="53394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4" name="02_predicted_pose_2003">
              <a:extLst>
                <a:ext uri="{FF2B5EF4-FFF2-40B4-BE49-F238E27FC236}">
                  <a16:creationId xmlns:a16="http://schemas.microsoft.com/office/drawing/2014/main" id="{7B277F1B-832C-4536-B422-4C34558E52B9}"/>
                </a:ext>
              </a:extLst>
            </p:cNvPr>
            <p:cNvSpPr>
              <a:spLocks/>
            </p:cNvSpPr>
            <p:nvPr/>
          </p:nvSpPr>
          <p:spPr>
            <a:xfrm>
              <a:off x="5546164" y="59737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5" name="02_predicted_pose_2004">
              <a:extLst>
                <a:ext uri="{FF2B5EF4-FFF2-40B4-BE49-F238E27FC236}">
                  <a16:creationId xmlns:a16="http://schemas.microsoft.com/office/drawing/2014/main" id="{EEBBFECF-AEDC-415E-9643-0B8C0C41DDD9}"/>
                </a:ext>
              </a:extLst>
            </p:cNvPr>
            <p:cNvSpPr>
              <a:spLocks/>
            </p:cNvSpPr>
            <p:nvPr/>
          </p:nvSpPr>
          <p:spPr>
            <a:xfrm>
              <a:off x="5573726" y="598173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6" name="02_predicted_pose_2005">
              <a:extLst>
                <a:ext uri="{FF2B5EF4-FFF2-40B4-BE49-F238E27FC236}">
                  <a16:creationId xmlns:a16="http://schemas.microsoft.com/office/drawing/2014/main" id="{A032D9C5-D9B2-4179-ACF0-533E2B0BB05F}"/>
                </a:ext>
              </a:extLst>
            </p:cNvPr>
            <p:cNvSpPr>
              <a:spLocks/>
            </p:cNvSpPr>
            <p:nvPr/>
          </p:nvSpPr>
          <p:spPr>
            <a:xfrm>
              <a:off x="5587507" y="596220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7" name="02_predicted_pose_2006">
              <a:extLst>
                <a:ext uri="{FF2B5EF4-FFF2-40B4-BE49-F238E27FC236}">
                  <a16:creationId xmlns:a16="http://schemas.microsoft.com/office/drawing/2014/main" id="{72A55A7D-9AD7-4614-8FBC-E3CECFE0A6CF}"/>
                </a:ext>
              </a:extLst>
            </p:cNvPr>
            <p:cNvSpPr>
              <a:spLocks/>
            </p:cNvSpPr>
            <p:nvPr/>
          </p:nvSpPr>
          <p:spPr>
            <a:xfrm>
              <a:off x="5525147" y="555052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8" name="02_predicted_pose_2007">
              <a:extLst>
                <a:ext uri="{FF2B5EF4-FFF2-40B4-BE49-F238E27FC236}">
                  <a16:creationId xmlns:a16="http://schemas.microsoft.com/office/drawing/2014/main" id="{DC98A518-6053-4411-B21C-BED11FE76F66}"/>
                </a:ext>
              </a:extLst>
            </p:cNvPr>
            <p:cNvSpPr>
              <a:spLocks/>
            </p:cNvSpPr>
            <p:nvPr/>
          </p:nvSpPr>
          <p:spPr>
            <a:xfrm>
              <a:off x="5538928" y="556913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09" name="02_predicted_pose_2008">
              <a:extLst>
                <a:ext uri="{FF2B5EF4-FFF2-40B4-BE49-F238E27FC236}">
                  <a16:creationId xmlns:a16="http://schemas.microsoft.com/office/drawing/2014/main" id="{9A2FAD63-DDD7-4B47-A240-65415E11A82D}"/>
                </a:ext>
              </a:extLst>
            </p:cNvPr>
            <p:cNvSpPr>
              <a:spLocks/>
            </p:cNvSpPr>
            <p:nvPr/>
          </p:nvSpPr>
          <p:spPr>
            <a:xfrm>
              <a:off x="5552710" y="544565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0" name="02_predicted_pose_2009">
              <a:extLst>
                <a:ext uri="{FF2B5EF4-FFF2-40B4-BE49-F238E27FC236}">
                  <a16:creationId xmlns:a16="http://schemas.microsoft.com/office/drawing/2014/main" id="{B6DF029A-EEBE-4B68-AE76-00E3B9B289E9}"/>
                </a:ext>
              </a:extLst>
            </p:cNvPr>
            <p:cNvSpPr>
              <a:spLocks/>
            </p:cNvSpPr>
            <p:nvPr/>
          </p:nvSpPr>
          <p:spPr>
            <a:xfrm>
              <a:off x="5572003" y="52209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1" name="02_predicted_pose_2010">
              <a:extLst>
                <a:ext uri="{FF2B5EF4-FFF2-40B4-BE49-F238E27FC236}">
                  <a16:creationId xmlns:a16="http://schemas.microsoft.com/office/drawing/2014/main" id="{25821994-40C3-456E-95B6-1B9B65681939}"/>
                </a:ext>
              </a:extLst>
            </p:cNvPr>
            <p:cNvSpPr>
              <a:spLocks/>
            </p:cNvSpPr>
            <p:nvPr/>
          </p:nvSpPr>
          <p:spPr>
            <a:xfrm>
              <a:off x="5599566" y="54720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2" name="02_predicted_pose_2011">
              <a:extLst>
                <a:ext uri="{FF2B5EF4-FFF2-40B4-BE49-F238E27FC236}">
                  <a16:creationId xmlns:a16="http://schemas.microsoft.com/office/drawing/2014/main" id="{6CF9B462-2086-4E1B-8FE5-2AC56F35B942}"/>
                </a:ext>
              </a:extLst>
            </p:cNvPr>
            <p:cNvSpPr>
              <a:spLocks/>
            </p:cNvSpPr>
            <p:nvPr/>
          </p:nvSpPr>
          <p:spPr>
            <a:xfrm>
              <a:off x="5613347" y="54595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3" name="02_predicted_pose_2012">
              <a:extLst>
                <a:ext uri="{FF2B5EF4-FFF2-40B4-BE49-F238E27FC236}">
                  <a16:creationId xmlns:a16="http://schemas.microsoft.com/office/drawing/2014/main" id="{11B3BF9B-1A3C-40A7-9A8C-64420ACE6751}"/>
                </a:ext>
              </a:extLst>
            </p:cNvPr>
            <p:cNvSpPr>
              <a:spLocks/>
            </p:cNvSpPr>
            <p:nvPr/>
          </p:nvSpPr>
          <p:spPr>
            <a:xfrm>
              <a:off x="5696034" y="54726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4" name="02_predicted_pose_2013">
              <a:extLst>
                <a:ext uri="{FF2B5EF4-FFF2-40B4-BE49-F238E27FC236}">
                  <a16:creationId xmlns:a16="http://schemas.microsoft.com/office/drawing/2014/main" id="{CE8FF77A-35AB-4ED3-9FC7-C6B50ED811C8}"/>
                </a:ext>
              </a:extLst>
            </p:cNvPr>
            <p:cNvSpPr>
              <a:spLocks/>
            </p:cNvSpPr>
            <p:nvPr/>
          </p:nvSpPr>
          <p:spPr>
            <a:xfrm>
              <a:off x="5678463" y="528617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5" name="02_predicted_pose_2014">
              <a:extLst>
                <a:ext uri="{FF2B5EF4-FFF2-40B4-BE49-F238E27FC236}">
                  <a16:creationId xmlns:a16="http://schemas.microsoft.com/office/drawing/2014/main" id="{C15D496B-48AF-4A6B-B145-6EFD9E9D7008}"/>
                </a:ext>
              </a:extLst>
            </p:cNvPr>
            <p:cNvSpPr>
              <a:spLocks/>
            </p:cNvSpPr>
            <p:nvPr/>
          </p:nvSpPr>
          <p:spPr>
            <a:xfrm>
              <a:off x="5549609" y="52157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6" name="02_predicted_pose_2015">
              <a:extLst>
                <a:ext uri="{FF2B5EF4-FFF2-40B4-BE49-F238E27FC236}">
                  <a16:creationId xmlns:a16="http://schemas.microsoft.com/office/drawing/2014/main" id="{2FFC4EB4-C423-4CE1-B723-0C99F20119F3}"/>
                </a:ext>
              </a:extLst>
            </p:cNvPr>
            <p:cNvSpPr>
              <a:spLocks/>
            </p:cNvSpPr>
            <p:nvPr/>
          </p:nvSpPr>
          <p:spPr>
            <a:xfrm>
              <a:off x="5696724" y="566388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7" name="02_predicted_pose_2016">
              <a:extLst>
                <a:ext uri="{FF2B5EF4-FFF2-40B4-BE49-F238E27FC236}">
                  <a16:creationId xmlns:a16="http://schemas.microsoft.com/office/drawing/2014/main" id="{F59442FD-2837-41CF-B603-E6010C6548C6}"/>
                </a:ext>
              </a:extLst>
            </p:cNvPr>
            <p:cNvSpPr>
              <a:spLocks/>
            </p:cNvSpPr>
            <p:nvPr/>
          </p:nvSpPr>
          <p:spPr>
            <a:xfrm>
              <a:off x="5710505" y="580658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8" name="02_predicted_pose_2017">
              <a:extLst>
                <a:ext uri="{FF2B5EF4-FFF2-40B4-BE49-F238E27FC236}">
                  <a16:creationId xmlns:a16="http://schemas.microsoft.com/office/drawing/2014/main" id="{8FC2345D-4B0D-4D91-BFCC-21A415C9D579}"/>
                </a:ext>
              </a:extLst>
            </p:cNvPr>
            <p:cNvSpPr>
              <a:spLocks/>
            </p:cNvSpPr>
            <p:nvPr/>
          </p:nvSpPr>
          <p:spPr>
            <a:xfrm>
              <a:off x="5670884" y="550372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19" name="02_predicted_pose_2018">
              <a:extLst>
                <a:ext uri="{FF2B5EF4-FFF2-40B4-BE49-F238E27FC236}">
                  <a16:creationId xmlns:a16="http://schemas.microsoft.com/office/drawing/2014/main" id="{2207F20F-19D0-4EE5-A8F1-7814DA3F83F3}"/>
                </a:ext>
              </a:extLst>
            </p:cNvPr>
            <p:cNvSpPr>
              <a:spLocks/>
            </p:cNvSpPr>
            <p:nvPr/>
          </p:nvSpPr>
          <p:spPr>
            <a:xfrm>
              <a:off x="5684665" y="563039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0" name="02_predicted_pose_2019">
              <a:extLst>
                <a:ext uri="{FF2B5EF4-FFF2-40B4-BE49-F238E27FC236}">
                  <a16:creationId xmlns:a16="http://schemas.microsoft.com/office/drawing/2014/main" id="{41539001-C8D0-48D3-8C16-6B837737BF3E}"/>
                </a:ext>
              </a:extLst>
            </p:cNvPr>
            <p:cNvSpPr>
              <a:spLocks/>
            </p:cNvSpPr>
            <p:nvPr/>
          </p:nvSpPr>
          <p:spPr>
            <a:xfrm>
              <a:off x="5698446" y="561603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1" name="02_predicted_pose_2020">
              <a:extLst>
                <a:ext uri="{FF2B5EF4-FFF2-40B4-BE49-F238E27FC236}">
                  <a16:creationId xmlns:a16="http://schemas.microsoft.com/office/drawing/2014/main" id="{78AFB931-3424-4060-BFEE-4004717C95FF}"/>
                </a:ext>
              </a:extLst>
            </p:cNvPr>
            <p:cNvSpPr>
              <a:spLocks/>
            </p:cNvSpPr>
            <p:nvPr/>
          </p:nvSpPr>
          <p:spPr>
            <a:xfrm>
              <a:off x="5726009" y="568288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2" name="02_predicted_pose_2021">
              <a:extLst>
                <a:ext uri="{FF2B5EF4-FFF2-40B4-BE49-F238E27FC236}">
                  <a16:creationId xmlns:a16="http://schemas.microsoft.com/office/drawing/2014/main" id="{71079BEF-D223-4E78-9A4F-3C7EDD136BED}"/>
                </a:ext>
              </a:extLst>
            </p:cNvPr>
            <p:cNvSpPr>
              <a:spLocks/>
            </p:cNvSpPr>
            <p:nvPr/>
          </p:nvSpPr>
          <p:spPr>
            <a:xfrm>
              <a:off x="5739790" y="56711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3" name="02_predicted_pose_2022">
              <a:extLst>
                <a:ext uri="{FF2B5EF4-FFF2-40B4-BE49-F238E27FC236}">
                  <a16:creationId xmlns:a16="http://schemas.microsoft.com/office/drawing/2014/main" id="{D81E25BB-1DE0-460E-A03A-7EF57DEAFF79}"/>
                </a:ext>
              </a:extLst>
            </p:cNvPr>
            <p:cNvSpPr>
              <a:spLocks/>
            </p:cNvSpPr>
            <p:nvPr/>
          </p:nvSpPr>
          <p:spPr>
            <a:xfrm>
              <a:off x="5553399" y="56736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4" name="02_predicted_pose_2023">
              <a:extLst>
                <a:ext uri="{FF2B5EF4-FFF2-40B4-BE49-F238E27FC236}">
                  <a16:creationId xmlns:a16="http://schemas.microsoft.com/office/drawing/2014/main" id="{6EB8FF81-AD67-407F-9E1B-676B54A5925A}"/>
                </a:ext>
              </a:extLst>
            </p:cNvPr>
            <p:cNvSpPr>
              <a:spLocks/>
            </p:cNvSpPr>
            <p:nvPr/>
          </p:nvSpPr>
          <p:spPr>
            <a:xfrm>
              <a:off x="5594742" y="578924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5" name="02_predicted_pose_2024">
              <a:extLst>
                <a:ext uri="{FF2B5EF4-FFF2-40B4-BE49-F238E27FC236}">
                  <a16:creationId xmlns:a16="http://schemas.microsoft.com/office/drawing/2014/main" id="{E40EE9E6-45B4-4271-BC03-C139E1B0C7FE}"/>
                </a:ext>
              </a:extLst>
            </p:cNvPr>
            <p:cNvSpPr>
              <a:spLocks/>
            </p:cNvSpPr>
            <p:nvPr/>
          </p:nvSpPr>
          <p:spPr>
            <a:xfrm>
              <a:off x="5608524" y="579071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6" name="02_predicted_pose_2025">
              <a:extLst>
                <a:ext uri="{FF2B5EF4-FFF2-40B4-BE49-F238E27FC236}">
                  <a16:creationId xmlns:a16="http://schemas.microsoft.com/office/drawing/2014/main" id="{05467136-50D1-4FD0-A88E-FCF76F201C49}"/>
                </a:ext>
              </a:extLst>
            </p:cNvPr>
            <p:cNvSpPr>
              <a:spLocks/>
            </p:cNvSpPr>
            <p:nvPr/>
          </p:nvSpPr>
          <p:spPr>
            <a:xfrm>
              <a:off x="5628506" y="55561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7" name="02_predicted_pose_2026">
              <a:extLst>
                <a:ext uri="{FF2B5EF4-FFF2-40B4-BE49-F238E27FC236}">
                  <a16:creationId xmlns:a16="http://schemas.microsoft.com/office/drawing/2014/main" id="{C3F06E49-4495-4FA6-82AD-270C367448FE}"/>
                </a:ext>
              </a:extLst>
            </p:cNvPr>
            <p:cNvSpPr>
              <a:spLocks/>
            </p:cNvSpPr>
            <p:nvPr/>
          </p:nvSpPr>
          <p:spPr>
            <a:xfrm>
              <a:off x="5642288" y="547708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8" name="02_predicted_pose_2027">
              <a:extLst>
                <a:ext uri="{FF2B5EF4-FFF2-40B4-BE49-F238E27FC236}">
                  <a16:creationId xmlns:a16="http://schemas.microsoft.com/office/drawing/2014/main" id="{14AFB177-845E-4DE8-BB93-6F9F83CE0489}"/>
                </a:ext>
              </a:extLst>
            </p:cNvPr>
            <p:cNvSpPr>
              <a:spLocks/>
            </p:cNvSpPr>
            <p:nvPr/>
          </p:nvSpPr>
          <p:spPr>
            <a:xfrm>
              <a:off x="5656069" y="54081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29" name="02_predicted_pose_2028">
              <a:extLst>
                <a:ext uri="{FF2B5EF4-FFF2-40B4-BE49-F238E27FC236}">
                  <a16:creationId xmlns:a16="http://schemas.microsoft.com/office/drawing/2014/main" id="{6C6FECB3-391D-40F2-AA2C-F770C89FDE69}"/>
                </a:ext>
              </a:extLst>
            </p:cNvPr>
            <p:cNvSpPr>
              <a:spLocks/>
            </p:cNvSpPr>
            <p:nvPr/>
          </p:nvSpPr>
          <p:spPr>
            <a:xfrm>
              <a:off x="5697413" y="55032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0" name="02_predicted_pose_2029">
              <a:extLst>
                <a:ext uri="{FF2B5EF4-FFF2-40B4-BE49-F238E27FC236}">
                  <a16:creationId xmlns:a16="http://schemas.microsoft.com/office/drawing/2014/main" id="{A926DD0A-539C-4628-BFF3-B04E104027B4}"/>
                </a:ext>
              </a:extLst>
            </p:cNvPr>
            <p:cNvSpPr>
              <a:spLocks/>
            </p:cNvSpPr>
            <p:nvPr/>
          </p:nvSpPr>
          <p:spPr>
            <a:xfrm>
              <a:off x="5711194" y="559720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1" name="02_predicted_pose_2030">
              <a:extLst>
                <a:ext uri="{FF2B5EF4-FFF2-40B4-BE49-F238E27FC236}">
                  <a16:creationId xmlns:a16="http://schemas.microsoft.com/office/drawing/2014/main" id="{6AA2A79E-BC18-4EF6-950C-13A109150EBD}"/>
                </a:ext>
              </a:extLst>
            </p:cNvPr>
            <p:cNvSpPr>
              <a:spLocks/>
            </p:cNvSpPr>
            <p:nvPr/>
          </p:nvSpPr>
          <p:spPr>
            <a:xfrm>
              <a:off x="5724975" y="55761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2" name="02_predicted_pose_2031">
              <a:extLst>
                <a:ext uri="{FF2B5EF4-FFF2-40B4-BE49-F238E27FC236}">
                  <a16:creationId xmlns:a16="http://schemas.microsoft.com/office/drawing/2014/main" id="{24097B8E-2372-45BD-AB5C-F2F578D97E66}"/>
                </a:ext>
              </a:extLst>
            </p:cNvPr>
            <p:cNvSpPr>
              <a:spLocks/>
            </p:cNvSpPr>
            <p:nvPr/>
          </p:nvSpPr>
          <p:spPr>
            <a:xfrm>
              <a:off x="5738756" y="5445832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3" name="02_predicted_pose_2032">
              <a:extLst>
                <a:ext uri="{FF2B5EF4-FFF2-40B4-BE49-F238E27FC236}">
                  <a16:creationId xmlns:a16="http://schemas.microsoft.com/office/drawing/2014/main" id="{245D8148-99EF-4A1D-8AEA-BCB1712492CF}"/>
                </a:ext>
              </a:extLst>
            </p:cNvPr>
            <p:cNvSpPr>
              <a:spLocks/>
            </p:cNvSpPr>
            <p:nvPr/>
          </p:nvSpPr>
          <p:spPr>
            <a:xfrm>
              <a:off x="5628162" y="539691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4" name="02_predicted_pose_2033">
              <a:extLst>
                <a:ext uri="{FF2B5EF4-FFF2-40B4-BE49-F238E27FC236}">
                  <a16:creationId xmlns:a16="http://schemas.microsoft.com/office/drawing/2014/main" id="{1A39445C-35BA-45B8-8550-47163DC7130A}"/>
                </a:ext>
              </a:extLst>
            </p:cNvPr>
            <p:cNvSpPr>
              <a:spLocks/>
            </p:cNvSpPr>
            <p:nvPr/>
          </p:nvSpPr>
          <p:spPr>
            <a:xfrm>
              <a:off x="5721185" y="570177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5" name="02_predicted_pose_2034">
              <a:extLst>
                <a:ext uri="{FF2B5EF4-FFF2-40B4-BE49-F238E27FC236}">
                  <a16:creationId xmlns:a16="http://schemas.microsoft.com/office/drawing/2014/main" id="{B515CC7D-2CCB-49FE-9B2C-888321668220}"/>
                </a:ext>
              </a:extLst>
            </p:cNvPr>
            <p:cNvSpPr>
              <a:spLocks/>
            </p:cNvSpPr>
            <p:nvPr/>
          </p:nvSpPr>
          <p:spPr>
            <a:xfrm>
              <a:off x="5470711" y="538901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6" name="02_predicted_pose_2035">
              <a:extLst>
                <a:ext uri="{FF2B5EF4-FFF2-40B4-BE49-F238E27FC236}">
                  <a16:creationId xmlns:a16="http://schemas.microsoft.com/office/drawing/2014/main" id="{3949B638-9A6E-43FE-876A-821290627404}"/>
                </a:ext>
              </a:extLst>
            </p:cNvPr>
            <p:cNvSpPr>
              <a:spLocks/>
            </p:cNvSpPr>
            <p:nvPr/>
          </p:nvSpPr>
          <p:spPr>
            <a:xfrm>
              <a:off x="5563735" y="547323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7" name="02_predicted_pose_2036">
              <a:extLst>
                <a:ext uri="{FF2B5EF4-FFF2-40B4-BE49-F238E27FC236}">
                  <a16:creationId xmlns:a16="http://schemas.microsoft.com/office/drawing/2014/main" id="{8FCAD051-6452-4015-9228-CA563A0004C8}"/>
                </a:ext>
              </a:extLst>
            </p:cNvPr>
            <p:cNvSpPr>
              <a:spLocks/>
            </p:cNvSpPr>
            <p:nvPr/>
          </p:nvSpPr>
          <p:spPr>
            <a:xfrm>
              <a:off x="5629540" y="582756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8" name="02_predicted_pose_2037">
              <a:extLst>
                <a:ext uri="{FF2B5EF4-FFF2-40B4-BE49-F238E27FC236}">
                  <a16:creationId xmlns:a16="http://schemas.microsoft.com/office/drawing/2014/main" id="{ACD74343-952D-4487-B5B6-E3C880F337C9}"/>
                </a:ext>
              </a:extLst>
            </p:cNvPr>
            <p:cNvSpPr>
              <a:spLocks/>
            </p:cNvSpPr>
            <p:nvPr/>
          </p:nvSpPr>
          <p:spPr>
            <a:xfrm>
              <a:off x="5657102" y="575167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39" name="02_predicted_pose_2038">
              <a:extLst>
                <a:ext uri="{FF2B5EF4-FFF2-40B4-BE49-F238E27FC236}">
                  <a16:creationId xmlns:a16="http://schemas.microsoft.com/office/drawing/2014/main" id="{E5D3472F-67D7-4AA3-9BA3-0F63A2B9E775}"/>
                </a:ext>
              </a:extLst>
            </p:cNvPr>
            <p:cNvSpPr>
              <a:spLocks/>
            </p:cNvSpPr>
            <p:nvPr/>
          </p:nvSpPr>
          <p:spPr>
            <a:xfrm>
              <a:off x="5684665" y="579401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0" name="02_predicted_pose_2039">
              <a:extLst>
                <a:ext uri="{FF2B5EF4-FFF2-40B4-BE49-F238E27FC236}">
                  <a16:creationId xmlns:a16="http://schemas.microsoft.com/office/drawing/2014/main" id="{454702DD-C052-4214-AFDA-47E61AAC95A8}"/>
                </a:ext>
              </a:extLst>
            </p:cNvPr>
            <p:cNvSpPr>
              <a:spLocks/>
            </p:cNvSpPr>
            <p:nvPr/>
          </p:nvSpPr>
          <p:spPr>
            <a:xfrm>
              <a:off x="5712227" y="586037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1" name="02_predicted_pose_2040">
              <a:extLst>
                <a:ext uri="{FF2B5EF4-FFF2-40B4-BE49-F238E27FC236}">
                  <a16:creationId xmlns:a16="http://schemas.microsoft.com/office/drawing/2014/main" id="{0FDC0B0C-C3DB-46D7-AA63-69EB134FA45A}"/>
                </a:ext>
              </a:extLst>
            </p:cNvPr>
            <p:cNvSpPr>
              <a:spLocks/>
            </p:cNvSpPr>
            <p:nvPr/>
          </p:nvSpPr>
          <p:spPr>
            <a:xfrm>
              <a:off x="5739790" y="5924107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2" name="02_predicted_pose_2041">
              <a:extLst>
                <a:ext uri="{FF2B5EF4-FFF2-40B4-BE49-F238E27FC236}">
                  <a16:creationId xmlns:a16="http://schemas.microsoft.com/office/drawing/2014/main" id="{F59D7B1F-3FB9-4233-BC6F-CBB2FDE64268}"/>
                </a:ext>
              </a:extLst>
            </p:cNvPr>
            <p:cNvSpPr>
              <a:spLocks/>
            </p:cNvSpPr>
            <p:nvPr/>
          </p:nvSpPr>
          <p:spPr>
            <a:xfrm>
              <a:off x="5642977" y="578022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3" name="02_predicted_pose_2042">
              <a:extLst>
                <a:ext uri="{FF2B5EF4-FFF2-40B4-BE49-F238E27FC236}">
                  <a16:creationId xmlns:a16="http://schemas.microsoft.com/office/drawing/2014/main" id="{F2CA73EB-971C-49F2-AA79-87D46E1F9188}"/>
                </a:ext>
              </a:extLst>
            </p:cNvPr>
            <p:cNvSpPr>
              <a:spLocks/>
            </p:cNvSpPr>
            <p:nvPr/>
          </p:nvSpPr>
          <p:spPr>
            <a:xfrm>
              <a:off x="5760117" y="55879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4" name="02_predicted_pose_2043">
              <a:extLst>
                <a:ext uri="{FF2B5EF4-FFF2-40B4-BE49-F238E27FC236}">
                  <a16:creationId xmlns:a16="http://schemas.microsoft.com/office/drawing/2014/main" id="{A716F9EB-4A63-42EA-94B3-14380034FA3D}"/>
                </a:ext>
              </a:extLst>
            </p:cNvPr>
            <p:cNvSpPr>
              <a:spLocks/>
            </p:cNvSpPr>
            <p:nvPr/>
          </p:nvSpPr>
          <p:spPr>
            <a:xfrm>
              <a:off x="5773898" y="550842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5" name="02_predicted_pose_2044">
              <a:extLst>
                <a:ext uri="{FF2B5EF4-FFF2-40B4-BE49-F238E27FC236}">
                  <a16:creationId xmlns:a16="http://schemas.microsoft.com/office/drawing/2014/main" id="{066AB87C-A423-4167-B643-43184F86A11D}"/>
                </a:ext>
              </a:extLst>
            </p:cNvPr>
            <p:cNvSpPr>
              <a:spLocks/>
            </p:cNvSpPr>
            <p:nvPr/>
          </p:nvSpPr>
          <p:spPr>
            <a:xfrm>
              <a:off x="5556844" y="5547200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6" name="02_predicted_pose_2045">
              <a:extLst>
                <a:ext uri="{FF2B5EF4-FFF2-40B4-BE49-F238E27FC236}">
                  <a16:creationId xmlns:a16="http://schemas.microsoft.com/office/drawing/2014/main" id="{2E1696A0-5CF5-4F7A-ADE6-FBCECDB0CC37}"/>
                </a:ext>
              </a:extLst>
            </p:cNvPr>
            <p:cNvSpPr>
              <a:spLocks/>
            </p:cNvSpPr>
            <p:nvPr/>
          </p:nvSpPr>
          <p:spPr>
            <a:xfrm>
              <a:off x="5569247" y="585236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7" name="02_predicted_pose_2046">
              <a:extLst>
                <a:ext uri="{FF2B5EF4-FFF2-40B4-BE49-F238E27FC236}">
                  <a16:creationId xmlns:a16="http://schemas.microsoft.com/office/drawing/2014/main" id="{3205EF96-3AD9-414C-9E5D-235B4BA46383}"/>
                </a:ext>
              </a:extLst>
            </p:cNvPr>
            <p:cNvSpPr>
              <a:spLocks/>
            </p:cNvSpPr>
            <p:nvPr/>
          </p:nvSpPr>
          <p:spPr>
            <a:xfrm>
              <a:off x="5610935" y="580115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8" name="02_predicted_pose_2047">
              <a:extLst>
                <a:ext uri="{FF2B5EF4-FFF2-40B4-BE49-F238E27FC236}">
                  <a16:creationId xmlns:a16="http://schemas.microsoft.com/office/drawing/2014/main" id="{21A377AF-A952-4DDB-A7D9-B0598AE3FBC3}"/>
                </a:ext>
              </a:extLst>
            </p:cNvPr>
            <p:cNvSpPr>
              <a:spLocks/>
            </p:cNvSpPr>
            <p:nvPr/>
          </p:nvSpPr>
          <p:spPr>
            <a:xfrm>
              <a:off x="5574415" y="5801691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49" name="02_predicted_pose_2048">
              <a:extLst>
                <a:ext uri="{FF2B5EF4-FFF2-40B4-BE49-F238E27FC236}">
                  <a16:creationId xmlns:a16="http://schemas.microsoft.com/office/drawing/2014/main" id="{895F74EF-B8C0-4FC8-BA05-15C09BBC3E50}"/>
                </a:ext>
              </a:extLst>
            </p:cNvPr>
            <p:cNvSpPr>
              <a:spLocks/>
            </p:cNvSpPr>
            <p:nvPr/>
          </p:nvSpPr>
          <p:spPr>
            <a:xfrm>
              <a:off x="5522391" y="579638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0" name="02_predicted_pose_2049">
              <a:extLst>
                <a:ext uri="{FF2B5EF4-FFF2-40B4-BE49-F238E27FC236}">
                  <a16:creationId xmlns:a16="http://schemas.microsoft.com/office/drawing/2014/main" id="{A691C081-50A7-4416-A8D7-6B9D770E3F5D}"/>
                </a:ext>
              </a:extLst>
            </p:cNvPr>
            <p:cNvSpPr>
              <a:spLocks/>
            </p:cNvSpPr>
            <p:nvPr/>
          </p:nvSpPr>
          <p:spPr>
            <a:xfrm>
              <a:off x="5654691" y="5911548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1" name="02_predicted_pose_2050">
              <a:extLst>
                <a:ext uri="{FF2B5EF4-FFF2-40B4-BE49-F238E27FC236}">
                  <a16:creationId xmlns:a16="http://schemas.microsoft.com/office/drawing/2014/main" id="{FD77F5C6-8D49-4A4C-A784-7332D58FEF89}"/>
                </a:ext>
              </a:extLst>
            </p:cNvPr>
            <p:cNvSpPr>
              <a:spLocks/>
            </p:cNvSpPr>
            <p:nvPr/>
          </p:nvSpPr>
          <p:spPr>
            <a:xfrm>
              <a:off x="5668472" y="589564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2" name="02_predicted_pose_2051">
              <a:extLst>
                <a:ext uri="{FF2B5EF4-FFF2-40B4-BE49-F238E27FC236}">
                  <a16:creationId xmlns:a16="http://schemas.microsoft.com/office/drawing/2014/main" id="{4BFFA9D3-F0CA-4F1A-AF31-3F7FF709DEB1}"/>
                </a:ext>
              </a:extLst>
            </p:cNvPr>
            <p:cNvSpPr>
              <a:spLocks/>
            </p:cNvSpPr>
            <p:nvPr/>
          </p:nvSpPr>
          <p:spPr>
            <a:xfrm>
              <a:off x="5682253" y="5896049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3" name="02_predicted_pose_2052">
              <a:extLst>
                <a:ext uri="{FF2B5EF4-FFF2-40B4-BE49-F238E27FC236}">
                  <a16:creationId xmlns:a16="http://schemas.microsoft.com/office/drawing/2014/main" id="{54E92E76-D883-46D5-91CB-37F6DFB8B7B7}"/>
                </a:ext>
              </a:extLst>
            </p:cNvPr>
            <p:cNvSpPr>
              <a:spLocks/>
            </p:cNvSpPr>
            <p:nvPr/>
          </p:nvSpPr>
          <p:spPr>
            <a:xfrm>
              <a:off x="5696034" y="5859495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4" name="02_predicted_pose_2053">
              <a:extLst>
                <a:ext uri="{FF2B5EF4-FFF2-40B4-BE49-F238E27FC236}">
                  <a16:creationId xmlns:a16="http://schemas.microsoft.com/office/drawing/2014/main" id="{E86C8819-A38C-4B50-8346-95B78FCAD540}"/>
                </a:ext>
              </a:extLst>
            </p:cNvPr>
            <p:cNvSpPr>
              <a:spLocks/>
            </p:cNvSpPr>
            <p:nvPr/>
          </p:nvSpPr>
          <p:spPr>
            <a:xfrm>
              <a:off x="5491039" y="58948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5" name="02_predicted_pose_2054">
              <a:extLst>
                <a:ext uri="{FF2B5EF4-FFF2-40B4-BE49-F238E27FC236}">
                  <a16:creationId xmlns:a16="http://schemas.microsoft.com/office/drawing/2014/main" id="{83F8E2E4-F178-4098-B85F-3CA3DEB567B3}"/>
                </a:ext>
              </a:extLst>
            </p:cNvPr>
            <p:cNvSpPr>
              <a:spLocks/>
            </p:cNvSpPr>
            <p:nvPr/>
          </p:nvSpPr>
          <p:spPr>
            <a:xfrm>
              <a:off x="5518601" y="5832396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6" name="02_predicted_pose_2055">
              <a:extLst>
                <a:ext uri="{FF2B5EF4-FFF2-40B4-BE49-F238E27FC236}">
                  <a16:creationId xmlns:a16="http://schemas.microsoft.com/office/drawing/2014/main" id="{A2A2DFC8-A41B-4EF6-A835-B2FDDC31DC6F}"/>
                </a:ext>
              </a:extLst>
            </p:cNvPr>
            <p:cNvSpPr>
              <a:spLocks/>
            </p:cNvSpPr>
            <p:nvPr/>
          </p:nvSpPr>
          <p:spPr>
            <a:xfrm>
              <a:off x="5730143" y="5644004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7" name="02_predicted_pose_2056">
              <a:extLst>
                <a:ext uri="{FF2B5EF4-FFF2-40B4-BE49-F238E27FC236}">
                  <a16:creationId xmlns:a16="http://schemas.microsoft.com/office/drawing/2014/main" id="{2CCA0272-A70D-4CEA-8883-699800B6C590}"/>
                </a:ext>
              </a:extLst>
            </p:cNvPr>
            <p:cNvSpPr>
              <a:spLocks/>
            </p:cNvSpPr>
            <p:nvPr/>
          </p:nvSpPr>
          <p:spPr>
            <a:xfrm>
              <a:off x="5764941" y="5540543"/>
              <a:ext cx="28398" cy="28398"/>
            </a:xfrm>
            <a:prstGeom prst="ellipse">
              <a:avLst/>
            </a:prstGeom>
            <a:solidFill>
              <a:srgbClr val="B57442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058" name="02_predicted_pose_2057">
              <a:extLst>
                <a:ext uri="{FF2B5EF4-FFF2-40B4-BE49-F238E27FC236}">
                  <a16:creationId xmlns:a16="http://schemas.microsoft.com/office/drawing/2014/main" id="{C310C2C5-B54E-45D8-A504-006D80506B40}"/>
                </a:ext>
              </a:extLst>
            </p:cNvPr>
            <p:cNvSpPr>
              <a:spLocks/>
            </p:cNvSpPr>
            <p:nvPr/>
          </p:nvSpPr>
          <p:spPr>
            <a:xfrm>
              <a:off x="3883531" y="4810680"/>
              <a:ext cx="191" cy="1545120"/>
            </a:xfrm>
            <a:custGeom>
              <a:avLst/>
              <a:gdLst/>
              <a:ahLst/>
              <a:cxnLst/>
              <a:rect l="0" t="0" r="0" b="0"/>
              <a:pathLst>
                <a:path w="191" h="1545120">
                  <a:moveTo>
                    <a:pt x="0" y="154512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2059" name="02_predicted_pose_2058">
              <a:extLst>
                <a:ext uri="{FF2B5EF4-FFF2-40B4-BE49-F238E27FC236}">
                  <a16:creationId xmlns:a16="http://schemas.microsoft.com/office/drawing/2014/main" id="{9774DE9B-1E37-4377-9F8C-9D6D0686CA0B}"/>
                </a:ext>
              </a:extLst>
            </p:cNvPr>
            <p:cNvSpPr>
              <a:spLocks/>
            </p:cNvSpPr>
            <p:nvPr/>
          </p:nvSpPr>
          <p:spPr>
            <a:xfrm>
              <a:off x="3883531" y="6355800"/>
              <a:ext cx="2402069" cy="191"/>
            </a:xfrm>
            <a:custGeom>
              <a:avLst/>
              <a:gdLst/>
              <a:ahLst/>
              <a:cxnLst/>
              <a:rect l="0" t="0" r="0" b="0"/>
              <a:pathLst>
                <a:path w="2402069" h="191">
                  <a:moveTo>
                    <a:pt x="0" y="0"/>
                  </a:moveTo>
                  <a:lnTo>
                    <a:pt x="2402069" y="0"/>
                  </a:lnTo>
                </a:path>
              </a:pathLst>
            </a:custGeom>
            <a:noFill/>
            <a:ln w="8890">
              <a:solidFill>
                <a:srgbClr val="000000"/>
              </a:solidFill>
              <a:prstDash val="solid"/>
            </a:ln>
          </p:spPr>
        </p:sp>
        <p:sp>
          <p:nvSpPr>
            <p:cNvPr id="2060" name="02_predicted_pose_2059">
              <a:extLst>
                <a:ext uri="{FF2B5EF4-FFF2-40B4-BE49-F238E27FC236}">
                  <a16:creationId xmlns:a16="http://schemas.microsoft.com/office/drawing/2014/main" id="{9A642D38-D786-44C3-B59A-95C31A5F0FAA}"/>
                </a:ext>
              </a:extLst>
            </p:cNvPr>
            <p:cNvSpPr>
              <a:spLocks/>
            </p:cNvSpPr>
            <p:nvPr/>
          </p:nvSpPr>
          <p:spPr>
            <a:xfrm>
              <a:off x="4369664" y="5811966"/>
              <a:ext cx="285961" cy="192773"/>
            </a:xfrm>
            <a:custGeom>
              <a:avLst/>
              <a:gdLst/>
              <a:ahLst/>
              <a:cxnLst/>
              <a:rect l="0" t="0" r="0" b="0"/>
              <a:pathLst>
                <a:path w="285961" h="192773">
                  <a:moveTo>
                    <a:pt x="0" y="192773"/>
                  </a:moveTo>
                  <a:lnTo>
                    <a:pt x="285961" y="192773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92773"/>
                  </a:lnTo>
                  <a:lnTo>
                    <a:pt x="0" y="19277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5879BD"/>
              </a:solidFill>
              <a:prstDash val="solid"/>
            </a:ln>
          </p:spPr>
        </p:sp>
        <p:sp>
          <p:nvSpPr>
            <p:cNvPr id="2061" name="02_predicted_pose_2060">
              <a:extLst>
                <a:ext uri="{FF2B5EF4-FFF2-40B4-BE49-F238E27FC236}">
                  <a16:creationId xmlns:a16="http://schemas.microsoft.com/office/drawing/2014/main" id="{CACA2A13-DFEE-40B6-B1A9-0314698B83E0}"/>
                </a:ext>
              </a:extLst>
            </p:cNvPr>
            <p:cNvSpPr>
              <a:spLocks/>
            </p:cNvSpPr>
            <p:nvPr/>
          </p:nvSpPr>
          <p:spPr>
            <a:xfrm>
              <a:off x="4512644" y="6004738"/>
              <a:ext cx="191" cy="139478"/>
            </a:xfrm>
            <a:custGeom>
              <a:avLst/>
              <a:gdLst/>
              <a:ahLst/>
              <a:cxnLst/>
              <a:rect l="0" t="0" r="0" b="0"/>
              <a:pathLst>
                <a:path w="191" h="139478">
                  <a:moveTo>
                    <a:pt x="0" y="0"/>
                  </a:moveTo>
                  <a:lnTo>
                    <a:pt x="0" y="139478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2062" name="02_predicted_pose_2061">
              <a:extLst>
                <a:ext uri="{FF2B5EF4-FFF2-40B4-BE49-F238E27FC236}">
                  <a16:creationId xmlns:a16="http://schemas.microsoft.com/office/drawing/2014/main" id="{D27D8111-8C79-41E3-8F86-E13E0A404307}"/>
                </a:ext>
              </a:extLst>
            </p:cNvPr>
            <p:cNvSpPr>
              <a:spLocks/>
            </p:cNvSpPr>
            <p:nvPr/>
          </p:nvSpPr>
          <p:spPr>
            <a:xfrm>
              <a:off x="4512644" y="5548291"/>
              <a:ext cx="191" cy="263675"/>
            </a:xfrm>
            <a:custGeom>
              <a:avLst/>
              <a:gdLst/>
              <a:ahLst/>
              <a:cxnLst/>
              <a:rect l="0" t="0" r="0" b="0"/>
              <a:pathLst>
                <a:path w="191" h="263675">
                  <a:moveTo>
                    <a:pt x="0" y="263675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2063" name="02_predicted_pose_2062">
              <a:extLst>
                <a:ext uri="{FF2B5EF4-FFF2-40B4-BE49-F238E27FC236}">
                  <a16:creationId xmlns:a16="http://schemas.microsoft.com/office/drawing/2014/main" id="{AED3D4C4-59A2-4FD1-B1AA-B3AD0F46A0C4}"/>
                </a:ext>
              </a:extLst>
            </p:cNvPr>
            <p:cNvSpPr>
              <a:spLocks/>
            </p:cNvSpPr>
            <p:nvPr/>
          </p:nvSpPr>
          <p:spPr>
            <a:xfrm>
              <a:off x="4441154" y="6144216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2064" name="02_predicted_pose_2063">
              <a:extLst>
                <a:ext uri="{FF2B5EF4-FFF2-40B4-BE49-F238E27FC236}">
                  <a16:creationId xmlns:a16="http://schemas.microsoft.com/office/drawing/2014/main" id="{53599A0F-DAC3-4551-8883-1FB249F95774}"/>
                </a:ext>
              </a:extLst>
            </p:cNvPr>
            <p:cNvSpPr>
              <a:spLocks/>
            </p:cNvSpPr>
            <p:nvPr/>
          </p:nvSpPr>
          <p:spPr>
            <a:xfrm>
              <a:off x="4441154" y="5548291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5879BD"/>
              </a:solidFill>
              <a:prstDash val="solid"/>
            </a:ln>
          </p:spPr>
        </p:sp>
        <p:sp>
          <p:nvSpPr>
            <p:cNvPr id="2065" name="02_predicted_pose_2064">
              <a:extLst>
                <a:ext uri="{FF2B5EF4-FFF2-40B4-BE49-F238E27FC236}">
                  <a16:creationId xmlns:a16="http://schemas.microsoft.com/office/drawing/2014/main" id="{7445AD83-580D-45B0-8019-631BA61AC88A}"/>
                </a:ext>
              </a:extLst>
            </p:cNvPr>
            <p:cNvSpPr>
              <a:spLocks/>
            </p:cNvSpPr>
            <p:nvPr/>
          </p:nvSpPr>
          <p:spPr>
            <a:xfrm>
              <a:off x="5513506" y="5659234"/>
              <a:ext cx="285961" cy="151011"/>
            </a:xfrm>
            <a:custGeom>
              <a:avLst/>
              <a:gdLst/>
              <a:ahLst/>
              <a:cxnLst/>
              <a:rect l="0" t="0" r="0" b="0"/>
              <a:pathLst>
                <a:path w="285961" h="151011">
                  <a:moveTo>
                    <a:pt x="0" y="151011"/>
                  </a:moveTo>
                  <a:lnTo>
                    <a:pt x="285961" y="151011"/>
                  </a:lnTo>
                  <a:lnTo>
                    <a:pt x="285961" y="0"/>
                  </a:lnTo>
                  <a:lnTo>
                    <a:pt x="0" y="0"/>
                  </a:lnTo>
                  <a:lnTo>
                    <a:pt x="0" y="151011"/>
                  </a:lnTo>
                  <a:lnTo>
                    <a:pt x="0" y="15101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B57442"/>
              </a:solidFill>
              <a:prstDash val="solid"/>
            </a:ln>
          </p:spPr>
        </p:sp>
        <p:sp>
          <p:nvSpPr>
            <p:cNvPr id="2066" name="02_predicted_pose_2065">
              <a:extLst>
                <a:ext uri="{FF2B5EF4-FFF2-40B4-BE49-F238E27FC236}">
                  <a16:creationId xmlns:a16="http://schemas.microsoft.com/office/drawing/2014/main" id="{EC95E5E6-BE93-49BC-B5BF-092EC9003B8F}"/>
                </a:ext>
              </a:extLst>
            </p:cNvPr>
            <p:cNvSpPr>
              <a:spLocks/>
            </p:cNvSpPr>
            <p:nvPr/>
          </p:nvSpPr>
          <p:spPr>
            <a:xfrm>
              <a:off x="5656487" y="5810245"/>
              <a:ext cx="191" cy="98913"/>
            </a:xfrm>
            <a:custGeom>
              <a:avLst/>
              <a:gdLst/>
              <a:ahLst/>
              <a:cxnLst/>
              <a:rect l="0" t="0" r="0" b="0"/>
              <a:pathLst>
                <a:path w="191" h="98913">
                  <a:moveTo>
                    <a:pt x="0" y="0"/>
                  </a:moveTo>
                  <a:lnTo>
                    <a:pt x="0" y="98913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2067" name="02_predicted_pose_2066">
              <a:extLst>
                <a:ext uri="{FF2B5EF4-FFF2-40B4-BE49-F238E27FC236}">
                  <a16:creationId xmlns:a16="http://schemas.microsoft.com/office/drawing/2014/main" id="{99D256A6-5DE5-4A2A-8203-F8BA67FDD1EF}"/>
                </a:ext>
              </a:extLst>
            </p:cNvPr>
            <p:cNvSpPr>
              <a:spLocks/>
            </p:cNvSpPr>
            <p:nvPr/>
          </p:nvSpPr>
          <p:spPr>
            <a:xfrm>
              <a:off x="5656487" y="5453694"/>
              <a:ext cx="191" cy="205540"/>
            </a:xfrm>
            <a:custGeom>
              <a:avLst/>
              <a:gdLst/>
              <a:ahLst/>
              <a:cxnLst/>
              <a:rect l="0" t="0" r="0" b="0"/>
              <a:pathLst>
                <a:path w="191" h="205540">
                  <a:moveTo>
                    <a:pt x="0" y="205540"/>
                  </a:moveTo>
                  <a:lnTo>
                    <a:pt x="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2068" name="02_predicted_pose_2067">
              <a:extLst>
                <a:ext uri="{FF2B5EF4-FFF2-40B4-BE49-F238E27FC236}">
                  <a16:creationId xmlns:a16="http://schemas.microsoft.com/office/drawing/2014/main" id="{F36EFBB9-E71F-438F-8308-4DB985C00180}"/>
                </a:ext>
              </a:extLst>
            </p:cNvPr>
            <p:cNvSpPr>
              <a:spLocks/>
            </p:cNvSpPr>
            <p:nvPr/>
          </p:nvSpPr>
          <p:spPr>
            <a:xfrm>
              <a:off x="5584997" y="5909158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2069" name="02_predicted_pose_2068">
              <a:extLst>
                <a:ext uri="{FF2B5EF4-FFF2-40B4-BE49-F238E27FC236}">
                  <a16:creationId xmlns:a16="http://schemas.microsoft.com/office/drawing/2014/main" id="{82C3605B-E86C-402C-B5BB-CA8625236DA4}"/>
                </a:ext>
              </a:extLst>
            </p:cNvPr>
            <p:cNvSpPr>
              <a:spLocks/>
            </p:cNvSpPr>
            <p:nvPr/>
          </p:nvSpPr>
          <p:spPr>
            <a:xfrm>
              <a:off x="5584997" y="5453694"/>
              <a:ext cx="142980" cy="191"/>
            </a:xfrm>
            <a:custGeom>
              <a:avLst/>
              <a:gdLst/>
              <a:ahLst/>
              <a:cxnLst/>
              <a:rect l="0" t="0" r="0" b="0"/>
              <a:pathLst>
                <a:path w="142980" h="191">
                  <a:moveTo>
                    <a:pt x="0" y="0"/>
                  </a:moveTo>
                  <a:lnTo>
                    <a:pt x="142980" y="0"/>
                  </a:lnTo>
                </a:path>
              </a:pathLst>
            </a:custGeom>
            <a:noFill/>
            <a:ln w="8890">
              <a:solidFill>
                <a:srgbClr val="B57442"/>
              </a:solidFill>
              <a:prstDash val="solid"/>
            </a:ln>
          </p:spPr>
        </p:sp>
        <p:sp>
          <p:nvSpPr>
            <p:cNvPr id="2070" name="text_2069">
              <a:extLst>
                <a:ext uri="{FF2B5EF4-FFF2-40B4-BE49-F238E27FC236}">
                  <a16:creationId xmlns:a16="http://schemas.microsoft.com/office/drawing/2014/main" id="{A85814F7-889E-4703-8CCD-34650C848990}"/>
                </a:ext>
              </a:extLst>
            </p:cNvPr>
            <p:cNvSpPr>
              <a:spLocks/>
            </p:cNvSpPr>
            <p:nvPr/>
          </p:nvSpPr>
          <p:spPr>
            <a:xfrm>
              <a:off x="3451159" y="4646742"/>
              <a:ext cx="90297" cy="158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0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</a:t>
              </a:r>
            </a:p>
          </p:txBody>
        </p:sp>
        <p:sp>
          <p:nvSpPr>
            <p:cNvPr id="2071" name="text_2070">
              <a:extLst>
                <a:ext uri="{FF2B5EF4-FFF2-40B4-BE49-F238E27FC236}">
                  <a16:creationId xmlns:a16="http://schemas.microsoft.com/office/drawing/2014/main" id="{1177A466-C86C-4188-91C0-F1D63D4AF0DB}"/>
                </a:ext>
              </a:extLst>
            </p:cNvPr>
            <p:cNvSpPr>
              <a:spLocks/>
            </p:cNvSpPr>
            <p:nvPr/>
          </p:nvSpPr>
          <p:spPr>
            <a:xfrm>
              <a:off x="3883531" y="4598399"/>
              <a:ext cx="768782" cy="1349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850" b="0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CA2, Best of 50</a:t>
              </a:r>
            </a:p>
          </p:txBody>
        </p:sp>
        <p:sp>
          <p:nvSpPr>
            <p:cNvPr id="2072" name="02_predicted_pose_2071">
              <a:extLst>
                <a:ext uri="{FF2B5EF4-FFF2-40B4-BE49-F238E27FC236}">
                  <a16:creationId xmlns:a16="http://schemas.microsoft.com/office/drawing/2014/main" id="{49323536-DDE3-4CA1-B48B-E5B7C770D2A9}"/>
                </a:ext>
              </a:extLst>
            </p:cNvPr>
            <p:cNvSpPr>
              <a:spLocks/>
            </p:cNvSpPr>
            <p:nvPr/>
          </p:nvSpPr>
          <p:spPr>
            <a:xfrm>
              <a:off x="4369664" y="5946951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5879BD"/>
              </a:solidFill>
              <a:prstDash val="solid"/>
            </a:ln>
          </p:spPr>
        </p:sp>
        <p:sp>
          <p:nvSpPr>
            <p:cNvPr id="2073" name="02_predicted_pose_2072">
              <a:extLst>
                <a:ext uri="{FF2B5EF4-FFF2-40B4-BE49-F238E27FC236}">
                  <a16:creationId xmlns:a16="http://schemas.microsoft.com/office/drawing/2014/main" id="{1E9AFEAD-61D9-47DF-A06B-C33B12E216CF}"/>
                </a:ext>
              </a:extLst>
            </p:cNvPr>
            <p:cNvSpPr>
              <a:spLocks/>
            </p:cNvSpPr>
            <p:nvPr/>
          </p:nvSpPr>
          <p:spPr>
            <a:xfrm>
              <a:off x="5513506" y="5747143"/>
              <a:ext cx="285961" cy="191"/>
            </a:xfrm>
            <a:custGeom>
              <a:avLst/>
              <a:gdLst/>
              <a:ahLst/>
              <a:cxnLst/>
              <a:rect l="0" t="0" r="0" b="0"/>
              <a:pathLst>
                <a:path w="285961" h="191">
                  <a:moveTo>
                    <a:pt x="0" y="0"/>
                  </a:moveTo>
                  <a:lnTo>
                    <a:pt x="285961" y="0"/>
                  </a:lnTo>
                </a:path>
              </a:pathLst>
            </a:custGeom>
            <a:noFill/>
            <a:ln w="19050">
              <a:solidFill>
                <a:srgbClr val="B57442"/>
              </a:solidFill>
              <a:prstDash val="solid"/>
            </a:ln>
          </p:spPr>
        </p:sp>
        <p:sp>
          <p:nvSpPr>
            <p:cNvPr id="2074" name="text_2073">
              <a:extLst>
                <a:ext uri="{FF2B5EF4-FFF2-40B4-BE49-F238E27FC236}">
                  <a16:creationId xmlns:a16="http://schemas.microsoft.com/office/drawing/2014/main" id="{C42DDE8F-F3E6-4769-946C-25BEF08C053B}"/>
                </a:ext>
              </a:extLst>
            </p:cNvPr>
            <p:cNvSpPr>
              <a:spLocks/>
            </p:cNvSpPr>
            <p:nvPr/>
          </p:nvSpPr>
          <p:spPr>
            <a:xfrm>
              <a:off x="712800" y="1804503"/>
              <a:ext cx="2791447" cy="1666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50" b="1">
                  <a:solidFill>
                    <a:srgbClr val="273744"/>
                  </a:solidFill>
                  <a:latin typeface="Arial"/>
                  <a:ea typeface="Arial"/>
                  <a:cs typeface="Arial"/>
                </a:defRPr>
              </a:pPr>
              <a:r>
                <a:t>Docking guided by predicted ligand regions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26877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1521</Words>
  <Application>Microsoft Office PowerPoint</Application>
  <PresentationFormat>自定义</PresentationFormat>
  <Paragraphs>140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Manuscript figures</dc:creator>
  <cp:lastModifiedBy>Hongen Peng</cp:lastModifiedBy>
  <cp:revision>25</cp:revision>
  <dcterms:created xsi:type="dcterms:W3CDTF">2026-10-02T14:55:31Z</dcterms:created>
  <dcterms:modified xsi:type="dcterms:W3CDTF">2026-10-20T13:09:25Z</dcterms:modified>
</cp:coreProperties>
</file>